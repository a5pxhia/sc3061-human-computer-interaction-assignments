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Lst>
  <p:notesMasterIdLst>
    <p:notesMasterId r:id="rId54"/>
  </p:notesMasterIdLst>
  <p:handoutMasterIdLst>
    <p:handoutMasterId r:id="rId55"/>
  </p:handoutMasterIdLst>
  <p:sldIdLst>
    <p:sldId id="266" r:id="rId3"/>
    <p:sldId id="256" r:id="rId4"/>
    <p:sldId id="270" r:id="rId5"/>
    <p:sldId id="269" r:id="rId6"/>
    <p:sldId id="271" r:id="rId7"/>
    <p:sldId id="272" r:id="rId8"/>
    <p:sldId id="273" r:id="rId9"/>
    <p:sldId id="275" r:id="rId10"/>
    <p:sldId id="274" r:id="rId11"/>
    <p:sldId id="277" r:id="rId12"/>
    <p:sldId id="276" r:id="rId13"/>
    <p:sldId id="278" r:id="rId14"/>
    <p:sldId id="258" r:id="rId15"/>
    <p:sldId id="279" r:id="rId16"/>
    <p:sldId id="259" r:id="rId17"/>
    <p:sldId id="260" r:id="rId18"/>
    <p:sldId id="281" r:id="rId19"/>
    <p:sldId id="262" r:id="rId20"/>
    <p:sldId id="263" r:id="rId21"/>
    <p:sldId id="283" r:id="rId22"/>
    <p:sldId id="284" r:id="rId23"/>
    <p:sldId id="287" r:id="rId24"/>
    <p:sldId id="288" r:id="rId25"/>
    <p:sldId id="289" r:id="rId26"/>
    <p:sldId id="290" r:id="rId27"/>
    <p:sldId id="291" r:id="rId28"/>
    <p:sldId id="294" r:id="rId29"/>
    <p:sldId id="292" r:id="rId30"/>
    <p:sldId id="293" r:id="rId31"/>
    <p:sldId id="295" r:id="rId32"/>
    <p:sldId id="296" r:id="rId33"/>
    <p:sldId id="265" r:id="rId34"/>
    <p:sldId id="297" r:id="rId35"/>
    <p:sldId id="298" r:id="rId36"/>
    <p:sldId id="299" r:id="rId37"/>
    <p:sldId id="306" r:id="rId38"/>
    <p:sldId id="301" r:id="rId39"/>
    <p:sldId id="302" r:id="rId40"/>
    <p:sldId id="303" r:id="rId41"/>
    <p:sldId id="304" r:id="rId42"/>
    <p:sldId id="305" r:id="rId43"/>
    <p:sldId id="307" r:id="rId44"/>
    <p:sldId id="308" r:id="rId45"/>
    <p:sldId id="309" r:id="rId46"/>
    <p:sldId id="310" r:id="rId47"/>
    <p:sldId id="311" r:id="rId48"/>
    <p:sldId id="312" r:id="rId49"/>
    <p:sldId id="257" r:id="rId50"/>
    <p:sldId id="313" r:id="rId51"/>
    <p:sldId id="314" r:id="rId52"/>
    <p:sldId id="315"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59874B8-DE9C-49A0-A9C6-DFFBE906B7CC}">
          <p14:sldIdLst>
            <p14:sldId id="266"/>
            <p14:sldId id="256"/>
            <p14:sldId id="270"/>
            <p14:sldId id="269"/>
            <p14:sldId id="271"/>
            <p14:sldId id="272"/>
            <p14:sldId id="273"/>
            <p14:sldId id="275"/>
            <p14:sldId id="274"/>
            <p14:sldId id="277"/>
            <p14:sldId id="276"/>
          </p14:sldIdLst>
        </p14:section>
        <p14:section name="Registration" id="{667155CB-5114-42B5-8F19-5AA13B98C781}">
          <p14:sldIdLst>
            <p14:sldId id="278"/>
            <p14:sldId id="258"/>
            <p14:sldId id="279"/>
            <p14:sldId id="259"/>
            <p14:sldId id="260"/>
            <p14:sldId id="281"/>
            <p14:sldId id="262"/>
          </p14:sldIdLst>
        </p14:section>
        <p14:section name="Filtering" id="{C017D1F7-CB8B-4AA5-98F1-C2F70FD10356}">
          <p14:sldIdLst>
            <p14:sldId id="263"/>
            <p14:sldId id="283"/>
            <p14:sldId id="284"/>
            <p14:sldId id="287"/>
            <p14:sldId id="288"/>
            <p14:sldId id="289"/>
            <p14:sldId id="290"/>
            <p14:sldId id="291"/>
            <p14:sldId id="294"/>
            <p14:sldId id="292"/>
          </p14:sldIdLst>
        </p14:section>
        <p14:section name="Planning" id="{47B7B859-A55A-44C8-B795-EA971DA3A499}">
          <p14:sldIdLst>
            <p14:sldId id="293"/>
            <p14:sldId id="295"/>
            <p14:sldId id="296"/>
            <p14:sldId id="265"/>
            <p14:sldId id="297"/>
            <p14:sldId id="298"/>
            <p14:sldId id="299"/>
            <p14:sldId id="306"/>
            <p14:sldId id="301"/>
            <p14:sldId id="302"/>
            <p14:sldId id="303"/>
            <p14:sldId id="304"/>
            <p14:sldId id="305"/>
            <p14:sldId id="307"/>
            <p14:sldId id="308"/>
            <p14:sldId id="309"/>
            <p14:sldId id="310"/>
            <p14:sldId id="311"/>
            <p14:sldId id="312"/>
          </p14:sldIdLst>
        </p14:section>
        <p14:section name="Appendices" id="{36EBD19A-2D25-4341-BDF1-A5065D5ACFA2}">
          <p14:sldIdLst>
            <p14:sldId id="257"/>
            <p14:sldId id="313"/>
            <p14:sldId id="314"/>
            <p14:sldId id="31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38A5"/>
    <a:srgbClr val="FEE438"/>
    <a:srgbClr val="000000"/>
    <a:srgbClr val="FFB9DF"/>
    <a:srgbClr val="C0F7DF"/>
    <a:srgbClr val="F2F2F2"/>
    <a:srgbClr val="F7FAFF"/>
    <a:srgbClr val="0034A8"/>
    <a:srgbClr val="E74C3C"/>
    <a:srgbClr val="A7CD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3" autoAdjust="0"/>
    <p:restoredTop sz="92586" autoAdjust="0"/>
  </p:normalViewPr>
  <p:slideViewPr>
    <p:cSldViewPr snapToGrid="0">
      <p:cViewPr varScale="1">
        <p:scale>
          <a:sx n="90" d="100"/>
          <a:sy n="90" d="100"/>
        </p:scale>
        <p:origin x="192" y="48"/>
      </p:cViewPr>
      <p:guideLst/>
    </p:cSldViewPr>
  </p:slideViewPr>
  <p:notesTextViewPr>
    <p:cViewPr>
      <p:scale>
        <a:sx n="66" d="100"/>
        <a:sy n="66" d="100"/>
      </p:scale>
      <p:origin x="0" y="0"/>
    </p:cViewPr>
  </p:notesTextViewPr>
  <p:notesViewPr>
    <p:cSldViewPr snapToGrid="0">
      <p:cViewPr varScale="1">
        <p:scale>
          <a:sx n="68" d="100"/>
          <a:sy n="68" d="100"/>
        </p:scale>
        <p:origin x="2061" y="41"/>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handoutMaster" Target="handoutMasters/handout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9BA5486-E151-D152-821B-9F23174C19A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4" name="Footer Placeholder 3">
            <a:extLst>
              <a:ext uri="{FF2B5EF4-FFF2-40B4-BE49-F238E27FC236}">
                <a16:creationId xmlns:a16="http://schemas.microsoft.com/office/drawing/2014/main" id="{406E21DC-BC4E-2D86-7C79-9B4CF87CB2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D9E8AB67-889C-655A-63F6-1EE8B26CEB8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820A40-762F-4B34-80C2-769A79E5D850}" type="slidenum">
              <a:rPr lang="en-SG" smtClean="0"/>
              <a:t>‹#›</a:t>
            </a:fld>
            <a:endParaRPr lang="en-SG"/>
          </a:p>
        </p:txBody>
      </p:sp>
      <p:sp>
        <p:nvSpPr>
          <p:cNvPr id="6" name="Date Placeholder 5">
            <a:extLst>
              <a:ext uri="{FF2B5EF4-FFF2-40B4-BE49-F238E27FC236}">
                <a16:creationId xmlns:a16="http://schemas.microsoft.com/office/drawing/2014/main" id="{565C01EA-ED47-3779-806E-8702303FE09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6679B87-96AD-4AFF-959B-65B3B1CE6F12}" type="datetimeFigureOut">
              <a:rPr lang="en-SG" smtClean="0"/>
              <a:t>5/11/2025</a:t>
            </a:fld>
            <a:endParaRPr lang="en-SG"/>
          </a:p>
        </p:txBody>
      </p:sp>
    </p:spTree>
    <p:extLst>
      <p:ext uri="{BB962C8B-B14F-4D97-AF65-F5344CB8AC3E}">
        <p14:creationId xmlns:p14="http://schemas.microsoft.com/office/powerpoint/2010/main" val="1118690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02AE46-DD54-401A-9AC8-DB045363E579}" type="datetimeFigureOut">
              <a:rPr lang="en-SG" smtClean="0"/>
              <a:t>5/11/2025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D555AD-8468-4F70-93C1-9AFA06A39141}" type="slidenum">
              <a:rPr lang="en-SG" smtClean="0"/>
              <a:t>‹#›</a:t>
            </a:fld>
            <a:endParaRPr lang="en-SG"/>
          </a:p>
        </p:txBody>
      </p:sp>
    </p:spTree>
    <p:extLst>
      <p:ext uri="{BB962C8B-B14F-4D97-AF65-F5344CB8AC3E}">
        <p14:creationId xmlns:p14="http://schemas.microsoft.com/office/powerpoint/2010/main" val="4169267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9BA9F-71A3-88F6-88E6-27B1750DB7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F95799-103B-1454-CCBA-2599D612E0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06975D-3DBE-6A6C-F2B5-07D193C83CEA}"/>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D4D583AA-BF0A-C200-DD05-6894CC277714}"/>
              </a:ext>
            </a:extLst>
          </p:cNvPr>
          <p:cNvSpPr>
            <a:spLocks noGrp="1"/>
          </p:cNvSpPr>
          <p:nvPr>
            <p:ph type="sldNum" sz="quarter" idx="5"/>
          </p:nvPr>
        </p:nvSpPr>
        <p:spPr/>
        <p:txBody>
          <a:bodyPr/>
          <a:lstStyle/>
          <a:p>
            <a:fld id="{29D555AD-8468-4F70-93C1-9AFA06A39141}" type="slidenum">
              <a:rPr lang="en-SG" smtClean="0"/>
              <a:t>1</a:t>
            </a:fld>
            <a:endParaRPr lang="en-SG"/>
          </a:p>
        </p:txBody>
      </p:sp>
    </p:spTree>
    <p:extLst>
      <p:ext uri="{BB962C8B-B14F-4D97-AF65-F5344CB8AC3E}">
        <p14:creationId xmlns:p14="http://schemas.microsoft.com/office/powerpoint/2010/main" val="1002444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29D555AD-8468-4F70-93C1-9AFA06A39141}" type="slidenum">
              <a:rPr lang="en-SG" smtClean="0"/>
              <a:t>2</a:t>
            </a:fld>
            <a:endParaRPr lang="en-SG"/>
          </a:p>
        </p:txBody>
      </p:sp>
    </p:spTree>
    <p:extLst>
      <p:ext uri="{BB962C8B-B14F-4D97-AF65-F5344CB8AC3E}">
        <p14:creationId xmlns:p14="http://schemas.microsoft.com/office/powerpoint/2010/main" val="751149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251C6-B2AF-A3B5-9FF6-B43C98CDAA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37FCC-6CE6-0895-018F-62A8010848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3F1AA6-0B7C-F798-8CA1-59F520AA3DEA}"/>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74AFCEF8-3547-1D9C-FD22-6CC78BF8A9E2}"/>
              </a:ext>
            </a:extLst>
          </p:cNvPr>
          <p:cNvSpPr>
            <a:spLocks noGrp="1"/>
          </p:cNvSpPr>
          <p:nvPr>
            <p:ph type="sldNum" sz="quarter" idx="5"/>
          </p:nvPr>
        </p:nvSpPr>
        <p:spPr/>
        <p:txBody>
          <a:bodyPr/>
          <a:lstStyle/>
          <a:p>
            <a:fld id="{29D555AD-8468-4F70-93C1-9AFA06A39141}" type="slidenum">
              <a:rPr lang="en-SG" smtClean="0"/>
              <a:t>3</a:t>
            </a:fld>
            <a:endParaRPr lang="en-SG"/>
          </a:p>
        </p:txBody>
      </p:sp>
    </p:spTree>
    <p:extLst>
      <p:ext uri="{BB962C8B-B14F-4D97-AF65-F5344CB8AC3E}">
        <p14:creationId xmlns:p14="http://schemas.microsoft.com/office/powerpoint/2010/main" val="27772813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6C81C-F988-A36E-73AF-0884D6C0BF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FE3971-C521-0C99-0110-96EA11BEF2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DB2870-1D85-BE2A-8B2C-93D7CA3B3CC8}"/>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633AF997-E9FF-9C31-5C9B-D467C1D05303}"/>
              </a:ext>
            </a:extLst>
          </p:cNvPr>
          <p:cNvSpPr>
            <a:spLocks noGrp="1"/>
          </p:cNvSpPr>
          <p:nvPr>
            <p:ph type="sldNum" sz="quarter" idx="5"/>
          </p:nvPr>
        </p:nvSpPr>
        <p:spPr/>
        <p:txBody>
          <a:bodyPr/>
          <a:lstStyle/>
          <a:p>
            <a:fld id="{29D555AD-8468-4F70-93C1-9AFA06A39141}" type="slidenum">
              <a:rPr lang="en-SG" smtClean="0"/>
              <a:t>4</a:t>
            </a:fld>
            <a:endParaRPr lang="en-SG"/>
          </a:p>
        </p:txBody>
      </p:sp>
    </p:spTree>
    <p:extLst>
      <p:ext uri="{BB962C8B-B14F-4D97-AF65-F5344CB8AC3E}">
        <p14:creationId xmlns:p14="http://schemas.microsoft.com/office/powerpoint/2010/main" val="6059628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29D555AD-8468-4F70-93C1-9AFA06A39141}" type="slidenum">
              <a:rPr lang="en-SG" smtClean="0"/>
              <a:t>5</a:t>
            </a:fld>
            <a:endParaRPr lang="en-SG"/>
          </a:p>
        </p:txBody>
      </p:sp>
    </p:spTree>
    <p:extLst>
      <p:ext uri="{BB962C8B-B14F-4D97-AF65-F5344CB8AC3E}">
        <p14:creationId xmlns:p14="http://schemas.microsoft.com/office/powerpoint/2010/main" val="3853853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C3E70-4420-84C3-E9CF-5165AEE1B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AE670-FAA2-4422-10AC-0825C8B0E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03C938-7C79-375C-68BA-B4371D28A09F}"/>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45FCE728-DB59-6725-A263-B9FBD77F64C3}"/>
              </a:ext>
            </a:extLst>
          </p:cNvPr>
          <p:cNvSpPr>
            <a:spLocks noGrp="1"/>
          </p:cNvSpPr>
          <p:nvPr>
            <p:ph type="sldNum" sz="quarter" idx="5"/>
          </p:nvPr>
        </p:nvSpPr>
        <p:spPr/>
        <p:txBody>
          <a:bodyPr/>
          <a:lstStyle/>
          <a:p>
            <a:fld id="{29D555AD-8468-4F70-93C1-9AFA06A39141}" type="slidenum">
              <a:rPr lang="en-SG" smtClean="0"/>
              <a:t>6</a:t>
            </a:fld>
            <a:endParaRPr lang="en-SG"/>
          </a:p>
        </p:txBody>
      </p:sp>
    </p:spTree>
    <p:extLst>
      <p:ext uri="{BB962C8B-B14F-4D97-AF65-F5344CB8AC3E}">
        <p14:creationId xmlns:p14="http://schemas.microsoft.com/office/powerpoint/2010/main" val="19547332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D069-646F-00B7-B4E4-745FA6DDF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897C12-06A7-C16C-FD7C-01376B288A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7D7522-40F8-68B8-2423-5C21F5019E59}"/>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EE83551-5F1A-DA10-EB27-B424F5E4AB84}"/>
              </a:ext>
            </a:extLst>
          </p:cNvPr>
          <p:cNvSpPr>
            <a:spLocks noGrp="1"/>
          </p:cNvSpPr>
          <p:nvPr>
            <p:ph type="sldNum" sz="quarter" idx="5"/>
          </p:nvPr>
        </p:nvSpPr>
        <p:spPr/>
        <p:txBody>
          <a:bodyPr/>
          <a:lstStyle/>
          <a:p>
            <a:fld id="{29D555AD-8468-4F70-93C1-9AFA06A39141}" type="slidenum">
              <a:rPr lang="en-SG" smtClean="0"/>
              <a:t>7</a:t>
            </a:fld>
            <a:endParaRPr lang="en-SG"/>
          </a:p>
        </p:txBody>
      </p:sp>
    </p:spTree>
    <p:extLst>
      <p:ext uri="{BB962C8B-B14F-4D97-AF65-F5344CB8AC3E}">
        <p14:creationId xmlns:p14="http://schemas.microsoft.com/office/powerpoint/2010/main" val="1375874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29D555AD-8468-4F70-93C1-9AFA06A39141}" type="slidenum">
              <a:rPr lang="en-SG" smtClean="0"/>
              <a:t>9</a:t>
            </a:fld>
            <a:endParaRPr lang="en-SG"/>
          </a:p>
        </p:txBody>
      </p:sp>
    </p:spTree>
    <p:extLst>
      <p:ext uri="{BB962C8B-B14F-4D97-AF65-F5344CB8AC3E}">
        <p14:creationId xmlns:p14="http://schemas.microsoft.com/office/powerpoint/2010/main" val="4137109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C7D61-5ED3-60AE-37B5-1B04A71BDF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7CA096-3FF1-BFF6-3F2B-8DFEE20A79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9FE67-AB34-71A3-E09E-BFC647365E17}"/>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477D00B2-2259-C81C-86CC-F1C3851C2165}"/>
              </a:ext>
            </a:extLst>
          </p:cNvPr>
          <p:cNvSpPr>
            <a:spLocks noGrp="1"/>
          </p:cNvSpPr>
          <p:nvPr>
            <p:ph type="sldNum" sz="quarter" idx="5"/>
          </p:nvPr>
        </p:nvSpPr>
        <p:spPr/>
        <p:txBody>
          <a:bodyPr/>
          <a:lstStyle/>
          <a:p>
            <a:fld id="{29D555AD-8468-4F70-93C1-9AFA06A39141}" type="slidenum">
              <a:rPr lang="en-SG" smtClean="0"/>
              <a:t>11</a:t>
            </a:fld>
            <a:endParaRPr lang="en-SG"/>
          </a:p>
        </p:txBody>
      </p:sp>
    </p:spTree>
    <p:extLst>
      <p:ext uri="{BB962C8B-B14F-4D97-AF65-F5344CB8AC3E}">
        <p14:creationId xmlns:p14="http://schemas.microsoft.com/office/powerpoint/2010/main" val="33210948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29D555AD-8468-4F70-93C1-9AFA06A39141}" type="slidenum">
              <a:rPr lang="en-SG" smtClean="0"/>
              <a:t>13</a:t>
            </a:fld>
            <a:endParaRPr lang="en-SG"/>
          </a:p>
        </p:txBody>
      </p:sp>
    </p:spTree>
    <p:extLst>
      <p:ext uri="{BB962C8B-B14F-4D97-AF65-F5344CB8AC3E}">
        <p14:creationId xmlns:p14="http://schemas.microsoft.com/office/powerpoint/2010/main" val="32611437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29D555AD-8468-4F70-93C1-9AFA06A39141}" type="slidenum">
              <a:rPr lang="en-SG" smtClean="0"/>
              <a:t>15</a:t>
            </a:fld>
            <a:endParaRPr lang="en-SG"/>
          </a:p>
        </p:txBody>
      </p:sp>
    </p:spTree>
    <p:extLst>
      <p:ext uri="{BB962C8B-B14F-4D97-AF65-F5344CB8AC3E}">
        <p14:creationId xmlns:p14="http://schemas.microsoft.com/office/powerpoint/2010/main" val="197278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29D555AD-8468-4F70-93C1-9AFA06A39141}" type="slidenum">
              <a:rPr lang="en-SG" smtClean="0"/>
              <a:t>18</a:t>
            </a:fld>
            <a:endParaRPr lang="en-SG"/>
          </a:p>
        </p:txBody>
      </p:sp>
    </p:spTree>
    <p:extLst>
      <p:ext uri="{BB962C8B-B14F-4D97-AF65-F5344CB8AC3E}">
        <p14:creationId xmlns:p14="http://schemas.microsoft.com/office/powerpoint/2010/main" val="5523416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29D555AD-8468-4F70-93C1-9AFA06A39141}" type="slidenum">
              <a:rPr lang="en-SG" smtClean="0"/>
              <a:t>19</a:t>
            </a:fld>
            <a:endParaRPr lang="en-SG"/>
          </a:p>
        </p:txBody>
      </p:sp>
    </p:spTree>
    <p:extLst>
      <p:ext uri="{BB962C8B-B14F-4D97-AF65-F5344CB8AC3E}">
        <p14:creationId xmlns:p14="http://schemas.microsoft.com/office/powerpoint/2010/main" val="38099609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1FC7E-1F6B-8637-AD50-5A200AEAE5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FAE619-71DF-CD01-9B28-C08C2D8ECC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439F0B-5C43-E5DA-286C-A7C5D46085D8}"/>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D82B9022-35C1-0A0A-23C9-1EF9AF4CAED6}"/>
              </a:ext>
            </a:extLst>
          </p:cNvPr>
          <p:cNvSpPr>
            <a:spLocks noGrp="1"/>
          </p:cNvSpPr>
          <p:nvPr>
            <p:ph type="sldNum" sz="quarter" idx="5"/>
          </p:nvPr>
        </p:nvSpPr>
        <p:spPr/>
        <p:txBody>
          <a:bodyPr/>
          <a:lstStyle/>
          <a:p>
            <a:fld id="{29D555AD-8468-4F70-93C1-9AFA06A39141}" type="slidenum">
              <a:rPr lang="en-SG" smtClean="0"/>
              <a:t>20</a:t>
            </a:fld>
            <a:endParaRPr lang="en-SG"/>
          </a:p>
        </p:txBody>
      </p:sp>
    </p:spTree>
    <p:extLst>
      <p:ext uri="{BB962C8B-B14F-4D97-AF65-F5344CB8AC3E}">
        <p14:creationId xmlns:p14="http://schemas.microsoft.com/office/powerpoint/2010/main" val="38726484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930FA-40E4-255B-050D-3ADB99D4E4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48536-198A-6B8D-2ECC-2843CC79EA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BF38E1-C320-CC66-2A42-C0705B47BD59}"/>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B2494F9F-4567-5FD9-2F53-B08A6062804E}"/>
              </a:ext>
            </a:extLst>
          </p:cNvPr>
          <p:cNvSpPr>
            <a:spLocks noGrp="1"/>
          </p:cNvSpPr>
          <p:nvPr>
            <p:ph type="sldNum" sz="quarter" idx="5"/>
          </p:nvPr>
        </p:nvSpPr>
        <p:spPr/>
        <p:txBody>
          <a:bodyPr/>
          <a:lstStyle/>
          <a:p>
            <a:fld id="{29D555AD-8468-4F70-93C1-9AFA06A39141}" type="slidenum">
              <a:rPr lang="en-SG" smtClean="0"/>
              <a:t>21</a:t>
            </a:fld>
            <a:endParaRPr lang="en-SG"/>
          </a:p>
        </p:txBody>
      </p:sp>
    </p:spTree>
    <p:extLst>
      <p:ext uri="{BB962C8B-B14F-4D97-AF65-F5344CB8AC3E}">
        <p14:creationId xmlns:p14="http://schemas.microsoft.com/office/powerpoint/2010/main" val="1761452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C0FD7-3463-1DD3-2818-4F17D94A7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A3C1BC-97AA-ABC4-DD2B-6F54954296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681BB0-40C9-1151-CFF6-F2AEFD10E584}"/>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D2313C19-E219-E46A-5904-2C02D0EB8BE4}"/>
              </a:ext>
            </a:extLst>
          </p:cNvPr>
          <p:cNvSpPr>
            <a:spLocks noGrp="1"/>
          </p:cNvSpPr>
          <p:nvPr>
            <p:ph type="sldNum" sz="quarter" idx="5"/>
          </p:nvPr>
        </p:nvSpPr>
        <p:spPr/>
        <p:txBody>
          <a:bodyPr/>
          <a:lstStyle/>
          <a:p>
            <a:fld id="{29D555AD-8468-4F70-93C1-9AFA06A39141}" type="slidenum">
              <a:rPr lang="en-SG" smtClean="0"/>
              <a:t>22</a:t>
            </a:fld>
            <a:endParaRPr lang="en-SG"/>
          </a:p>
        </p:txBody>
      </p:sp>
    </p:spTree>
    <p:extLst>
      <p:ext uri="{BB962C8B-B14F-4D97-AF65-F5344CB8AC3E}">
        <p14:creationId xmlns:p14="http://schemas.microsoft.com/office/powerpoint/2010/main" val="38033549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C2FF7-5705-D34A-39DB-C670F28FFD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71F9F-90AA-F638-8E84-D00C3E9227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255E90-C0A9-B34F-B29D-86633788F273}"/>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5A24B453-4FBB-C537-A7F9-CE70F6EA34E0}"/>
              </a:ext>
            </a:extLst>
          </p:cNvPr>
          <p:cNvSpPr>
            <a:spLocks noGrp="1"/>
          </p:cNvSpPr>
          <p:nvPr>
            <p:ph type="sldNum" sz="quarter" idx="5"/>
          </p:nvPr>
        </p:nvSpPr>
        <p:spPr/>
        <p:txBody>
          <a:bodyPr/>
          <a:lstStyle/>
          <a:p>
            <a:fld id="{29D555AD-8468-4F70-93C1-9AFA06A39141}" type="slidenum">
              <a:rPr lang="en-SG" smtClean="0"/>
              <a:t>23</a:t>
            </a:fld>
            <a:endParaRPr lang="en-SG"/>
          </a:p>
        </p:txBody>
      </p:sp>
    </p:spTree>
    <p:extLst>
      <p:ext uri="{BB962C8B-B14F-4D97-AF65-F5344CB8AC3E}">
        <p14:creationId xmlns:p14="http://schemas.microsoft.com/office/powerpoint/2010/main" val="21850896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CE72E-A4AF-FC99-EDB2-A32009E9D4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E58969-C41D-75EC-398C-FD021385DC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2373EF-E64B-2D6D-104C-25D5137A2B67}"/>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F9091E11-35D3-9DAD-C1C9-567BE76329E8}"/>
              </a:ext>
            </a:extLst>
          </p:cNvPr>
          <p:cNvSpPr>
            <a:spLocks noGrp="1"/>
          </p:cNvSpPr>
          <p:nvPr>
            <p:ph type="sldNum" sz="quarter" idx="5"/>
          </p:nvPr>
        </p:nvSpPr>
        <p:spPr/>
        <p:txBody>
          <a:bodyPr/>
          <a:lstStyle/>
          <a:p>
            <a:fld id="{29D555AD-8468-4F70-93C1-9AFA06A39141}" type="slidenum">
              <a:rPr lang="en-SG" smtClean="0"/>
              <a:t>24</a:t>
            </a:fld>
            <a:endParaRPr lang="en-SG"/>
          </a:p>
        </p:txBody>
      </p:sp>
    </p:spTree>
    <p:extLst>
      <p:ext uri="{BB962C8B-B14F-4D97-AF65-F5344CB8AC3E}">
        <p14:creationId xmlns:p14="http://schemas.microsoft.com/office/powerpoint/2010/main" val="2124813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18C6D-8FCC-CDAB-5600-E52825F04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FB0894-C3B0-7474-D086-A2F4F06628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CEEF3-A990-74B4-571A-44D09743EB01}"/>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66296C88-829E-0E53-F312-2836C76C43E8}"/>
              </a:ext>
            </a:extLst>
          </p:cNvPr>
          <p:cNvSpPr>
            <a:spLocks noGrp="1"/>
          </p:cNvSpPr>
          <p:nvPr>
            <p:ph type="sldNum" sz="quarter" idx="5"/>
          </p:nvPr>
        </p:nvSpPr>
        <p:spPr/>
        <p:txBody>
          <a:bodyPr/>
          <a:lstStyle/>
          <a:p>
            <a:fld id="{29D555AD-8468-4F70-93C1-9AFA06A39141}" type="slidenum">
              <a:rPr lang="en-SG" smtClean="0"/>
              <a:t>25</a:t>
            </a:fld>
            <a:endParaRPr lang="en-SG"/>
          </a:p>
        </p:txBody>
      </p:sp>
    </p:spTree>
    <p:extLst>
      <p:ext uri="{BB962C8B-B14F-4D97-AF65-F5344CB8AC3E}">
        <p14:creationId xmlns:p14="http://schemas.microsoft.com/office/powerpoint/2010/main" val="20124150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70653-24A5-0F48-259C-F076F312AB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39AE4F-38D1-3C3C-DF2C-7AB1148139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D2B7D2-D91F-C4B4-B4D2-FA76C3C2BB13}"/>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FAB399D5-5EC7-EA0B-CDFE-E0E1A9E5D933}"/>
              </a:ext>
            </a:extLst>
          </p:cNvPr>
          <p:cNvSpPr>
            <a:spLocks noGrp="1"/>
          </p:cNvSpPr>
          <p:nvPr>
            <p:ph type="sldNum" sz="quarter" idx="5"/>
          </p:nvPr>
        </p:nvSpPr>
        <p:spPr/>
        <p:txBody>
          <a:bodyPr/>
          <a:lstStyle/>
          <a:p>
            <a:fld id="{29D555AD-8468-4F70-93C1-9AFA06A39141}" type="slidenum">
              <a:rPr lang="en-SG" smtClean="0"/>
              <a:t>26</a:t>
            </a:fld>
            <a:endParaRPr lang="en-SG"/>
          </a:p>
        </p:txBody>
      </p:sp>
    </p:spTree>
    <p:extLst>
      <p:ext uri="{BB962C8B-B14F-4D97-AF65-F5344CB8AC3E}">
        <p14:creationId xmlns:p14="http://schemas.microsoft.com/office/powerpoint/2010/main" val="10037726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60A01-E435-D2CA-527B-8F34EDD2DB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255A07-6A31-E119-B690-842C91D6BA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916750-CA8F-F505-5122-6A0269E213E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0B739137-2BE8-4A1C-B6CD-2DA86EAF1B7A}"/>
              </a:ext>
            </a:extLst>
          </p:cNvPr>
          <p:cNvSpPr>
            <a:spLocks noGrp="1"/>
          </p:cNvSpPr>
          <p:nvPr>
            <p:ph type="sldNum" sz="quarter" idx="5"/>
          </p:nvPr>
        </p:nvSpPr>
        <p:spPr/>
        <p:txBody>
          <a:bodyPr/>
          <a:lstStyle/>
          <a:p>
            <a:fld id="{29D555AD-8468-4F70-93C1-9AFA06A39141}" type="slidenum">
              <a:rPr lang="en-SG" smtClean="0"/>
              <a:t>28</a:t>
            </a:fld>
            <a:endParaRPr lang="en-SG"/>
          </a:p>
        </p:txBody>
      </p:sp>
    </p:spTree>
    <p:extLst>
      <p:ext uri="{BB962C8B-B14F-4D97-AF65-F5344CB8AC3E}">
        <p14:creationId xmlns:p14="http://schemas.microsoft.com/office/powerpoint/2010/main" val="10002887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29D555AD-8468-4F70-93C1-9AFA06A39141}" type="slidenum">
              <a:rPr lang="en-SG" smtClean="0"/>
              <a:t>32</a:t>
            </a:fld>
            <a:endParaRPr lang="en-SG"/>
          </a:p>
        </p:txBody>
      </p:sp>
    </p:spTree>
    <p:extLst>
      <p:ext uri="{BB962C8B-B14F-4D97-AF65-F5344CB8AC3E}">
        <p14:creationId xmlns:p14="http://schemas.microsoft.com/office/powerpoint/2010/main" val="28173605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B0528-B52E-33BB-2007-43CF6177FB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C9553A-B062-515F-2A72-C9E79D42C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485DD5-62E1-ADAA-2137-232CB02F33C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964A2B16-9B04-AC9F-2605-F142407FC752}"/>
              </a:ext>
            </a:extLst>
          </p:cNvPr>
          <p:cNvSpPr>
            <a:spLocks noGrp="1"/>
          </p:cNvSpPr>
          <p:nvPr>
            <p:ph type="sldNum" sz="quarter" idx="5"/>
          </p:nvPr>
        </p:nvSpPr>
        <p:spPr/>
        <p:txBody>
          <a:bodyPr/>
          <a:lstStyle/>
          <a:p>
            <a:fld id="{29D555AD-8468-4F70-93C1-9AFA06A39141}" type="slidenum">
              <a:rPr lang="en-SG" smtClean="0"/>
              <a:t>33</a:t>
            </a:fld>
            <a:endParaRPr lang="en-SG"/>
          </a:p>
        </p:txBody>
      </p:sp>
    </p:spTree>
    <p:extLst>
      <p:ext uri="{BB962C8B-B14F-4D97-AF65-F5344CB8AC3E}">
        <p14:creationId xmlns:p14="http://schemas.microsoft.com/office/powerpoint/2010/main" val="14665101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2A8FB-2BA7-2731-1DAF-DA8400FF64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05F17-F5B0-8DB6-4332-6FA12DEA0C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4439BE-0228-8901-3C5C-98842DE6183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D5449CF3-B4D9-F4DF-C947-D69C86D855DE}"/>
              </a:ext>
            </a:extLst>
          </p:cNvPr>
          <p:cNvSpPr>
            <a:spLocks noGrp="1"/>
          </p:cNvSpPr>
          <p:nvPr>
            <p:ph type="sldNum" sz="quarter" idx="5"/>
          </p:nvPr>
        </p:nvSpPr>
        <p:spPr/>
        <p:txBody>
          <a:bodyPr/>
          <a:lstStyle/>
          <a:p>
            <a:fld id="{29D555AD-8468-4F70-93C1-9AFA06A39141}" type="slidenum">
              <a:rPr lang="en-SG" smtClean="0"/>
              <a:t>34</a:t>
            </a:fld>
            <a:endParaRPr lang="en-SG"/>
          </a:p>
        </p:txBody>
      </p:sp>
    </p:spTree>
    <p:extLst>
      <p:ext uri="{BB962C8B-B14F-4D97-AF65-F5344CB8AC3E}">
        <p14:creationId xmlns:p14="http://schemas.microsoft.com/office/powerpoint/2010/main" val="34097811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24110-3B78-0AA4-09AE-45A531972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64B1B3-FF23-4790-0AB0-8C4584DDE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CDB2BB-E80F-DA78-9912-DFD1A00AF1FE}"/>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7FD6A1AC-AC8D-B342-C26E-AEED628614B4}"/>
              </a:ext>
            </a:extLst>
          </p:cNvPr>
          <p:cNvSpPr>
            <a:spLocks noGrp="1"/>
          </p:cNvSpPr>
          <p:nvPr>
            <p:ph type="sldNum" sz="quarter" idx="5"/>
          </p:nvPr>
        </p:nvSpPr>
        <p:spPr/>
        <p:txBody>
          <a:bodyPr/>
          <a:lstStyle/>
          <a:p>
            <a:fld id="{29D555AD-8468-4F70-93C1-9AFA06A39141}" type="slidenum">
              <a:rPr lang="en-SG" smtClean="0"/>
              <a:t>35</a:t>
            </a:fld>
            <a:endParaRPr lang="en-SG"/>
          </a:p>
        </p:txBody>
      </p:sp>
    </p:spTree>
    <p:extLst>
      <p:ext uri="{BB962C8B-B14F-4D97-AF65-F5344CB8AC3E}">
        <p14:creationId xmlns:p14="http://schemas.microsoft.com/office/powerpoint/2010/main" val="11434229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445C-AD68-5191-B23B-8BC173644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98644-8BEE-0550-B2CD-DA326D13A5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9B1571-9ED4-80B0-5B75-90873EF8BE68}"/>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FA613DFD-DCD2-67CD-5585-2A50EC621D4C}"/>
              </a:ext>
            </a:extLst>
          </p:cNvPr>
          <p:cNvSpPr>
            <a:spLocks noGrp="1"/>
          </p:cNvSpPr>
          <p:nvPr>
            <p:ph type="sldNum" sz="quarter" idx="5"/>
          </p:nvPr>
        </p:nvSpPr>
        <p:spPr/>
        <p:txBody>
          <a:bodyPr/>
          <a:lstStyle/>
          <a:p>
            <a:fld id="{29D555AD-8468-4F70-93C1-9AFA06A39141}" type="slidenum">
              <a:rPr lang="en-SG" smtClean="0"/>
              <a:t>36</a:t>
            </a:fld>
            <a:endParaRPr lang="en-SG"/>
          </a:p>
        </p:txBody>
      </p:sp>
    </p:spTree>
    <p:extLst>
      <p:ext uri="{BB962C8B-B14F-4D97-AF65-F5344CB8AC3E}">
        <p14:creationId xmlns:p14="http://schemas.microsoft.com/office/powerpoint/2010/main" val="34377966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60F15-A9F5-098F-2C42-8143744482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3C68D6-E1B6-8EC3-0D36-72486F0899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833D5F-E434-59C0-D329-6C2884858AA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0F64E33F-D365-A102-E95B-8DCDB769B8E7}"/>
              </a:ext>
            </a:extLst>
          </p:cNvPr>
          <p:cNvSpPr>
            <a:spLocks noGrp="1"/>
          </p:cNvSpPr>
          <p:nvPr>
            <p:ph type="sldNum" sz="quarter" idx="5"/>
          </p:nvPr>
        </p:nvSpPr>
        <p:spPr/>
        <p:txBody>
          <a:bodyPr/>
          <a:lstStyle/>
          <a:p>
            <a:fld id="{29D555AD-8468-4F70-93C1-9AFA06A39141}" type="slidenum">
              <a:rPr lang="en-SG" smtClean="0"/>
              <a:t>37</a:t>
            </a:fld>
            <a:endParaRPr lang="en-SG"/>
          </a:p>
        </p:txBody>
      </p:sp>
    </p:spTree>
    <p:extLst>
      <p:ext uri="{BB962C8B-B14F-4D97-AF65-F5344CB8AC3E}">
        <p14:creationId xmlns:p14="http://schemas.microsoft.com/office/powerpoint/2010/main" val="22416408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DB867-41F4-24CC-757F-B8E31C67D9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B7E3D-43AE-1974-E91D-52CCB468B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409133-0B00-BCF4-1B7F-67D2F20E3549}"/>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57EC6DBA-3749-5E1A-4918-B2AD5CCA0353}"/>
              </a:ext>
            </a:extLst>
          </p:cNvPr>
          <p:cNvSpPr>
            <a:spLocks noGrp="1"/>
          </p:cNvSpPr>
          <p:nvPr>
            <p:ph type="sldNum" sz="quarter" idx="5"/>
          </p:nvPr>
        </p:nvSpPr>
        <p:spPr/>
        <p:txBody>
          <a:bodyPr/>
          <a:lstStyle/>
          <a:p>
            <a:fld id="{29D555AD-8468-4F70-93C1-9AFA06A39141}" type="slidenum">
              <a:rPr lang="en-SG" smtClean="0"/>
              <a:t>41</a:t>
            </a:fld>
            <a:endParaRPr lang="en-SG"/>
          </a:p>
        </p:txBody>
      </p:sp>
    </p:spTree>
    <p:extLst>
      <p:ext uri="{BB962C8B-B14F-4D97-AF65-F5344CB8AC3E}">
        <p14:creationId xmlns:p14="http://schemas.microsoft.com/office/powerpoint/2010/main" val="10541144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3080F-3C35-2502-ECEE-D4E8016BD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B5230-416A-F5DA-C630-01EACAC600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05C896-C806-0817-5789-EA77D9EF73D6}"/>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6D234CA0-7ABE-DF32-AD51-50837AEE579F}"/>
              </a:ext>
            </a:extLst>
          </p:cNvPr>
          <p:cNvSpPr>
            <a:spLocks noGrp="1"/>
          </p:cNvSpPr>
          <p:nvPr>
            <p:ph type="sldNum" sz="quarter" idx="5"/>
          </p:nvPr>
        </p:nvSpPr>
        <p:spPr/>
        <p:txBody>
          <a:bodyPr/>
          <a:lstStyle/>
          <a:p>
            <a:fld id="{29D555AD-8468-4F70-93C1-9AFA06A39141}" type="slidenum">
              <a:rPr lang="en-SG" smtClean="0"/>
              <a:t>42</a:t>
            </a:fld>
            <a:endParaRPr lang="en-SG"/>
          </a:p>
        </p:txBody>
      </p:sp>
    </p:spTree>
    <p:extLst>
      <p:ext uri="{BB962C8B-B14F-4D97-AF65-F5344CB8AC3E}">
        <p14:creationId xmlns:p14="http://schemas.microsoft.com/office/powerpoint/2010/main" val="3894734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Home">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44FF80-DEDA-9723-7094-12BE620E08BD}"/>
              </a:ext>
            </a:extLst>
          </p:cNvPr>
          <p:cNvSpPr txBox="1"/>
          <p:nvPr userDrawn="1"/>
        </p:nvSpPr>
        <p:spPr>
          <a:xfrm>
            <a:off x="3959278" y="114522"/>
            <a:ext cx="3512265" cy="461665"/>
          </a:xfrm>
          <a:prstGeom prst="rect">
            <a:avLst/>
          </a:prstGeom>
          <a:noFill/>
          <a:ln>
            <a:noFill/>
          </a:ln>
        </p:spPr>
        <p:txBody>
          <a:bodyPr wrap="square" rtlCol="0">
            <a:spAutoFit/>
          </a:bodyPr>
          <a:lstStyle/>
          <a:p>
            <a:pPr algn="l"/>
            <a:r>
              <a:rPr lang="en-SG" sz="2400" b="1" dirty="0">
                <a:solidFill>
                  <a:srgbClr val="2F3C7E"/>
                </a:solidFill>
                <a:latin typeface="+mj-lt"/>
              </a:rPr>
              <a:t>Hottest Food</a:t>
            </a:r>
          </a:p>
        </p:txBody>
      </p:sp>
      <p:sp>
        <p:nvSpPr>
          <p:cNvPr id="4" name="TextBox 3">
            <a:extLst>
              <a:ext uri="{FF2B5EF4-FFF2-40B4-BE49-F238E27FC236}">
                <a16:creationId xmlns:a16="http://schemas.microsoft.com/office/drawing/2014/main" id="{F54C10D3-FC54-1108-7FD5-5CCBC7554754}"/>
              </a:ext>
            </a:extLst>
          </p:cNvPr>
          <p:cNvSpPr txBox="1"/>
          <p:nvPr userDrawn="1"/>
        </p:nvSpPr>
        <p:spPr>
          <a:xfrm>
            <a:off x="7895716" y="66638"/>
            <a:ext cx="2509096" cy="461665"/>
          </a:xfrm>
          <a:prstGeom prst="rect">
            <a:avLst/>
          </a:prstGeom>
          <a:noFill/>
          <a:ln>
            <a:noFill/>
          </a:ln>
        </p:spPr>
        <p:txBody>
          <a:bodyPr wrap="square" rtlCol="0">
            <a:spAutoFit/>
          </a:bodyPr>
          <a:lstStyle/>
          <a:p>
            <a:pPr algn="l"/>
            <a:r>
              <a:rPr lang="en-SG" sz="2400" b="1" dirty="0">
                <a:solidFill>
                  <a:srgbClr val="2F3C7E"/>
                </a:solidFill>
                <a:latin typeface="+mj-lt"/>
              </a:rPr>
              <a:t>Upcoming Shows</a:t>
            </a:r>
          </a:p>
        </p:txBody>
      </p:sp>
      <p:cxnSp>
        <p:nvCxnSpPr>
          <p:cNvPr id="15" name="Straight Connector 14">
            <a:extLst>
              <a:ext uri="{FF2B5EF4-FFF2-40B4-BE49-F238E27FC236}">
                <a16:creationId xmlns:a16="http://schemas.microsoft.com/office/drawing/2014/main" id="{97717AC2-DE87-58CA-17DA-8D136F18B4E4}"/>
              </a:ext>
            </a:extLst>
          </p:cNvPr>
          <p:cNvCxnSpPr>
            <a:cxnSpLocks/>
          </p:cNvCxnSpPr>
          <p:nvPr userDrawn="1"/>
        </p:nvCxnSpPr>
        <p:spPr>
          <a:xfrm>
            <a:off x="3936437" y="0"/>
            <a:ext cx="1" cy="4222556"/>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54A9E5D-B71A-63E3-4231-541DD8677D09}"/>
              </a:ext>
            </a:extLst>
          </p:cNvPr>
          <p:cNvCxnSpPr>
            <a:cxnSpLocks/>
          </p:cNvCxnSpPr>
          <p:nvPr userDrawn="1"/>
        </p:nvCxnSpPr>
        <p:spPr>
          <a:xfrm>
            <a:off x="7895716" y="-20670"/>
            <a:ext cx="0" cy="4222556"/>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56A2A52F-DD07-AC8B-0B64-767A02B6F2FF}"/>
              </a:ext>
            </a:extLst>
          </p:cNvPr>
          <p:cNvCxnSpPr>
            <a:cxnSpLocks/>
          </p:cNvCxnSpPr>
          <p:nvPr userDrawn="1"/>
        </p:nvCxnSpPr>
        <p:spPr>
          <a:xfrm flipV="1">
            <a:off x="-1" y="4201886"/>
            <a:ext cx="12192001" cy="20670"/>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E18F4750-F0CE-FA2A-F867-5C1202025C04}"/>
              </a:ext>
            </a:extLst>
          </p:cNvPr>
          <p:cNvCxnSpPr>
            <a:cxnSpLocks/>
          </p:cNvCxnSpPr>
          <p:nvPr userDrawn="1"/>
        </p:nvCxnSpPr>
        <p:spPr>
          <a:xfrm>
            <a:off x="3216001" y="4222556"/>
            <a:ext cx="0" cy="2635444"/>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8071C988-72EB-C9C4-49FC-2520E1F7473A}"/>
              </a:ext>
            </a:extLst>
          </p:cNvPr>
          <p:cNvCxnSpPr>
            <a:cxnSpLocks/>
          </p:cNvCxnSpPr>
          <p:nvPr userDrawn="1"/>
        </p:nvCxnSpPr>
        <p:spPr>
          <a:xfrm>
            <a:off x="8979491" y="4222556"/>
            <a:ext cx="0" cy="2635444"/>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2F00D78-26BE-FB31-F813-68E7E4815E8A}"/>
              </a:ext>
            </a:extLst>
          </p:cNvPr>
          <p:cNvCxnSpPr>
            <a:cxnSpLocks/>
          </p:cNvCxnSpPr>
          <p:nvPr userDrawn="1"/>
        </p:nvCxnSpPr>
        <p:spPr>
          <a:xfrm>
            <a:off x="7895716" y="553811"/>
            <a:ext cx="2618523" cy="0"/>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99DF675A-0169-3D41-F157-3FB6FFA5F2B1}"/>
              </a:ext>
            </a:extLst>
          </p:cNvPr>
          <p:cNvSpPr txBox="1"/>
          <p:nvPr userDrawn="1"/>
        </p:nvSpPr>
        <p:spPr>
          <a:xfrm>
            <a:off x="0" y="114523"/>
            <a:ext cx="3512265" cy="461665"/>
          </a:xfrm>
          <a:prstGeom prst="rect">
            <a:avLst/>
          </a:prstGeom>
          <a:solidFill>
            <a:schemeClr val="bg1"/>
          </a:solidFill>
        </p:spPr>
        <p:txBody>
          <a:bodyPr wrap="square" rtlCol="0">
            <a:spAutoFit/>
          </a:bodyPr>
          <a:lstStyle/>
          <a:p>
            <a:pPr algn="l"/>
            <a:r>
              <a:rPr lang="en-SG" sz="2400" b="1" dirty="0">
                <a:solidFill>
                  <a:srgbClr val="2F3C7E"/>
                </a:solidFill>
                <a:latin typeface="+mj-lt"/>
              </a:rPr>
              <a:t>Popular Rides</a:t>
            </a:r>
          </a:p>
        </p:txBody>
      </p:sp>
      <p:sp>
        <p:nvSpPr>
          <p:cNvPr id="9" name="Rectangle 8">
            <a:extLst>
              <a:ext uri="{FF2B5EF4-FFF2-40B4-BE49-F238E27FC236}">
                <a16:creationId xmlns:a16="http://schemas.microsoft.com/office/drawing/2014/main" id="{008FE519-F995-6274-A60E-642E87CE6FD4}"/>
              </a:ext>
            </a:extLst>
          </p:cNvPr>
          <p:cNvSpPr/>
          <p:nvPr userDrawn="1"/>
        </p:nvSpPr>
        <p:spPr>
          <a:xfrm>
            <a:off x="10508673" y="-2"/>
            <a:ext cx="1683327"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2">
                  <a:lumMod val="75000"/>
                </a:schemeClr>
              </a:solidFill>
              <a:latin typeface="Agency FB" panose="020B0503020202020204" pitchFamily="34" charset="0"/>
            </a:endParaRPr>
          </a:p>
        </p:txBody>
      </p:sp>
    </p:spTree>
    <p:extLst>
      <p:ext uri="{BB962C8B-B14F-4D97-AF65-F5344CB8AC3E}">
        <p14:creationId xmlns:p14="http://schemas.microsoft.com/office/powerpoint/2010/main" val="34946628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ocalisation">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44FF80-DEDA-9723-7094-12BE620E08BD}"/>
              </a:ext>
            </a:extLst>
          </p:cNvPr>
          <p:cNvSpPr txBox="1"/>
          <p:nvPr userDrawn="1"/>
        </p:nvSpPr>
        <p:spPr>
          <a:xfrm>
            <a:off x="3959278" y="114522"/>
            <a:ext cx="3512265" cy="1169551"/>
          </a:xfrm>
          <a:prstGeom prst="rect">
            <a:avLst/>
          </a:prstGeom>
          <a:noFill/>
          <a:ln>
            <a:noFill/>
          </a:ln>
        </p:spPr>
        <p:txBody>
          <a:bodyPr wrap="square" rtlCol="0">
            <a:spAutoFit/>
          </a:bodyPr>
          <a:lstStyle/>
          <a:p>
            <a:pPr rtl="0"/>
            <a:r>
              <a:rPr lang="zh-CN" altLang="en-US" sz="2800" b="1" i="0" kern="1200" dirty="0">
                <a:solidFill>
                  <a:schemeClr val="tx1"/>
                </a:solidFill>
                <a:effectLst/>
                <a:latin typeface="DengXian" panose="02010600030101010101" pitchFamily="2" charset="-122"/>
                <a:ea typeface="DengXian" panose="02010600030101010101" pitchFamily="2" charset="-122"/>
                <a:cs typeface="+mn-cs"/>
              </a:rPr>
              <a:t>最热门的食物</a:t>
            </a:r>
          </a:p>
          <a:p>
            <a:br>
              <a:rPr lang="zh-CN" altLang="en-US" sz="1800" b="0" i="0" kern="1200" dirty="0">
                <a:solidFill>
                  <a:schemeClr val="tx1"/>
                </a:solidFill>
                <a:effectLst/>
                <a:latin typeface="+mn-lt"/>
                <a:ea typeface="+mn-ea"/>
                <a:cs typeface="+mn-cs"/>
              </a:rPr>
            </a:br>
            <a:endParaRPr lang="en-SG" sz="2400" b="1" dirty="0">
              <a:solidFill>
                <a:srgbClr val="2F3C7E"/>
              </a:solidFill>
              <a:latin typeface="+mj-lt"/>
            </a:endParaRPr>
          </a:p>
        </p:txBody>
      </p:sp>
      <p:sp>
        <p:nvSpPr>
          <p:cNvPr id="4" name="TextBox 3">
            <a:extLst>
              <a:ext uri="{FF2B5EF4-FFF2-40B4-BE49-F238E27FC236}">
                <a16:creationId xmlns:a16="http://schemas.microsoft.com/office/drawing/2014/main" id="{F54C10D3-FC54-1108-7FD5-5CCBC7554754}"/>
              </a:ext>
            </a:extLst>
          </p:cNvPr>
          <p:cNvSpPr txBox="1"/>
          <p:nvPr userDrawn="1"/>
        </p:nvSpPr>
        <p:spPr>
          <a:xfrm>
            <a:off x="7895716" y="66638"/>
            <a:ext cx="2509096" cy="1107996"/>
          </a:xfrm>
          <a:prstGeom prst="rect">
            <a:avLst/>
          </a:prstGeom>
          <a:noFill/>
          <a:ln>
            <a:noFill/>
          </a:ln>
        </p:spPr>
        <p:txBody>
          <a:bodyPr wrap="square" rtlCol="0">
            <a:spAutoFit/>
          </a:bodyPr>
          <a:lstStyle/>
          <a:p>
            <a:pPr rtl="0"/>
            <a:r>
              <a:rPr lang="zh-CN" altLang="en-US" sz="2400" b="1" i="0" kern="1200" dirty="0">
                <a:solidFill>
                  <a:schemeClr val="tx1"/>
                </a:solidFill>
                <a:effectLst/>
                <a:latin typeface="DengXian" panose="02010600030101010101" pitchFamily="2" charset="-122"/>
                <a:ea typeface="DengXian" panose="02010600030101010101" pitchFamily="2" charset="-122"/>
                <a:cs typeface="+mn-cs"/>
              </a:rPr>
              <a:t>即将上映的节目</a:t>
            </a:r>
          </a:p>
          <a:p>
            <a:br>
              <a:rPr lang="zh-CN" altLang="en-US" sz="1800" b="0" i="0" kern="1200" dirty="0">
                <a:solidFill>
                  <a:schemeClr val="tx1"/>
                </a:solidFill>
                <a:effectLst/>
                <a:latin typeface="+mn-lt"/>
                <a:ea typeface="+mn-ea"/>
                <a:cs typeface="+mn-cs"/>
              </a:rPr>
            </a:br>
            <a:endParaRPr lang="en-SG" sz="2400" b="1" dirty="0">
              <a:solidFill>
                <a:srgbClr val="2F3C7E"/>
              </a:solidFill>
              <a:latin typeface="+mj-lt"/>
            </a:endParaRPr>
          </a:p>
        </p:txBody>
      </p:sp>
      <p:cxnSp>
        <p:nvCxnSpPr>
          <p:cNvPr id="15" name="Straight Connector 14">
            <a:extLst>
              <a:ext uri="{FF2B5EF4-FFF2-40B4-BE49-F238E27FC236}">
                <a16:creationId xmlns:a16="http://schemas.microsoft.com/office/drawing/2014/main" id="{97717AC2-DE87-58CA-17DA-8D136F18B4E4}"/>
              </a:ext>
            </a:extLst>
          </p:cNvPr>
          <p:cNvCxnSpPr>
            <a:cxnSpLocks/>
          </p:cNvCxnSpPr>
          <p:nvPr userDrawn="1"/>
        </p:nvCxnSpPr>
        <p:spPr>
          <a:xfrm>
            <a:off x="3936437" y="0"/>
            <a:ext cx="1" cy="4222556"/>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54A9E5D-B71A-63E3-4231-541DD8677D09}"/>
              </a:ext>
            </a:extLst>
          </p:cNvPr>
          <p:cNvCxnSpPr>
            <a:cxnSpLocks/>
          </p:cNvCxnSpPr>
          <p:nvPr userDrawn="1"/>
        </p:nvCxnSpPr>
        <p:spPr>
          <a:xfrm>
            <a:off x="7895716" y="-20670"/>
            <a:ext cx="0" cy="4222556"/>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56A2A52F-DD07-AC8B-0B64-767A02B6F2FF}"/>
              </a:ext>
            </a:extLst>
          </p:cNvPr>
          <p:cNvCxnSpPr>
            <a:cxnSpLocks/>
          </p:cNvCxnSpPr>
          <p:nvPr userDrawn="1"/>
        </p:nvCxnSpPr>
        <p:spPr>
          <a:xfrm flipV="1">
            <a:off x="-1" y="4201886"/>
            <a:ext cx="12192001" cy="20670"/>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E18F4750-F0CE-FA2A-F867-5C1202025C04}"/>
              </a:ext>
            </a:extLst>
          </p:cNvPr>
          <p:cNvCxnSpPr>
            <a:cxnSpLocks/>
          </p:cNvCxnSpPr>
          <p:nvPr userDrawn="1"/>
        </p:nvCxnSpPr>
        <p:spPr>
          <a:xfrm>
            <a:off x="3216001" y="4222556"/>
            <a:ext cx="0" cy="2635444"/>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8071C988-72EB-C9C4-49FC-2520E1F7473A}"/>
              </a:ext>
            </a:extLst>
          </p:cNvPr>
          <p:cNvCxnSpPr>
            <a:cxnSpLocks/>
          </p:cNvCxnSpPr>
          <p:nvPr userDrawn="1"/>
        </p:nvCxnSpPr>
        <p:spPr>
          <a:xfrm>
            <a:off x="8979491" y="4222556"/>
            <a:ext cx="0" cy="2635444"/>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2F00D78-26BE-FB31-F813-68E7E4815E8A}"/>
              </a:ext>
            </a:extLst>
          </p:cNvPr>
          <p:cNvCxnSpPr>
            <a:cxnSpLocks/>
          </p:cNvCxnSpPr>
          <p:nvPr userDrawn="1"/>
        </p:nvCxnSpPr>
        <p:spPr>
          <a:xfrm>
            <a:off x="7895716" y="553811"/>
            <a:ext cx="2618523" cy="0"/>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99DF675A-0169-3D41-F157-3FB6FFA5F2B1}"/>
              </a:ext>
            </a:extLst>
          </p:cNvPr>
          <p:cNvSpPr txBox="1"/>
          <p:nvPr userDrawn="1"/>
        </p:nvSpPr>
        <p:spPr>
          <a:xfrm>
            <a:off x="0" y="114523"/>
            <a:ext cx="3512265" cy="1107996"/>
          </a:xfrm>
          <a:prstGeom prst="rect">
            <a:avLst/>
          </a:prstGeom>
          <a:solidFill>
            <a:schemeClr val="bg1"/>
          </a:solidFill>
        </p:spPr>
        <p:txBody>
          <a:bodyPr wrap="square" rtlCol="0">
            <a:spAutoFit/>
          </a:bodyPr>
          <a:lstStyle/>
          <a:p>
            <a:pPr rtl="0"/>
            <a:r>
              <a:rPr lang="zh-CN" altLang="en-US" sz="2400" b="1" i="0" kern="1200" dirty="0">
                <a:solidFill>
                  <a:schemeClr val="tx1"/>
                </a:solidFill>
                <a:effectLst/>
                <a:latin typeface="DengXian" panose="02010600030101010101" pitchFamily="2" charset="-122"/>
                <a:ea typeface="DengXian" panose="02010600030101010101" pitchFamily="2" charset="-122"/>
                <a:cs typeface="+mn-cs"/>
              </a:rPr>
              <a:t>热门游乐设施</a:t>
            </a:r>
          </a:p>
          <a:p>
            <a:br>
              <a:rPr lang="zh-CN" altLang="en-US" sz="1800" b="0" i="0" kern="1200" dirty="0">
                <a:solidFill>
                  <a:schemeClr val="tx1"/>
                </a:solidFill>
                <a:effectLst/>
                <a:latin typeface="+mn-lt"/>
                <a:ea typeface="+mn-ea"/>
                <a:cs typeface="+mn-cs"/>
              </a:rPr>
            </a:br>
            <a:endParaRPr lang="en-SG" sz="2400" b="1" dirty="0">
              <a:solidFill>
                <a:srgbClr val="2F3C7E"/>
              </a:solidFill>
              <a:latin typeface="+mj-lt"/>
            </a:endParaRPr>
          </a:p>
        </p:txBody>
      </p:sp>
      <p:sp>
        <p:nvSpPr>
          <p:cNvPr id="9" name="Rectangle 8">
            <a:extLst>
              <a:ext uri="{FF2B5EF4-FFF2-40B4-BE49-F238E27FC236}">
                <a16:creationId xmlns:a16="http://schemas.microsoft.com/office/drawing/2014/main" id="{008FE519-F995-6274-A60E-642E87CE6FD4}"/>
              </a:ext>
            </a:extLst>
          </p:cNvPr>
          <p:cNvSpPr/>
          <p:nvPr userDrawn="1"/>
        </p:nvSpPr>
        <p:spPr>
          <a:xfrm>
            <a:off x="10508673" y="-2"/>
            <a:ext cx="1683327"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2">
                  <a:lumMod val="75000"/>
                </a:schemeClr>
              </a:solidFill>
              <a:latin typeface="Agency FB" panose="020B0503020202020204" pitchFamily="34" charset="0"/>
            </a:endParaRPr>
          </a:p>
        </p:txBody>
      </p:sp>
    </p:spTree>
    <p:extLst>
      <p:ext uri="{BB962C8B-B14F-4D97-AF65-F5344CB8AC3E}">
        <p14:creationId xmlns:p14="http://schemas.microsoft.com/office/powerpoint/2010/main" val="219870237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ccessibility_Home">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44FF80-DEDA-9723-7094-12BE620E08BD}"/>
              </a:ext>
            </a:extLst>
          </p:cNvPr>
          <p:cNvSpPr txBox="1"/>
          <p:nvPr userDrawn="1"/>
        </p:nvSpPr>
        <p:spPr>
          <a:xfrm>
            <a:off x="3959278" y="1987314"/>
            <a:ext cx="3512265" cy="523220"/>
          </a:xfrm>
          <a:prstGeom prst="rect">
            <a:avLst/>
          </a:prstGeom>
          <a:noFill/>
          <a:ln>
            <a:noFill/>
          </a:ln>
        </p:spPr>
        <p:txBody>
          <a:bodyPr wrap="square" rtlCol="0">
            <a:spAutoFit/>
          </a:bodyPr>
          <a:lstStyle/>
          <a:p>
            <a:pPr algn="l"/>
            <a:r>
              <a:rPr lang="en-SG" sz="2800" b="1" dirty="0">
                <a:solidFill>
                  <a:srgbClr val="2F3C7E"/>
                </a:solidFill>
                <a:latin typeface="+mj-lt"/>
              </a:rPr>
              <a:t>Hottest Food</a:t>
            </a:r>
          </a:p>
        </p:txBody>
      </p:sp>
      <p:sp>
        <p:nvSpPr>
          <p:cNvPr id="4" name="TextBox 3">
            <a:extLst>
              <a:ext uri="{FF2B5EF4-FFF2-40B4-BE49-F238E27FC236}">
                <a16:creationId xmlns:a16="http://schemas.microsoft.com/office/drawing/2014/main" id="{F54C10D3-FC54-1108-7FD5-5CCBC7554754}"/>
              </a:ext>
            </a:extLst>
          </p:cNvPr>
          <p:cNvSpPr txBox="1"/>
          <p:nvPr userDrawn="1"/>
        </p:nvSpPr>
        <p:spPr>
          <a:xfrm>
            <a:off x="7895715" y="1988114"/>
            <a:ext cx="2830341" cy="523220"/>
          </a:xfrm>
          <a:prstGeom prst="rect">
            <a:avLst/>
          </a:prstGeom>
          <a:noFill/>
          <a:ln>
            <a:noFill/>
          </a:ln>
        </p:spPr>
        <p:txBody>
          <a:bodyPr wrap="square" rtlCol="0">
            <a:spAutoFit/>
          </a:bodyPr>
          <a:lstStyle/>
          <a:p>
            <a:pPr algn="l"/>
            <a:r>
              <a:rPr lang="en-SG" sz="2800" b="1" dirty="0">
                <a:solidFill>
                  <a:srgbClr val="2F3C7E"/>
                </a:solidFill>
                <a:latin typeface="+mj-lt"/>
              </a:rPr>
              <a:t>Upcoming Shows</a:t>
            </a:r>
          </a:p>
        </p:txBody>
      </p:sp>
      <p:cxnSp>
        <p:nvCxnSpPr>
          <p:cNvPr id="15" name="Straight Connector 14">
            <a:extLst>
              <a:ext uri="{FF2B5EF4-FFF2-40B4-BE49-F238E27FC236}">
                <a16:creationId xmlns:a16="http://schemas.microsoft.com/office/drawing/2014/main" id="{97717AC2-DE87-58CA-17DA-8D136F18B4E4}"/>
              </a:ext>
            </a:extLst>
          </p:cNvPr>
          <p:cNvCxnSpPr>
            <a:cxnSpLocks/>
          </p:cNvCxnSpPr>
          <p:nvPr userDrawn="1"/>
        </p:nvCxnSpPr>
        <p:spPr>
          <a:xfrm>
            <a:off x="3936438" y="1987314"/>
            <a:ext cx="0" cy="2219593"/>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54A9E5D-B71A-63E3-4231-541DD8677D09}"/>
              </a:ext>
            </a:extLst>
          </p:cNvPr>
          <p:cNvCxnSpPr>
            <a:cxnSpLocks/>
          </p:cNvCxnSpPr>
          <p:nvPr userDrawn="1"/>
        </p:nvCxnSpPr>
        <p:spPr>
          <a:xfrm>
            <a:off x="7895716" y="1987314"/>
            <a:ext cx="0" cy="2209258"/>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56A2A52F-DD07-AC8B-0B64-767A02B6F2FF}"/>
              </a:ext>
            </a:extLst>
          </p:cNvPr>
          <p:cNvCxnSpPr>
            <a:cxnSpLocks/>
          </p:cNvCxnSpPr>
          <p:nvPr userDrawn="1"/>
        </p:nvCxnSpPr>
        <p:spPr>
          <a:xfrm flipV="1">
            <a:off x="-1" y="4196572"/>
            <a:ext cx="12192001" cy="20670"/>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E18F4750-F0CE-FA2A-F867-5C1202025C04}"/>
              </a:ext>
            </a:extLst>
          </p:cNvPr>
          <p:cNvCxnSpPr>
            <a:cxnSpLocks/>
          </p:cNvCxnSpPr>
          <p:nvPr userDrawn="1"/>
        </p:nvCxnSpPr>
        <p:spPr>
          <a:xfrm>
            <a:off x="3216001" y="4196572"/>
            <a:ext cx="0" cy="2661428"/>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8071C988-72EB-C9C4-49FC-2520E1F7473A}"/>
              </a:ext>
            </a:extLst>
          </p:cNvPr>
          <p:cNvCxnSpPr>
            <a:cxnSpLocks/>
          </p:cNvCxnSpPr>
          <p:nvPr userDrawn="1"/>
        </p:nvCxnSpPr>
        <p:spPr>
          <a:xfrm>
            <a:off x="8979491" y="4196572"/>
            <a:ext cx="0" cy="2661428"/>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2F00D78-26BE-FB31-F813-68E7E4815E8A}"/>
              </a:ext>
            </a:extLst>
          </p:cNvPr>
          <p:cNvCxnSpPr>
            <a:cxnSpLocks/>
          </p:cNvCxnSpPr>
          <p:nvPr userDrawn="1"/>
        </p:nvCxnSpPr>
        <p:spPr>
          <a:xfrm>
            <a:off x="7895716" y="2538966"/>
            <a:ext cx="2765029" cy="0"/>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99DF675A-0169-3D41-F157-3FB6FFA5F2B1}"/>
              </a:ext>
            </a:extLst>
          </p:cNvPr>
          <p:cNvSpPr txBox="1"/>
          <p:nvPr userDrawn="1"/>
        </p:nvSpPr>
        <p:spPr>
          <a:xfrm>
            <a:off x="0" y="1987314"/>
            <a:ext cx="3512265" cy="523220"/>
          </a:xfrm>
          <a:prstGeom prst="rect">
            <a:avLst/>
          </a:prstGeom>
          <a:solidFill>
            <a:schemeClr val="bg1"/>
          </a:solidFill>
        </p:spPr>
        <p:txBody>
          <a:bodyPr wrap="square" rtlCol="0">
            <a:spAutoFit/>
          </a:bodyPr>
          <a:lstStyle/>
          <a:p>
            <a:pPr algn="l"/>
            <a:r>
              <a:rPr lang="en-SG" sz="2800" b="1" dirty="0">
                <a:solidFill>
                  <a:srgbClr val="2F3C7E"/>
                </a:solidFill>
                <a:latin typeface="+mj-lt"/>
              </a:rPr>
              <a:t>Popular Rides</a:t>
            </a:r>
          </a:p>
        </p:txBody>
      </p:sp>
      <p:sp>
        <p:nvSpPr>
          <p:cNvPr id="7" name="Rectangle 6">
            <a:extLst>
              <a:ext uri="{FF2B5EF4-FFF2-40B4-BE49-F238E27FC236}">
                <a16:creationId xmlns:a16="http://schemas.microsoft.com/office/drawing/2014/main" id="{804ABE7C-5BEC-666F-96D6-F8076BC3D776}"/>
              </a:ext>
            </a:extLst>
          </p:cNvPr>
          <p:cNvSpPr/>
          <p:nvPr userDrawn="1"/>
        </p:nvSpPr>
        <p:spPr>
          <a:xfrm>
            <a:off x="10660745" y="1986514"/>
            <a:ext cx="1531255"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2">
                  <a:lumMod val="75000"/>
                </a:schemeClr>
              </a:solidFill>
              <a:latin typeface="Agency FB" panose="020B0503020202020204" pitchFamily="34" charset="0"/>
            </a:endParaRPr>
          </a:p>
        </p:txBody>
      </p:sp>
    </p:spTree>
    <p:extLst>
      <p:ext uri="{BB962C8B-B14F-4D97-AF65-F5344CB8AC3E}">
        <p14:creationId xmlns:p14="http://schemas.microsoft.com/office/powerpoint/2010/main" val="384162060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gistration">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3F10A4B1-17F0-3317-D98F-8665A4C4C8DA}"/>
              </a:ext>
            </a:extLst>
          </p:cNvPr>
          <p:cNvGrpSpPr/>
          <p:nvPr userDrawn="1"/>
        </p:nvGrpSpPr>
        <p:grpSpPr>
          <a:xfrm>
            <a:off x="0" y="7558"/>
            <a:ext cx="1886615" cy="547727"/>
            <a:chOff x="0" y="7558"/>
            <a:chExt cx="1886615" cy="547727"/>
          </a:xfrm>
        </p:grpSpPr>
        <p:sp>
          <p:nvSpPr>
            <p:cNvPr id="37" name="Arrow: Pentagon 36">
              <a:hlinkClick r:id="rId2" action="ppaction://hlinksldjump" tooltip="Go back to welcome page"/>
              <a:extLst>
                <a:ext uri="{FF2B5EF4-FFF2-40B4-BE49-F238E27FC236}">
                  <a16:creationId xmlns:a16="http://schemas.microsoft.com/office/drawing/2014/main" id="{24BB515A-AC82-1708-A8DA-0CEC0E91B022}"/>
                </a:ext>
              </a:extLst>
            </p:cNvPr>
            <p:cNvSpPr/>
            <p:nvPr userDrawn="1"/>
          </p:nvSpPr>
          <p:spPr>
            <a:xfrm>
              <a:off x="0" y="7558"/>
              <a:ext cx="1886615" cy="547727"/>
            </a:xfrm>
            <a:prstGeom prst="homePlat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8" name="TextBox 37">
              <a:hlinkClick r:id="rId2" action="ppaction://hlinksldjump" tooltip="Go back to welcome page"/>
              <a:extLst>
                <a:ext uri="{FF2B5EF4-FFF2-40B4-BE49-F238E27FC236}">
                  <a16:creationId xmlns:a16="http://schemas.microsoft.com/office/drawing/2014/main" id="{8366E981-A937-BE15-179D-78F75E330B2E}"/>
                </a:ext>
              </a:extLst>
            </p:cNvPr>
            <p:cNvSpPr txBox="1"/>
            <p:nvPr userDrawn="1"/>
          </p:nvSpPr>
          <p:spPr>
            <a:xfrm>
              <a:off x="40444" y="14614"/>
              <a:ext cx="1769674" cy="523220"/>
            </a:xfrm>
            <a:prstGeom prst="rect">
              <a:avLst/>
            </a:prstGeom>
            <a:noFill/>
          </p:spPr>
          <p:txBody>
            <a:bodyPr wrap="square" rtlCol="0">
              <a:spAutoFit/>
            </a:bodyPr>
            <a:lstStyle/>
            <a:p>
              <a:pPr algn="l"/>
              <a:r>
                <a:rPr lang="en-SG" sz="2800" b="1" dirty="0">
                  <a:solidFill>
                    <a:schemeClr val="accent1">
                      <a:lumMod val="50000"/>
                    </a:schemeClr>
                  </a:solidFill>
                </a:rPr>
                <a:t>Welcome</a:t>
              </a:r>
            </a:p>
          </p:txBody>
        </p:sp>
      </p:grpSp>
      <p:grpSp>
        <p:nvGrpSpPr>
          <p:cNvPr id="51" name="Group 50">
            <a:extLst>
              <a:ext uri="{FF2B5EF4-FFF2-40B4-BE49-F238E27FC236}">
                <a16:creationId xmlns:a16="http://schemas.microsoft.com/office/drawing/2014/main" id="{AF4BFF65-D199-4987-17BA-4213FA42FEB3}"/>
              </a:ext>
            </a:extLst>
          </p:cNvPr>
          <p:cNvGrpSpPr/>
          <p:nvPr userDrawn="1"/>
        </p:nvGrpSpPr>
        <p:grpSpPr>
          <a:xfrm>
            <a:off x="1595396" y="7558"/>
            <a:ext cx="2316407" cy="547727"/>
            <a:chOff x="1595396" y="7558"/>
            <a:chExt cx="2316407" cy="547727"/>
          </a:xfrm>
        </p:grpSpPr>
        <p:sp>
          <p:nvSpPr>
            <p:cNvPr id="40" name="Arrow: Chevron 39">
              <a:extLst>
                <a:ext uri="{FF2B5EF4-FFF2-40B4-BE49-F238E27FC236}">
                  <a16:creationId xmlns:a16="http://schemas.microsoft.com/office/drawing/2014/main" id="{43FD71F9-9345-9BA7-101F-D611F84AF297}"/>
                </a:ext>
              </a:extLst>
            </p:cNvPr>
            <p:cNvSpPr/>
            <p:nvPr userDrawn="1"/>
          </p:nvSpPr>
          <p:spPr>
            <a:xfrm>
              <a:off x="1595396" y="7558"/>
              <a:ext cx="2316407" cy="547727"/>
            </a:xfrm>
            <a:prstGeom prst="chevron">
              <a:avLst/>
            </a:prstGeom>
            <a:solidFill>
              <a:schemeClr val="tx1"/>
            </a:solidFill>
            <a:ln>
              <a:solidFill>
                <a:srgbClr val="2F3C7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solidFill>
                  <a:schemeClr val="tx1"/>
                </a:solidFill>
              </a:endParaRPr>
            </a:p>
          </p:txBody>
        </p:sp>
        <p:sp>
          <p:nvSpPr>
            <p:cNvPr id="41" name="TextBox 40">
              <a:extLst>
                <a:ext uri="{FF2B5EF4-FFF2-40B4-BE49-F238E27FC236}">
                  <a16:creationId xmlns:a16="http://schemas.microsoft.com/office/drawing/2014/main" id="{1C077F4A-C164-5E8F-68DA-B35B818F1DEA}"/>
                </a:ext>
              </a:extLst>
            </p:cNvPr>
            <p:cNvSpPr txBox="1"/>
            <p:nvPr userDrawn="1"/>
          </p:nvSpPr>
          <p:spPr>
            <a:xfrm>
              <a:off x="1918736" y="24507"/>
              <a:ext cx="1671209" cy="523220"/>
            </a:xfrm>
            <a:prstGeom prst="rect">
              <a:avLst/>
            </a:prstGeom>
            <a:noFill/>
          </p:spPr>
          <p:txBody>
            <a:bodyPr wrap="square" rtlCol="0">
              <a:spAutoFit/>
            </a:bodyPr>
            <a:lstStyle/>
            <a:p>
              <a:pPr algn="ctr"/>
              <a:r>
                <a:rPr lang="en-SG" sz="2800" b="1" dirty="0">
                  <a:solidFill>
                    <a:schemeClr val="bg1"/>
                  </a:solidFill>
                </a:rPr>
                <a:t>Join</a:t>
              </a:r>
              <a:endParaRPr lang="en-SG" sz="2400" b="1" dirty="0">
                <a:solidFill>
                  <a:schemeClr val="bg1"/>
                </a:solidFill>
              </a:endParaRPr>
            </a:p>
          </p:txBody>
        </p:sp>
      </p:grpSp>
      <p:grpSp>
        <p:nvGrpSpPr>
          <p:cNvPr id="52" name="Group 51">
            <a:extLst>
              <a:ext uri="{FF2B5EF4-FFF2-40B4-BE49-F238E27FC236}">
                <a16:creationId xmlns:a16="http://schemas.microsoft.com/office/drawing/2014/main" id="{6F1B38E3-1FE0-C624-CB97-011AC6EAA39C}"/>
              </a:ext>
            </a:extLst>
          </p:cNvPr>
          <p:cNvGrpSpPr/>
          <p:nvPr userDrawn="1"/>
        </p:nvGrpSpPr>
        <p:grpSpPr>
          <a:xfrm>
            <a:off x="5661318" y="7557"/>
            <a:ext cx="2316407" cy="547727"/>
            <a:chOff x="5661318" y="7557"/>
            <a:chExt cx="2316407" cy="547727"/>
          </a:xfrm>
        </p:grpSpPr>
        <p:sp>
          <p:nvSpPr>
            <p:cNvPr id="43" name="Arrow: Chevron 42">
              <a:extLst>
                <a:ext uri="{FF2B5EF4-FFF2-40B4-BE49-F238E27FC236}">
                  <a16:creationId xmlns:a16="http://schemas.microsoft.com/office/drawing/2014/main" id="{6176651D-6E78-2A74-C496-9181888B4399}"/>
                </a:ext>
              </a:extLst>
            </p:cNvPr>
            <p:cNvSpPr/>
            <p:nvPr userDrawn="1"/>
          </p:nvSpPr>
          <p:spPr>
            <a:xfrm>
              <a:off x="5661318" y="7557"/>
              <a:ext cx="2316407" cy="547727"/>
            </a:xfrm>
            <a:prstGeom prst="chevron">
              <a:avLst/>
            </a:prstGeom>
            <a:solidFill>
              <a:schemeClr val="bg1"/>
            </a:solidFill>
            <a:ln>
              <a:solidFill>
                <a:srgbClr val="2F3C7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solidFill>
                  <a:schemeClr val="tx1"/>
                </a:solidFill>
              </a:endParaRPr>
            </a:p>
          </p:txBody>
        </p:sp>
        <p:sp>
          <p:nvSpPr>
            <p:cNvPr id="44" name="TextBox 43">
              <a:extLst>
                <a:ext uri="{FF2B5EF4-FFF2-40B4-BE49-F238E27FC236}">
                  <a16:creationId xmlns:a16="http://schemas.microsoft.com/office/drawing/2014/main" id="{179CD332-BCF5-9637-E6DA-5BEAE696C7C9}"/>
                </a:ext>
              </a:extLst>
            </p:cNvPr>
            <p:cNvSpPr txBox="1"/>
            <p:nvPr userDrawn="1"/>
          </p:nvSpPr>
          <p:spPr>
            <a:xfrm>
              <a:off x="5995417" y="30062"/>
              <a:ext cx="1648208" cy="523220"/>
            </a:xfrm>
            <a:prstGeom prst="rect">
              <a:avLst/>
            </a:prstGeom>
            <a:noFill/>
          </p:spPr>
          <p:txBody>
            <a:bodyPr wrap="none" rtlCol="0">
              <a:spAutoFit/>
            </a:bodyPr>
            <a:lstStyle/>
            <a:p>
              <a:pPr algn="ctr"/>
              <a:r>
                <a:rPr lang="en-SG" sz="2800" b="0" dirty="0">
                  <a:solidFill>
                    <a:schemeClr val="tx1"/>
                  </a:solidFill>
                </a:rPr>
                <a:t>Schedule</a:t>
              </a:r>
            </a:p>
          </p:txBody>
        </p:sp>
      </p:grpSp>
      <p:grpSp>
        <p:nvGrpSpPr>
          <p:cNvPr id="45" name="Group 44">
            <a:extLst>
              <a:ext uri="{FF2B5EF4-FFF2-40B4-BE49-F238E27FC236}">
                <a16:creationId xmlns:a16="http://schemas.microsoft.com/office/drawing/2014/main" id="{56DFF696-61A3-ECDB-8908-D9C3B474D57A}"/>
              </a:ext>
            </a:extLst>
          </p:cNvPr>
          <p:cNvGrpSpPr/>
          <p:nvPr userDrawn="1"/>
        </p:nvGrpSpPr>
        <p:grpSpPr>
          <a:xfrm>
            <a:off x="3622066" y="7558"/>
            <a:ext cx="2316407" cy="547727"/>
            <a:chOff x="3622066" y="7558"/>
            <a:chExt cx="2316407" cy="547727"/>
          </a:xfrm>
        </p:grpSpPr>
        <p:sp>
          <p:nvSpPr>
            <p:cNvPr id="46" name="Arrow: Chevron 45">
              <a:extLst>
                <a:ext uri="{FF2B5EF4-FFF2-40B4-BE49-F238E27FC236}">
                  <a16:creationId xmlns:a16="http://schemas.microsoft.com/office/drawing/2014/main" id="{2061C7B4-7572-3FA9-A4C5-4055B7F31038}"/>
                </a:ext>
              </a:extLst>
            </p:cNvPr>
            <p:cNvSpPr/>
            <p:nvPr userDrawn="1"/>
          </p:nvSpPr>
          <p:spPr>
            <a:xfrm>
              <a:off x="3622066" y="7558"/>
              <a:ext cx="2316407" cy="547727"/>
            </a:xfrm>
            <a:prstGeom prst="chevron">
              <a:avLst/>
            </a:prstGeom>
            <a:solidFill>
              <a:schemeClr val="bg1"/>
            </a:solidFill>
            <a:ln>
              <a:solidFill>
                <a:srgbClr val="2F3C7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solidFill>
                  <a:schemeClr val="tx1"/>
                </a:solidFill>
              </a:endParaRPr>
            </a:p>
          </p:txBody>
        </p:sp>
        <p:sp>
          <p:nvSpPr>
            <p:cNvPr id="47" name="TextBox 46">
              <a:extLst>
                <a:ext uri="{FF2B5EF4-FFF2-40B4-BE49-F238E27FC236}">
                  <a16:creationId xmlns:a16="http://schemas.microsoft.com/office/drawing/2014/main" id="{4AD7DF52-7FA9-8B1B-3CAF-00AA79A283EC}"/>
                </a:ext>
              </a:extLst>
            </p:cNvPr>
            <p:cNvSpPr txBox="1"/>
            <p:nvPr userDrawn="1"/>
          </p:nvSpPr>
          <p:spPr>
            <a:xfrm>
              <a:off x="3836788" y="24507"/>
              <a:ext cx="1886962" cy="523220"/>
            </a:xfrm>
            <a:prstGeom prst="rect">
              <a:avLst/>
            </a:prstGeom>
            <a:noFill/>
          </p:spPr>
          <p:txBody>
            <a:bodyPr wrap="square" rtlCol="0">
              <a:spAutoFit/>
            </a:bodyPr>
            <a:lstStyle/>
            <a:p>
              <a:pPr algn="ctr"/>
              <a:r>
                <a:rPr lang="en-SG" sz="2800" b="0" dirty="0">
                  <a:solidFill>
                    <a:schemeClr val="tx1"/>
                  </a:solidFill>
                </a:rPr>
                <a:t>Shortlist</a:t>
              </a:r>
            </a:p>
          </p:txBody>
        </p:sp>
      </p:grpSp>
      <p:grpSp>
        <p:nvGrpSpPr>
          <p:cNvPr id="48" name="Group 47">
            <a:extLst>
              <a:ext uri="{FF2B5EF4-FFF2-40B4-BE49-F238E27FC236}">
                <a16:creationId xmlns:a16="http://schemas.microsoft.com/office/drawing/2014/main" id="{EA95BA54-96BC-FABC-86AF-BDD9C9638759}"/>
              </a:ext>
            </a:extLst>
          </p:cNvPr>
          <p:cNvGrpSpPr/>
          <p:nvPr userDrawn="1"/>
        </p:nvGrpSpPr>
        <p:grpSpPr>
          <a:xfrm>
            <a:off x="7700568" y="7556"/>
            <a:ext cx="2637038" cy="547727"/>
            <a:chOff x="7700568" y="7556"/>
            <a:chExt cx="2637038" cy="547727"/>
          </a:xfrm>
        </p:grpSpPr>
        <p:sp>
          <p:nvSpPr>
            <p:cNvPr id="49" name="Arrow: Chevron 48">
              <a:extLst>
                <a:ext uri="{FF2B5EF4-FFF2-40B4-BE49-F238E27FC236}">
                  <a16:creationId xmlns:a16="http://schemas.microsoft.com/office/drawing/2014/main" id="{9450144F-9A3C-0BCF-D485-826CD23AE2D8}"/>
                </a:ext>
              </a:extLst>
            </p:cNvPr>
            <p:cNvSpPr/>
            <p:nvPr userDrawn="1"/>
          </p:nvSpPr>
          <p:spPr>
            <a:xfrm>
              <a:off x="7700568" y="7556"/>
              <a:ext cx="2637038" cy="547727"/>
            </a:xfrm>
            <a:prstGeom prst="chevron">
              <a:avLst/>
            </a:prstGeom>
            <a:solidFill>
              <a:schemeClr val="bg1"/>
            </a:solidFill>
            <a:ln>
              <a:solidFill>
                <a:srgbClr val="2F3C7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solidFill>
                  <a:schemeClr val="tx1"/>
                </a:solidFill>
              </a:endParaRPr>
            </a:p>
          </p:txBody>
        </p:sp>
        <p:sp>
          <p:nvSpPr>
            <p:cNvPr id="50" name="TextBox 49">
              <a:extLst>
                <a:ext uri="{FF2B5EF4-FFF2-40B4-BE49-F238E27FC236}">
                  <a16:creationId xmlns:a16="http://schemas.microsoft.com/office/drawing/2014/main" id="{40BA25CC-3879-566A-B3CC-8FB73049C554}"/>
                </a:ext>
              </a:extLst>
            </p:cNvPr>
            <p:cNvSpPr txBox="1"/>
            <p:nvPr userDrawn="1"/>
          </p:nvSpPr>
          <p:spPr>
            <a:xfrm>
              <a:off x="7890035" y="21093"/>
              <a:ext cx="2383229" cy="523220"/>
            </a:xfrm>
            <a:prstGeom prst="rect">
              <a:avLst/>
            </a:prstGeom>
            <a:noFill/>
          </p:spPr>
          <p:txBody>
            <a:bodyPr wrap="none" rtlCol="0">
              <a:spAutoFit/>
            </a:bodyPr>
            <a:lstStyle/>
            <a:p>
              <a:pPr algn="ctr"/>
              <a:r>
                <a:rPr lang="en-SG" sz="2800" b="0" dirty="0">
                  <a:solidFill>
                    <a:schemeClr val="tx1"/>
                  </a:solidFill>
                </a:rPr>
                <a:t>Today’s Plan</a:t>
              </a:r>
            </a:p>
          </p:txBody>
        </p:sp>
      </p:grpSp>
      <p:sp>
        <p:nvSpPr>
          <p:cNvPr id="53" name="Rectangle 52">
            <a:extLst>
              <a:ext uri="{FF2B5EF4-FFF2-40B4-BE49-F238E27FC236}">
                <a16:creationId xmlns:a16="http://schemas.microsoft.com/office/drawing/2014/main" id="{289F50D1-EEC0-F1D5-4939-F9B104743E6D}"/>
              </a:ext>
            </a:extLst>
          </p:cNvPr>
          <p:cNvSpPr/>
          <p:nvPr userDrawn="1"/>
        </p:nvSpPr>
        <p:spPr>
          <a:xfrm>
            <a:off x="10508673" y="-2"/>
            <a:ext cx="1683327"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2">
                  <a:lumMod val="75000"/>
                </a:schemeClr>
              </a:solidFill>
              <a:latin typeface="Agency FB" panose="020B0503020202020204" pitchFamily="34" charset="0"/>
            </a:endParaRPr>
          </a:p>
        </p:txBody>
      </p:sp>
    </p:spTree>
    <p:extLst>
      <p:ext uri="{BB962C8B-B14F-4D97-AF65-F5344CB8AC3E}">
        <p14:creationId xmlns:p14="http://schemas.microsoft.com/office/powerpoint/2010/main" val="91422075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estination Selection">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230B5384-072A-98C5-9F11-96C4E717EA48}"/>
              </a:ext>
            </a:extLst>
          </p:cNvPr>
          <p:cNvGrpSpPr/>
          <p:nvPr userDrawn="1"/>
        </p:nvGrpSpPr>
        <p:grpSpPr>
          <a:xfrm>
            <a:off x="1595396" y="7558"/>
            <a:ext cx="2316407" cy="547727"/>
            <a:chOff x="1595396" y="7558"/>
            <a:chExt cx="2316407" cy="547727"/>
          </a:xfrm>
        </p:grpSpPr>
        <p:sp>
          <p:nvSpPr>
            <p:cNvPr id="41" name="Arrow: Chevron 40">
              <a:extLst>
                <a:ext uri="{FF2B5EF4-FFF2-40B4-BE49-F238E27FC236}">
                  <a16:creationId xmlns:a16="http://schemas.microsoft.com/office/drawing/2014/main" id="{FB0F5278-F461-EE82-156E-B3FF7AFB9983}"/>
                </a:ext>
              </a:extLst>
            </p:cNvPr>
            <p:cNvSpPr/>
            <p:nvPr userDrawn="1"/>
          </p:nvSpPr>
          <p:spPr>
            <a:xfrm>
              <a:off x="1595396" y="7558"/>
              <a:ext cx="2316407" cy="547727"/>
            </a:xfrm>
            <a:prstGeom prst="chevron">
              <a:avLst/>
            </a:prstGeom>
            <a:solidFill>
              <a:schemeClr val="bg1"/>
            </a:solidFill>
            <a:ln>
              <a:solidFill>
                <a:srgbClr val="2F3C7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solidFill>
                  <a:schemeClr val="tx1"/>
                </a:solidFill>
              </a:endParaRPr>
            </a:p>
          </p:txBody>
        </p:sp>
        <p:sp>
          <p:nvSpPr>
            <p:cNvPr id="42" name="TextBox 41">
              <a:extLst>
                <a:ext uri="{FF2B5EF4-FFF2-40B4-BE49-F238E27FC236}">
                  <a16:creationId xmlns:a16="http://schemas.microsoft.com/office/drawing/2014/main" id="{ACB21ACA-B80A-FCD7-7D65-AFD6452D7A0A}"/>
                </a:ext>
              </a:extLst>
            </p:cNvPr>
            <p:cNvSpPr txBox="1"/>
            <p:nvPr userDrawn="1"/>
          </p:nvSpPr>
          <p:spPr>
            <a:xfrm>
              <a:off x="1918736" y="24507"/>
              <a:ext cx="1671209" cy="523220"/>
            </a:xfrm>
            <a:prstGeom prst="rect">
              <a:avLst/>
            </a:prstGeom>
            <a:noFill/>
          </p:spPr>
          <p:txBody>
            <a:bodyPr wrap="square" rtlCol="0">
              <a:spAutoFit/>
            </a:bodyPr>
            <a:lstStyle/>
            <a:p>
              <a:pPr algn="ctr"/>
              <a:r>
                <a:rPr lang="en-SG" sz="2800" b="0" dirty="0">
                  <a:solidFill>
                    <a:schemeClr val="tx1"/>
                  </a:solidFill>
                </a:rPr>
                <a:t>Join</a:t>
              </a:r>
              <a:endParaRPr lang="en-SG" sz="2400" b="0" dirty="0">
                <a:solidFill>
                  <a:schemeClr val="tx1"/>
                </a:solidFill>
              </a:endParaRPr>
            </a:p>
          </p:txBody>
        </p:sp>
      </p:grpSp>
      <p:grpSp>
        <p:nvGrpSpPr>
          <p:cNvPr id="52" name="Group 51">
            <a:extLst>
              <a:ext uri="{FF2B5EF4-FFF2-40B4-BE49-F238E27FC236}">
                <a16:creationId xmlns:a16="http://schemas.microsoft.com/office/drawing/2014/main" id="{4196ABF2-F84B-A48C-1DE5-4F5CFC0A2E32}"/>
              </a:ext>
            </a:extLst>
          </p:cNvPr>
          <p:cNvGrpSpPr/>
          <p:nvPr userDrawn="1"/>
        </p:nvGrpSpPr>
        <p:grpSpPr>
          <a:xfrm>
            <a:off x="5661318" y="7557"/>
            <a:ext cx="2316407" cy="547727"/>
            <a:chOff x="5661318" y="7557"/>
            <a:chExt cx="2316407" cy="547727"/>
          </a:xfrm>
        </p:grpSpPr>
        <p:sp>
          <p:nvSpPr>
            <p:cNvPr id="44" name="Arrow: Chevron 43">
              <a:extLst>
                <a:ext uri="{FF2B5EF4-FFF2-40B4-BE49-F238E27FC236}">
                  <a16:creationId xmlns:a16="http://schemas.microsoft.com/office/drawing/2014/main" id="{EDC90B88-7BFD-B527-97C6-324FB542891D}"/>
                </a:ext>
              </a:extLst>
            </p:cNvPr>
            <p:cNvSpPr/>
            <p:nvPr userDrawn="1"/>
          </p:nvSpPr>
          <p:spPr>
            <a:xfrm>
              <a:off x="5661318" y="7557"/>
              <a:ext cx="2316407" cy="547727"/>
            </a:xfrm>
            <a:prstGeom prst="chevron">
              <a:avLst/>
            </a:prstGeom>
            <a:solidFill>
              <a:schemeClr val="bg1"/>
            </a:solidFill>
            <a:ln>
              <a:solidFill>
                <a:srgbClr val="2F3C7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solidFill>
                  <a:schemeClr val="tx1"/>
                </a:solidFill>
              </a:endParaRPr>
            </a:p>
          </p:txBody>
        </p:sp>
        <p:sp>
          <p:nvSpPr>
            <p:cNvPr id="45" name="TextBox 44">
              <a:extLst>
                <a:ext uri="{FF2B5EF4-FFF2-40B4-BE49-F238E27FC236}">
                  <a16:creationId xmlns:a16="http://schemas.microsoft.com/office/drawing/2014/main" id="{A8243C6E-1050-7A58-EEDF-77825CBD571C}"/>
                </a:ext>
              </a:extLst>
            </p:cNvPr>
            <p:cNvSpPr txBox="1"/>
            <p:nvPr userDrawn="1"/>
          </p:nvSpPr>
          <p:spPr>
            <a:xfrm>
              <a:off x="5995417" y="30062"/>
              <a:ext cx="1648208" cy="523220"/>
            </a:xfrm>
            <a:prstGeom prst="rect">
              <a:avLst/>
            </a:prstGeom>
            <a:noFill/>
          </p:spPr>
          <p:txBody>
            <a:bodyPr wrap="none" rtlCol="0">
              <a:spAutoFit/>
            </a:bodyPr>
            <a:lstStyle/>
            <a:p>
              <a:pPr algn="ctr"/>
              <a:r>
                <a:rPr lang="en-SG" sz="2800" b="0" dirty="0">
                  <a:solidFill>
                    <a:schemeClr val="tx1"/>
                  </a:solidFill>
                </a:rPr>
                <a:t>Schedule</a:t>
              </a:r>
            </a:p>
          </p:txBody>
        </p:sp>
      </p:grpSp>
      <p:grpSp>
        <p:nvGrpSpPr>
          <p:cNvPr id="53" name="Group 52">
            <a:extLst>
              <a:ext uri="{FF2B5EF4-FFF2-40B4-BE49-F238E27FC236}">
                <a16:creationId xmlns:a16="http://schemas.microsoft.com/office/drawing/2014/main" id="{5A167996-2C30-C671-D9FB-4054D112B13F}"/>
              </a:ext>
            </a:extLst>
          </p:cNvPr>
          <p:cNvGrpSpPr/>
          <p:nvPr userDrawn="1"/>
        </p:nvGrpSpPr>
        <p:grpSpPr>
          <a:xfrm>
            <a:off x="3622066" y="7558"/>
            <a:ext cx="2316407" cy="547727"/>
            <a:chOff x="3622066" y="7558"/>
            <a:chExt cx="2316407" cy="547727"/>
          </a:xfrm>
        </p:grpSpPr>
        <p:sp>
          <p:nvSpPr>
            <p:cNvPr id="47" name="Arrow: Chevron 46">
              <a:extLst>
                <a:ext uri="{FF2B5EF4-FFF2-40B4-BE49-F238E27FC236}">
                  <a16:creationId xmlns:a16="http://schemas.microsoft.com/office/drawing/2014/main" id="{BB9DAA0D-D89E-DE63-AB2C-089F9957B518}"/>
                </a:ext>
              </a:extLst>
            </p:cNvPr>
            <p:cNvSpPr/>
            <p:nvPr userDrawn="1"/>
          </p:nvSpPr>
          <p:spPr>
            <a:xfrm>
              <a:off x="3622066" y="7558"/>
              <a:ext cx="2316407" cy="547727"/>
            </a:xfrm>
            <a:prstGeom prst="chevron">
              <a:avLst/>
            </a:prstGeom>
            <a:solidFill>
              <a:schemeClr val="tx1"/>
            </a:solidFill>
            <a:ln>
              <a:solidFill>
                <a:srgbClr val="2F3C7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solidFill>
                  <a:schemeClr val="tx1"/>
                </a:solidFill>
              </a:endParaRPr>
            </a:p>
          </p:txBody>
        </p:sp>
        <p:sp>
          <p:nvSpPr>
            <p:cNvPr id="48" name="TextBox 47">
              <a:extLst>
                <a:ext uri="{FF2B5EF4-FFF2-40B4-BE49-F238E27FC236}">
                  <a16:creationId xmlns:a16="http://schemas.microsoft.com/office/drawing/2014/main" id="{8F29DA0B-F940-2D01-EBF6-35A63003B271}"/>
                </a:ext>
              </a:extLst>
            </p:cNvPr>
            <p:cNvSpPr txBox="1"/>
            <p:nvPr userDrawn="1"/>
          </p:nvSpPr>
          <p:spPr>
            <a:xfrm>
              <a:off x="3836788" y="24507"/>
              <a:ext cx="1886962" cy="523220"/>
            </a:xfrm>
            <a:prstGeom prst="rect">
              <a:avLst/>
            </a:prstGeom>
            <a:noFill/>
          </p:spPr>
          <p:txBody>
            <a:bodyPr wrap="square" rtlCol="0">
              <a:spAutoFit/>
            </a:bodyPr>
            <a:lstStyle/>
            <a:p>
              <a:pPr algn="ctr"/>
              <a:r>
                <a:rPr lang="en-SG" sz="2800" b="1" dirty="0">
                  <a:solidFill>
                    <a:schemeClr val="bg1"/>
                  </a:solidFill>
                </a:rPr>
                <a:t>Shortlist</a:t>
              </a:r>
            </a:p>
          </p:txBody>
        </p:sp>
      </p:grpSp>
      <p:grpSp>
        <p:nvGrpSpPr>
          <p:cNvPr id="49" name="Group 48">
            <a:extLst>
              <a:ext uri="{FF2B5EF4-FFF2-40B4-BE49-F238E27FC236}">
                <a16:creationId xmlns:a16="http://schemas.microsoft.com/office/drawing/2014/main" id="{CBAA2110-90EE-C7A3-491E-381E3EC4BDEB}"/>
              </a:ext>
            </a:extLst>
          </p:cNvPr>
          <p:cNvGrpSpPr/>
          <p:nvPr userDrawn="1"/>
        </p:nvGrpSpPr>
        <p:grpSpPr>
          <a:xfrm>
            <a:off x="7700568" y="7556"/>
            <a:ext cx="2637038" cy="547727"/>
            <a:chOff x="7700568" y="7556"/>
            <a:chExt cx="2637038" cy="547727"/>
          </a:xfrm>
        </p:grpSpPr>
        <p:sp>
          <p:nvSpPr>
            <p:cNvPr id="50" name="Arrow: Chevron 49">
              <a:extLst>
                <a:ext uri="{FF2B5EF4-FFF2-40B4-BE49-F238E27FC236}">
                  <a16:creationId xmlns:a16="http://schemas.microsoft.com/office/drawing/2014/main" id="{09130C83-B35D-5697-38C5-40FD63918173}"/>
                </a:ext>
              </a:extLst>
            </p:cNvPr>
            <p:cNvSpPr/>
            <p:nvPr userDrawn="1"/>
          </p:nvSpPr>
          <p:spPr>
            <a:xfrm>
              <a:off x="7700568" y="7556"/>
              <a:ext cx="2637038" cy="547727"/>
            </a:xfrm>
            <a:prstGeom prst="chevron">
              <a:avLst/>
            </a:prstGeom>
            <a:solidFill>
              <a:schemeClr val="bg1"/>
            </a:solidFill>
            <a:ln>
              <a:solidFill>
                <a:srgbClr val="2F3C7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solidFill>
                  <a:schemeClr val="tx1"/>
                </a:solidFill>
              </a:endParaRPr>
            </a:p>
          </p:txBody>
        </p:sp>
        <p:sp>
          <p:nvSpPr>
            <p:cNvPr id="51" name="TextBox 50">
              <a:extLst>
                <a:ext uri="{FF2B5EF4-FFF2-40B4-BE49-F238E27FC236}">
                  <a16:creationId xmlns:a16="http://schemas.microsoft.com/office/drawing/2014/main" id="{285907EB-3B9B-9D76-B085-FF671920C025}"/>
                </a:ext>
              </a:extLst>
            </p:cNvPr>
            <p:cNvSpPr txBox="1"/>
            <p:nvPr userDrawn="1"/>
          </p:nvSpPr>
          <p:spPr>
            <a:xfrm>
              <a:off x="7890035" y="21093"/>
              <a:ext cx="2383229" cy="523220"/>
            </a:xfrm>
            <a:prstGeom prst="rect">
              <a:avLst/>
            </a:prstGeom>
            <a:noFill/>
          </p:spPr>
          <p:txBody>
            <a:bodyPr wrap="none" rtlCol="0">
              <a:spAutoFit/>
            </a:bodyPr>
            <a:lstStyle/>
            <a:p>
              <a:pPr algn="ctr"/>
              <a:r>
                <a:rPr lang="en-SG" sz="2800" b="0" dirty="0">
                  <a:solidFill>
                    <a:schemeClr val="tx1"/>
                  </a:solidFill>
                </a:rPr>
                <a:t>Today’s Plan</a:t>
              </a:r>
            </a:p>
          </p:txBody>
        </p:sp>
      </p:grpSp>
      <p:sp>
        <p:nvSpPr>
          <p:cNvPr id="57" name="Rectangle 56">
            <a:extLst>
              <a:ext uri="{FF2B5EF4-FFF2-40B4-BE49-F238E27FC236}">
                <a16:creationId xmlns:a16="http://schemas.microsoft.com/office/drawing/2014/main" id="{E52CDE6F-4555-EEE3-2F69-BB2DE7778DBB}"/>
              </a:ext>
            </a:extLst>
          </p:cNvPr>
          <p:cNvSpPr/>
          <p:nvPr userDrawn="1"/>
        </p:nvSpPr>
        <p:spPr>
          <a:xfrm>
            <a:off x="10508673" y="-2"/>
            <a:ext cx="1683327"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2">
                  <a:lumMod val="75000"/>
                </a:schemeClr>
              </a:solidFill>
              <a:latin typeface="Agency FB" panose="020B0503020202020204" pitchFamily="34" charset="0"/>
            </a:endParaRPr>
          </a:p>
        </p:txBody>
      </p:sp>
      <p:grpSp>
        <p:nvGrpSpPr>
          <p:cNvPr id="8" name="Group 7">
            <a:extLst>
              <a:ext uri="{FF2B5EF4-FFF2-40B4-BE49-F238E27FC236}">
                <a16:creationId xmlns:a16="http://schemas.microsoft.com/office/drawing/2014/main" id="{D35E96E1-9FBD-BE39-5D46-3715CAA4B923}"/>
              </a:ext>
            </a:extLst>
          </p:cNvPr>
          <p:cNvGrpSpPr/>
          <p:nvPr userDrawn="1"/>
        </p:nvGrpSpPr>
        <p:grpSpPr>
          <a:xfrm>
            <a:off x="0" y="7558"/>
            <a:ext cx="1886615" cy="547727"/>
            <a:chOff x="0" y="7558"/>
            <a:chExt cx="1886615" cy="547727"/>
          </a:xfrm>
        </p:grpSpPr>
        <p:sp>
          <p:nvSpPr>
            <p:cNvPr id="9" name="Arrow: Pentagon 8">
              <a:hlinkClick r:id="rId2" action="ppaction://hlinksldjump" tooltip="Go back to welcome page"/>
              <a:extLst>
                <a:ext uri="{FF2B5EF4-FFF2-40B4-BE49-F238E27FC236}">
                  <a16:creationId xmlns:a16="http://schemas.microsoft.com/office/drawing/2014/main" id="{53DAE8A6-02A3-6AB1-5B1A-7EFB2F245F8C}"/>
                </a:ext>
              </a:extLst>
            </p:cNvPr>
            <p:cNvSpPr/>
            <p:nvPr userDrawn="1"/>
          </p:nvSpPr>
          <p:spPr>
            <a:xfrm>
              <a:off x="0" y="7558"/>
              <a:ext cx="1886615" cy="547727"/>
            </a:xfrm>
            <a:prstGeom prst="homePlat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TextBox 9">
              <a:hlinkClick r:id="rId2" action="ppaction://hlinksldjump" tooltip="Go back to welcome page"/>
              <a:extLst>
                <a:ext uri="{FF2B5EF4-FFF2-40B4-BE49-F238E27FC236}">
                  <a16:creationId xmlns:a16="http://schemas.microsoft.com/office/drawing/2014/main" id="{E3C3B2F7-DACF-507A-AD69-2798FCF3EC4F}"/>
                </a:ext>
              </a:extLst>
            </p:cNvPr>
            <p:cNvSpPr txBox="1"/>
            <p:nvPr userDrawn="1"/>
          </p:nvSpPr>
          <p:spPr>
            <a:xfrm>
              <a:off x="40444" y="14614"/>
              <a:ext cx="1769674" cy="523220"/>
            </a:xfrm>
            <a:prstGeom prst="rect">
              <a:avLst/>
            </a:prstGeom>
            <a:noFill/>
          </p:spPr>
          <p:txBody>
            <a:bodyPr wrap="square" rtlCol="0">
              <a:spAutoFit/>
            </a:bodyPr>
            <a:lstStyle/>
            <a:p>
              <a:pPr algn="l"/>
              <a:r>
                <a:rPr lang="en-SG" sz="2800" b="1" dirty="0">
                  <a:solidFill>
                    <a:schemeClr val="accent1">
                      <a:lumMod val="50000"/>
                    </a:schemeClr>
                  </a:solidFill>
                </a:rPr>
                <a:t>Welcome</a:t>
              </a:r>
            </a:p>
          </p:txBody>
        </p:sp>
      </p:grpSp>
    </p:spTree>
    <p:extLst>
      <p:ext uri="{BB962C8B-B14F-4D97-AF65-F5344CB8AC3E}">
        <p14:creationId xmlns:p14="http://schemas.microsoft.com/office/powerpoint/2010/main" val="131134462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lannin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FCB0FD4-3445-965E-BE12-71C19B2B987F}"/>
              </a:ext>
            </a:extLst>
          </p:cNvPr>
          <p:cNvGrpSpPr/>
          <p:nvPr userDrawn="1"/>
        </p:nvGrpSpPr>
        <p:grpSpPr>
          <a:xfrm>
            <a:off x="1595396" y="7558"/>
            <a:ext cx="2316407" cy="547727"/>
            <a:chOff x="1595396" y="7558"/>
            <a:chExt cx="2316407" cy="547727"/>
          </a:xfrm>
        </p:grpSpPr>
        <p:sp>
          <p:nvSpPr>
            <p:cNvPr id="13" name="Arrow: Chevron 12">
              <a:extLst>
                <a:ext uri="{FF2B5EF4-FFF2-40B4-BE49-F238E27FC236}">
                  <a16:creationId xmlns:a16="http://schemas.microsoft.com/office/drawing/2014/main" id="{35015AAE-A77A-585F-7A82-A1AB039B028C}"/>
                </a:ext>
              </a:extLst>
            </p:cNvPr>
            <p:cNvSpPr/>
            <p:nvPr userDrawn="1"/>
          </p:nvSpPr>
          <p:spPr>
            <a:xfrm>
              <a:off x="1595396" y="7558"/>
              <a:ext cx="2316407" cy="547727"/>
            </a:xfrm>
            <a:prstGeom prst="chevron">
              <a:avLst/>
            </a:prstGeom>
            <a:solidFill>
              <a:schemeClr val="bg1"/>
            </a:solidFill>
            <a:ln>
              <a:solidFill>
                <a:srgbClr val="2F3C7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solidFill>
                  <a:schemeClr val="tx1"/>
                </a:solidFill>
              </a:endParaRPr>
            </a:p>
          </p:txBody>
        </p:sp>
        <p:sp>
          <p:nvSpPr>
            <p:cNvPr id="14" name="TextBox 13">
              <a:extLst>
                <a:ext uri="{FF2B5EF4-FFF2-40B4-BE49-F238E27FC236}">
                  <a16:creationId xmlns:a16="http://schemas.microsoft.com/office/drawing/2014/main" id="{54F589FC-1609-D866-B00D-92E3B0EA91EB}"/>
                </a:ext>
              </a:extLst>
            </p:cNvPr>
            <p:cNvSpPr txBox="1"/>
            <p:nvPr userDrawn="1"/>
          </p:nvSpPr>
          <p:spPr>
            <a:xfrm>
              <a:off x="1918736" y="24507"/>
              <a:ext cx="1671209" cy="523220"/>
            </a:xfrm>
            <a:prstGeom prst="rect">
              <a:avLst/>
            </a:prstGeom>
            <a:noFill/>
          </p:spPr>
          <p:txBody>
            <a:bodyPr wrap="square" rtlCol="0">
              <a:spAutoFit/>
            </a:bodyPr>
            <a:lstStyle/>
            <a:p>
              <a:pPr algn="ctr"/>
              <a:r>
                <a:rPr lang="en-SG" sz="2800" b="0" dirty="0">
                  <a:solidFill>
                    <a:schemeClr val="tx1"/>
                  </a:solidFill>
                </a:rPr>
                <a:t>Join</a:t>
              </a:r>
              <a:endParaRPr lang="en-SG" sz="2400" b="0" dirty="0">
                <a:solidFill>
                  <a:schemeClr val="tx1"/>
                </a:solidFill>
              </a:endParaRPr>
            </a:p>
          </p:txBody>
        </p:sp>
      </p:grpSp>
      <p:sp>
        <p:nvSpPr>
          <p:cNvPr id="17" name="Arrow: Chevron 16">
            <a:extLst>
              <a:ext uri="{FF2B5EF4-FFF2-40B4-BE49-F238E27FC236}">
                <a16:creationId xmlns:a16="http://schemas.microsoft.com/office/drawing/2014/main" id="{B0DCA082-BF67-594A-AE4A-103A3024E225}"/>
              </a:ext>
            </a:extLst>
          </p:cNvPr>
          <p:cNvSpPr/>
          <p:nvPr userDrawn="1"/>
        </p:nvSpPr>
        <p:spPr>
          <a:xfrm>
            <a:off x="5661318" y="7557"/>
            <a:ext cx="2316407" cy="547727"/>
          </a:xfrm>
          <a:prstGeom prst="chevron">
            <a:avLst/>
          </a:prstGeom>
          <a:solidFill>
            <a:schemeClr val="tx1"/>
          </a:solidFill>
          <a:ln>
            <a:solidFill>
              <a:srgbClr val="2F3C7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solidFill>
                <a:schemeClr val="tx1"/>
              </a:solidFill>
            </a:endParaRPr>
          </a:p>
        </p:txBody>
      </p:sp>
      <p:sp>
        <p:nvSpPr>
          <p:cNvPr id="18" name="TextBox 17">
            <a:extLst>
              <a:ext uri="{FF2B5EF4-FFF2-40B4-BE49-F238E27FC236}">
                <a16:creationId xmlns:a16="http://schemas.microsoft.com/office/drawing/2014/main" id="{C5964957-A05B-137F-E490-BD74CA0488EC}"/>
              </a:ext>
            </a:extLst>
          </p:cNvPr>
          <p:cNvSpPr txBox="1"/>
          <p:nvPr userDrawn="1"/>
        </p:nvSpPr>
        <p:spPr>
          <a:xfrm>
            <a:off x="6004836" y="30062"/>
            <a:ext cx="1629369" cy="523220"/>
          </a:xfrm>
          <a:prstGeom prst="rect">
            <a:avLst/>
          </a:prstGeom>
          <a:noFill/>
        </p:spPr>
        <p:txBody>
          <a:bodyPr wrap="none" rtlCol="0">
            <a:spAutoFit/>
          </a:bodyPr>
          <a:lstStyle/>
          <a:p>
            <a:pPr algn="ctr"/>
            <a:r>
              <a:rPr lang="en-SG" sz="2800" b="1" dirty="0">
                <a:solidFill>
                  <a:schemeClr val="bg1"/>
                </a:solidFill>
              </a:rPr>
              <a:t>Schedule</a:t>
            </a:r>
          </a:p>
        </p:txBody>
      </p:sp>
      <p:grpSp>
        <p:nvGrpSpPr>
          <p:cNvPr id="19" name="Group 18">
            <a:extLst>
              <a:ext uri="{FF2B5EF4-FFF2-40B4-BE49-F238E27FC236}">
                <a16:creationId xmlns:a16="http://schemas.microsoft.com/office/drawing/2014/main" id="{95B31985-B547-CCE1-A255-57AC13F68E69}"/>
              </a:ext>
            </a:extLst>
          </p:cNvPr>
          <p:cNvGrpSpPr/>
          <p:nvPr userDrawn="1"/>
        </p:nvGrpSpPr>
        <p:grpSpPr>
          <a:xfrm>
            <a:off x="3622066" y="7558"/>
            <a:ext cx="2316407" cy="547727"/>
            <a:chOff x="3622066" y="7558"/>
            <a:chExt cx="2316407" cy="547727"/>
          </a:xfrm>
        </p:grpSpPr>
        <p:sp>
          <p:nvSpPr>
            <p:cNvPr id="3" name="Arrow: Chevron 2">
              <a:extLst>
                <a:ext uri="{FF2B5EF4-FFF2-40B4-BE49-F238E27FC236}">
                  <a16:creationId xmlns:a16="http://schemas.microsoft.com/office/drawing/2014/main" id="{50CBF785-EFAD-E0F4-8339-19FF17FB185C}"/>
                </a:ext>
              </a:extLst>
            </p:cNvPr>
            <p:cNvSpPr/>
            <p:nvPr userDrawn="1"/>
          </p:nvSpPr>
          <p:spPr>
            <a:xfrm>
              <a:off x="3622066" y="7558"/>
              <a:ext cx="2316407" cy="547727"/>
            </a:xfrm>
            <a:prstGeom prst="chevron">
              <a:avLst/>
            </a:prstGeom>
            <a:solidFill>
              <a:schemeClr val="bg1"/>
            </a:solidFill>
            <a:ln>
              <a:solidFill>
                <a:srgbClr val="2F3C7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solidFill>
                  <a:schemeClr val="tx1"/>
                </a:solidFill>
              </a:endParaRPr>
            </a:p>
          </p:txBody>
        </p:sp>
        <p:sp>
          <p:nvSpPr>
            <p:cNvPr id="4" name="TextBox 3">
              <a:extLst>
                <a:ext uri="{FF2B5EF4-FFF2-40B4-BE49-F238E27FC236}">
                  <a16:creationId xmlns:a16="http://schemas.microsoft.com/office/drawing/2014/main" id="{DA017A51-2A4C-8632-9FD3-14C4D5B6F3A3}"/>
                </a:ext>
              </a:extLst>
            </p:cNvPr>
            <p:cNvSpPr txBox="1"/>
            <p:nvPr userDrawn="1"/>
          </p:nvSpPr>
          <p:spPr>
            <a:xfrm>
              <a:off x="3836788" y="24507"/>
              <a:ext cx="1886962" cy="523220"/>
            </a:xfrm>
            <a:prstGeom prst="rect">
              <a:avLst/>
            </a:prstGeom>
            <a:noFill/>
          </p:spPr>
          <p:txBody>
            <a:bodyPr wrap="square" rtlCol="0">
              <a:spAutoFit/>
            </a:bodyPr>
            <a:lstStyle/>
            <a:p>
              <a:pPr algn="ctr"/>
              <a:r>
                <a:rPr lang="en-SG" sz="2800" b="0" dirty="0">
                  <a:solidFill>
                    <a:schemeClr val="tx1"/>
                  </a:solidFill>
                </a:rPr>
                <a:t>Shortlist</a:t>
              </a:r>
            </a:p>
          </p:txBody>
        </p:sp>
      </p:grpSp>
      <p:grpSp>
        <p:nvGrpSpPr>
          <p:cNvPr id="21" name="Group 20">
            <a:extLst>
              <a:ext uri="{FF2B5EF4-FFF2-40B4-BE49-F238E27FC236}">
                <a16:creationId xmlns:a16="http://schemas.microsoft.com/office/drawing/2014/main" id="{AD08C184-ECD2-983C-774A-4230476E8D83}"/>
              </a:ext>
            </a:extLst>
          </p:cNvPr>
          <p:cNvGrpSpPr/>
          <p:nvPr userDrawn="1"/>
        </p:nvGrpSpPr>
        <p:grpSpPr>
          <a:xfrm>
            <a:off x="7700568" y="7556"/>
            <a:ext cx="2637038" cy="547727"/>
            <a:chOff x="7700568" y="7556"/>
            <a:chExt cx="2637038" cy="547727"/>
          </a:xfrm>
        </p:grpSpPr>
        <p:sp>
          <p:nvSpPr>
            <p:cNvPr id="6" name="Arrow: Chevron 5">
              <a:extLst>
                <a:ext uri="{FF2B5EF4-FFF2-40B4-BE49-F238E27FC236}">
                  <a16:creationId xmlns:a16="http://schemas.microsoft.com/office/drawing/2014/main" id="{EE61C6EC-E667-0B91-8B78-1552C5C6D3A6}"/>
                </a:ext>
              </a:extLst>
            </p:cNvPr>
            <p:cNvSpPr/>
            <p:nvPr userDrawn="1"/>
          </p:nvSpPr>
          <p:spPr>
            <a:xfrm>
              <a:off x="7700568" y="7556"/>
              <a:ext cx="2637038" cy="547727"/>
            </a:xfrm>
            <a:prstGeom prst="chevron">
              <a:avLst/>
            </a:prstGeom>
            <a:solidFill>
              <a:schemeClr val="bg1"/>
            </a:solidFill>
            <a:ln>
              <a:solidFill>
                <a:srgbClr val="2F3C7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solidFill>
                  <a:schemeClr val="tx1"/>
                </a:solidFill>
              </a:endParaRPr>
            </a:p>
          </p:txBody>
        </p:sp>
        <p:sp>
          <p:nvSpPr>
            <p:cNvPr id="7" name="TextBox 6">
              <a:extLst>
                <a:ext uri="{FF2B5EF4-FFF2-40B4-BE49-F238E27FC236}">
                  <a16:creationId xmlns:a16="http://schemas.microsoft.com/office/drawing/2014/main" id="{291F48D9-F80B-BAC8-286B-475AAF43B9CD}"/>
                </a:ext>
              </a:extLst>
            </p:cNvPr>
            <p:cNvSpPr txBox="1"/>
            <p:nvPr userDrawn="1"/>
          </p:nvSpPr>
          <p:spPr>
            <a:xfrm>
              <a:off x="7890035" y="21093"/>
              <a:ext cx="2383229" cy="523220"/>
            </a:xfrm>
            <a:prstGeom prst="rect">
              <a:avLst/>
            </a:prstGeom>
            <a:noFill/>
          </p:spPr>
          <p:txBody>
            <a:bodyPr wrap="none" rtlCol="0">
              <a:spAutoFit/>
            </a:bodyPr>
            <a:lstStyle/>
            <a:p>
              <a:pPr algn="ctr"/>
              <a:r>
                <a:rPr lang="en-SG" sz="2800" b="0" dirty="0">
                  <a:solidFill>
                    <a:schemeClr val="tx1"/>
                  </a:solidFill>
                </a:rPr>
                <a:t>Today’s Plan</a:t>
              </a:r>
            </a:p>
          </p:txBody>
        </p:sp>
      </p:grpSp>
      <p:sp>
        <p:nvSpPr>
          <p:cNvPr id="28" name="Rectangle 27">
            <a:extLst>
              <a:ext uri="{FF2B5EF4-FFF2-40B4-BE49-F238E27FC236}">
                <a16:creationId xmlns:a16="http://schemas.microsoft.com/office/drawing/2014/main" id="{15FA290C-592E-729F-CD26-BAD92432D140}"/>
              </a:ext>
            </a:extLst>
          </p:cNvPr>
          <p:cNvSpPr/>
          <p:nvPr userDrawn="1"/>
        </p:nvSpPr>
        <p:spPr>
          <a:xfrm>
            <a:off x="10508673" y="-2"/>
            <a:ext cx="1683327"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2">
                  <a:lumMod val="75000"/>
                </a:schemeClr>
              </a:solidFill>
              <a:latin typeface="Agency FB" panose="020B0503020202020204" pitchFamily="34" charset="0"/>
            </a:endParaRPr>
          </a:p>
        </p:txBody>
      </p:sp>
      <p:grpSp>
        <p:nvGrpSpPr>
          <p:cNvPr id="15" name="Group 14">
            <a:extLst>
              <a:ext uri="{FF2B5EF4-FFF2-40B4-BE49-F238E27FC236}">
                <a16:creationId xmlns:a16="http://schemas.microsoft.com/office/drawing/2014/main" id="{10281F9A-3390-49A0-215D-7A549965F0D5}"/>
              </a:ext>
            </a:extLst>
          </p:cNvPr>
          <p:cNvGrpSpPr/>
          <p:nvPr userDrawn="1"/>
        </p:nvGrpSpPr>
        <p:grpSpPr>
          <a:xfrm>
            <a:off x="0" y="7558"/>
            <a:ext cx="1886615" cy="547727"/>
            <a:chOff x="0" y="7558"/>
            <a:chExt cx="1886615" cy="547727"/>
          </a:xfrm>
        </p:grpSpPr>
        <p:sp>
          <p:nvSpPr>
            <p:cNvPr id="16" name="Arrow: Pentagon 15">
              <a:hlinkClick r:id="rId2" action="ppaction://hlinksldjump" tooltip="Go back to welcome page"/>
              <a:extLst>
                <a:ext uri="{FF2B5EF4-FFF2-40B4-BE49-F238E27FC236}">
                  <a16:creationId xmlns:a16="http://schemas.microsoft.com/office/drawing/2014/main" id="{3666AEA8-F84E-024A-0635-D97C2F8CB0A3}"/>
                </a:ext>
              </a:extLst>
            </p:cNvPr>
            <p:cNvSpPr/>
            <p:nvPr userDrawn="1"/>
          </p:nvSpPr>
          <p:spPr>
            <a:xfrm>
              <a:off x="0" y="7558"/>
              <a:ext cx="1886615" cy="547727"/>
            </a:xfrm>
            <a:prstGeom prst="homePlat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TextBox 19">
              <a:hlinkClick r:id="rId2" action="ppaction://hlinksldjump" tooltip="Go back to welcome page"/>
              <a:extLst>
                <a:ext uri="{FF2B5EF4-FFF2-40B4-BE49-F238E27FC236}">
                  <a16:creationId xmlns:a16="http://schemas.microsoft.com/office/drawing/2014/main" id="{2CB45402-9C58-0583-2AA8-A92A54AE5E62}"/>
                </a:ext>
              </a:extLst>
            </p:cNvPr>
            <p:cNvSpPr txBox="1"/>
            <p:nvPr userDrawn="1"/>
          </p:nvSpPr>
          <p:spPr>
            <a:xfrm>
              <a:off x="40444" y="14614"/>
              <a:ext cx="1769674" cy="523220"/>
            </a:xfrm>
            <a:prstGeom prst="rect">
              <a:avLst/>
            </a:prstGeom>
            <a:noFill/>
          </p:spPr>
          <p:txBody>
            <a:bodyPr wrap="square" rtlCol="0">
              <a:spAutoFit/>
            </a:bodyPr>
            <a:lstStyle/>
            <a:p>
              <a:pPr algn="l"/>
              <a:r>
                <a:rPr lang="en-SG" sz="2800" b="1" dirty="0">
                  <a:solidFill>
                    <a:schemeClr val="accent1">
                      <a:lumMod val="50000"/>
                    </a:schemeClr>
                  </a:solidFill>
                </a:rPr>
                <a:t>Welcome</a:t>
              </a:r>
            </a:p>
          </p:txBody>
        </p:sp>
      </p:grpSp>
    </p:spTree>
    <p:extLst>
      <p:ext uri="{BB962C8B-B14F-4D97-AF65-F5344CB8AC3E}">
        <p14:creationId xmlns:p14="http://schemas.microsoft.com/office/powerpoint/2010/main" val="231143105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Plannin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FCB0FD4-3445-965E-BE12-71C19B2B987F}"/>
              </a:ext>
            </a:extLst>
          </p:cNvPr>
          <p:cNvGrpSpPr/>
          <p:nvPr userDrawn="1"/>
        </p:nvGrpSpPr>
        <p:grpSpPr>
          <a:xfrm>
            <a:off x="1595396" y="7558"/>
            <a:ext cx="2316407" cy="547727"/>
            <a:chOff x="1595396" y="7558"/>
            <a:chExt cx="2316407" cy="547727"/>
          </a:xfrm>
        </p:grpSpPr>
        <p:sp>
          <p:nvSpPr>
            <p:cNvPr id="13" name="Arrow: Chevron 12">
              <a:extLst>
                <a:ext uri="{FF2B5EF4-FFF2-40B4-BE49-F238E27FC236}">
                  <a16:creationId xmlns:a16="http://schemas.microsoft.com/office/drawing/2014/main" id="{35015AAE-A77A-585F-7A82-A1AB039B028C}"/>
                </a:ext>
              </a:extLst>
            </p:cNvPr>
            <p:cNvSpPr/>
            <p:nvPr userDrawn="1"/>
          </p:nvSpPr>
          <p:spPr>
            <a:xfrm>
              <a:off x="1595396" y="7558"/>
              <a:ext cx="2316407" cy="547727"/>
            </a:xfrm>
            <a:prstGeom prst="chevron">
              <a:avLst/>
            </a:prstGeom>
            <a:solidFill>
              <a:schemeClr val="bg1"/>
            </a:solidFill>
            <a:ln>
              <a:solidFill>
                <a:srgbClr val="2F3C7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solidFill>
                  <a:schemeClr val="tx1"/>
                </a:solidFill>
              </a:endParaRPr>
            </a:p>
          </p:txBody>
        </p:sp>
        <p:sp>
          <p:nvSpPr>
            <p:cNvPr id="14" name="TextBox 13">
              <a:extLst>
                <a:ext uri="{FF2B5EF4-FFF2-40B4-BE49-F238E27FC236}">
                  <a16:creationId xmlns:a16="http://schemas.microsoft.com/office/drawing/2014/main" id="{54F589FC-1609-D866-B00D-92E3B0EA91EB}"/>
                </a:ext>
              </a:extLst>
            </p:cNvPr>
            <p:cNvSpPr txBox="1"/>
            <p:nvPr userDrawn="1"/>
          </p:nvSpPr>
          <p:spPr>
            <a:xfrm>
              <a:off x="1918736" y="24507"/>
              <a:ext cx="1671209" cy="523220"/>
            </a:xfrm>
            <a:prstGeom prst="rect">
              <a:avLst/>
            </a:prstGeom>
            <a:noFill/>
          </p:spPr>
          <p:txBody>
            <a:bodyPr wrap="square" rtlCol="0">
              <a:spAutoFit/>
            </a:bodyPr>
            <a:lstStyle/>
            <a:p>
              <a:pPr algn="ctr"/>
              <a:r>
                <a:rPr lang="en-SG" sz="2800" b="0" dirty="0">
                  <a:solidFill>
                    <a:schemeClr val="tx1"/>
                  </a:solidFill>
                </a:rPr>
                <a:t>Join</a:t>
              </a:r>
              <a:endParaRPr lang="en-SG" sz="2400" b="0" dirty="0">
                <a:solidFill>
                  <a:schemeClr val="tx1"/>
                </a:solidFill>
              </a:endParaRPr>
            </a:p>
          </p:txBody>
        </p:sp>
      </p:grpSp>
      <p:grpSp>
        <p:nvGrpSpPr>
          <p:cNvPr id="2" name="Group 1">
            <a:extLst>
              <a:ext uri="{FF2B5EF4-FFF2-40B4-BE49-F238E27FC236}">
                <a16:creationId xmlns:a16="http://schemas.microsoft.com/office/drawing/2014/main" id="{6A445C1C-BF5F-F09C-BB93-93AD01F98DA9}"/>
              </a:ext>
            </a:extLst>
          </p:cNvPr>
          <p:cNvGrpSpPr/>
          <p:nvPr userDrawn="1"/>
        </p:nvGrpSpPr>
        <p:grpSpPr>
          <a:xfrm>
            <a:off x="5661318" y="7557"/>
            <a:ext cx="2316407" cy="547727"/>
            <a:chOff x="5661318" y="7557"/>
            <a:chExt cx="2316407" cy="547727"/>
          </a:xfrm>
        </p:grpSpPr>
        <p:sp>
          <p:nvSpPr>
            <p:cNvPr id="17" name="Arrow: Chevron 16">
              <a:extLst>
                <a:ext uri="{FF2B5EF4-FFF2-40B4-BE49-F238E27FC236}">
                  <a16:creationId xmlns:a16="http://schemas.microsoft.com/office/drawing/2014/main" id="{B0DCA082-BF67-594A-AE4A-103A3024E225}"/>
                </a:ext>
              </a:extLst>
            </p:cNvPr>
            <p:cNvSpPr/>
            <p:nvPr userDrawn="1"/>
          </p:nvSpPr>
          <p:spPr>
            <a:xfrm>
              <a:off x="5661318" y="7557"/>
              <a:ext cx="2316407" cy="547727"/>
            </a:xfrm>
            <a:prstGeom prst="chevron">
              <a:avLst/>
            </a:prstGeom>
            <a:solidFill>
              <a:schemeClr val="bg1"/>
            </a:solidFill>
            <a:ln>
              <a:solidFill>
                <a:srgbClr val="2F3C7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solidFill>
                  <a:schemeClr val="tx1"/>
                </a:solidFill>
              </a:endParaRPr>
            </a:p>
          </p:txBody>
        </p:sp>
        <p:sp>
          <p:nvSpPr>
            <p:cNvPr id="18" name="TextBox 17">
              <a:extLst>
                <a:ext uri="{FF2B5EF4-FFF2-40B4-BE49-F238E27FC236}">
                  <a16:creationId xmlns:a16="http://schemas.microsoft.com/office/drawing/2014/main" id="{C5964957-A05B-137F-E490-BD74CA0488EC}"/>
                </a:ext>
              </a:extLst>
            </p:cNvPr>
            <p:cNvSpPr txBox="1"/>
            <p:nvPr userDrawn="1"/>
          </p:nvSpPr>
          <p:spPr>
            <a:xfrm>
              <a:off x="5995417" y="30062"/>
              <a:ext cx="1648208" cy="523220"/>
            </a:xfrm>
            <a:prstGeom prst="rect">
              <a:avLst/>
            </a:prstGeom>
            <a:noFill/>
          </p:spPr>
          <p:txBody>
            <a:bodyPr wrap="none" rtlCol="0">
              <a:spAutoFit/>
            </a:bodyPr>
            <a:lstStyle/>
            <a:p>
              <a:pPr algn="ctr"/>
              <a:r>
                <a:rPr lang="en-SG" sz="2800" b="0" dirty="0">
                  <a:solidFill>
                    <a:schemeClr val="tx1"/>
                  </a:solidFill>
                </a:rPr>
                <a:t>Schedule</a:t>
              </a:r>
            </a:p>
          </p:txBody>
        </p:sp>
      </p:grpSp>
      <p:grpSp>
        <p:nvGrpSpPr>
          <p:cNvPr id="19" name="Group 18">
            <a:extLst>
              <a:ext uri="{FF2B5EF4-FFF2-40B4-BE49-F238E27FC236}">
                <a16:creationId xmlns:a16="http://schemas.microsoft.com/office/drawing/2014/main" id="{95B31985-B547-CCE1-A255-57AC13F68E69}"/>
              </a:ext>
            </a:extLst>
          </p:cNvPr>
          <p:cNvGrpSpPr/>
          <p:nvPr userDrawn="1"/>
        </p:nvGrpSpPr>
        <p:grpSpPr>
          <a:xfrm>
            <a:off x="3622066" y="7558"/>
            <a:ext cx="2316407" cy="547727"/>
            <a:chOff x="3622066" y="7558"/>
            <a:chExt cx="2316407" cy="547727"/>
          </a:xfrm>
        </p:grpSpPr>
        <p:sp>
          <p:nvSpPr>
            <p:cNvPr id="3" name="Arrow: Chevron 2">
              <a:extLst>
                <a:ext uri="{FF2B5EF4-FFF2-40B4-BE49-F238E27FC236}">
                  <a16:creationId xmlns:a16="http://schemas.microsoft.com/office/drawing/2014/main" id="{50CBF785-EFAD-E0F4-8339-19FF17FB185C}"/>
                </a:ext>
              </a:extLst>
            </p:cNvPr>
            <p:cNvSpPr/>
            <p:nvPr userDrawn="1"/>
          </p:nvSpPr>
          <p:spPr>
            <a:xfrm>
              <a:off x="3622066" y="7558"/>
              <a:ext cx="2316407" cy="547727"/>
            </a:xfrm>
            <a:prstGeom prst="chevron">
              <a:avLst/>
            </a:prstGeom>
            <a:solidFill>
              <a:schemeClr val="bg1"/>
            </a:solidFill>
            <a:ln>
              <a:solidFill>
                <a:srgbClr val="2F3C7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solidFill>
                  <a:schemeClr val="tx1"/>
                </a:solidFill>
              </a:endParaRPr>
            </a:p>
          </p:txBody>
        </p:sp>
        <p:sp>
          <p:nvSpPr>
            <p:cNvPr id="4" name="TextBox 3">
              <a:extLst>
                <a:ext uri="{FF2B5EF4-FFF2-40B4-BE49-F238E27FC236}">
                  <a16:creationId xmlns:a16="http://schemas.microsoft.com/office/drawing/2014/main" id="{DA017A51-2A4C-8632-9FD3-14C4D5B6F3A3}"/>
                </a:ext>
              </a:extLst>
            </p:cNvPr>
            <p:cNvSpPr txBox="1"/>
            <p:nvPr userDrawn="1"/>
          </p:nvSpPr>
          <p:spPr>
            <a:xfrm>
              <a:off x="3836788" y="24507"/>
              <a:ext cx="1886962" cy="523220"/>
            </a:xfrm>
            <a:prstGeom prst="rect">
              <a:avLst/>
            </a:prstGeom>
            <a:noFill/>
          </p:spPr>
          <p:txBody>
            <a:bodyPr wrap="square" rtlCol="0">
              <a:spAutoFit/>
            </a:bodyPr>
            <a:lstStyle/>
            <a:p>
              <a:pPr algn="ctr"/>
              <a:r>
                <a:rPr lang="en-SG" sz="2800" b="0" dirty="0">
                  <a:solidFill>
                    <a:schemeClr val="tx1"/>
                  </a:solidFill>
                </a:rPr>
                <a:t>Shortlist</a:t>
              </a:r>
            </a:p>
          </p:txBody>
        </p:sp>
      </p:grpSp>
      <p:grpSp>
        <p:nvGrpSpPr>
          <p:cNvPr id="5" name="Group 4">
            <a:extLst>
              <a:ext uri="{FF2B5EF4-FFF2-40B4-BE49-F238E27FC236}">
                <a16:creationId xmlns:a16="http://schemas.microsoft.com/office/drawing/2014/main" id="{68781C89-84FD-9ABA-FA3D-FE55C59B2A5B}"/>
              </a:ext>
            </a:extLst>
          </p:cNvPr>
          <p:cNvGrpSpPr/>
          <p:nvPr userDrawn="1"/>
        </p:nvGrpSpPr>
        <p:grpSpPr>
          <a:xfrm>
            <a:off x="7700568" y="7556"/>
            <a:ext cx="2637038" cy="547727"/>
            <a:chOff x="7700568" y="7556"/>
            <a:chExt cx="2637038" cy="547727"/>
          </a:xfrm>
        </p:grpSpPr>
        <p:sp>
          <p:nvSpPr>
            <p:cNvPr id="6" name="Arrow: Chevron 5">
              <a:extLst>
                <a:ext uri="{FF2B5EF4-FFF2-40B4-BE49-F238E27FC236}">
                  <a16:creationId xmlns:a16="http://schemas.microsoft.com/office/drawing/2014/main" id="{EE61C6EC-E667-0B91-8B78-1552C5C6D3A6}"/>
                </a:ext>
              </a:extLst>
            </p:cNvPr>
            <p:cNvSpPr/>
            <p:nvPr userDrawn="1"/>
          </p:nvSpPr>
          <p:spPr>
            <a:xfrm>
              <a:off x="7700568" y="7556"/>
              <a:ext cx="2637038" cy="547727"/>
            </a:xfrm>
            <a:prstGeom prst="chevron">
              <a:avLst/>
            </a:prstGeom>
            <a:solidFill>
              <a:schemeClr val="tx1"/>
            </a:solidFill>
            <a:ln>
              <a:solidFill>
                <a:srgbClr val="2F3C7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solidFill>
                  <a:schemeClr val="tx1"/>
                </a:solidFill>
              </a:endParaRPr>
            </a:p>
          </p:txBody>
        </p:sp>
        <p:sp>
          <p:nvSpPr>
            <p:cNvPr id="7" name="TextBox 6">
              <a:extLst>
                <a:ext uri="{FF2B5EF4-FFF2-40B4-BE49-F238E27FC236}">
                  <a16:creationId xmlns:a16="http://schemas.microsoft.com/office/drawing/2014/main" id="{291F48D9-F80B-BAC8-286B-475AAF43B9CD}"/>
                </a:ext>
              </a:extLst>
            </p:cNvPr>
            <p:cNvSpPr txBox="1"/>
            <p:nvPr userDrawn="1"/>
          </p:nvSpPr>
          <p:spPr>
            <a:xfrm>
              <a:off x="7976283" y="21093"/>
              <a:ext cx="2210733" cy="523220"/>
            </a:xfrm>
            <a:prstGeom prst="rect">
              <a:avLst/>
            </a:prstGeom>
            <a:noFill/>
          </p:spPr>
          <p:txBody>
            <a:bodyPr wrap="none" rtlCol="0">
              <a:spAutoFit/>
            </a:bodyPr>
            <a:lstStyle/>
            <a:p>
              <a:pPr algn="ctr"/>
              <a:r>
                <a:rPr lang="en-SG" sz="2800" b="1" dirty="0">
                  <a:solidFill>
                    <a:schemeClr val="bg1"/>
                  </a:solidFill>
                </a:rPr>
                <a:t>Today’s Plan</a:t>
              </a:r>
            </a:p>
          </p:txBody>
        </p:sp>
      </p:grpSp>
      <p:sp>
        <p:nvSpPr>
          <p:cNvPr id="22" name="Rectangle 21">
            <a:extLst>
              <a:ext uri="{FF2B5EF4-FFF2-40B4-BE49-F238E27FC236}">
                <a16:creationId xmlns:a16="http://schemas.microsoft.com/office/drawing/2014/main" id="{3CAC46C0-4EF7-9BC6-8411-D7CB9C1367BA}"/>
              </a:ext>
            </a:extLst>
          </p:cNvPr>
          <p:cNvSpPr/>
          <p:nvPr userDrawn="1"/>
        </p:nvSpPr>
        <p:spPr>
          <a:xfrm>
            <a:off x="10508673" y="-2"/>
            <a:ext cx="1683327"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2">
                  <a:lumMod val="75000"/>
                </a:schemeClr>
              </a:solidFill>
              <a:latin typeface="Agency FB" panose="020B0503020202020204" pitchFamily="34" charset="0"/>
            </a:endParaRPr>
          </a:p>
        </p:txBody>
      </p:sp>
      <p:grpSp>
        <p:nvGrpSpPr>
          <p:cNvPr id="24" name="Group 23">
            <a:extLst>
              <a:ext uri="{FF2B5EF4-FFF2-40B4-BE49-F238E27FC236}">
                <a16:creationId xmlns:a16="http://schemas.microsoft.com/office/drawing/2014/main" id="{DC4DF1D6-0C70-52E3-D2A0-FF095BC8999C}"/>
              </a:ext>
            </a:extLst>
          </p:cNvPr>
          <p:cNvGrpSpPr/>
          <p:nvPr userDrawn="1"/>
        </p:nvGrpSpPr>
        <p:grpSpPr>
          <a:xfrm>
            <a:off x="0" y="7558"/>
            <a:ext cx="1886615" cy="547727"/>
            <a:chOff x="0" y="7558"/>
            <a:chExt cx="1886615" cy="547727"/>
          </a:xfrm>
        </p:grpSpPr>
        <p:sp>
          <p:nvSpPr>
            <p:cNvPr id="25" name="Arrow: Pentagon 24">
              <a:hlinkClick r:id="rId2" action="ppaction://hlinksldjump" tooltip="Go back to welcome page"/>
              <a:extLst>
                <a:ext uri="{FF2B5EF4-FFF2-40B4-BE49-F238E27FC236}">
                  <a16:creationId xmlns:a16="http://schemas.microsoft.com/office/drawing/2014/main" id="{C8BDA584-AA4A-E2FC-8A1F-20295EDDE3FD}"/>
                </a:ext>
              </a:extLst>
            </p:cNvPr>
            <p:cNvSpPr/>
            <p:nvPr userDrawn="1"/>
          </p:nvSpPr>
          <p:spPr>
            <a:xfrm>
              <a:off x="0" y="7558"/>
              <a:ext cx="1886615" cy="547727"/>
            </a:xfrm>
            <a:prstGeom prst="homePlat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TextBox 25">
              <a:hlinkClick r:id="rId2" action="ppaction://hlinksldjump" tooltip="Go back to welcome page"/>
              <a:extLst>
                <a:ext uri="{FF2B5EF4-FFF2-40B4-BE49-F238E27FC236}">
                  <a16:creationId xmlns:a16="http://schemas.microsoft.com/office/drawing/2014/main" id="{D6E9B2BD-A448-96B6-B034-F9EECE05EAA7}"/>
                </a:ext>
              </a:extLst>
            </p:cNvPr>
            <p:cNvSpPr txBox="1"/>
            <p:nvPr userDrawn="1"/>
          </p:nvSpPr>
          <p:spPr>
            <a:xfrm>
              <a:off x="40444" y="14614"/>
              <a:ext cx="1769674" cy="523220"/>
            </a:xfrm>
            <a:prstGeom prst="rect">
              <a:avLst/>
            </a:prstGeom>
            <a:noFill/>
          </p:spPr>
          <p:txBody>
            <a:bodyPr wrap="square" rtlCol="0">
              <a:spAutoFit/>
            </a:bodyPr>
            <a:lstStyle/>
            <a:p>
              <a:pPr algn="l"/>
              <a:r>
                <a:rPr lang="en-SG" sz="2800" b="1" dirty="0">
                  <a:solidFill>
                    <a:schemeClr val="accent1">
                      <a:lumMod val="50000"/>
                    </a:schemeClr>
                  </a:solidFill>
                </a:rPr>
                <a:t>Welcome</a:t>
              </a:r>
            </a:p>
          </p:txBody>
        </p:sp>
      </p:grpSp>
    </p:spTree>
    <p:extLst>
      <p:ext uri="{BB962C8B-B14F-4D97-AF65-F5344CB8AC3E}">
        <p14:creationId xmlns:p14="http://schemas.microsoft.com/office/powerpoint/2010/main" val="111559618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oading Screen">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6B41A4-8970-E2BE-E1F6-3FF9C14F3C45}"/>
              </a:ext>
            </a:extLst>
          </p:cNvPr>
          <p:cNvSpPr txBox="1"/>
          <p:nvPr userDrawn="1"/>
        </p:nvSpPr>
        <p:spPr>
          <a:xfrm>
            <a:off x="4809178" y="3044279"/>
            <a:ext cx="2573643" cy="769441"/>
          </a:xfrm>
          <a:prstGeom prst="rect">
            <a:avLst/>
          </a:prstGeom>
          <a:noFill/>
        </p:spPr>
        <p:txBody>
          <a:bodyPr wrap="square" rtlCol="0">
            <a:spAutoFit/>
          </a:bodyPr>
          <a:lstStyle/>
          <a:p>
            <a:pPr algn="ctr"/>
            <a:r>
              <a:rPr lang="en-US" sz="4400" dirty="0">
                <a:solidFill>
                  <a:schemeClr val="bg1">
                    <a:lumMod val="50000"/>
                  </a:schemeClr>
                </a:solidFill>
              </a:rPr>
              <a:t>Loading…</a:t>
            </a:r>
            <a:endParaRPr lang="en-SG" sz="4400" dirty="0">
              <a:solidFill>
                <a:schemeClr val="bg1">
                  <a:lumMod val="50000"/>
                </a:schemeClr>
              </a:solidFill>
            </a:endParaRPr>
          </a:p>
        </p:txBody>
      </p:sp>
    </p:spTree>
    <p:extLst>
      <p:ext uri="{BB962C8B-B14F-4D97-AF65-F5344CB8AC3E}">
        <p14:creationId xmlns:p14="http://schemas.microsoft.com/office/powerpoint/2010/main" val="279015788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Loading Screen">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6B41A4-8970-E2BE-E1F6-3FF9C14F3C45}"/>
              </a:ext>
            </a:extLst>
          </p:cNvPr>
          <p:cNvSpPr txBox="1"/>
          <p:nvPr userDrawn="1"/>
        </p:nvSpPr>
        <p:spPr>
          <a:xfrm>
            <a:off x="2965698" y="3044279"/>
            <a:ext cx="6260604" cy="769441"/>
          </a:xfrm>
          <a:prstGeom prst="rect">
            <a:avLst/>
          </a:prstGeom>
          <a:noFill/>
        </p:spPr>
        <p:txBody>
          <a:bodyPr wrap="square" rtlCol="0">
            <a:spAutoFit/>
          </a:bodyPr>
          <a:lstStyle/>
          <a:p>
            <a:pPr algn="ctr"/>
            <a:r>
              <a:rPr lang="en-US" sz="4400" dirty="0">
                <a:solidFill>
                  <a:schemeClr val="bg1">
                    <a:lumMod val="50000"/>
                  </a:schemeClr>
                </a:solidFill>
              </a:rPr>
              <a:t>Calculating Trajectory…</a:t>
            </a:r>
            <a:endParaRPr lang="en-SG" sz="4400" dirty="0">
              <a:solidFill>
                <a:schemeClr val="bg1">
                  <a:lumMod val="50000"/>
                </a:schemeClr>
              </a:solidFill>
            </a:endParaRPr>
          </a:p>
        </p:txBody>
      </p:sp>
    </p:spTree>
    <p:extLst>
      <p:ext uri="{BB962C8B-B14F-4D97-AF65-F5344CB8AC3E}">
        <p14:creationId xmlns:p14="http://schemas.microsoft.com/office/powerpoint/2010/main" val="427579702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Loading Screen">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6B41A4-8970-E2BE-E1F6-3FF9C14F3C45}"/>
              </a:ext>
            </a:extLst>
          </p:cNvPr>
          <p:cNvSpPr txBox="1"/>
          <p:nvPr userDrawn="1"/>
        </p:nvSpPr>
        <p:spPr>
          <a:xfrm>
            <a:off x="2965698" y="3044279"/>
            <a:ext cx="6260604" cy="769441"/>
          </a:xfrm>
          <a:prstGeom prst="rect">
            <a:avLst/>
          </a:prstGeom>
          <a:noFill/>
        </p:spPr>
        <p:txBody>
          <a:bodyPr wrap="square" rtlCol="0">
            <a:spAutoFit/>
          </a:bodyPr>
          <a:lstStyle/>
          <a:p>
            <a:pPr algn="ctr"/>
            <a:r>
              <a:rPr lang="en-US" sz="4400" dirty="0">
                <a:solidFill>
                  <a:schemeClr val="bg1">
                    <a:lumMod val="50000"/>
                  </a:schemeClr>
                </a:solidFill>
              </a:rPr>
              <a:t>Optimizing Route…</a:t>
            </a:r>
            <a:endParaRPr lang="en-SG" sz="4400" dirty="0">
              <a:solidFill>
                <a:schemeClr val="bg1">
                  <a:lumMod val="50000"/>
                </a:schemeClr>
              </a:solidFill>
            </a:endParaRPr>
          </a:p>
        </p:txBody>
      </p:sp>
    </p:spTree>
    <p:extLst>
      <p:ext uri="{BB962C8B-B14F-4D97-AF65-F5344CB8AC3E}">
        <p14:creationId xmlns:p14="http://schemas.microsoft.com/office/powerpoint/2010/main" val="175429177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D919D-E700-B416-2807-1D037CF5400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SG"/>
          </a:p>
        </p:txBody>
      </p:sp>
    </p:spTree>
    <p:extLst>
      <p:ext uri="{BB962C8B-B14F-4D97-AF65-F5344CB8AC3E}">
        <p14:creationId xmlns:p14="http://schemas.microsoft.com/office/powerpoint/2010/main" val="3449255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0765835"/>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3" r:id="rId4"/>
    <p:sldLayoutId id="2147483650" r:id="rId5"/>
    <p:sldLayoutId id="2147483654" r:id="rId6"/>
    <p:sldLayoutId id="2147483655" r:id="rId7"/>
    <p:sldLayoutId id="2147483658" r:id="rId8"/>
    <p:sldLayoutId id="2147483659" r:id="rId9"/>
    <p:sldLayoutId id="2147483660" r:id="rId10"/>
  </p:sldLayoutIdLst>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001161"/>
      </p:ext>
    </p:extLst>
  </p:cSld>
  <p:clrMap bg1="lt1" tx1="dk1" bg2="lt2" tx2="dk2" accent1="accent1" accent2="accent2" accent3="accent3" accent4="accent4" accent5="accent5" accent6="accent6" hlink="hlink" folHlink="folHlink"/>
  <p:sldLayoutIdLst>
    <p:sldLayoutId id="214748365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18" Type="http://schemas.openxmlformats.org/officeDocument/2006/relationships/image" Target="../media/image15.png"/><Relationship Id="rId3" Type="http://schemas.openxmlformats.org/officeDocument/2006/relationships/image" Target="../media/image1.png"/><Relationship Id="rId21" Type="http://schemas.openxmlformats.org/officeDocument/2006/relationships/image" Target="../media/image18.png"/><Relationship Id="rId7" Type="http://schemas.openxmlformats.org/officeDocument/2006/relationships/slide" Target="slide2.xml"/><Relationship Id="rId12" Type="http://schemas.openxmlformats.org/officeDocument/2006/relationships/image" Target="../media/image9.pn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png"/><Relationship Id="rId20"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5" Type="http://schemas.openxmlformats.org/officeDocument/2006/relationships/image" Target="../media/image12.png"/><Relationship Id="rId23" Type="http://schemas.openxmlformats.org/officeDocument/2006/relationships/image" Target="../media/image20.png"/><Relationship Id="rId10" Type="http://schemas.openxmlformats.org/officeDocument/2006/relationships/image" Target="../media/image7.png"/><Relationship Id="rId19" Type="http://schemas.openxmlformats.org/officeDocument/2006/relationships/image" Target="../media/image16.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1.png"/><Relationship Id="rId22" Type="http://schemas.openxmlformats.org/officeDocument/2006/relationships/image" Target="../media/image19.png"/></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10.png"/><Relationship Id="rId18" Type="http://schemas.openxmlformats.org/officeDocument/2006/relationships/image" Target="../media/image15.png"/><Relationship Id="rId26" Type="http://schemas.openxmlformats.org/officeDocument/2006/relationships/image" Target="../media/image23.png"/><Relationship Id="rId3" Type="http://schemas.openxmlformats.org/officeDocument/2006/relationships/image" Target="../media/image5.png"/><Relationship Id="rId21" Type="http://schemas.openxmlformats.org/officeDocument/2006/relationships/slide" Target="slide3.xml"/><Relationship Id="rId7" Type="http://schemas.openxmlformats.org/officeDocument/2006/relationships/image" Target="../media/image2.png"/><Relationship Id="rId12" Type="http://schemas.openxmlformats.org/officeDocument/2006/relationships/image" Target="../media/image9.png"/><Relationship Id="rId17" Type="http://schemas.openxmlformats.org/officeDocument/2006/relationships/image" Target="../media/image14.png"/><Relationship Id="rId25" Type="http://schemas.openxmlformats.org/officeDocument/2006/relationships/image" Target="../media/image22.png"/><Relationship Id="rId2" Type="http://schemas.openxmlformats.org/officeDocument/2006/relationships/notesSlide" Target="../notesSlides/notesSlide2.xml"/><Relationship Id="rId16" Type="http://schemas.openxmlformats.org/officeDocument/2006/relationships/image" Target="../media/image13.png"/><Relationship Id="rId20"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8.png"/><Relationship Id="rId24" Type="http://schemas.openxmlformats.org/officeDocument/2006/relationships/image" Target="../media/image21.png"/><Relationship Id="rId5" Type="http://schemas.openxmlformats.org/officeDocument/2006/relationships/image" Target="../media/image6.png"/><Relationship Id="rId15" Type="http://schemas.openxmlformats.org/officeDocument/2006/relationships/image" Target="../media/image12.png"/><Relationship Id="rId23" Type="http://schemas.openxmlformats.org/officeDocument/2006/relationships/image" Target="../media/image19.png"/><Relationship Id="rId28" Type="http://schemas.openxmlformats.org/officeDocument/2006/relationships/image" Target="../media/image20.png"/><Relationship Id="rId10" Type="http://schemas.openxmlformats.org/officeDocument/2006/relationships/image" Target="../media/image7.png"/><Relationship Id="rId19" Type="http://schemas.openxmlformats.org/officeDocument/2006/relationships/image" Target="../media/image16.png"/><Relationship Id="rId4" Type="http://schemas.openxmlformats.org/officeDocument/2006/relationships/slide" Target="slide2.xml"/><Relationship Id="rId9" Type="http://schemas.openxmlformats.org/officeDocument/2006/relationships/image" Target="../media/image4.png"/><Relationship Id="rId14" Type="http://schemas.openxmlformats.org/officeDocument/2006/relationships/image" Target="../media/image11.png"/><Relationship Id="rId22" Type="http://schemas.openxmlformats.org/officeDocument/2006/relationships/image" Target="../media/image18.png"/><Relationship Id="rId27" Type="http://schemas.openxmlformats.org/officeDocument/2006/relationships/image" Target="../media/image24.pn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10.png"/><Relationship Id="rId18" Type="http://schemas.openxmlformats.org/officeDocument/2006/relationships/image" Target="../media/image15.png"/><Relationship Id="rId26" Type="http://schemas.openxmlformats.org/officeDocument/2006/relationships/image" Target="../media/image24.png"/><Relationship Id="rId3" Type="http://schemas.openxmlformats.org/officeDocument/2006/relationships/image" Target="../media/image5.png"/><Relationship Id="rId21" Type="http://schemas.openxmlformats.org/officeDocument/2006/relationships/image" Target="../media/image18.png"/><Relationship Id="rId7" Type="http://schemas.openxmlformats.org/officeDocument/2006/relationships/image" Target="../media/image2.png"/><Relationship Id="rId12" Type="http://schemas.openxmlformats.org/officeDocument/2006/relationships/image" Target="../media/image9.png"/><Relationship Id="rId17" Type="http://schemas.openxmlformats.org/officeDocument/2006/relationships/image" Target="../media/image14.png"/><Relationship Id="rId25" Type="http://schemas.openxmlformats.org/officeDocument/2006/relationships/image" Target="../media/image23.png"/><Relationship Id="rId2" Type="http://schemas.openxmlformats.org/officeDocument/2006/relationships/notesSlide" Target="../notesSlides/notesSlide3.xml"/><Relationship Id="rId16" Type="http://schemas.openxmlformats.org/officeDocument/2006/relationships/image" Target="../media/image13.png"/><Relationship Id="rId20"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8.png"/><Relationship Id="rId24" Type="http://schemas.openxmlformats.org/officeDocument/2006/relationships/image" Target="../media/image25.png"/><Relationship Id="rId5" Type="http://schemas.openxmlformats.org/officeDocument/2006/relationships/image" Target="../media/image6.png"/><Relationship Id="rId15" Type="http://schemas.openxmlformats.org/officeDocument/2006/relationships/image" Target="../media/image12.png"/><Relationship Id="rId23" Type="http://schemas.openxmlformats.org/officeDocument/2006/relationships/slide" Target="slide4.xml"/><Relationship Id="rId10" Type="http://schemas.openxmlformats.org/officeDocument/2006/relationships/image" Target="../media/image7.png"/><Relationship Id="rId19" Type="http://schemas.openxmlformats.org/officeDocument/2006/relationships/image" Target="../media/image16.png"/><Relationship Id="rId4" Type="http://schemas.openxmlformats.org/officeDocument/2006/relationships/slide" Target="slide2.xml"/><Relationship Id="rId9" Type="http://schemas.openxmlformats.org/officeDocument/2006/relationships/image" Target="../media/image4.png"/><Relationship Id="rId14" Type="http://schemas.openxmlformats.org/officeDocument/2006/relationships/image" Target="../media/image11.png"/><Relationship Id="rId22" Type="http://schemas.openxmlformats.org/officeDocument/2006/relationships/image" Target="../media/image19.png"/><Relationship Id="rId27" Type="http://schemas.openxmlformats.org/officeDocument/2006/relationships/image" Target="../media/image20.png"/></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slide" Target="slide5.xml"/><Relationship Id="rId18" Type="http://schemas.openxmlformats.org/officeDocument/2006/relationships/image" Target="../media/image14.png"/><Relationship Id="rId26" Type="http://schemas.openxmlformats.org/officeDocument/2006/relationships/image" Target="../media/image23.png"/><Relationship Id="rId3" Type="http://schemas.openxmlformats.org/officeDocument/2006/relationships/image" Target="../media/image5.png"/><Relationship Id="rId21" Type="http://schemas.openxmlformats.org/officeDocument/2006/relationships/image" Target="../media/image17.png"/><Relationship Id="rId7" Type="http://schemas.openxmlformats.org/officeDocument/2006/relationships/image" Target="../media/image2.png"/><Relationship Id="rId12" Type="http://schemas.openxmlformats.org/officeDocument/2006/relationships/image" Target="../media/image9.png"/><Relationship Id="rId17" Type="http://schemas.openxmlformats.org/officeDocument/2006/relationships/image" Target="../media/image13.png"/><Relationship Id="rId25" Type="http://schemas.openxmlformats.org/officeDocument/2006/relationships/image" Target="../media/image25.png"/><Relationship Id="rId2" Type="http://schemas.openxmlformats.org/officeDocument/2006/relationships/notesSlide" Target="../notesSlides/notesSlide4.xml"/><Relationship Id="rId16" Type="http://schemas.openxmlformats.org/officeDocument/2006/relationships/image" Target="../media/image12.png"/><Relationship Id="rId20"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8.png"/><Relationship Id="rId24" Type="http://schemas.openxmlformats.org/officeDocument/2006/relationships/image" Target="../media/image24.png"/><Relationship Id="rId5" Type="http://schemas.openxmlformats.org/officeDocument/2006/relationships/image" Target="../media/image6.png"/><Relationship Id="rId15" Type="http://schemas.openxmlformats.org/officeDocument/2006/relationships/image" Target="../media/image11.png"/><Relationship Id="rId23" Type="http://schemas.openxmlformats.org/officeDocument/2006/relationships/image" Target="../media/image19.png"/><Relationship Id="rId10" Type="http://schemas.openxmlformats.org/officeDocument/2006/relationships/image" Target="../media/image7.png"/><Relationship Id="rId19" Type="http://schemas.openxmlformats.org/officeDocument/2006/relationships/image" Target="../media/image15.png"/><Relationship Id="rId4" Type="http://schemas.openxmlformats.org/officeDocument/2006/relationships/slide" Target="slide2.xml"/><Relationship Id="rId9" Type="http://schemas.openxmlformats.org/officeDocument/2006/relationships/image" Target="../media/image4.png"/><Relationship Id="rId14" Type="http://schemas.openxmlformats.org/officeDocument/2006/relationships/image" Target="../media/image10.png"/><Relationship Id="rId22" Type="http://schemas.openxmlformats.org/officeDocument/2006/relationships/image" Target="../media/image18.png"/><Relationship Id="rId27"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image" Target="../media/image12.png"/><Relationship Id="rId18" Type="http://schemas.openxmlformats.org/officeDocument/2006/relationships/image" Target="../media/image23.png"/><Relationship Id="rId3" Type="http://schemas.openxmlformats.org/officeDocument/2006/relationships/image" Target="../media/image15.png"/><Relationship Id="rId7" Type="http://schemas.openxmlformats.org/officeDocument/2006/relationships/image" Target="../media/image16.png"/><Relationship Id="rId12" Type="http://schemas.openxmlformats.org/officeDocument/2006/relationships/image" Target="../media/image17.png"/><Relationship Id="rId17" Type="http://schemas.openxmlformats.org/officeDocument/2006/relationships/image" Target="../media/image25.png"/><Relationship Id="rId2" Type="http://schemas.openxmlformats.org/officeDocument/2006/relationships/notesSlide" Target="../notesSlides/notesSlide5.xml"/><Relationship Id="rId16" Type="http://schemas.openxmlformats.org/officeDocument/2006/relationships/image" Target="../media/image19.png"/><Relationship Id="rId20"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4.png"/><Relationship Id="rId4" Type="http://schemas.openxmlformats.org/officeDocument/2006/relationships/image" Target="../media/image7.png"/><Relationship Id="rId9" Type="http://schemas.openxmlformats.org/officeDocument/2006/relationships/image" Target="../media/image10.png"/><Relationship Id="rId1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slide" Target="slide5.xml"/><Relationship Id="rId18" Type="http://schemas.openxmlformats.org/officeDocument/2006/relationships/image" Target="../media/image13.png"/><Relationship Id="rId26" Type="http://schemas.openxmlformats.org/officeDocument/2006/relationships/image" Target="../media/image23.png"/><Relationship Id="rId3" Type="http://schemas.openxmlformats.org/officeDocument/2006/relationships/image" Target="../media/image5.png"/><Relationship Id="rId21" Type="http://schemas.openxmlformats.org/officeDocument/2006/relationships/image" Target="../media/image16.png"/><Relationship Id="rId7" Type="http://schemas.openxmlformats.org/officeDocument/2006/relationships/image" Target="../media/image2.png"/><Relationship Id="rId12" Type="http://schemas.openxmlformats.org/officeDocument/2006/relationships/image" Target="../media/image9.png"/><Relationship Id="rId17" Type="http://schemas.openxmlformats.org/officeDocument/2006/relationships/image" Target="../media/image12.png"/><Relationship Id="rId25" Type="http://schemas.openxmlformats.org/officeDocument/2006/relationships/image" Target="../media/image25.png"/><Relationship Id="rId2" Type="http://schemas.openxmlformats.org/officeDocument/2006/relationships/notesSlide" Target="../notesSlides/notesSlide6.xml"/><Relationship Id="rId16" Type="http://schemas.openxmlformats.org/officeDocument/2006/relationships/image" Target="../media/image11.png"/><Relationship Id="rId20"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8.png"/><Relationship Id="rId24" Type="http://schemas.openxmlformats.org/officeDocument/2006/relationships/image" Target="../media/image19.png"/><Relationship Id="rId5" Type="http://schemas.openxmlformats.org/officeDocument/2006/relationships/image" Target="../media/image6.png"/><Relationship Id="rId15" Type="http://schemas.openxmlformats.org/officeDocument/2006/relationships/slide" Target="slide7.xml"/><Relationship Id="rId23" Type="http://schemas.openxmlformats.org/officeDocument/2006/relationships/image" Target="../media/image18.png"/><Relationship Id="rId10" Type="http://schemas.openxmlformats.org/officeDocument/2006/relationships/image" Target="../media/image7.png"/><Relationship Id="rId19" Type="http://schemas.openxmlformats.org/officeDocument/2006/relationships/image" Target="../media/image14.png"/><Relationship Id="rId4" Type="http://schemas.openxmlformats.org/officeDocument/2006/relationships/slide" Target="slide2.xml"/><Relationship Id="rId9" Type="http://schemas.openxmlformats.org/officeDocument/2006/relationships/image" Target="../media/image4.png"/><Relationship Id="rId14" Type="http://schemas.openxmlformats.org/officeDocument/2006/relationships/image" Target="../media/image10.png"/><Relationship Id="rId22" Type="http://schemas.openxmlformats.org/officeDocument/2006/relationships/image" Target="../media/image17.png"/><Relationship Id="rId27"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slide" Target="slide5.xml"/><Relationship Id="rId18" Type="http://schemas.openxmlformats.org/officeDocument/2006/relationships/image" Target="../media/image14.png"/><Relationship Id="rId26" Type="http://schemas.openxmlformats.org/officeDocument/2006/relationships/slide" Target="slide8.xml"/><Relationship Id="rId3" Type="http://schemas.openxmlformats.org/officeDocument/2006/relationships/image" Target="../media/image5.png"/><Relationship Id="rId21" Type="http://schemas.openxmlformats.org/officeDocument/2006/relationships/image" Target="../media/image17.png"/><Relationship Id="rId7" Type="http://schemas.openxmlformats.org/officeDocument/2006/relationships/image" Target="../media/image2.png"/><Relationship Id="rId12" Type="http://schemas.openxmlformats.org/officeDocument/2006/relationships/image" Target="../media/image9.png"/><Relationship Id="rId17" Type="http://schemas.openxmlformats.org/officeDocument/2006/relationships/image" Target="../media/image13.png"/><Relationship Id="rId25" Type="http://schemas.openxmlformats.org/officeDocument/2006/relationships/image" Target="../media/image23.png"/><Relationship Id="rId2" Type="http://schemas.openxmlformats.org/officeDocument/2006/relationships/notesSlide" Target="../notesSlides/notesSlide7.xml"/><Relationship Id="rId16" Type="http://schemas.openxmlformats.org/officeDocument/2006/relationships/image" Target="../media/image12.png"/><Relationship Id="rId20" Type="http://schemas.openxmlformats.org/officeDocument/2006/relationships/image" Target="../media/image16.png"/><Relationship Id="rId29"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8.png"/><Relationship Id="rId24" Type="http://schemas.openxmlformats.org/officeDocument/2006/relationships/image" Target="../media/image25.png"/><Relationship Id="rId5" Type="http://schemas.openxmlformats.org/officeDocument/2006/relationships/image" Target="../media/image6.png"/><Relationship Id="rId15" Type="http://schemas.openxmlformats.org/officeDocument/2006/relationships/image" Target="../media/image11.png"/><Relationship Id="rId23" Type="http://schemas.openxmlformats.org/officeDocument/2006/relationships/image" Target="../media/image19.png"/><Relationship Id="rId28" Type="http://schemas.openxmlformats.org/officeDocument/2006/relationships/image" Target="../media/image24.png"/><Relationship Id="rId10" Type="http://schemas.openxmlformats.org/officeDocument/2006/relationships/image" Target="../media/image7.png"/><Relationship Id="rId19" Type="http://schemas.openxmlformats.org/officeDocument/2006/relationships/image" Target="../media/image15.png"/><Relationship Id="rId4" Type="http://schemas.openxmlformats.org/officeDocument/2006/relationships/slide" Target="slide2.xml"/><Relationship Id="rId9" Type="http://schemas.openxmlformats.org/officeDocument/2006/relationships/image" Target="../media/image4.png"/><Relationship Id="rId14" Type="http://schemas.openxmlformats.org/officeDocument/2006/relationships/image" Target="../media/image10.png"/><Relationship Id="rId22" Type="http://schemas.openxmlformats.org/officeDocument/2006/relationships/image" Target="../media/image18.png"/><Relationship Id="rId27"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slide" Target="slide5.xml"/><Relationship Id="rId18" Type="http://schemas.openxmlformats.org/officeDocument/2006/relationships/image" Target="../media/image14.png"/><Relationship Id="rId26" Type="http://schemas.openxmlformats.org/officeDocument/2006/relationships/slide" Target="slide10.xml"/><Relationship Id="rId3" Type="http://schemas.openxmlformats.org/officeDocument/2006/relationships/image" Target="../media/image5.png"/><Relationship Id="rId21" Type="http://schemas.openxmlformats.org/officeDocument/2006/relationships/image" Target="../media/image17.png"/><Relationship Id="rId7" Type="http://schemas.openxmlformats.org/officeDocument/2006/relationships/image" Target="../media/image2.png"/><Relationship Id="rId12" Type="http://schemas.openxmlformats.org/officeDocument/2006/relationships/image" Target="../media/image9.png"/><Relationship Id="rId17" Type="http://schemas.openxmlformats.org/officeDocument/2006/relationships/image" Target="../media/image13.png"/><Relationship Id="rId25" Type="http://schemas.openxmlformats.org/officeDocument/2006/relationships/image" Target="../media/image23.png"/><Relationship Id="rId2" Type="http://schemas.openxmlformats.org/officeDocument/2006/relationships/notesSlide" Target="../notesSlides/notesSlide8.xml"/><Relationship Id="rId16" Type="http://schemas.openxmlformats.org/officeDocument/2006/relationships/image" Target="../media/image12.png"/><Relationship Id="rId20" Type="http://schemas.openxmlformats.org/officeDocument/2006/relationships/image" Target="../media/image16.png"/><Relationship Id="rId29"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png"/><Relationship Id="rId11" Type="http://schemas.openxmlformats.org/officeDocument/2006/relationships/image" Target="../media/image8.png"/><Relationship Id="rId24" Type="http://schemas.openxmlformats.org/officeDocument/2006/relationships/image" Target="../media/image25.png"/><Relationship Id="rId5" Type="http://schemas.openxmlformats.org/officeDocument/2006/relationships/image" Target="../media/image6.png"/><Relationship Id="rId15" Type="http://schemas.openxmlformats.org/officeDocument/2006/relationships/image" Target="../media/image11.png"/><Relationship Id="rId23" Type="http://schemas.openxmlformats.org/officeDocument/2006/relationships/image" Target="../media/image19.png"/><Relationship Id="rId28" Type="http://schemas.openxmlformats.org/officeDocument/2006/relationships/image" Target="../media/image20.png"/><Relationship Id="rId10" Type="http://schemas.openxmlformats.org/officeDocument/2006/relationships/image" Target="../media/image7.png"/><Relationship Id="rId19" Type="http://schemas.openxmlformats.org/officeDocument/2006/relationships/image" Target="../media/image15.png"/><Relationship Id="rId4" Type="http://schemas.openxmlformats.org/officeDocument/2006/relationships/slide" Target="slide2.xml"/><Relationship Id="rId9" Type="http://schemas.openxmlformats.org/officeDocument/2006/relationships/image" Target="../media/image4.png"/><Relationship Id="rId14" Type="http://schemas.openxmlformats.org/officeDocument/2006/relationships/image" Target="../media/image10.png"/><Relationship Id="rId22" Type="http://schemas.openxmlformats.org/officeDocument/2006/relationships/image" Target="../media/image18.png"/><Relationship Id="rId27"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slide" Target="slide5.xml"/><Relationship Id="rId18" Type="http://schemas.openxmlformats.org/officeDocument/2006/relationships/image" Target="../media/image13.png"/><Relationship Id="rId26" Type="http://schemas.openxmlformats.org/officeDocument/2006/relationships/image" Target="../media/image25.png"/><Relationship Id="rId3" Type="http://schemas.openxmlformats.org/officeDocument/2006/relationships/image" Target="../media/image5.png"/><Relationship Id="rId21" Type="http://schemas.openxmlformats.org/officeDocument/2006/relationships/slide" Target="slide12.xml"/><Relationship Id="rId7" Type="http://schemas.openxmlformats.org/officeDocument/2006/relationships/image" Target="../media/image2.png"/><Relationship Id="rId12" Type="http://schemas.openxmlformats.org/officeDocument/2006/relationships/image" Target="../media/image9.png"/><Relationship Id="rId17" Type="http://schemas.openxmlformats.org/officeDocument/2006/relationships/image" Target="../media/image12.png"/><Relationship Id="rId25" Type="http://schemas.openxmlformats.org/officeDocument/2006/relationships/image" Target="../media/image19.png"/><Relationship Id="rId2" Type="http://schemas.openxmlformats.org/officeDocument/2006/relationships/notesSlide" Target="../notesSlides/notesSlide9.xml"/><Relationship Id="rId16" Type="http://schemas.openxmlformats.org/officeDocument/2006/relationships/image" Target="../media/image11.png"/><Relationship Id="rId20" Type="http://schemas.openxmlformats.org/officeDocument/2006/relationships/image" Target="../media/image15.png"/><Relationship Id="rId29"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8.png"/><Relationship Id="rId24" Type="http://schemas.openxmlformats.org/officeDocument/2006/relationships/image" Target="../media/image18.png"/><Relationship Id="rId5" Type="http://schemas.openxmlformats.org/officeDocument/2006/relationships/image" Target="../media/image6.png"/><Relationship Id="rId15" Type="http://schemas.openxmlformats.org/officeDocument/2006/relationships/slide" Target="slide7.xml"/><Relationship Id="rId23" Type="http://schemas.openxmlformats.org/officeDocument/2006/relationships/image" Target="../media/image17.png"/><Relationship Id="rId28" Type="http://schemas.openxmlformats.org/officeDocument/2006/relationships/image" Target="../media/image20.png"/><Relationship Id="rId10" Type="http://schemas.openxmlformats.org/officeDocument/2006/relationships/image" Target="../media/image7.png"/><Relationship Id="rId19" Type="http://schemas.openxmlformats.org/officeDocument/2006/relationships/image" Target="../media/image14.png"/><Relationship Id="rId4" Type="http://schemas.openxmlformats.org/officeDocument/2006/relationships/slide" Target="slide2.xml"/><Relationship Id="rId9" Type="http://schemas.openxmlformats.org/officeDocument/2006/relationships/image" Target="../media/image4.png"/><Relationship Id="rId14" Type="http://schemas.openxmlformats.org/officeDocument/2006/relationships/image" Target="../media/image10.png"/><Relationship Id="rId22" Type="http://schemas.openxmlformats.org/officeDocument/2006/relationships/image" Target="../media/image16.png"/><Relationship Id="rId27"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slide" Target="slide15.xml"/><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slide" Target="slide14.xml"/><Relationship Id="rId5" Type="http://schemas.openxmlformats.org/officeDocument/2006/relationships/image" Target="../media/image27.png"/><Relationship Id="rId4" Type="http://schemas.openxmlformats.org/officeDocument/2006/relationships/slide" Target="slide10.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slide" Target="slide13.xml"/></Relationships>
</file>

<file path=ppt/slides/_rels/slide1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slide" Target="slide16.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0.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18.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0.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slide" Target="slide20.xml"/><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9.jpe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7.png"/><Relationship Id="rId7" Type="http://schemas.openxmlformats.org/officeDocument/2006/relationships/slide" Target="slide17.xml"/><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30.png"/><Relationship Id="rId5" Type="http://schemas.openxmlformats.org/officeDocument/2006/relationships/image" Target="../media/image27.png"/><Relationship Id="rId4" Type="http://schemas.openxmlformats.org/officeDocument/2006/relationships/image" Target="../media/image18.png"/><Relationship Id="rId9" Type="http://schemas.openxmlformats.org/officeDocument/2006/relationships/image" Target="../media/image24.png"/></Relationships>
</file>

<file path=ppt/slides/_rels/slide2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7.png"/><Relationship Id="rId7"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image" Target="../media/image27.png"/><Relationship Id="rId4" Type="http://schemas.openxmlformats.org/officeDocument/2006/relationships/image" Target="../media/image18.png"/><Relationship Id="rId9" Type="http://schemas.openxmlformats.org/officeDocument/2006/relationships/image" Target="../media/image24.png"/></Relationships>
</file>

<file path=ppt/slides/_rels/slide2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7.png"/><Relationship Id="rId7"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slide" Target="slide22.xml"/><Relationship Id="rId5" Type="http://schemas.openxmlformats.org/officeDocument/2006/relationships/image" Target="../media/image27.png"/><Relationship Id="rId4" Type="http://schemas.openxmlformats.org/officeDocument/2006/relationships/image" Target="../media/image18.png"/><Relationship Id="rId9" Type="http://schemas.openxmlformats.org/officeDocument/2006/relationships/image" Target="../media/image20.png"/></Relationships>
</file>

<file path=ppt/slides/_rels/slide22.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5.png"/><Relationship Id="rId18" Type="http://schemas.openxmlformats.org/officeDocument/2006/relationships/image" Target="../media/image20.png"/><Relationship Id="rId3" Type="http://schemas.openxmlformats.org/officeDocument/2006/relationships/image" Target="../media/image17.png"/><Relationship Id="rId7" Type="http://schemas.openxmlformats.org/officeDocument/2006/relationships/image" Target="../media/image30.png"/><Relationship Id="rId12" Type="http://schemas.openxmlformats.org/officeDocument/2006/relationships/image" Target="../media/image36.png"/><Relationship Id="rId17" Type="http://schemas.openxmlformats.org/officeDocument/2006/relationships/image" Target="../media/image38.png"/><Relationship Id="rId2" Type="http://schemas.openxmlformats.org/officeDocument/2006/relationships/notesSlide" Target="../notesSlides/notesSlide16.xml"/><Relationship Id="rId16" Type="http://schemas.openxmlformats.org/officeDocument/2006/relationships/image" Target="../media/image37.png"/><Relationship Id="rId1" Type="http://schemas.openxmlformats.org/officeDocument/2006/relationships/slideLayout" Target="../slideLayouts/slideLayout5.xml"/><Relationship Id="rId6" Type="http://schemas.openxmlformats.org/officeDocument/2006/relationships/slide" Target="slide23.xml"/><Relationship Id="rId11" Type="http://schemas.openxmlformats.org/officeDocument/2006/relationships/image" Target="../media/image35.png"/><Relationship Id="rId5" Type="http://schemas.openxmlformats.org/officeDocument/2006/relationships/image" Target="../media/image27.png"/><Relationship Id="rId15" Type="http://schemas.openxmlformats.org/officeDocument/2006/relationships/image" Target="../media/image19.png"/><Relationship Id="rId10" Type="http://schemas.openxmlformats.org/officeDocument/2006/relationships/image" Target="../media/image34.png"/><Relationship Id="rId4" Type="http://schemas.openxmlformats.org/officeDocument/2006/relationships/image" Target="../media/image18.png"/><Relationship Id="rId9" Type="http://schemas.openxmlformats.org/officeDocument/2006/relationships/image" Target="../media/image33.png"/><Relationship Id="rId14" Type="http://schemas.openxmlformats.org/officeDocument/2006/relationships/image" Target="../media/image6.png"/></Relationships>
</file>

<file path=ppt/slides/_rels/slide23.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5.png"/><Relationship Id="rId3" Type="http://schemas.openxmlformats.org/officeDocument/2006/relationships/image" Target="../media/image17.png"/><Relationship Id="rId7" Type="http://schemas.openxmlformats.org/officeDocument/2006/relationships/image" Target="../media/image30.png"/><Relationship Id="rId12" Type="http://schemas.openxmlformats.org/officeDocument/2006/relationships/image" Target="../media/image36.png"/><Relationship Id="rId2" Type="http://schemas.openxmlformats.org/officeDocument/2006/relationships/notesSlide" Target="../notesSlides/notesSlide17.xml"/><Relationship Id="rId16" Type="http://schemas.openxmlformats.org/officeDocument/2006/relationships/image" Target="../media/image20.png"/><Relationship Id="rId1" Type="http://schemas.openxmlformats.org/officeDocument/2006/relationships/slideLayout" Target="../slideLayouts/slideLayout5.xml"/><Relationship Id="rId6" Type="http://schemas.openxmlformats.org/officeDocument/2006/relationships/slide" Target="slide24.xml"/><Relationship Id="rId11" Type="http://schemas.openxmlformats.org/officeDocument/2006/relationships/image" Target="../media/image35.png"/><Relationship Id="rId5" Type="http://schemas.openxmlformats.org/officeDocument/2006/relationships/image" Target="../media/image27.png"/><Relationship Id="rId15" Type="http://schemas.openxmlformats.org/officeDocument/2006/relationships/image" Target="../media/image19.png"/><Relationship Id="rId10" Type="http://schemas.openxmlformats.org/officeDocument/2006/relationships/image" Target="../media/image34.png"/><Relationship Id="rId4" Type="http://schemas.openxmlformats.org/officeDocument/2006/relationships/image" Target="../media/image18.png"/><Relationship Id="rId9" Type="http://schemas.openxmlformats.org/officeDocument/2006/relationships/image" Target="../media/image33.png"/><Relationship Id="rId14" Type="http://schemas.openxmlformats.org/officeDocument/2006/relationships/image" Target="../media/image6.png"/></Relationships>
</file>

<file path=ppt/slides/_rels/slide24.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19.png"/><Relationship Id="rId18" Type="http://schemas.openxmlformats.org/officeDocument/2006/relationships/slide" Target="slide25.xml"/><Relationship Id="rId3" Type="http://schemas.openxmlformats.org/officeDocument/2006/relationships/image" Target="../media/image17.png"/><Relationship Id="rId7" Type="http://schemas.openxmlformats.org/officeDocument/2006/relationships/image" Target="../media/image33.png"/><Relationship Id="rId12" Type="http://schemas.openxmlformats.org/officeDocument/2006/relationships/image" Target="../media/image6.png"/><Relationship Id="rId17" Type="http://schemas.openxmlformats.org/officeDocument/2006/relationships/image" Target="../media/image40.png"/><Relationship Id="rId2" Type="http://schemas.openxmlformats.org/officeDocument/2006/relationships/notesSlide" Target="../notesSlides/notesSlide18.xml"/><Relationship Id="rId16" Type="http://schemas.openxmlformats.org/officeDocument/2006/relationships/image" Target="../media/image39.png"/><Relationship Id="rId1" Type="http://schemas.openxmlformats.org/officeDocument/2006/relationships/slideLayout" Target="../slideLayouts/slideLayout5.xml"/><Relationship Id="rId6" Type="http://schemas.openxmlformats.org/officeDocument/2006/relationships/image" Target="../media/image32.png"/><Relationship Id="rId11" Type="http://schemas.openxmlformats.org/officeDocument/2006/relationships/image" Target="../media/image5.png"/><Relationship Id="rId5" Type="http://schemas.openxmlformats.org/officeDocument/2006/relationships/image" Target="../media/image27.png"/><Relationship Id="rId15" Type="http://schemas.openxmlformats.org/officeDocument/2006/relationships/image" Target="../media/image20.png"/><Relationship Id="rId10" Type="http://schemas.openxmlformats.org/officeDocument/2006/relationships/image" Target="../media/image36.png"/><Relationship Id="rId19" Type="http://schemas.openxmlformats.org/officeDocument/2006/relationships/image" Target="../media/image12.png"/><Relationship Id="rId4" Type="http://schemas.openxmlformats.org/officeDocument/2006/relationships/image" Target="../media/image18.png"/><Relationship Id="rId9" Type="http://schemas.openxmlformats.org/officeDocument/2006/relationships/image" Target="../media/image35.png"/><Relationship Id="rId14" Type="http://schemas.openxmlformats.org/officeDocument/2006/relationships/image" Target="../media/image24.png"/></Relationships>
</file>

<file path=ppt/slides/_rels/slide25.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19.png"/><Relationship Id="rId18" Type="http://schemas.openxmlformats.org/officeDocument/2006/relationships/image" Target="../media/image40.png"/><Relationship Id="rId3" Type="http://schemas.openxmlformats.org/officeDocument/2006/relationships/image" Target="../media/image17.png"/><Relationship Id="rId7" Type="http://schemas.openxmlformats.org/officeDocument/2006/relationships/image" Target="../media/image33.png"/><Relationship Id="rId12" Type="http://schemas.openxmlformats.org/officeDocument/2006/relationships/image" Target="../media/image6.png"/><Relationship Id="rId17" Type="http://schemas.openxmlformats.org/officeDocument/2006/relationships/image" Target="../media/image30.png"/><Relationship Id="rId2" Type="http://schemas.openxmlformats.org/officeDocument/2006/relationships/notesSlide" Target="../notesSlides/notesSlide19.xml"/><Relationship Id="rId16" Type="http://schemas.openxmlformats.org/officeDocument/2006/relationships/image" Target="../media/image20.png"/><Relationship Id="rId20" Type="http://schemas.openxmlformats.org/officeDocument/2006/relationships/image" Target="../media/image39.png"/><Relationship Id="rId1" Type="http://schemas.openxmlformats.org/officeDocument/2006/relationships/slideLayout" Target="../slideLayouts/slideLayout5.xml"/><Relationship Id="rId6" Type="http://schemas.openxmlformats.org/officeDocument/2006/relationships/image" Target="../media/image32.png"/><Relationship Id="rId11" Type="http://schemas.openxmlformats.org/officeDocument/2006/relationships/image" Target="../media/image5.png"/><Relationship Id="rId5" Type="http://schemas.openxmlformats.org/officeDocument/2006/relationships/image" Target="../media/image27.png"/><Relationship Id="rId15" Type="http://schemas.openxmlformats.org/officeDocument/2006/relationships/slide" Target="slide26.xml"/><Relationship Id="rId10" Type="http://schemas.openxmlformats.org/officeDocument/2006/relationships/image" Target="../media/image36.png"/><Relationship Id="rId19" Type="http://schemas.openxmlformats.org/officeDocument/2006/relationships/image" Target="../media/image12.png"/><Relationship Id="rId4" Type="http://schemas.openxmlformats.org/officeDocument/2006/relationships/image" Target="../media/image18.png"/><Relationship Id="rId9" Type="http://schemas.openxmlformats.org/officeDocument/2006/relationships/image" Target="../media/image35.png"/><Relationship Id="rId14" Type="http://schemas.openxmlformats.org/officeDocument/2006/relationships/image" Target="../media/image24.png"/></Relationships>
</file>

<file path=ppt/slides/_rels/slide26.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5.png"/><Relationship Id="rId18" Type="http://schemas.openxmlformats.org/officeDocument/2006/relationships/image" Target="../media/image34.png"/><Relationship Id="rId3" Type="http://schemas.openxmlformats.org/officeDocument/2006/relationships/image" Target="../media/image17.png"/><Relationship Id="rId7" Type="http://schemas.openxmlformats.org/officeDocument/2006/relationships/image" Target="../media/image36.png"/><Relationship Id="rId12" Type="http://schemas.openxmlformats.org/officeDocument/2006/relationships/image" Target="../media/image20.png"/><Relationship Id="rId17" Type="http://schemas.openxmlformats.org/officeDocument/2006/relationships/image" Target="../media/image19.png"/><Relationship Id="rId2" Type="http://schemas.openxmlformats.org/officeDocument/2006/relationships/notesSlide" Target="../notesSlides/notesSlide20.xml"/><Relationship Id="rId16" Type="http://schemas.openxmlformats.org/officeDocument/2006/relationships/image" Target="../media/image6.png"/><Relationship Id="rId20" Type="http://schemas.openxmlformats.org/officeDocument/2006/relationships/image" Target="../media/image39.png"/><Relationship Id="rId1" Type="http://schemas.openxmlformats.org/officeDocument/2006/relationships/slideLayout" Target="../slideLayouts/slideLayout5.xml"/><Relationship Id="rId6" Type="http://schemas.openxmlformats.org/officeDocument/2006/relationships/image" Target="../media/image35.png"/><Relationship Id="rId11" Type="http://schemas.openxmlformats.org/officeDocument/2006/relationships/image" Target="../media/image24.png"/><Relationship Id="rId5" Type="http://schemas.openxmlformats.org/officeDocument/2006/relationships/image" Target="../media/image27.png"/><Relationship Id="rId15" Type="http://schemas.openxmlformats.org/officeDocument/2006/relationships/image" Target="../media/image33.png"/><Relationship Id="rId10" Type="http://schemas.openxmlformats.org/officeDocument/2006/relationships/slide" Target="slide28.xml"/><Relationship Id="rId19" Type="http://schemas.openxmlformats.org/officeDocument/2006/relationships/image" Target="../media/image12.png"/><Relationship Id="rId4" Type="http://schemas.openxmlformats.org/officeDocument/2006/relationships/image" Target="../media/image18.png"/><Relationship Id="rId9" Type="http://schemas.openxmlformats.org/officeDocument/2006/relationships/image" Target="../media/image40.png"/><Relationship Id="rId14"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9.png"/><Relationship Id="rId3" Type="http://schemas.openxmlformats.org/officeDocument/2006/relationships/image" Target="../media/image17.png"/><Relationship Id="rId7" Type="http://schemas.openxmlformats.org/officeDocument/2006/relationships/image" Target="../media/image35.png"/><Relationship Id="rId12" Type="http://schemas.openxmlformats.org/officeDocument/2006/relationships/image" Target="../media/image6.png"/><Relationship Id="rId17" Type="http://schemas.openxmlformats.org/officeDocument/2006/relationships/image" Target="../media/image24.png"/><Relationship Id="rId2" Type="http://schemas.openxmlformats.org/officeDocument/2006/relationships/notesSlide" Target="../notesSlides/notesSlide21.xml"/><Relationship Id="rId16" Type="http://schemas.openxmlformats.org/officeDocument/2006/relationships/image" Target="../media/image20.png"/><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33.png"/><Relationship Id="rId5" Type="http://schemas.openxmlformats.org/officeDocument/2006/relationships/slide" Target="slide29.xml"/><Relationship Id="rId15" Type="http://schemas.openxmlformats.org/officeDocument/2006/relationships/image" Target="../media/image12.png"/><Relationship Id="rId10" Type="http://schemas.openxmlformats.org/officeDocument/2006/relationships/image" Target="../media/image32.png"/><Relationship Id="rId4" Type="http://schemas.openxmlformats.org/officeDocument/2006/relationships/image" Target="../media/image18.png"/><Relationship Id="rId9" Type="http://schemas.openxmlformats.org/officeDocument/2006/relationships/image" Target="../media/image5.png"/><Relationship Id="rId14" Type="http://schemas.openxmlformats.org/officeDocument/2006/relationships/image" Target="../media/image3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43.png"/><Relationship Id="rId3" Type="http://schemas.openxmlformats.org/officeDocument/2006/relationships/image" Target="../media/image27.png"/><Relationship Id="rId7" Type="http://schemas.openxmlformats.org/officeDocument/2006/relationships/image" Target="../media/image17.png"/><Relationship Id="rId12" Type="http://schemas.openxmlformats.org/officeDocument/2006/relationships/image" Target="../media/image19.png"/><Relationship Id="rId17" Type="http://schemas.openxmlformats.org/officeDocument/2006/relationships/image" Target="../media/image20.png"/><Relationship Id="rId2" Type="http://schemas.openxmlformats.org/officeDocument/2006/relationships/notesSlide" Target="../notesSlides/notesSlide22.xml"/><Relationship Id="rId16" Type="http://schemas.openxmlformats.org/officeDocument/2006/relationships/slide" Target="slide33.xml"/><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image" Target="../media/image1.png"/><Relationship Id="rId5" Type="http://schemas.openxmlformats.org/officeDocument/2006/relationships/image" Target="../media/image42.png"/><Relationship Id="rId15" Type="http://schemas.openxmlformats.org/officeDocument/2006/relationships/image" Target="../media/image30.png"/><Relationship Id="rId10" Type="http://schemas.openxmlformats.org/officeDocument/2006/relationships/image" Target="../media/image18.png"/><Relationship Id="rId4" Type="http://schemas.openxmlformats.org/officeDocument/2006/relationships/slide" Target="slide27.xml"/><Relationship Id="rId9" Type="http://schemas.openxmlformats.org/officeDocument/2006/relationships/image" Target="../media/image13.png"/><Relationship Id="rId14" Type="http://schemas.openxmlformats.org/officeDocument/2006/relationships/image" Target="../media/image38.png"/></Relationships>
</file>

<file path=ppt/slides/_rels/slide33.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43.png"/><Relationship Id="rId3" Type="http://schemas.openxmlformats.org/officeDocument/2006/relationships/image" Target="../media/image27.png"/><Relationship Id="rId7" Type="http://schemas.openxmlformats.org/officeDocument/2006/relationships/image" Target="../media/image17.png"/><Relationship Id="rId12" Type="http://schemas.openxmlformats.org/officeDocument/2006/relationships/image" Target="../media/image19.png"/><Relationship Id="rId17" Type="http://schemas.openxmlformats.org/officeDocument/2006/relationships/image" Target="../media/image20.png"/><Relationship Id="rId2" Type="http://schemas.openxmlformats.org/officeDocument/2006/relationships/notesSlide" Target="../notesSlides/notesSlide23.xml"/><Relationship Id="rId16" Type="http://schemas.openxmlformats.org/officeDocument/2006/relationships/slide" Target="slide34.xml"/><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image" Target="../media/image1.png"/><Relationship Id="rId5" Type="http://schemas.openxmlformats.org/officeDocument/2006/relationships/image" Target="../media/image42.png"/><Relationship Id="rId15" Type="http://schemas.openxmlformats.org/officeDocument/2006/relationships/image" Target="../media/image30.png"/><Relationship Id="rId10" Type="http://schemas.openxmlformats.org/officeDocument/2006/relationships/image" Target="../media/image18.png"/><Relationship Id="rId4" Type="http://schemas.openxmlformats.org/officeDocument/2006/relationships/slide" Target="slide27.xml"/><Relationship Id="rId9" Type="http://schemas.openxmlformats.org/officeDocument/2006/relationships/image" Target="../media/image13.png"/><Relationship Id="rId14" Type="http://schemas.openxmlformats.org/officeDocument/2006/relationships/image" Target="../media/image38.png"/></Relationships>
</file>

<file path=ppt/slides/_rels/slide34.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43.png"/><Relationship Id="rId3" Type="http://schemas.openxmlformats.org/officeDocument/2006/relationships/image" Target="../media/image27.png"/><Relationship Id="rId7" Type="http://schemas.openxmlformats.org/officeDocument/2006/relationships/image" Target="../media/image17.png"/><Relationship Id="rId12" Type="http://schemas.openxmlformats.org/officeDocument/2006/relationships/image" Target="../media/image19.png"/><Relationship Id="rId17" Type="http://schemas.openxmlformats.org/officeDocument/2006/relationships/image" Target="../media/image20.png"/><Relationship Id="rId2" Type="http://schemas.openxmlformats.org/officeDocument/2006/relationships/notesSlide" Target="../notesSlides/notesSlide24.xml"/><Relationship Id="rId16" Type="http://schemas.openxmlformats.org/officeDocument/2006/relationships/slide" Target="slide35.xml"/><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image" Target="../media/image1.png"/><Relationship Id="rId5" Type="http://schemas.openxmlformats.org/officeDocument/2006/relationships/image" Target="../media/image42.png"/><Relationship Id="rId15" Type="http://schemas.openxmlformats.org/officeDocument/2006/relationships/image" Target="../media/image30.png"/><Relationship Id="rId10" Type="http://schemas.openxmlformats.org/officeDocument/2006/relationships/image" Target="../media/image18.png"/><Relationship Id="rId4" Type="http://schemas.openxmlformats.org/officeDocument/2006/relationships/slide" Target="slide27.xml"/><Relationship Id="rId9" Type="http://schemas.openxmlformats.org/officeDocument/2006/relationships/image" Target="../media/image13.png"/><Relationship Id="rId14" Type="http://schemas.openxmlformats.org/officeDocument/2006/relationships/image" Target="../media/image38.png"/></Relationships>
</file>

<file path=ppt/slides/_rels/slide35.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43.png"/><Relationship Id="rId3" Type="http://schemas.openxmlformats.org/officeDocument/2006/relationships/image" Target="../media/image27.png"/><Relationship Id="rId7" Type="http://schemas.openxmlformats.org/officeDocument/2006/relationships/image" Target="../media/image17.png"/><Relationship Id="rId12" Type="http://schemas.openxmlformats.org/officeDocument/2006/relationships/image" Target="../media/image19.png"/><Relationship Id="rId17" Type="http://schemas.openxmlformats.org/officeDocument/2006/relationships/image" Target="../media/image20.png"/><Relationship Id="rId2" Type="http://schemas.openxmlformats.org/officeDocument/2006/relationships/notesSlide" Target="../notesSlides/notesSlide25.xml"/><Relationship Id="rId16" Type="http://schemas.openxmlformats.org/officeDocument/2006/relationships/slide" Target="slide36.xml"/><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image" Target="../media/image1.png"/><Relationship Id="rId5" Type="http://schemas.openxmlformats.org/officeDocument/2006/relationships/image" Target="../media/image42.png"/><Relationship Id="rId15" Type="http://schemas.openxmlformats.org/officeDocument/2006/relationships/image" Target="../media/image30.png"/><Relationship Id="rId10" Type="http://schemas.openxmlformats.org/officeDocument/2006/relationships/image" Target="../media/image18.png"/><Relationship Id="rId4" Type="http://schemas.openxmlformats.org/officeDocument/2006/relationships/slide" Target="slide27.xml"/><Relationship Id="rId9" Type="http://schemas.openxmlformats.org/officeDocument/2006/relationships/image" Target="../media/image13.png"/><Relationship Id="rId14" Type="http://schemas.openxmlformats.org/officeDocument/2006/relationships/image" Target="../media/image38.png"/></Relationships>
</file>

<file path=ppt/slides/_rels/slide36.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43.png"/><Relationship Id="rId3" Type="http://schemas.openxmlformats.org/officeDocument/2006/relationships/image" Target="../media/image27.png"/><Relationship Id="rId7" Type="http://schemas.openxmlformats.org/officeDocument/2006/relationships/image" Target="../media/image17.png"/><Relationship Id="rId12" Type="http://schemas.openxmlformats.org/officeDocument/2006/relationships/image" Target="../media/image19.png"/><Relationship Id="rId17" Type="http://schemas.openxmlformats.org/officeDocument/2006/relationships/slide" Target="slide37.xml"/><Relationship Id="rId2" Type="http://schemas.openxmlformats.org/officeDocument/2006/relationships/notesSlide" Target="../notesSlides/notesSlide26.xml"/><Relationship Id="rId16" Type="http://schemas.openxmlformats.org/officeDocument/2006/relationships/image" Target="../media/image30.png"/><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image" Target="../media/image1.png"/><Relationship Id="rId5" Type="http://schemas.openxmlformats.org/officeDocument/2006/relationships/image" Target="../media/image42.png"/><Relationship Id="rId15" Type="http://schemas.openxmlformats.org/officeDocument/2006/relationships/image" Target="../media/image20.png"/><Relationship Id="rId10" Type="http://schemas.openxmlformats.org/officeDocument/2006/relationships/image" Target="../media/image18.png"/><Relationship Id="rId4" Type="http://schemas.openxmlformats.org/officeDocument/2006/relationships/slide" Target="slide27.xml"/><Relationship Id="rId9" Type="http://schemas.openxmlformats.org/officeDocument/2006/relationships/image" Target="../media/image13.png"/><Relationship Id="rId14" Type="http://schemas.openxmlformats.org/officeDocument/2006/relationships/image" Target="../media/image38.png"/></Relationships>
</file>

<file path=ppt/slides/_rels/slide37.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43.png"/><Relationship Id="rId3" Type="http://schemas.openxmlformats.org/officeDocument/2006/relationships/image" Target="../media/image27.png"/><Relationship Id="rId7" Type="http://schemas.openxmlformats.org/officeDocument/2006/relationships/image" Target="../media/image17.png"/><Relationship Id="rId12" Type="http://schemas.openxmlformats.org/officeDocument/2006/relationships/image" Target="../media/image19.png"/><Relationship Id="rId17" Type="http://schemas.openxmlformats.org/officeDocument/2006/relationships/image" Target="../media/image20.png"/><Relationship Id="rId2" Type="http://schemas.openxmlformats.org/officeDocument/2006/relationships/notesSlide" Target="../notesSlides/notesSlide27.xml"/><Relationship Id="rId16" Type="http://schemas.openxmlformats.org/officeDocument/2006/relationships/image" Target="../media/image24.png"/><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image" Target="../media/image1.png"/><Relationship Id="rId5" Type="http://schemas.openxmlformats.org/officeDocument/2006/relationships/image" Target="../media/image42.png"/><Relationship Id="rId15" Type="http://schemas.openxmlformats.org/officeDocument/2006/relationships/slide" Target="slide38.xml"/><Relationship Id="rId10" Type="http://schemas.openxmlformats.org/officeDocument/2006/relationships/image" Target="../media/image18.png"/><Relationship Id="rId4" Type="http://schemas.openxmlformats.org/officeDocument/2006/relationships/slide" Target="slide27.xml"/><Relationship Id="rId9" Type="http://schemas.openxmlformats.org/officeDocument/2006/relationships/image" Target="../media/image13.png"/><Relationship Id="rId14"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43.png"/><Relationship Id="rId3" Type="http://schemas.openxmlformats.org/officeDocument/2006/relationships/image" Target="../media/image27.png"/><Relationship Id="rId7" Type="http://schemas.openxmlformats.org/officeDocument/2006/relationships/image" Target="../media/image17.png"/><Relationship Id="rId12" Type="http://schemas.openxmlformats.org/officeDocument/2006/relationships/image" Target="../media/image19.png"/><Relationship Id="rId17" Type="http://schemas.openxmlformats.org/officeDocument/2006/relationships/image" Target="../media/image20.png"/><Relationship Id="rId2" Type="http://schemas.openxmlformats.org/officeDocument/2006/relationships/notesSlide" Target="../notesSlides/notesSlide28.xml"/><Relationship Id="rId16" Type="http://schemas.openxmlformats.org/officeDocument/2006/relationships/image" Target="../media/image24.png"/><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image" Target="../media/image1.png"/><Relationship Id="rId5" Type="http://schemas.openxmlformats.org/officeDocument/2006/relationships/image" Target="../media/image42.png"/><Relationship Id="rId15" Type="http://schemas.openxmlformats.org/officeDocument/2006/relationships/image" Target="../media/image38.png"/><Relationship Id="rId10" Type="http://schemas.openxmlformats.org/officeDocument/2006/relationships/image" Target="../media/image18.png"/><Relationship Id="rId4" Type="http://schemas.openxmlformats.org/officeDocument/2006/relationships/slide" Target="slide27.xml"/><Relationship Id="rId9" Type="http://schemas.openxmlformats.org/officeDocument/2006/relationships/image" Target="../media/image13.png"/><Relationship Id="rId14" Type="http://schemas.openxmlformats.org/officeDocument/2006/relationships/slide" Target="slide42.xml"/></Relationships>
</file>

<file path=ppt/slides/_rels/slide4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19.png"/><Relationship Id="rId3" Type="http://schemas.openxmlformats.org/officeDocument/2006/relationships/slide" Target="slide43.xml"/><Relationship Id="rId7" Type="http://schemas.openxmlformats.org/officeDocument/2006/relationships/image" Target="../media/image5.png"/><Relationship Id="rId12" Type="http://schemas.openxmlformats.org/officeDocument/2006/relationships/image" Target="../media/image1.png"/><Relationship Id="rId2" Type="http://schemas.openxmlformats.org/officeDocument/2006/relationships/notesSlide" Target="../notesSlides/notesSlide29.xml"/><Relationship Id="rId16" Type="http://schemas.openxmlformats.org/officeDocument/2006/relationships/image" Target="../media/image20.png"/><Relationship Id="rId1" Type="http://schemas.openxmlformats.org/officeDocument/2006/relationships/slideLayout" Target="../slideLayouts/slideLayout6.xml"/><Relationship Id="rId6" Type="http://schemas.openxmlformats.org/officeDocument/2006/relationships/image" Target="../media/image42.png"/><Relationship Id="rId11" Type="http://schemas.openxmlformats.org/officeDocument/2006/relationships/image" Target="../media/image18.png"/><Relationship Id="rId5" Type="http://schemas.openxmlformats.org/officeDocument/2006/relationships/slide" Target="slide27.xml"/><Relationship Id="rId15" Type="http://schemas.openxmlformats.org/officeDocument/2006/relationships/image" Target="../media/image38.png"/><Relationship Id="rId10" Type="http://schemas.openxmlformats.org/officeDocument/2006/relationships/image" Target="../media/image13.png"/><Relationship Id="rId4" Type="http://schemas.openxmlformats.org/officeDocument/2006/relationships/image" Target="../media/image27.png"/><Relationship Id="rId9" Type="http://schemas.openxmlformats.org/officeDocument/2006/relationships/image" Target="../media/image3.png"/><Relationship Id="rId14" Type="http://schemas.openxmlformats.org/officeDocument/2006/relationships/image" Target="../media/image43.png"/></Relationships>
</file>

<file path=ppt/slides/_rels/slide43.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slide" Target="slide44.xml"/><Relationship Id="rId3" Type="http://schemas.openxmlformats.org/officeDocument/2006/relationships/image" Target="../media/image44.png"/><Relationship Id="rId7" Type="http://schemas.openxmlformats.org/officeDocument/2006/relationships/image" Target="../media/image5.png"/><Relationship Id="rId12"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42.png"/><Relationship Id="rId11" Type="http://schemas.openxmlformats.org/officeDocument/2006/relationships/image" Target="../media/image27.png"/><Relationship Id="rId5" Type="http://schemas.openxmlformats.org/officeDocument/2006/relationships/image" Target="../media/image8.png"/><Relationship Id="rId10"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18.png"/><Relationship Id="rId14" Type="http://schemas.openxmlformats.org/officeDocument/2006/relationships/image" Target="../media/image20.png"/></Relationships>
</file>

<file path=ppt/slides/_rels/slide44.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27.png"/><Relationship Id="rId3" Type="http://schemas.openxmlformats.org/officeDocument/2006/relationships/image" Target="../media/image44.png"/><Relationship Id="rId7" Type="http://schemas.openxmlformats.org/officeDocument/2006/relationships/slide" Target="slide45.xml"/><Relationship Id="rId12" Type="http://schemas.openxmlformats.org/officeDocument/2006/relationships/image" Target="../media/image1.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18.png"/><Relationship Id="rId5" Type="http://schemas.openxmlformats.org/officeDocument/2006/relationships/image" Target="../media/image8.png"/><Relationship Id="rId10"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5.png"/></Relationships>
</file>

<file path=ppt/slides/_rels/slide45.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1.png"/><Relationship Id="rId3" Type="http://schemas.openxmlformats.org/officeDocument/2006/relationships/image" Target="../media/image44.png"/><Relationship Id="rId7" Type="http://schemas.openxmlformats.org/officeDocument/2006/relationships/slide" Target="slide46.xml"/><Relationship Id="rId12" Type="http://schemas.openxmlformats.org/officeDocument/2006/relationships/image" Target="../media/image18.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3.png"/><Relationship Id="rId5" Type="http://schemas.openxmlformats.org/officeDocument/2006/relationships/image" Target="../media/image8.png"/><Relationship Id="rId10"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42.png"/><Relationship Id="rId14" Type="http://schemas.openxmlformats.org/officeDocument/2006/relationships/image" Target="../media/image27.png"/></Relationships>
</file>

<file path=ppt/slides/_rels/slide46.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27.png"/><Relationship Id="rId3" Type="http://schemas.openxmlformats.org/officeDocument/2006/relationships/image" Target="../media/image28.png"/><Relationship Id="rId7" Type="http://schemas.openxmlformats.org/officeDocument/2006/relationships/image" Target="../media/image20.png"/><Relationship Id="rId12" Type="http://schemas.openxmlformats.org/officeDocument/2006/relationships/image" Target="../media/image1.png"/><Relationship Id="rId2" Type="http://schemas.openxmlformats.org/officeDocument/2006/relationships/slide" Target="slide47.xml"/><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8.png"/><Relationship Id="rId5" Type="http://schemas.openxmlformats.org/officeDocument/2006/relationships/image" Target="../media/image4.png"/><Relationship Id="rId10" Type="http://schemas.openxmlformats.org/officeDocument/2006/relationships/image" Target="../media/image3.png"/><Relationship Id="rId4" Type="http://schemas.openxmlformats.org/officeDocument/2006/relationships/image" Target="../media/image44.png"/><Relationship Id="rId9" Type="http://schemas.openxmlformats.org/officeDocument/2006/relationships/image" Target="../media/image5.png"/></Relationships>
</file>

<file path=ppt/slides/_rels/slide4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4.png"/><Relationship Id="rId7" Type="http://schemas.openxmlformats.org/officeDocument/2006/relationships/image" Target="../media/image3.png"/><Relationship Id="rId12" Type="http://schemas.openxmlformats.org/officeDocument/2006/relationships/slide" Target="slide46.xml"/><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30.png"/><Relationship Id="rId5" Type="http://schemas.openxmlformats.org/officeDocument/2006/relationships/image" Target="../media/image42.png"/><Relationship Id="rId10" Type="http://schemas.openxmlformats.org/officeDocument/2006/relationships/image" Target="../media/image27.png"/><Relationship Id="rId4" Type="http://schemas.openxmlformats.org/officeDocument/2006/relationships/image" Target="../media/image8.png"/><Relationship Id="rId9" Type="http://schemas.openxmlformats.org/officeDocument/2006/relationships/image" Target="../media/image1.png"/></Relationships>
</file>

<file path=ppt/slides/_rels/slide48.xml.rels><?xml version="1.0" encoding="UTF-8" standalone="yes"?>
<Relationships xmlns="http://schemas.openxmlformats.org/package/2006/relationships"><Relationship Id="rId8" Type="http://schemas.openxmlformats.org/officeDocument/2006/relationships/hyperlink" Target="https://www.flaticon.com/free-icon/restaurant-building_8503966?term=restaurant&amp;page=1&amp;position=7&amp;origin=search&amp;related_id=8503966" TargetMode="External"/><Relationship Id="rId3" Type="http://schemas.openxmlformats.org/officeDocument/2006/relationships/hyperlink" Target="https://www.flaticon.com/free-icon/home_1946436?term=home&amp;page=1&amp;position=4&amp;origin=search&amp;related_id=1946436" TargetMode="External"/><Relationship Id="rId7" Type="http://schemas.openxmlformats.org/officeDocument/2006/relationships/hyperlink" Target="https://www.flaticon.com/free-icon/restaurant_948036?term=restaurant&amp;page=1&amp;position=3&amp;origin=search&amp;related_id=948036" TargetMode="External"/><Relationship Id="rId2" Type="http://schemas.openxmlformats.org/officeDocument/2006/relationships/hyperlink" Target="https://www.flaticon.com/free-icon/rollercoaster_4867296?term=rollercoaster&amp;page=1&amp;position=5&amp;origin=search&amp;related_id=4867296" TargetMode="External"/><Relationship Id="rId1" Type="http://schemas.openxmlformats.org/officeDocument/2006/relationships/slideLayout" Target="../slideLayouts/slideLayout11.xml"/><Relationship Id="rId6" Type="http://schemas.openxmlformats.org/officeDocument/2006/relationships/hyperlink" Target="https://www.flaticon.com/free-icon/water-slide_5593690?term=water+slide&amp;page=1&amp;position=12&amp;origin=search&amp;related_id=5593690" TargetMode="External"/><Relationship Id="rId11" Type="http://schemas.openxmlformats.org/officeDocument/2006/relationships/hyperlink" Target="https://www.flaticon.com/free-icon/concert_18326295?term=live+show&amp;page=1&amp;position=43&amp;origin=search&amp;related_id=18326295" TargetMode="External"/><Relationship Id="rId5" Type="http://schemas.openxmlformats.org/officeDocument/2006/relationships/hyperlink" Target="https://www.flaticon.com/free-icon/wheelchair_657563?term=disabled&amp;page=1&amp;position=4&amp;origin=search&amp;related_id=657563" TargetMode="External"/><Relationship Id="rId10" Type="http://schemas.openxmlformats.org/officeDocument/2006/relationships/hyperlink" Target="https://www.flaticon.com/free-icon/bakery_1772770?term=bakery&amp;page=1&amp;position=6&amp;origin=search&amp;related_id=1772770" TargetMode="External"/><Relationship Id="rId4" Type="http://schemas.openxmlformats.org/officeDocument/2006/relationships/hyperlink" Target="https://www.flaticon.com/free-icon/man_4799793?term=stickman&amp;page=1&amp;position=1&amp;origin=search&amp;related_id=4799793" TargetMode="External"/><Relationship Id="rId9" Type="http://schemas.openxmlformats.org/officeDocument/2006/relationships/hyperlink" Target="https://www.flaticon.com/free-icon/merry-go-round_10317448?term=theme+park&amp;related_id=10317448" TargetMode="External"/></Relationships>
</file>

<file path=ppt/slides/_rels/slide49.xml.rels><?xml version="1.0" encoding="UTF-8" standalone="yes"?>
<Relationships xmlns="http://schemas.openxmlformats.org/package/2006/relationships"><Relationship Id="rId8" Type="http://schemas.openxmlformats.org/officeDocument/2006/relationships/hyperlink" Target="https://9to5google.com/wp-content/uploads/sites/4/2022/10/Gboard-Android-tablet-ui-3.jpg?quality=82&amp;strip=all&amp;w=640" TargetMode="External"/><Relationship Id="rId13" Type="http://schemas.openxmlformats.org/officeDocument/2006/relationships/hyperlink" Target="https://www.flaticon.com/free-icon/man-walking_16419629?term=walk&amp;page=1&amp;position=1&amp;origin=search&amp;related_id=16419629" TargetMode="External"/><Relationship Id="rId3" Type="http://schemas.openxmlformats.org/officeDocument/2006/relationships/hyperlink" Target="https://www.flaticon.com/free-icon/amusement-park_1784304?term=circus&amp;related_id=1784304" TargetMode="External"/><Relationship Id="rId7" Type="http://schemas.openxmlformats.org/officeDocument/2006/relationships/hyperlink" Target="https://www.flaticon.com/free-icon/right-arrow_271228?term=arrow&amp;related_id=271228" TargetMode="External"/><Relationship Id="rId12" Type="http://schemas.openxmlformats.org/officeDocument/2006/relationships/hyperlink" Target="https://www.flaticon.com/free-icon/time_3240587?term=clock&amp;page=1&amp;position=7&amp;origin=search&amp;related_id=3240587" TargetMode="External"/><Relationship Id="rId2" Type="http://schemas.openxmlformats.org/officeDocument/2006/relationships/hyperlink" Target="https://www.flaticon.com/free-icon/dolphin_7172122?term=sea+show&amp;page=1&amp;position=7&amp;origin=search&amp;related_id=7172122" TargetMode="External"/><Relationship Id="rId1" Type="http://schemas.openxmlformats.org/officeDocument/2006/relationships/slideLayout" Target="../slideLayouts/slideLayout11.xml"/><Relationship Id="rId6" Type="http://schemas.openxmlformats.org/officeDocument/2006/relationships/hyperlink" Target="https://www.flaticon.com/free-icon/gate_8915088?term=entrance&amp;related_id=8915088" TargetMode="External"/><Relationship Id="rId11" Type="http://schemas.openxmlformats.org/officeDocument/2006/relationships/hyperlink" Target="https://www.flaticon.com/free-icon/splash_9712432?term=splash&amp;page=1&amp;position=12&amp;origin=search&amp;related_id=9712432" TargetMode="External"/><Relationship Id="rId5" Type="http://schemas.openxmlformats.org/officeDocument/2006/relationships/hyperlink" Target="https://www.flaticon.com/free-icon/circus_1518998?term=circus&amp;page=1&amp;position=34&amp;origin=search&amp;related_id=1518998" TargetMode="External"/><Relationship Id="rId10" Type="http://schemas.openxmlformats.org/officeDocument/2006/relationships/hyperlink" Target="https://www.flaticon.com/free-icon/shocked_18212892?term=shock&amp;page=1&amp;position=6&amp;origin=search&amp;related_id=18212892" TargetMode="External"/><Relationship Id="rId4" Type="http://schemas.openxmlformats.org/officeDocument/2006/relationships/hyperlink" Target="https://www.flaticon.com/free-icon/location-pin_2776000?term=location&amp;related_id=2776000" TargetMode="External"/><Relationship Id="rId9" Type="http://schemas.openxmlformats.org/officeDocument/2006/relationships/hyperlink" Target="https://www.flaticon.com/free-icon/height_7990193?term=height&amp;page=1&amp;position=1&amp;origin=search&amp;related_id=7990193" TargetMode="External"/></Relationships>
</file>

<file path=ppt/slides/_rels/slide50.xml.rels><?xml version="1.0" encoding="UTF-8" standalone="yes"?>
<Relationships xmlns="http://schemas.openxmlformats.org/package/2006/relationships"><Relationship Id="rId8" Type="http://schemas.openxmlformats.org/officeDocument/2006/relationships/hyperlink" Target="https://www.flaticon.com/free-icon/warning_3756712?term=warning&amp;page=1&amp;position=7&amp;origin=search&amp;related_id=3756712" TargetMode="External"/><Relationship Id="rId13" Type="http://schemas.openxmlformats.org/officeDocument/2006/relationships/hyperlink" Target="https://www.flaticon.com/free-icon/click_2725783?related_id=2725783" TargetMode="External"/><Relationship Id="rId3" Type="http://schemas.openxmlformats.org/officeDocument/2006/relationships/hyperlink" Target="https://www.flaticon.com/free-icon/roller-coaster_9862129?term=coaster&amp;related_id=9862129" TargetMode="External"/><Relationship Id="rId7" Type="http://schemas.openxmlformats.org/officeDocument/2006/relationships/hyperlink" Target="https://www.flaticon.com/free-icon/cooking_1027179?term=cooking&amp;page=1&amp;position=6&amp;origin=search&amp;related_id=1027179" TargetMode="External"/><Relationship Id="rId12" Type="http://schemas.openxmlformats.org/officeDocument/2006/relationships/hyperlink" Target="https://www.flaticon.com/free-icon/computer_14762726?related_id=14762726" TargetMode="External"/><Relationship Id="rId2" Type="http://schemas.openxmlformats.org/officeDocument/2006/relationships/hyperlink" Target="https://www.flaticon.com/free-icon/excited_8541305?term=excitement&amp;page=1&amp;position=10&amp;origin=search&amp;related_id=8541305" TargetMode="External"/><Relationship Id="rId1" Type="http://schemas.openxmlformats.org/officeDocument/2006/relationships/slideLayout" Target="../slideLayouts/slideLayout11.xml"/><Relationship Id="rId6" Type="http://schemas.openxmlformats.org/officeDocument/2006/relationships/hyperlink" Target="https://www.flaticon.com/free-icon/lightbulb_702797?term=bulb&amp;page=1&amp;position=2&amp;origin=search&amp;related_id=702797" TargetMode="External"/><Relationship Id="rId11" Type="http://schemas.openxmlformats.org/officeDocument/2006/relationships/hyperlink" Target="https://www.flaticon.com/free-icon/computer_14762729?related_id=14762729" TargetMode="External"/><Relationship Id="rId5" Type="http://schemas.openxmlformats.org/officeDocument/2006/relationships/hyperlink" Target="https://www.flaticon.com/free-icon/tap_305489?term=click&amp;related_id=305489" TargetMode="External"/><Relationship Id="rId10" Type="http://schemas.openxmlformats.org/officeDocument/2006/relationships/hyperlink" Target="https://www.flaticon.com/free-icon/setting_6097941?term=slider&amp;page=1&amp;position=14&amp;origin=search&amp;related_id=6097941" TargetMode="External"/><Relationship Id="rId4" Type="http://schemas.openxmlformats.org/officeDocument/2006/relationships/hyperlink" Target="https://www.flaticon.com/free-icon/play-button_260446?term=video+play&amp;page=1&amp;position=11&amp;origin=search&amp;related_id=260446" TargetMode="External"/><Relationship Id="rId9" Type="http://schemas.openxmlformats.org/officeDocument/2006/relationships/hyperlink" Target="https://www.flaticon.com/free-icon/info_9723306?term=info&amp;related_id=9723306" TargetMode="External"/><Relationship Id="rId14" Type="http://schemas.openxmlformats.org/officeDocument/2006/relationships/hyperlink" Target="https://www.flaticon.com/free-icon/maximize_3623175?term=maximise&amp;page=1&amp;position=4&amp;origin=search&amp;related_id=3623175" TargetMode="External"/></Relationships>
</file>

<file path=ppt/slides/_rels/slide51.xml.rels><?xml version="1.0" encoding="UTF-8" standalone="yes"?>
<Relationships xmlns="http://schemas.openxmlformats.org/package/2006/relationships"><Relationship Id="rId2" Type="http://schemas.openxmlformats.org/officeDocument/2006/relationships/hyperlink" Target="https://www.flaticon.com/free-icon/time-left_66165?term=wait&amp;page=1&amp;position=2&amp;origin=search&amp;related_id=66165" TargetMode="Externa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85BB9-2C47-6485-00D0-3137D35ECFF8}"/>
            </a:ext>
          </a:extLst>
        </p:cNvPr>
        <p:cNvGrpSpPr/>
        <p:nvPr/>
      </p:nvGrpSpPr>
      <p:grpSpPr>
        <a:xfrm>
          <a:off x="0" y="0"/>
          <a:ext cx="0" cy="0"/>
          <a:chOff x="0" y="0"/>
          <a:chExt cx="0" cy="0"/>
        </a:xfrm>
      </p:grpSpPr>
      <p:grpSp>
        <p:nvGrpSpPr>
          <p:cNvPr id="343" name="Group 342">
            <a:extLst>
              <a:ext uri="{FF2B5EF4-FFF2-40B4-BE49-F238E27FC236}">
                <a16:creationId xmlns:a16="http://schemas.microsoft.com/office/drawing/2014/main" id="{62839113-8183-B47A-C817-7FDDFB1F1835}"/>
              </a:ext>
            </a:extLst>
          </p:cNvPr>
          <p:cNvGrpSpPr/>
          <p:nvPr/>
        </p:nvGrpSpPr>
        <p:grpSpPr>
          <a:xfrm>
            <a:off x="7894507" y="3172316"/>
            <a:ext cx="4297493" cy="1304616"/>
            <a:chOff x="7894507" y="3172316"/>
            <a:chExt cx="4297493" cy="1304616"/>
          </a:xfrm>
        </p:grpSpPr>
        <p:grpSp>
          <p:nvGrpSpPr>
            <p:cNvPr id="324" name="Group 323">
              <a:extLst>
                <a:ext uri="{FF2B5EF4-FFF2-40B4-BE49-F238E27FC236}">
                  <a16:creationId xmlns:a16="http://schemas.microsoft.com/office/drawing/2014/main" id="{EE14A5C9-DAEA-A634-2C1B-5B7A901D9F19}"/>
                </a:ext>
              </a:extLst>
            </p:cNvPr>
            <p:cNvGrpSpPr/>
            <p:nvPr/>
          </p:nvGrpSpPr>
          <p:grpSpPr>
            <a:xfrm>
              <a:off x="7894507" y="3172316"/>
              <a:ext cx="4297493" cy="1304616"/>
              <a:chOff x="7894507" y="560614"/>
              <a:chExt cx="4297493" cy="1304616"/>
            </a:xfrm>
          </p:grpSpPr>
          <p:sp>
            <p:nvSpPr>
              <p:cNvPr id="325" name="Rectangle 324">
                <a:extLst>
                  <a:ext uri="{FF2B5EF4-FFF2-40B4-BE49-F238E27FC236}">
                    <a16:creationId xmlns:a16="http://schemas.microsoft.com/office/drawing/2014/main" id="{BE7FF51F-A834-5597-E41C-ED67019E4995}"/>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26" name="Group 325">
                <a:extLst>
                  <a:ext uri="{FF2B5EF4-FFF2-40B4-BE49-F238E27FC236}">
                    <a16:creationId xmlns:a16="http://schemas.microsoft.com/office/drawing/2014/main" id="{A9B2ACB7-D1C4-70FF-77C9-1F94C4B24D7C}"/>
                  </a:ext>
                </a:extLst>
              </p:cNvPr>
              <p:cNvGrpSpPr/>
              <p:nvPr/>
            </p:nvGrpSpPr>
            <p:grpSpPr>
              <a:xfrm>
                <a:off x="7930586" y="614285"/>
                <a:ext cx="3353441" cy="1177732"/>
                <a:chOff x="7930586" y="614285"/>
                <a:chExt cx="3353441" cy="1177732"/>
              </a:xfrm>
            </p:grpSpPr>
            <p:sp>
              <p:nvSpPr>
                <p:cNvPr id="327" name="TextBox 326">
                  <a:extLst>
                    <a:ext uri="{FF2B5EF4-FFF2-40B4-BE49-F238E27FC236}">
                      <a16:creationId xmlns:a16="http://schemas.microsoft.com/office/drawing/2014/main" id="{BC1ABE45-C4B7-396A-019B-9DAA10052DBF}"/>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sp>
              <p:nvSpPr>
                <p:cNvPr id="329" name="TextBox 328">
                  <a:extLst>
                    <a:ext uri="{FF2B5EF4-FFF2-40B4-BE49-F238E27FC236}">
                      <a16:creationId xmlns:a16="http://schemas.microsoft.com/office/drawing/2014/main" id="{C43607FF-68AF-9614-2725-AC74EBEE2141}"/>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330" name="TextBox 329">
                  <a:extLst>
                    <a:ext uri="{FF2B5EF4-FFF2-40B4-BE49-F238E27FC236}">
                      <a16:creationId xmlns:a16="http://schemas.microsoft.com/office/drawing/2014/main" id="{34E0EDF9-DFE0-3167-0D32-6AB8E315FBB7}"/>
                    </a:ext>
                  </a:extLst>
                </p:cNvPr>
                <p:cNvSpPr txBox="1"/>
                <p:nvPr/>
              </p:nvSpPr>
              <p:spPr>
                <a:xfrm>
                  <a:off x="7930586" y="614285"/>
                  <a:ext cx="1826192" cy="646331"/>
                </a:xfrm>
                <a:prstGeom prst="rect">
                  <a:avLst/>
                </a:prstGeom>
                <a:noFill/>
              </p:spPr>
              <p:txBody>
                <a:bodyPr wrap="square" rtlCol="0">
                  <a:spAutoFit/>
                </a:bodyPr>
                <a:lstStyle/>
                <a:p>
                  <a:r>
                    <a:rPr lang="en-SG" b="1" dirty="0">
                      <a:solidFill>
                        <a:schemeClr val="tx2">
                          <a:lumMod val="50000"/>
                        </a:schemeClr>
                      </a:solidFill>
                    </a:rPr>
                    <a:t>Cirque Du Lune</a:t>
                  </a:r>
                </a:p>
                <a:p>
                  <a:endParaRPr lang="en-SG" b="1" dirty="0">
                    <a:solidFill>
                      <a:schemeClr val="tx2">
                        <a:lumMod val="50000"/>
                      </a:schemeClr>
                    </a:solidFill>
                  </a:endParaRPr>
                </a:p>
              </p:txBody>
            </p:sp>
            <p:sp>
              <p:nvSpPr>
                <p:cNvPr id="331" name="TextBox 330">
                  <a:extLst>
                    <a:ext uri="{FF2B5EF4-FFF2-40B4-BE49-F238E27FC236}">
                      <a16:creationId xmlns:a16="http://schemas.microsoft.com/office/drawing/2014/main" id="{16AD11F9-36A2-194F-DA40-BE4CF24B876D}"/>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332" name="TextBox 331">
                  <a:extLst>
                    <a:ext uri="{FF2B5EF4-FFF2-40B4-BE49-F238E27FC236}">
                      <a16:creationId xmlns:a16="http://schemas.microsoft.com/office/drawing/2014/main" id="{FB25496B-D139-CA69-7595-95D3E4DEB320}"/>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12:00 PM</a:t>
                  </a:r>
                </a:p>
              </p:txBody>
            </p:sp>
            <p:sp>
              <p:nvSpPr>
                <p:cNvPr id="333" name="TextBox 332">
                  <a:extLst>
                    <a:ext uri="{FF2B5EF4-FFF2-40B4-BE49-F238E27FC236}">
                      <a16:creationId xmlns:a16="http://schemas.microsoft.com/office/drawing/2014/main" id="{8C6D1F93-579A-81C7-80B0-7ED3D0F7CA3F}"/>
                    </a:ext>
                  </a:extLst>
                </p:cNvPr>
                <p:cNvSpPr txBox="1"/>
                <p:nvPr/>
              </p:nvSpPr>
              <p:spPr>
                <a:xfrm>
                  <a:off x="10046183" y="1449798"/>
                  <a:ext cx="1237844" cy="307777"/>
                </a:xfrm>
                <a:prstGeom prst="rect">
                  <a:avLst/>
                </a:prstGeom>
                <a:noFill/>
              </p:spPr>
              <p:txBody>
                <a:bodyPr wrap="square" rtlCol="0">
                  <a:spAutoFit/>
                </a:bodyPr>
                <a:lstStyle/>
                <a:p>
                  <a:r>
                    <a:rPr lang="en-SG" sz="1400" b="1" dirty="0">
                      <a:solidFill>
                        <a:schemeClr val="accent1"/>
                      </a:solidFill>
                    </a:rPr>
                    <a:t>Circus Circle</a:t>
                  </a:r>
                </a:p>
              </p:txBody>
            </p:sp>
          </p:grpSp>
        </p:grpSp>
        <p:pic>
          <p:nvPicPr>
            <p:cNvPr id="342" name="Picture 341">
              <a:extLst>
                <a:ext uri="{FF2B5EF4-FFF2-40B4-BE49-F238E27FC236}">
                  <a16:creationId xmlns:a16="http://schemas.microsoft.com/office/drawing/2014/main" id="{0D806BF1-E820-755D-3515-DCE79D930075}"/>
                </a:ext>
              </a:extLst>
            </p:cNvPr>
            <p:cNvPicPr>
              <a:picLocks noChangeAspect="1"/>
            </p:cNvPicPr>
            <p:nvPr/>
          </p:nvPicPr>
          <p:blipFill>
            <a:blip r:embed="rId3"/>
            <a:stretch>
              <a:fillRect/>
            </a:stretch>
          </p:blipFill>
          <p:spPr>
            <a:xfrm>
              <a:off x="8417093" y="3594914"/>
              <a:ext cx="813824" cy="813824"/>
            </a:xfrm>
            <a:prstGeom prst="rect">
              <a:avLst/>
            </a:prstGeom>
          </p:spPr>
        </p:pic>
      </p:grpSp>
      <p:grpSp>
        <p:nvGrpSpPr>
          <p:cNvPr id="284" name="Group 283">
            <a:extLst>
              <a:ext uri="{FF2B5EF4-FFF2-40B4-BE49-F238E27FC236}">
                <a16:creationId xmlns:a16="http://schemas.microsoft.com/office/drawing/2014/main" id="{B41D3B18-5323-3E9C-BA1D-6DFFC2953627}"/>
              </a:ext>
            </a:extLst>
          </p:cNvPr>
          <p:cNvGrpSpPr/>
          <p:nvPr/>
        </p:nvGrpSpPr>
        <p:grpSpPr>
          <a:xfrm>
            <a:off x="4064481" y="3594815"/>
            <a:ext cx="3720247" cy="1331334"/>
            <a:chOff x="4205770" y="3536881"/>
            <a:chExt cx="3720247" cy="1331334"/>
          </a:xfrm>
        </p:grpSpPr>
        <p:grpSp>
          <p:nvGrpSpPr>
            <p:cNvPr id="267" name="Group 266">
              <a:extLst>
                <a:ext uri="{FF2B5EF4-FFF2-40B4-BE49-F238E27FC236}">
                  <a16:creationId xmlns:a16="http://schemas.microsoft.com/office/drawing/2014/main" id="{440FF0DB-D2E4-F7B6-9213-7D60219ABA67}"/>
                </a:ext>
              </a:extLst>
            </p:cNvPr>
            <p:cNvGrpSpPr/>
            <p:nvPr/>
          </p:nvGrpSpPr>
          <p:grpSpPr>
            <a:xfrm>
              <a:off x="4205770" y="3536881"/>
              <a:ext cx="3720247" cy="1331334"/>
              <a:chOff x="4100301" y="701538"/>
              <a:chExt cx="3720247" cy="1331334"/>
            </a:xfrm>
          </p:grpSpPr>
          <p:grpSp>
            <p:nvGrpSpPr>
              <p:cNvPr id="269" name="Group 268">
                <a:extLst>
                  <a:ext uri="{FF2B5EF4-FFF2-40B4-BE49-F238E27FC236}">
                    <a16:creationId xmlns:a16="http://schemas.microsoft.com/office/drawing/2014/main" id="{9D737CFD-8D7B-EBEF-1551-A74FEFC6693D}"/>
                  </a:ext>
                </a:extLst>
              </p:cNvPr>
              <p:cNvGrpSpPr/>
              <p:nvPr/>
            </p:nvGrpSpPr>
            <p:grpSpPr>
              <a:xfrm>
                <a:off x="4100301" y="701538"/>
                <a:ext cx="3720247" cy="1331334"/>
                <a:chOff x="107367" y="676770"/>
                <a:chExt cx="3720247" cy="1331334"/>
              </a:xfrm>
            </p:grpSpPr>
            <p:grpSp>
              <p:nvGrpSpPr>
                <p:cNvPr id="271" name="Group 270">
                  <a:extLst>
                    <a:ext uri="{FF2B5EF4-FFF2-40B4-BE49-F238E27FC236}">
                      <a16:creationId xmlns:a16="http://schemas.microsoft.com/office/drawing/2014/main" id="{43075F85-DDE7-4F7C-346A-B296DA33E73F}"/>
                    </a:ext>
                  </a:extLst>
                </p:cNvPr>
                <p:cNvGrpSpPr/>
                <p:nvPr/>
              </p:nvGrpSpPr>
              <p:grpSpPr>
                <a:xfrm>
                  <a:off x="107367" y="676770"/>
                  <a:ext cx="3720247" cy="1331334"/>
                  <a:chOff x="78866" y="1588072"/>
                  <a:chExt cx="3720247" cy="1331334"/>
                </a:xfrm>
              </p:grpSpPr>
              <p:sp>
                <p:nvSpPr>
                  <p:cNvPr id="273" name="Rectangle: Rounded Corners 272">
                    <a:extLst>
                      <a:ext uri="{FF2B5EF4-FFF2-40B4-BE49-F238E27FC236}">
                        <a16:creationId xmlns:a16="http://schemas.microsoft.com/office/drawing/2014/main" id="{5B3492C7-D25D-61FC-59A7-EF16B6053C1D}"/>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a:t>`</a:t>
                    </a:r>
                    <a:endParaRPr lang="en-SG" dirty="0"/>
                  </a:p>
                </p:txBody>
              </p:sp>
              <p:grpSp>
                <p:nvGrpSpPr>
                  <p:cNvPr id="274" name="Group 273">
                    <a:extLst>
                      <a:ext uri="{FF2B5EF4-FFF2-40B4-BE49-F238E27FC236}">
                        <a16:creationId xmlns:a16="http://schemas.microsoft.com/office/drawing/2014/main" id="{887C7CD8-6DEB-AC11-1017-998B78B7247D}"/>
                      </a:ext>
                    </a:extLst>
                  </p:cNvPr>
                  <p:cNvGrpSpPr/>
                  <p:nvPr/>
                </p:nvGrpSpPr>
                <p:grpSpPr>
                  <a:xfrm>
                    <a:off x="159359" y="1612729"/>
                    <a:ext cx="3639754" cy="1261118"/>
                    <a:chOff x="159359" y="1612729"/>
                    <a:chExt cx="3639754" cy="1261118"/>
                  </a:xfrm>
                </p:grpSpPr>
                <p:sp>
                  <p:nvSpPr>
                    <p:cNvPr id="275" name="TextBox 274">
                      <a:extLst>
                        <a:ext uri="{FF2B5EF4-FFF2-40B4-BE49-F238E27FC236}">
                          <a16:creationId xmlns:a16="http://schemas.microsoft.com/office/drawing/2014/main" id="{63E0BAA6-8E5C-154B-7944-1E0AC0EC659C}"/>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76" name="Group 275">
                      <a:extLst>
                        <a:ext uri="{FF2B5EF4-FFF2-40B4-BE49-F238E27FC236}">
                          <a16:creationId xmlns:a16="http://schemas.microsoft.com/office/drawing/2014/main" id="{E785D5A4-6CD2-841B-FD88-BE43607009D1}"/>
                        </a:ext>
                      </a:extLst>
                    </p:cNvPr>
                    <p:cNvGrpSpPr/>
                    <p:nvPr/>
                  </p:nvGrpSpPr>
                  <p:grpSpPr>
                    <a:xfrm>
                      <a:off x="159359" y="1612729"/>
                      <a:ext cx="2971657" cy="1261118"/>
                      <a:chOff x="159359" y="1612729"/>
                      <a:chExt cx="2971657" cy="1261118"/>
                    </a:xfrm>
                  </p:grpSpPr>
                  <p:sp>
                    <p:nvSpPr>
                      <p:cNvPr id="277" name="TextBox 276">
                        <a:extLst>
                          <a:ext uri="{FF2B5EF4-FFF2-40B4-BE49-F238E27FC236}">
                            <a16:creationId xmlns:a16="http://schemas.microsoft.com/office/drawing/2014/main" id="{05AACC4D-0CDA-1D2D-2ABE-1E82A1129ADA}"/>
                          </a:ext>
                        </a:extLst>
                      </p:cNvPr>
                      <p:cNvSpPr txBox="1"/>
                      <p:nvPr/>
                    </p:nvSpPr>
                    <p:spPr>
                      <a:xfrm>
                        <a:off x="159359" y="1612729"/>
                        <a:ext cx="1556953" cy="369332"/>
                      </a:xfrm>
                      <a:prstGeom prst="rect">
                        <a:avLst/>
                      </a:prstGeom>
                      <a:noFill/>
                    </p:spPr>
                    <p:txBody>
                      <a:bodyPr wrap="square" rtlCol="0">
                        <a:spAutoFit/>
                      </a:bodyPr>
                      <a:lstStyle/>
                      <a:p>
                        <a:r>
                          <a:rPr lang="en-SG" b="1" dirty="0">
                            <a:solidFill>
                              <a:schemeClr val="tx2">
                                <a:lumMod val="50000"/>
                              </a:schemeClr>
                            </a:solidFill>
                          </a:rPr>
                          <a:t>Bakes n Love</a:t>
                        </a:r>
                      </a:p>
                    </p:txBody>
                  </p:sp>
                  <p:sp>
                    <p:nvSpPr>
                      <p:cNvPr id="278" name="TextBox 277">
                        <a:extLst>
                          <a:ext uri="{FF2B5EF4-FFF2-40B4-BE49-F238E27FC236}">
                            <a16:creationId xmlns:a16="http://schemas.microsoft.com/office/drawing/2014/main" id="{A741F46B-F1E3-DFCD-8C53-190EFB6E1BE2}"/>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79" name="TextBox 278">
                        <a:extLst>
                          <a:ext uri="{FF2B5EF4-FFF2-40B4-BE49-F238E27FC236}">
                            <a16:creationId xmlns:a16="http://schemas.microsoft.com/office/drawing/2014/main" id="{BAFD85AF-1CD8-6685-0870-427F1282F43A}"/>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&lt;1 min</a:t>
                        </a:r>
                      </a:p>
                    </p:txBody>
                  </p:sp>
                </p:grpSp>
              </p:grpSp>
            </p:grpSp>
            <p:sp>
              <p:nvSpPr>
                <p:cNvPr id="272" name="TextBox 271">
                  <a:extLst>
                    <a:ext uri="{FF2B5EF4-FFF2-40B4-BE49-F238E27FC236}">
                      <a16:creationId xmlns:a16="http://schemas.microsoft.com/office/drawing/2014/main" id="{FBFD2A0D-A582-A844-AC49-41F042EFA9EB}"/>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270" name="Picture 269" descr="A green person silhouette on a black background&#10;&#10;AI-generated content may be incorrect.">
                <a:extLst>
                  <a:ext uri="{FF2B5EF4-FFF2-40B4-BE49-F238E27FC236}">
                    <a16:creationId xmlns:a16="http://schemas.microsoft.com/office/drawing/2014/main" id="{DD0653BA-FA9E-22A2-DC73-1B707760DD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283" name="Picture 282">
              <a:extLst>
                <a:ext uri="{FF2B5EF4-FFF2-40B4-BE49-F238E27FC236}">
                  <a16:creationId xmlns:a16="http://schemas.microsoft.com/office/drawing/2014/main" id="{178B532A-BFF0-EC33-42DF-98C225E4FA67}"/>
                </a:ext>
              </a:extLst>
            </p:cNvPr>
            <p:cNvPicPr>
              <a:picLocks noChangeAspect="1"/>
            </p:cNvPicPr>
            <p:nvPr/>
          </p:nvPicPr>
          <p:blipFill>
            <a:blip r:embed="rId5"/>
            <a:stretch>
              <a:fillRect/>
            </a:stretch>
          </p:blipFill>
          <p:spPr>
            <a:xfrm>
              <a:off x="4788294" y="4008502"/>
              <a:ext cx="724368" cy="724368"/>
            </a:xfrm>
            <a:prstGeom prst="rect">
              <a:avLst/>
            </a:prstGeom>
          </p:spPr>
        </p:pic>
      </p:grpSp>
      <p:grpSp>
        <p:nvGrpSpPr>
          <p:cNvPr id="246" name="Group 245">
            <a:extLst>
              <a:ext uri="{FF2B5EF4-FFF2-40B4-BE49-F238E27FC236}">
                <a16:creationId xmlns:a16="http://schemas.microsoft.com/office/drawing/2014/main" id="{EE7860E2-78A0-A20A-FA61-3AE2E555AB6B}"/>
              </a:ext>
            </a:extLst>
          </p:cNvPr>
          <p:cNvGrpSpPr/>
          <p:nvPr/>
        </p:nvGrpSpPr>
        <p:grpSpPr>
          <a:xfrm>
            <a:off x="107367" y="3598419"/>
            <a:ext cx="3720247" cy="1331334"/>
            <a:chOff x="107367" y="3598419"/>
            <a:chExt cx="3720247" cy="1331334"/>
          </a:xfrm>
        </p:grpSpPr>
        <p:grpSp>
          <p:nvGrpSpPr>
            <p:cNvPr id="245" name="Group 244">
              <a:extLst>
                <a:ext uri="{FF2B5EF4-FFF2-40B4-BE49-F238E27FC236}">
                  <a16:creationId xmlns:a16="http://schemas.microsoft.com/office/drawing/2014/main" id="{94C901F5-D54D-2284-EE7F-B0904590FA4F}"/>
                </a:ext>
              </a:extLst>
            </p:cNvPr>
            <p:cNvGrpSpPr/>
            <p:nvPr/>
          </p:nvGrpSpPr>
          <p:grpSpPr>
            <a:xfrm>
              <a:off x="107367" y="3598419"/>
              <a:ext cx="3720247" cy="1331334"/>
              <a:chOff x="107367" y="3598419"/>
              <a:chExt cx="3720247" cy="1331334"/>
            </a:xfrm>
          </p:grpSpPr>
          <p:grpSp>
            <p:nvGrpSpPr>
              <p:cNvPr id="225" name="Group 224">
                <a:extLst>
                  <a:ext uri="{FF2B5EF4-FFF2-40B4-BE49-F238E27FC236}">
                    <a16:creationId xmlns:a16="http://schemas.microsoft.com/office/drawing/2014/main" id="{D1A37AEA-055D-7F18-8555-4F71F6461062}"/>
                  </a:ext>
                </a:extLst>
              </p:cNvPr>
              <p:cNvGrpSpPr/>
              <p:nvPr/>
            </p:nvGrpSpPr>
            <p:grpSpPr>
              <a:xfrm>
                <a:off x="107367" y="3598419"/>
                <a:ext cx="3720247" cy="1331334"/>
                <a:chOff x="4100301" y="701538"/>
                <a:chExt cx="3720247" cy="1331334"/>
              </a:xfrm>
            </p:grpSpPr>
            <p:grpSp>
              <p:nvGrpSpPr>
                <p:cNvPr id="227" name="Group 226">
                  <a:extLst>
                    <a:ext uri="{FF2B5EF4-FFF2-40B4-BE49-F238E27FC236}">
                      <a16:creationId xmlns:a16="http://schemas.microsoft.com/office/drawing/2014/main" id="{004CC38F-8D4F-95FA-21C7-836F50F579F7}"/>
                    </a:ext>
                  </a:extLst>
                </p:cNvPr>
                <p:cNvGrpSpPr/>
                <p:nvPr/>
              </p:nvGrpSpPr>
              <p:grpSpPr>
                <a:xfrm>
                  <a:off x="4100301" y="701538"/>
                  <a:ext cx="3720247" cy="1331334"/>
                  <a:chOff x="107367" y="676770"/>
                  <a:chExt cx="3720247" cy="1331334"/>
                </a:xfrm>
              </p:grpSpPr>
              <p:grpSp>
                <p:nvGrpSpPr>
                  <p:cNvPr id="229" name="Group 228">
                    <a:extLst>
                      <a:ext uri="{FF2B5EF4-FFF2-40B4-BE49-F238E27FC236}">
                        <a16:creationId xmlns:a16="http://schemas.microsoft.com/office/drawing/2014/main" id="{8F65EC23-818E-ACAF-572A-7339F515AFBA}"/>
                      </a:ext>
                    </a:extLst>
                  </p:cNvPr>
                  <p:cNvGrpSpPr/>
                  <p:nvPr/>
                </p:nvGrpSpPr>
                <p:grpSpPr>
                  <a:xfrm>
                    <a:off x="107367" y="676770"/>
                    <a:ext cx="3720247" cy="1331334"/>
                    <a:chOff x="78866" y="1588072"/>
                    <a:chExt cx="3720247" cy="1331334"/>
                  </a:xfrm>
                </p:grpSpPr>
                <p:sp>
                  <p:nvSpPr>
                    <p:cNvPr id="231" name="Rectangle: Rounded Corners 230">
                      <a:extLst>
                        <a:ext uri="{FF2B5EF4-FFF2-40B4-BE49-F238E27FC236}">
                          <a16:creationId xmlns:a16="http://schemas.microsoft.com/office/drawing/2014/main" id="{3505ADA5-505E-EE3E-2C4A-B9DD799E7550}"/>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232" name="Group 231">
                      <a:extLst>
                        <a:ext uri="{FF2B5EF4-FFF2-40B4-BE49-F238E27FC236}">
                          <a16:creationId xmlns:a16="http://schemas.microsoft.com/office/drawing/2014/main" id="{4A2EBBF1-0D33-C5E9-071C-4E3F6880C505}"/>
                        </a:ext>
                      </a:extLst>
                    </p:cNvPr>
                    <p:cNvGrpSpPr/>
                    <p:nvPr/>
                  </p:nvGrpSpPr>
                  <p:grpSpPr>
                    <a:xfrm>
                      <a:off x="155765" y="1613114"/>
                      <a:ext cx="3643348" cy="1260733"/>
                      <a:chOff x="155765" y="1613114"/>
                      <a:chExt cx="3643348" cy="1260733"/>
                    </a:xfrm>
                  </p:grpSpPr>
                  <p:sp>
                    <p:nvSpPr>
                      <p:cNvPr id="233" name="TextBox 232">
                        <a:extLst>
                          <a:ext uri="{FF2B5EF4-FFF2-40B4-BE49-F238E27FC236}">
                            <a16:creationId xmlns:a16="http://schemas.microsoft.com/office/drawing/2014/main" id="{310F95FC-AFC8-BE40-A00E-F97AF15F776C}"/>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34" name="Group 233">
                        <a:extLst>
                          <a:ext uri="{FF2B5EF4-FFF2-40B4-BE49-F238E27FC236}">
                            <a16:creationId xmlns:a16="http://schemas.microsoft.com/office/drawing/2014/main" id="{325EA3CA-32AC-8202-9326-39D92961FC9C}"/>
                          </a:ext>
                        </a:extLst>
                      </p:cNvPr>
                      <p:cNvGrpSpPr/>
                      <p:nvPr/>
                    </p:nvGrpSpPr>
                    <p:grpSpPr>
                      <a:xfrm>
                        <a:off x="155765" y="1613114"/>
                        <a:ext cx="2975251" cy="1260733"/>
                        <a:chOff x="155765" y="1613114"/>
                        <a:chExt cx="2975251" cy="1260733"/>
                      </a:xfrm>
                    </p:grpSpPr>
                    <p:sp>
                      <p:nvSpPr>
                        <p:cNvPr id="235" name="TextBox 234">
                          <a:extLst>
                            <a:ext uri="{FF2B5EF4-FFF2-40B4-BE49-F238E27FC236}">
                              <a16:creationId xmlns:a16="http://schemas.microsoft.com/office/drawing/2014/main" id="{9B79E7E2-E560-2ABE-389D-8FFC18F6486B}"/>
                            </a:ext>
                          </a:extLst>
                        </p:cNvPr>
                        <p:cNvSpPr txBox="1"/>
                        <p:nvPr/>
                      </p:nvSpPr>
                      <p:spPr>
                        <a:xfrm>
                          <a:off x="155765" y="1613114"/>
                          <a:ext cx="1927117" cy="369332"/>
                        </a:xfrm>
                        <a:prstGeom prst="rect">
                          <a:avLst/>
                        </a:prstGeom>
                        <a:noFill/>
                      </p:spPr>
                      <p:txBody>
                        <a:bodyPr wrap="square" rtlCol="0">
                          <a:spAutoFit/>
                        </a:bodyPr>
                        <a:lstStyle/>
                        <a:p>
                          <a:r>
                            <a:rPr lang="en-SG" b="1" dirty="0">
                              <a:solidFill>
                                <a:schemeClr val="tx2">
                                  <a:lumMod val="50000"/>
                                </a:schemeClr>
                              </a:solidFill>
                            </a:rPr>
                            <a:t>Merry Go Round</a:t>
                          </a:r>
                        </a:p>
                      </p:txBody>
                    </p:sp>
                    <p:sp>
                      <p:nvSpPr>
                        <p:cNvPr id="236" name="TextBox 235">
                          <a:extLst>
                            <a:ext uri="{FF2B5EF4-FFF2-40B4-BE49-F238E27FC236}">
                              <a16:creationId xmlns:a16="http://schemas.microsoft.com/office/drawing/2014/main" id="{A952FF86-59DD-A03A-297A-B01DAB55068A}"/>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37" name="TextBox 236">
                          <a:extLst>
                            <a:ext uri="{FF2B5EF4-FFF2-40B4-BE49-F238E27FC236}">
                              <a16:creationId xmlns:a16="http://schemas.microsoft.com/office/drawing/2014/main" id="{992F5D7C-BA82-EFE6-2A8D-8A157E3085B3}"/>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~10 mins</a:t>
                          </a:r>
                        </a:p>
                      </p:txBody>
                    </p:sp>
                  </p:grpSp>
                </p:grpSp>
              </p:grpSp>
              <p:sp>
                <p:nvSpPr>
                  <p:cNvPr id="230" name="TextBox 229">
                    <a:extLst>
                      <a:ext uri="{FF2B5EF4-FFF2-40B4-BE49-F238E27FC236}">
                        <a16:creationId xmlns:a16="http://schemas.microsoft.com/office/drawing/2014/main" id="{6C60FD69-3C2C-4F88-F3D4-8AF4C5ABE008}"/>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228" name="Picture 227" descr="A green person silhouette on a black background&#10;&#10;AI-generated content may be incorrect.">
                  <a:extLst>
                    <a:ext uri="{FF2B5EF4-FFF2-40B4-BE49-F238E27FC236}">
                      <a16:creationId xmlns:a16="http://schemas.microsoft.com/office/drawing/2014/main" id="{7C036C29-42E2-829E-F2EB-B35C6A170E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242" name="Picture 241">
                <a:extLst>
                  <a:ext uri="{FF2B5EF4-FFF2-40B4-BE49-F238E27FC236}">
                    <a16:creationId xmlns:a16="http://schemas.microsoft.com/office/drawing/2014/main" id="{89684B93-ACB3-3EAC-AFF0-E624E777FFCD}"/>
                  </a:ext>
                </a:extLst>
              </p:cNvPr>
              <p:cNvPicPr>
                <a:picLocks noChangeAspect="1"/>
              </p:cNvPicPr>
              <p:nvPr/>
            </p:nvPicPr>
            <p:blipFill>
              <a:blip r:embed="rId6"/>
              <a:stretch>
                <a:fillRect/>
              </a:stretch>
            </p:blipFill>
            <p:spPr>
              <a:xfrm>
                <a:off x="678545" y="4022645"/>
                <a:ext cx="782190" cy="782190"/>
              </a:xfrm>
              <a:prstGeom prst="rect">
                <a:avLst/>
              </a:prstGeom>
            </p:spPr>
          </p:pic>
        </p:grpSp>
        <p:pic>
          <p:nvPicPr>
            <p:cNvPr id="238" name="Picture 237" descr="A green person silhouette on a black background&#10;&#10;AI-generated content may be incorrect.">
              <a:extLst>
                <a:ext uri="{FF2B5EF4-FFF2-40B4-BE49-F238E27FC236}">
                  <a16:creationId xmlns:a16="http://schemas.microsoft.com/office/drawing/2014/main" id="{803A6E1E-90A7-1EE1-4EFE-2B9EC548B4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03386" y="3912607"/>
              <a:ext cx="449084" cy="449084"/>
            </a:xfrm>
            <a:prstGeom prst="rect">
              <a:avLst/>
            </a:prstGeom>
          </p:spPr>
        </p:pic>
      </p:grpSp>
      <p:sp>
        <p:nvSpPr>
          <p:cNvPr id="205" name="Rectangle 204">
            <a:extLst>
              <a:ext uri="{FF2B5EF4-FFF2-40B4-BE49-F238E27FC236}">
                <a16:creationId xmlns:a16="http://schemas.microsoft.com/office/drawing/2014/main" id="{9EEA39D5-325B-D31D-3014-A0461DCEDD71}"/>
              </a:ext>
            </a:extLst>
          </p:cNvPr>
          <p:cNvSpPr/>
          <p:nvPr/>
        </p:nvSpPr>
        <p:spPr>
          <a:xfrm>
            <a:off x="3216648" y="421166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5" name="TextBox 84">
            <a:extLst>
              <a:ext uri="{FF2B5EF4-FFF2-40B4-BE49-F238E27FC236}">
                <a16:creationId xmlns:a16="http://schemas.microsoft.com/office/drawing/2014/main" id="{17BEE1B7-7918-755D-042A-AE98BACCE0BD}"/>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grpSp>
        <p:nvGrpSpPr>
          <p:cNvPr id="93" name="Group 92">
            <a:extLst>
              <a:ext uri="{FF2B5EF4-FFF2-40B4-BE49-F238E27FC236}">
                <a16:creationId xmlns:a16="http://schemas.microsoft.com/office/drawing/2014/main" id="{945A3BD5-4AC5-F037-60F8-D033BB300ED5}"/>
              </a:ext>
            </a:extLst>
          </p:cNvPr>
          <p:cNvGrpSpPr/>
          <p:nvPr/>
        </p:nvGrpSpPr>
        <p:grpSpPr>
          <a:xfrm>
            <a:off x="107367" y="676770"/>
            <a:ext cx="3720247" cy="1331334"/>
            <a:chOff x="107367" y="676770"/>
            <a:chExt cx="3720247" cy="1331334"/>
          </a:xfrm>
        </p:grpSpPr>
        <p:grpSp>
          <p:nvGrpSpPr>
            <p:cNvPr id="33" name="Group 32">
              <a:extLst>
                <a:ext uri="{FF2B5EF4-FFF2-40B4-BE49-F238E27FC236}">
                  <a16:creationId xmlns:a16="http://schemas.microsoft.com/office/drawing/2014/main" id="{3EF347F1-F2CE-58A3-6D9A-BC067093437B}"/>
                </a:ext>
              </a:extLst>
            </p:cNvPr>
            <p:cNvGrpSpPr/>
            <p:nvPr/>
          </p:nvGrpSpPr>
          <p:grpSpPr>
            <a:xfrm>
              <a:off x="107367" y="676770"/>
              <a:ext cx="3720247" cy="1331334"/>
              <a:chOff x="78866" y="1588072"/>
              <a:chExt cx="3720247" cy="1331334"/>
            </a:xfrm>
          </p:grpSpPr>
          <p:sp>
            <p:nvSpPr>
              <p:cNvPr id="13" name="Rectangle: Rounded Corners 12">
                <a:hlinkClick r:id="rId7" action="ppaction://hlinksldjump"/>
                <a:extLst>
                  <a:ext uri="{FF2B5EF4-FFF2-40B4-BE49-F238E27FC236}">
                    <a16:creationId xmlns:a16="http://schemas.microsoft.com/office/drawing/2014/main" id="{E22E098F-3031-FBE9-AC53-CE351E925DAA}"/>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32" name="Group 31">
                <a:extLst>
                  <a:ext uri="{FF2B5EF4-FFF2-40B4-BE49-F238E27FC236}">
                    <a16:creationId xmlns:a16="http://schemas.microsoft.com/office/drawing/2014/main" id="{98B0A82B-CBE6-9917-0D70-0CA0CEA901E0}"/>
                  </a:ext>
                </a:extLst>
              </p:cNvPr>
              <p:cNvGrpSpPr/>
              <p:nvPr/>
            </p:nvGrpSpPr>
            <p:grpSpPr>
              <a:xfrm>
                <a:off x="156250" y="1612840"/>
                <a:ext cx="3642863" cy="1261007"/>
                <a:chOff x="156250" y="1612840"/>
                <a:chExt cx="3642863" cy="1261007"/>
              </a:xfrm>
            </p:grpSpPr>
            <p:sp>
              <p:nvSpPr>
                <p:cNvPr id="25" name="TextBox 24">
                  <a:hlinkClick r:id="rId7" action="ppaction://hlinksldjump"/>
                  <a:extLst>
                    <a:ext uri="{FF2B5EF4-FFF2-40B4-BE49-F238E27FC236}">
                      <a16:creationId xmlns:a16="http://schemas.microsoft.com/office/drawing/2014/main" id="{9BBF9BEB-FCB9-0DBB-796E-A33B1656EB54}"/>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30" name="Group 29">
                  <a:extLst>
                    <a:ext uri="{FF2B5EF4-FFF2-40B4-BE49-F238E27FC236}">
                      <a16:creationId xmlns:a16="http://schemas.microsoft.com/office/drawing/2014/main" id="{84D3D645-1DD3-A85F-100E-D4B896B6F004}"/>
                    </a:ext>
                  </a:extLst>
                </p:cNvPr>
                <p:cNvGrpSpPr/>
                <p:nvPr/>
              </p:nvGrpSpPr>
              <p:grpSpPr>
                <a:xfrm>
                  <a:off x="156250" y="1612840"/>
                  <a:ext cx="3486250" cy="1261007"/>
                  <a:chOff x="156250" y="1612840"/>
                  <a:chExt cx="3486250" cy="1261007"/>
                </a:xfrm>
              </p:grpSpPr>
              <p:pic>
                <p:nvPicPr>
                  <p:cNvPr id="14" name="Picture 13">
                    <a:extLst>
                      <a:ext uri="{FF2B5EF4-FFF2-40B4-BE49-F238E27FC236}">
                        <a16:creationId xmlns:a16="http://schemas.microsoft.com/office/drawing/2014/main" id="{7E6EDBC5-0CC9-1C1E-7E7C-D5624C43B8F8}"/>
                      </a:ext>
                    </a:extLst>
                  </p:cNvPr>
                  <p:cNvPicPr>
                    <a:picLocks noChangeAspect="1"/>
                  </p:cNvPicPr>
                  <p:nvPr/>
                </p:nvPicPr>
                <p:blipFill>
                  <a:blip r:embed="rId8"/>
                  <a:stretch>
                    <a:fillRect/>
                  </a:stretch>
                </p:blipFill>
                <p:spPr>
                  <a:xfrm>
                    <a:off x="248797" y="2006940"/>
                    <a:ext cx="1605062" cy="805533"/>
                  </a:xfrm>
                  <a:prstGeom prst="rect">
                    <a:avLst/>
                  </a:prstGeom>
                  <a:ln>
                    <a:noFill/>
                  </a:ln>
                </p:spPr>
              </p:pic>
              <p:sp>
                <p:nvSpPr>
                  <p:cNvPr id="15" name="TextBox 14">
                    <a:hlinkClick r:id="rId7" action="ppaction://hlinksldjump"/>
                    <a:extLst>
                      <a:ext uri="{FF2B5EF4-FFF2-40B4-BE49-F238E27FC236}">
                        <a16:creationId xmlns:a16="http://schemas.microsoft.com/office/drawing/2014/main" id="{E3D6F6E5-EAAC-261A-C977-51E7E28E1679}"/>
                      </a:ext>
                    </a:extLst>
                  </p:cNvPr>
                  <p:cNvSpPr txBox="1"/>
                  <p:nvPr/>
                </p:nvSpPr>
                <p:spPr>
                  <a:xfrm>
                    <a:off x="156250" y="1612840"/>
                    <a:ext cx="1605061" cy="369332"/>
                  </a:xfrm>
                  <a:prstGeom prst="rect">
                    <a:avLst/>
                  </a:prstGeom>
                  <a:noFill/>
                </p:spPr>
                <p:txBody>
                  <a:bodyPr wrap="square" rtlCol="0">
                    <a:spAutoFit/>
                  </a:bodyPr>
                  <a:lstStyle/>
                  <a:p>
                    <a:r>
                      <a:rPr lang="en-SG" b="1" dirty="0">
                        <a:solidFill>
                          <a:schemeClr val="tx2">
                            <a:lumMod val="50000"/>
                          </a:schemeClr>
                        </a:solidFill>
                      </a:rPr>
                      <a:t>Dragon Roller</a:t>
                    </a:r>
                  </a:p>
                </p:txBody>
              </p:sp>
              <p:sp>
                <p:nvSpPr>
                  <p:cNvPr id="41" name="TextBox 40">
                    <a:hlinkClick r:id="rId7" action="ppaction://hlinksldjump"/>
                    <a:extLst>
                      <a:ext uri="{FF2B5EF4-FFF2-40B4-BE49-F238E27FC236}">
                        <a16:creationId xmlns:a16="http://schemas.microsoft.com/office/drawing/2014/main" id="{BB207DEF-2DFB-7E44-4040-B8AC6B11A1F1}"/>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pic>
                <p:nvPicPr>
                  <p:cNvPr id="17" name="Picture 16" descr="A red person silhouette on a black background&#10;&#10;AI-generated content may be incorrect.">
                    <a:hlinkClick r:id="rId7" action="ppaction://hlinksldjump"/>
                    <a:extLst>
                      <a:ext uri="{FF2B5EF4-FFF2-40B4-BE49-F238E27FC236}">
                        <a16:creationId xmlns:a16="http://schemas.microsoft.com/office/drawing/2014/main" id="{40D0F3C9-7831-7507-FEDA-9981730ACA5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916734" y="1900571"/>
                    <a:ext cx="451029" cy="451029"/>
                  </a:xfrm>
                  <a:prstGeom prst="rect">
                    <a:avLst/>
                  </a:prstGeom>
                </p:spPr>
              </p:pic>
              <p:pic>
                <p:nvPicPr>
                  <p:cNvPr id="22" name="Picture 21" descr="A red person silhouette on a black background&#10;&#10;AI-generated content may be incorrect.">
                    <a:hlinkClick r:id="rId7" action="ppaction://hlinksldjump"/>
                    <a:extLst>
                      <a:ext uri="{FF2B5EF4-FFF2-40B4-BE49-F238E27FC236}">
                        <a16:creationId xmlns:a16="http://schemas.microsoft.com/office/drawing/2014/main" id="{2E00129F-77EF-CCEE-CDC0-13C7E8793C4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094573" y="1900572"/>
                    <a:ext cx="451029" cy="451029"/>
                  </a:xfrm>
                  <a:prstGeom prst="rect">
                    <a:avLst/>
                  </a:prstGeom>
                </p:spPr>
              </p:pic>
              <p:pic>
                <p:nvPicPr>
                  <p:cNvPr id="23" name="Picture 22" descr="A red person silhouette on a black background&#10;&#10;AI-generated content may be incorrect.">
                    <a:hlinkClick r:id="rId7" action="ppaction://hlinksldjump"/>
                    <a:extLst>
                      <a:ext uri="{FF2B5EF4-FFF2-40B4-BE49-F238E27FC236}">
                        <a16:creationId xmlns:a16="http://schemas.microsoft.com/office/drawing/2014/main" id="{9A0DCD57-3195-C5EE-5FE9-99DD562838C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641997" y="1900571"/>
                    <a:ext cx="451029" cy="451029"/>
                  </a:xfrm>
                  <a:prstGeom prst="rect">
                    <a:avLst/>
                  </a:prstGeom>
                </p:spPr>
              </p:pic>
              <p:pic>
                <p:nvPicPr>
                  <p:cNvPr id="24" name="Picture 23" descr="A red person silhouette on a black background&#10;&#10;AI-generated content may be incorrect.">
                    <a:hlinkClick r:id="rId7" action="ppaction://hlinksldjump"/>
                    <a:extLst>
                      <a:ext uri="{FF2B5EF4-FFF2-40B4-BE49-F238E27FC236}">
                        <a16:creationId xmlns:a16="http://schemas.microsoft.com/office/drawing/2014/main" id="{656F2CDA-2D03-4582-E3EF-D5B5DE2FD9D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369310" y="1901767"/>
                    <a:ext cx="451029" cy="451029"/>
                  </a:xfrm>
                  <a:prstGeom prst="rect">
                    <a:avLst/>
                  </a:prstGeom>
                </p:spPr>
              </p:pic>
              <p:sp>
                <p:nvSpPr>
                  <p:cNvPr id="27" name="TextBox 26">
                    <a:hlinkClick r:id="rId7" action="ppaction://hlinksldjump"/>
                    <a:extLst>
                      <a:ext uri="{FF2B5EF4-FFF2-40B4-BE49-F238E27FC236}">
                        <a16:creationId xmlns:a16="http://schemas.microsoft.com/office/drawing/2014/main" id="{76B80696-3266-AF1A-5E8E-8CEEDE4D006C}"/>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4"/>
                        </a:solidFill>
                      </a:rPr>
                      <a:t>~ 50 mins</a:t>
                    </a:r>
                  </a:p>
                </p:txBody>
              </p:sp>
              <p:pic>
                <p:nvPicPr>
                  <p:cNvPr id="29" name="Picture 28" descr="A red person silhouette on a black background&#10;&#10;AI-generated content may be incorrect.">
                    <a:hlinkClick r:id="rId7" action="ppaction://hlinksldjump"/>
                    <a:extLst>
                      <a:ext uri="{FF2B5EF4-FFF2-40B4-BE49-F238E27FC236}">
                        <a16:creationId xmlns:a16="http://schemas.microsoft.com/office/drawing/2014/main" id="{E6A98E0C-A812-9C54-D91C-230B64CC51A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91471" y="1900571"/>
                    <a:ext cx="451029" cy="451029"/>
                  </a:xfrm>
                  <a:prstGeom prst="rect">
                    <a:avLst/>
                  </a:prstGeom>
                </p:spPr>
              </p:pic>
            </p:grpSp>
          </p:grpSp>
        </p:grpSp>
        <p:sp>
          <p:nvSpPr>
            <p:cNvPr id="91" name="TextBox 90">
              <a:hlinkClick r:id="rId7" action="ppaction://hlinksldjump"/>
              <a:extLst>
                <a:ext uri="{FF2B5EF4-FFF2-40B4-BE49-F238E27FC236}">
                  <a16:creationId xmlns:a16="http://schemas.microsoft.com/office/drawing/2014/main" id="{52CDECBD-8A09-59E6-E2A9-EF1F960247AA}"/>
                </a:ext>
              </a:extLst>
            </p:cNvPr>
            <p:cNvSpPr txBox="1"/>
            <p:nvPr/>
          </p:nvSpPr>
          <p:spPr>
            <a:xfrm>
              <a:off x="277298" y="1070870"/>
              <a:ext cx="1608909" cy="830265"/>
            </a:xfrm>
            <a:prstGeom prst="rect">
              <a:avLst/>
            </a:prstGeom>
            <a:noFill/>
            <a:ln>
              <a:solidFill>
                <a:srgbClr val="2F3C7E"/>
              </a:solidFill>
            </a:ln>
          </p:spPr>
          <p:txBody>
            <a:bodyPr wrap="square" rtlCol="0">
              <a:spAutoFit/>
            </a:bodyPr>
            <a:lstStyle/>
            <a:p>
              <a:endParaRPr lang="en-SG" dirty="0"/>
            </a:p>
          </p:txBody>
        </p:sp>
      </p:grpSp>
      <p:grpSp>
        <p:nvGrpSpPr>
          <p:cNvPr id="194" name="Group 193">
            <a:extLst>
              <a:ext uri="{FF2B5EF4-FFF2-40B4-BE49-F238E27FC236}">
                <a16:creationId xmlns:a16="http://schemas.microsoft.com/office/drawing/2014/main" id="{45C95151-0369-C9E6-582A-30129719F065}"/>
              </a:ext>
            </a:extLst>
          </p:cNvPr>
          <p:cNvGrpSpPr/>
          <p:nvPr/>
        </p:nvGrpSpPr>
        <p:grpSpPr>
          <a:xfrm>
            <a:off x="107367" y="2142193"/>
            <a:ext cx="3720247" cy="1331334"/>
            <a:chOff x="107367" y="2142193"/>
            <a:chExt cx="3720247" cy="1331334"/>
          </a:xfrm>
        </p:grpSpPr>
        <p:grpSp>
          <p:nvGrpSpPr>
            <p:cNvPr id="94" name="Group 93">
              <a:extLst>
                <a:ext uri="{FF2B5EF4-FFF2-40B4-BE49-F238E27FC236}">
                  <a16:creationId xmlns:a16="http://schemas.microsoft.com/office/drawing/2014/main" id="{B50AA105-248D-24A9-EFB7-50E66F0BDF6A}"/>
                </a:ext>
              </a:extLst>
            </p:cNvPr>
            <p:cNvGrpSpPr/>
            <p:nvPr/>
          </p:nvGrpSpPr>
          <p:grpSpPr>
            <a:xfrm>
              <a:off x="107367" y="2142193"/>
              <a:ext cx="3720247" cy="1331334"/>
              <a:chOff x="107367" y="2142193"/>
              <a:chExt cx="3720247" cy="1331334"/>
            </a:xfrm>
          </p:grpSpPr>
          <p:grpSp>
            <p:nvGrpSpPr>
              <p:cNvPr id="69" name="Group 68">
                <a:extLst>
                  <a:ext uri="{FF2B5EF4-FFF2-40B4-BE49-F238E27FC236}">
                    <a16:creationId xmlns:a16="http://schemas.microsoft.com/office/drawing/2014/main" id="{4E247B2E-0939-7D5C-B1F2-1E84201B58C6}"/>
                  </a:ext>
                </a:extLst>
              </p:cNvPr>
              <p:cNvGrpSpPr/>
              <p:nvPr/>
            </p:nvGrpSpPr>
            <p:grpSpPr>
              <a:xfrm>
                <a:off x="107367" y="2142193"/>
                <a:ext cx="3720247" cy="1331334"/>
                <a:chOff x="107366" y="2104595"/>
                <a:chExt cx="3720247" cy="1331334"/>
              </a:xfrm>
            </p:grpSpPr>
            <p:grpSp>
              <p:nvGrpSpPr>
                <p:cNvPr id="34" name="Group 33">
                  <a:extLst>
                    <a:ext uri="{FF2B5EF4-FFF2-40B4-BE49-F238E27FC236}">
                      <a16:creationId xmlns:a16="http://schemas.microsoft.com/office/drawing/2014/main" id="{62224571-4C44-E187-BF3E-09BEDA010E81}"/>
                    </a:ext>
                  </a:extLst>
                </p:cNvPr>
                <p:cNvGrpSpPr/>
                <p:nvPr/>
              </p:nvGrpSpPr>
              <p:grpSpPr>
                <a:xfrm>
                  <a:off x="107366" y="2104595"/>
                  <a:ext cx="3720247" cy="1331334"/>
                  <a:chOff x="78866" y="1588072"/>
                  <a:chExt cx="3720247" cy="1331334"/>
                </a:xfrm>
              </p:grpSpPr>
              <p:sp>
                <p:nvSpPr>
                  <p:cNvPr id="35" name="Rectangle: Rounded Corners 34">
                    <a:extLst>
                      <a:ext uri="{FF2B5EF4-FFF2-40B4-BE49-F238E27FC236}">
                        <a16:creationId xmlns:a16="http://schemas.microsoft.com/office/drawing/2014/main" id="{D14C45E5-5E1D-6E87-D39A-48C3AD321C74}"/>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36" name="Group 35">
                    <a:extLst>
                      <a:ext uri="{FF2B5EF4-FFF2-40B4-BE49-F238E27FC236}">
                        <a16:creationId xmlns:a16="http://schemas.microsoft.com/office/drawing/2014/main" id="{04B9F962-5A97-4EF2-3E90-4C76D3C86DCF}"/>
                      </a:ext>
                    </a:extLst>
                  </p:cNvPr>
                  <p:cNvGrpSpPr/>
                  <p:nvPr/>
                </p:nvGrpSpPr>
                <p:grpSpPr>
                  <a:xfrm>
                    <a:off x="173207" y="1610398"/>
                    <a:ext cx="3625906" cy="1263449"/>
                    <a:chOff x="173207" y="1610398"/>
                    <a:chExt cx="3625906" cy="1263449"/>
                  </a:xfrm>
                </p:grpSpPr>
                <p:sp>
                  <p:nvSpPr>
                    <p:cNvPr id="37" name="TextBox 36">
                      <a:extLst>
                        <a:ext uri="{FF2B5EF4-FFF2-40B4-BE49-F238E27FC236}">
                          <a16:creationId xmlns:a16="http://schemas.microsoft.com/office/drawing/2014/main" id="{2A4692F0-94BA-4655-2D2C-3F0834620E1E}"/>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38" name="Group 37">
                      <a:extLst>
                        <a:ext uri="{FF2B5EF4-FFF2-40B4-BE49-F238E27FC236}">
                          <a16:creationId xmlns:a16="http://schemas.microsoft.com/office/drawing/2014/main" id="{23C805D9-7C16-D8E9-E4D4-72D2BB7A37D2}"/>
                        </a:ext>
                      </a:extLst>
                    </p:cNvPr>
                    <p:cNvGrpSpPr/>
                    <p:nvPr/>
                  </p:nvGrpSpPr>
                  <p:grpSpPr>
                    <a:xfrm>
                      <a:off x="173207" y="1610398"/>
                      <a:ext cx="2957809" cy="1263449"/>
                      <a:chOff x="173207" y="1610398"/>
                      <a:chExt cx="2957809" cy="1263449"/>
                    </a:xfrm>
                  </p:grpSpPr>
                  <p:sp>
                    <p:nvSpPr>
                      <p:cNvPr id="40" name="TextBox 39">
                        <a:extLst>
                          <a:ext uri="{FF2B5EF4-FFF2-40B4-BE49-F238E27FC236}">
                            <a16:creationId xmlns:a16="http://schemas.microsoft.com/office/drawing/2014/main" id="{AB7BD949-85BC-745F-0BFB-6735D3B1EA90}"/>
                          </a:ext>
                        </a:extLst>
                      </p:cNvPr>
                      <p:cNvSpPr txBox="1"/>
                      <p:nvPr/>
                    </p:nvSpPr>
                    <p:spPr>
                      <a:xfrm>
                        <a:off x="173207" y="1610398"/>
                        <a:ext cx="1102790" cy="369332"/>
                      </a:xfrm>
                      <a:prstGeom prst="rect">
                        <a:avLst/>
                      </a:prstGeom>
                      <a:noFill/>
                    </p:spPr>
                    <p:txBody>
                      <a:bodyPr wrap="square" rtlCol="0">
                        <a:spAutoFit/>
                      </a:bodyPr>
                      <a:lstStyle/>
                      <a:p>
                        <a:r>
                          <a:rPr lang="en-SG" b="1" dirty="0">
                            <a:solidFill>
                              <a:schemeClr val="tx2">
                                <a:lumMod val="50000"/>
                              </a:schemeClr>
                            </a:solidFill>
                          </a:rPr>
                          <a:t>Typhoon</a:t>
                        </a:r>
                      </a:p>
                    </p:txBody>
                  </p:sp>
                  <p:sp>
                    <p:nvSpPr>
                      <p:cNvPr id="43" name="TextBox 42">
                        <a:extLst>
                          <a:ext uri="{FF2B5EF4-FFF2-40B4-BE49-F238E27FC236}">
                            <a16:creationId xmlns:a16="http://schemas.microsoft.com/office/drawing/2014/main" id="{EF3B9B22-ABCC-738A-6D05-F660A021B85D}"/>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48" name="TextBox 47">
                        <a:extLst>
                          <a:ext uri="{FF2B5EF4-FFF2-40B4-BE49-F238E27FC236}">
                            <a16:creationId xmlns:a16="http://schemas.microsoft.com/office/drawing/2014/main" id="{341006A8-0BD9-0679-21EF-BA8F82F7A22B}"/>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3"/>
                            </a:solidFill>
                          </a:rPr>
                          <a:t>~ 25 mins</a:t>
                        </a:r>
                      </a:p>
                    </p:txBody>
                  </p:sp>
                </p:grpSp>
              </p:grpSp>
            </p:grpSp>
            <p:pic>
              <p:nvPicPr>
                <p:cNvPr id="68" name="Picture 67" descr="A yellow person silhouette on a black background&#10;&#10;AI-generated content may be incorrect.">
                  <a:extLst>
                    <a:ext uri="{FF2B5EF4-FFF2-40B4-BE49-F238E27FC236}">
                      <a16:creationId xmlns:a16="http://schemas.microsoft.com/office/drawing/2014/main" id="{EABD4A47-D53E-CC64-CA0B-5C637BC5305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71468" y="2412758"/>
                  <a:ext cx="449085" cy="449085"/>
                </a:xfrm>
                <a:prstGeom prst="rect">
                  <a:avLst/>
                </a:prstGeom>
              </p:spPr>
            </p:pic>
            <p:pic>
              <p:nvPicPr>
                <p:cNvPr id="67" name="Picture 66" descr="A yellow person silhouette on a black background&#10;&#10;AI-generated content may be incorrect.">
                  <a:extLst>
                    <a:ext uri="{FF2B5EF4-FFF2-40B4-BE49-F238E27FC236}">
                      <a16:creationId xmlns:a16="http://schemas.microsoft.com/office/drawing/2014/main" id="{9FAABD0C-5076-9D64-90CE-E3FF7BA64CA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96732" y="2415898"/>
                  <a:ext cx="449085" cy="449085"/>
                </a:xfrm>
                <a:prstGeom prst="rect">
                  <a:avLst/>
                </a:prstGeom>
              </p:spPr>
            </p:pic>
            <p:pic>
              <p:nvPicPr>
                <p:cNvPr id="21" name="Picture 20" descr="A yellow person silhouette on a black background&#10;&#10;AI-generated content may be incorrect.">
                  <a:extLst>
                    <a:ext uri="{FF2B5EF4-FFF2-40B4-BE49-F238E27FC236}">
                      <a16:creationId xmlns:a16="http://schemas.microsoft.com/office/drawing/2014/main" id="{62069643-9863-413F-4FAE-E8D4D7EEEAB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24044" y="2415900"/>
                  <a:ext cx="449085" cy="449085"/>
                </a:xfrm>
                <a:prstGeom prst="rect">
                  <a:avLst/>
                </a:prstGeom>
              </p:spPr>
            </p:pic>
          </p:grpSp>
          <p:sp>
            <p:nvSpPr>
              <p:cNvPr id="92" name="TextBox 91">
                <a:extLst>
                  <a:ext uri="{FF2B5EF4-FFF2-40B4-BE49-F238E27FC236}">
                    <a16:creationId xmlns:a16="http://schemas.microsoft.com/office/drawing/2014/main" id="{23388E1C-4903-209A-B852-75214A0AFE6D}"/>
                  </a:ext>
                </a:extLst>
              </p:cNvPr>
              <p:cNvSpPr txBox="1"/>
              <p:nvPr/>
            </p:nvSpPr>
            <p:spPr>
              <a:xfrm>
                <a:off x="281771" y="2534198"/>
                <a:ext cx="1605062" cy="830265"/>
              </a:xfrm>
              <a:prstGeom prst="rect">
                <a:avLst/>
              </a:prstGeom>
              <a:noFill/>
              <a:ln>
                <a:solidFill>
                  <a:srgbClr val="2F3C7E"/>
                </a:solidFill>
              </a:ln>
            </p:spPr>
            <p:txBody>
              <a:bodyPr wrap="square" rtlCol="0">
                <a:spAutoFit/>
              </a:bodyPr>
              <a:lstStyle/>
              <a:p>
                <a:endParaRPr lang="en-SG" dirty="0"/>
              </a:p>
            </p:txBody>
          </p:sp>
        </p:grpSp>
        <p:pic>
          <p:nvPicPr>
            <p:cNvPr id="90" name="Picture 89">
              <a:extLst>
                <a:ext uri="{FF2B5EF4-FFF2-40B4-BE49-F238E27FC236}">
                  <a16:creationId xmlns:a16="http://schemas.microsoft.com/office/drawing/2014/main" id="{B0C26F25-A69D-5B36-3B0D-E12C43D5621D}"/>
                </a:ext>
              </a:extLst>
            </p:cNvPr>
            <p:cNvPicPr>
              <a:picLocks noChangeAspect="1"/>
            </p:cNvPicPr>
            <p:nvPr/>
          </p:nvPicPr>
          <p:blipFill>
            <a:blip r:embed="rId11"/>
            <a:stretch>
              <a:fillRect/>
            </a:stretch>
          </p:blipFill>
          <p:spPr>
            <a:xfrm>
              <a:off x="662055" y="2543705"/>
              <a:ext cx="852090" cy="814520"/>
            </a:xfrm>
            <a:prstGeom prst="rect">
              <a:avLst/>
            </a:prstGeom>
            <a:ln>
              <a:noFill/>
            </a:ln>
          </p:spPr>
        </p:pic>
      </p:grpSp>
      <p:grpSp>
        <p:nvGrpSpPr>
          <p:cNvPr id="191" name="Group 190">
            <a:extLst>
              <a:ext uri="{FF2B5EF4-FFF2-40B4-BE49-F238E27FC236}">
                <a16:creationId xmlns:a16="http://schemas.microsoft.com/office/drawing/2014/main" id="{1BF8A388-6500-2554-F030-A15B141DA787}"/>
              </a:ext>
            </a:extLst>
          </p:cNvPr>
          <p:cNvGrpSpPr/>
          <p:nvPr/>
        </p:nvGrpSpPr>
        <p:grpSpPr>
          <a:xfrm>
            <a:off x="4064481" y="2147454"/>
            <a:ext cx="3720247" cy="1331334"/>
            <a:chOff x="4100301" y="2166961"/>
            <a:chExt cx="3720247" cy="1331334"/>
          </a:xfrm>
        </p:grpSpPr>
        <p:grpSp>
          <p:nvGrpSpPr>
            <p:cNvPr id="149" name="Group 148">
              <a:extLst>
                <a:ext uri="{FF2B5EF4-FFF2-40B4-BE49-F238E27FC236}">
                  <a16:creationId xmlns:a16="http://schemas.microsoft.com/office/drawing/2014/main" id="{E18BAA1D-82B2-5941-C42F-05622A04034C}"/>
                </a:ext>
              </a:extLst>
            </p:cNvPr>
            <p:cNvGrpSpPr/>
            <p:nvPr/>
          </p:nvGrpSpPr>
          <p:grpSpPr>
            <a:xfrm>
              <a:off x="4100301" y="2166961"/>
              <a:ext cx="3720247" cy="1331334"/>
              <a:chOff x="4100301" y="701538"/>
              <a:chExt cx="3720247" cy="1331334"/>
            </a:xfrm>
          </p:grpSpPr>
          <p:grpSp>
            <p:nvGrpSpPr>
              <p:cNvPr id="150" name="Group 149">
                <a:extLst>
                  <a:ext uri="{FF2B5EF4-FFF2-40B4-BE49-F238E27FC236}">
                    <a16:creationId xmlns:a16="http://schemas.microsoft.com/office/drawing/2014/main" id="{1EAABAF2-B77C-974F-DDAB-BD420FBDF2F9}"/>
                  </a:ext>
                </a:extLst>
              </p:cNvPr>
              <p:cNvGrpSpPr/>
              <p:nvPr/>
            </p:nvGrpSpPr>
            <p:grpSpPr>
              <a:xfrm>
                <a:off x="4100301" y="701538"/>
                <a:ext cx="3720247" cy="1331334"/>
                <a:chOff x="107367" y="676770"/>
                <a:chExt cx="3720247" cy="1331334"/>
              </a:xfrm>
            </p:grpSpPr>
            <p:grpSp>
              <p:nvGrpSpPr>
                <p:cNvPr id="152" name="Group 151">
                  <a:extLst>
                    <a:ext uri="{FF2B5EF4-FFF2-40B4-BE49-F238E27FC236}">
                      <a16:creationId xmlns:a16="http://schemas.microsoft.com/office/drawing/2014/main" id="{DC3048D4-2337-CCFC-A2B1-916921A00997}"/>
                    </a:ext>
                  </a:extLst>
                </p:cNvPr>
                <p:cNvGrpSpPr/>
                <p:nvPr/>
              </p:nvGrpSpPr>
              <p:grpSpPr>
                <a:xfrm>
                  <a:off x="107367" y="676770"/>
                  <a:ext cx="3720247" cy="1331334"/>
                  <a:chOff x="78866" y="1588072"/>
                  <a:chExt cx="3720247" cy="1331334"/>
                </a:xfrm>
              </p:grpSpPr>
              <p:sp>
                <p:nvSpPr>
                  <p:cNvPr id="154" name="Rectangle: Rounded Corners 153">
                    <a:extLst>
                      <a:ext uri="{FF2B5EF4-FFF2-40B4-BE49-F238E27FC236}">
                        <a16:creationId xmlns:a16="http://schemas.microsoft.com/office/drawing/2014/main" id="{68353989-9D7F-D8E9-BECA-18C62EBBDDEB}"/>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155" name="Group 154">
                    <a:extLst>
                      <a:ext uri="{FF2B5EF4-FFF2-40B4-BE49-F238E27FC236}">
                        <a16:creationId xmlns:a16="http://schemas.microsoft.com/office/drawing/2014/main" id="{01246676-959C-EFCC-BFF4-A984658BE1EC}"/>
                      </a:ext>
                    </a:extLst>
                  </p:cNvPr>
                  <p:cNvGrpSpPr/>
                  <p:nvPr/>
                </p:nvGrpSpPr>
                <p:grpSpPr>
                  <a:xfrm>
                    <a:off x="145454" y="1610398"/>
                    <a:ext cx="3653659" cy="1263449"/>
                    <a:chOff x="145454" y="1610398"/>
                    <a:chExt cx="3653659" cy="1263449"/>
                  </a:xfrm>
                </p:grpSpPr>
                <p:sp>
                  <p:nvSpPr>
                    <p:cNvPr id="156" name="TextBox 155">
                      <a:extLst>
                        <a:ext uri="{FF2B5EF4-FFF2-40B4-BE49-F238E27FC236}">
                          <a16:creationId xmlns:a16="http://schemas.microsoft.com/office/drawing/2014/main" id="{D172BB84-F1C5-0D3E-811F-77BC5AB60826}"/>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157" name="Group 156">
                      <a:extLst>
                        <a:ext uri="{FF2B5EF4-FFF2-40B4-BE49-F238E27FC236}">
                          <a16:creationId xmlns:a16="http://schemas.microsoft.com/office/drawing/2014/main" id="{2496343F-5498-5483-A5E4-42775D05F925}"/>
                        </a:ext>
                      </a:extLst>
                    </p:cNvPr>
                    <p:cNvGrpSpPr/>
                    <p:nvPr/>
                  </p:nvGrpSpPr>
                  <p:grpSpPr>
                    <a:xfrm>
                      <a:off x="145454" y="1610398"/>
                      <a:ext cx="2985562" cy="1263449"/>
                      <a:chOff x="145454" y="1610398"/>
                      <a:chExt cx="2985562" cy="1263449"/>
                    </a:xfrm>
                  </p:grpSpPr>
                  <p:sp>
                    <p:nvSpPr>
                      <p:cNvPr id="158" name="TextBox 157">
                        <a:extLst>
                          <a:ext uri="{FF2B5EF4-FFF2-40B4-BE49-F238E27FC236}">
                            <a16:creationId xmlns:a16="http://schemas.microsoft.com/office/drawing/2014/main" id="{2CD8FC83-C95A-300D-704C-7CFF97016D36}"/>
                          </a:ext>
                        </a:extLst>
                      </p:cNvPr>
                      <p:cNvSpPr txBox="1"/>
                      <p:nvPr/>
                    </p:nvSpPr>
                    <p:spPr>
                      <a:xfrm>
                        <a:off x="145454" y="1610398"/>
                        <a:ext cx="1437410" cy="369332"/>
                      </a:xfrm>
                      <a:prstGeom prst="rect">
                        <a:avLst/>
                      </a:prstGeom>
                      <a:noFill/>
                    </p:spPr>
                    <p:txBody>
                      <a:bodyPr wrap="square" rtlCol="0">
                        <a:spAutoFit/>
                      </a:bodyPr>
                      <a:lstStyle/>
                      <a:p>
                        <a:r>
                          <a:rPr lang="en-SG" b="1" dirty="0">
                            <a:solidFill>
                              <a:schemeClr val="tx2">
                                <a:lumMod val="50000"/>
                              </a:schemeClr>
                            </a:solidFill>
                          </a:rPr>
                          <a:t>Green Bites</a:t>
                        </a:r>
                      </a:p>
                    </p:txBody>
                  </p:sp>
                  <p:sp>
                    <p:nvSpPr>
                      <p:cNvPr id="159" name="TextBox 158">
                        <a:extLst>
                          <a:ext uri="{FF2B5EF4-FFF2-40B4-BE49-F238E27FC236}">
                            <a16:creationId xmlns:a16="http://schemas.microsoft.com/office/drawing/2014/main" id="{FC88B839-36C7-A603-5263-8DEEE9BB025E}"/>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160" name="TextBox 159">
                        <a:extLst>
                          <a:ext uri="{FF2B5EF4-FFF2-40B4-BE49-F238E27FC236}">
                            <a16:creationId xmlns:a16="http://schemas.microsoft.com/office/drawing/2014/main" id="{D4EBA1DB-A5FA-1BCC-578B-6B0F937C55B4}"/>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 5 mins</a:t>
                        </a:r>
                      </a:p>
                    </p:txBody>
                  </p:sp>
                </p:grpSp>
              </p:grpSp>
            </p:grpSp>
            <p:sp>
              <p:nvSpPr>
                <p:cNvPr id="153" name="TextBox 152">
                  <a:extLst>
                    <a:ext uri="{FF2B5EF4-FFF2-40B4-BE49-F238E27FC236}">
                      <a16:creationId xmlns:a16="http://schemas.microsoft.com/office/drawing/2014/main" id="{1A86034F-9AB1-E7BF-24DD-09804E6CEE6A}"/>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151" name="Picture 150" descr="A green person silhouette on a black background&#10;&#10;AI-generated content may be incorrect.">
                <a:extLst>
                  <a:ext uri="{FF2B5EF4-FFF2-40B4-BE49-F238E27FC236}">
                    <a16:creationId xmlns:a16="http://schemas.microsoft.com/office/drawing/2014/main" id="{EA2ADDEA-BE11-5D3E-C231-F17A401F37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190" name="Picture 189">
              <a:extLst>
                <a:ext uri="{FF2B5EF4-FFF2-40B4-BE49-F238E27FC236}">
                  <a16:creationId xmlns:a16="http://schemas.microsoft.com/office/drawing/2014/main" id="{E5566C4D-8DD2-1C9E-ACFF-071559F63D09}"/>
                </a:ext>
              </a:extLst>
            </p:cNvPr>
            <p:cNvPicPr>
              <a:picLocks noChangeAspect="1"/>
            </p:cNvPicPr>
            <p:nvPr/>
          </p:nvPicPr>
          <p:blipFill>
            <a:blip r:embed="rId12"/>
            <a:stretch>
              <a:fillRect/>
            </a:stretch>
          </p:blipFill>
          <p:spPr>
            <a:xfrm>
              <a:off x="4788793" y="2790287"/>
              <a:ext cx="567938" cy="567938"/>
            </a:xfrm>
            <a:prstGeom prst="rect">
              <a:avLst/>
            </a:prstGeom>
          </p:spPr>
        </p:pic>
      </p:grpSp>
      <p:sp>
        <p:nvSpPr>
          <p:cNvPr id="204" name="Rectangle 203">
            <a:extLst>
              <a:ext uri="{FF2B5EF4-FFF2-40B4-BE49-F238E27FC236}">
                <a16:creationId xmlns:a16="http://schemas.microsoft.com/office/drawing/2014/main" id="{74411461-4AF4-50B9-865D-AE0AC09D184D}"/>
              </a:ext>
            </a:extLst>
          </p:cNvPr>
          <p:cNvSpPr/>
          <p:nvPr/>
        </p:nvSpPr>
        <p:spPr>
          <a:xfrm>
            <a:off x="8973206" y="4211670"/>
            <a:ext cx="3216643" cy="2646330"/>
          </a:xfrm>
          <a:prstGeom prst="rect">
            <a:avLst/>
          </a:prstGeom>
          <a:solidFill>
            <a:schemeClr val="bg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7" name="Rectangle 206">
            <a:extLst>
              <a:ext uri="{FF2B5EF4-FFF2-40B4-BE49-F238E27FC236}">
                <a16:creationId xmlns:a16="http://schemas.microsoft.com/office/drawing/2014/main" id="{FE9882A9-4CB5-20DA-8D68-4B6A3CF160F6}"/>
              </a:ext>
            </a:extLst>
          </p:cNvPr>
          <p:cNvSpPr/>
          <p:nvPr/>
        </p:nvSpPr>
        <p:spPr>
          <a:xfrm>
            <a:off x="0" y="4211669"/>
            <a:ext cx="3216643" cy="2646331"/>
          </a:xfrm>
          <a:prstGeom prst="rect">
            <a:avLst/>
          </a:prstGeom>
          <a:solidFill>
            <a:schemeClr val="bg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70" name="Group 69">
            <a:extLst>
              <a:ext uri="{FF2B5EF4-FFF2-40B4-BE49-F238E27FC236}">
                <a16:creationId xmlns:a16="http://schemas.microsoft.com/office/drawing/2014/main" id="{FFADEEC8-01D3-296D-053E-F7A1DCBF5FC3}"/>
              </a:ext>
            </a:extLst>
          </p:cNvPr>
          <p:cNvGrpSpPr/>
          <p:nvPr/>
        </p:nvGrpSpPr>
        <p:grpSpPr>
          <a:xfrm>
            <a:off x="143591" y="6086943"/>
            <a:ext cx="1808128" cy="523220"/>
            <a:chOff x="107750" y="5908742"/>
            <a:chExt cx="1890270" cy="541337"/>
          </a:xfrm>
        </p:grpSpPr>
        <p:sp>
          <p:nvSpPr>
            <p:cNvPr id="71" name="TextBox 70">
              <a:extLst>
                <a:ext uri="{FF2B5EF4-FFF2-40B4-BE49-F238E27FC236}">
                  <a16:creationId xmlns:a16="http://schemas.microsoft.com/office/drawing/2014/main" id="{047C331E-49EB-F347-607B-831445358603}"/>
                </a:ext>
              </a:extLst>
            </p:cNvPr>
            <p:cNvSpPr txBox="1"/>
            <p:nvPr userDrawn="1"/>
          </p:nvSpPr>
          <p:spPr>
            <a:xfrm>
              <a:off x="107750" y="5908742"/>
              <a:ext cx="1890270" cy="541337"/>
            </a:xfrm>
            <a:prstGeom prst="rect">
              <a:avLst/>
            </a:prstGeom>
            <a:noFill/>
            <a:ln w="12700">
              <a:solidFill>
                <a:srgbClr val="1C252E"/>
              </a:solidFill>
            </a:ln>
          </p:spPr>
          <p:txBody>
            <a:bodyPr wrap="square" rtlCol="0">
              <a:spAutoFit/>
            </a:bodyPr>
            <a:lstStyle/>
            <a:p>
              <a:r>
                <a:rPr lang="en-SG" sz="1400" dirty="0">
                  <a:solidFill>
                    <a:schemeClr val="tx2">
                      <a:lumMod val="50000"/>
                    </a:schemeClr>
                  </a:solidFill>
                </a:rPr>
                <a:t>Accessibility</a:t>
              </a:r>
            </a:p>
            <a:p>
              <a:r>
                <a:rPr lang="en-SG" sz="1400" dirty="0">
                  <a:solidFill>
                    <a:schemeClr val="tx2">
                      <a:lumMod val="50000"/>
                    </a:schemeClr>
                  </a:solidFill>
                </a:rPr>
                <a:t>Mode</a:t>
              </a:r>
            </a:p>
          </p:txBody>
        </p:sp>
        <p:pic>
          <p:nvPicPr>
            <p:cNvPr id="72" name="Picture 71" descr="A black and grey symbol of a wheelchair&#10;&#10;AI-generated content may be incorrect.">
              <a:extLst>
                <a:ext uri="{FF2B5EF4-FFF2-40B4-BE49-F238E27FC236}">
                  <a16:creationId xmlns:a16="http://schemas.microsoft.com/office/drawing/2014/main" id="{06CE91F3-0995-7E76-7935-ACCBC60D766E}"/>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463695" y="5968337"/>
              <a:ext cx="422146" cy="422146"/>
            </a:xfrm>
            <a:prstGeom prst="rect">
              <a:avLst/>
            </a:prstGeom>
          </p:spPr>
        </p:pic>
      </p:grpSp>
      <p:grpSp>
        <p:nvGrpSpPr>
          <p:cNvPr id="73" name="Group 72">
            <a:extLst>
              <a:ext uri="{FF2B5EF4-FFF2-40B4-BE49-F238E27FC236}">
                <a16:creationId xmlns:a16="http://schemas.microsoft.com/office/drawing/2014/main" id="{C459DC44-EF90-15C3-08AA-863AFBF6F049}"/>
              </a:ext>
            </a:extLst>
          </p:cNvPr>
          <p:cNvGrpSpPr/>
          <p:nvPr/>
        </p:nvGrpSpPr>
        <p:grpSpPr>
          <a:xfrm>
            <a:off x="1951719" y="6106155"/>
            <a:ext cx="1405699" cy="514863"/>
            <a:chOff x="1949087" y="6024499"/>
            <a:chExt cx="1405699" cy="514863"/>
          </a:xfrm>
        </p:grpSpPr>
        <p:pic>
          <p:nvPicPr>
            <p:cNvPr id="74" name="Picture 73" descr="A globe with a black background&#10;&#10;AI-generated content may be incorrect.">
              <a:extLst>
                <a:ext uri="{FF2B5EF4-FFF2-40B4-BE49-F238E27FC236}">
                  <a16:creationId xmlns:a16="http://schemas.microsoft.com/office/drawing/2014/main" id="{469788F8-7E2A-8E44-9A4F-8CD4A74D6A49}"/>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2530738" y="6024499"/>
              <a:ext cx="242398" cy="242398"/>
            </a:xfrm>
            <a:prstGeom prst="rect">
              <a:avLst/>
            </a:prstGeom>
          </p:spPr>
        </p:pic>
        <p:sp>
          <p:nvSpPr>
            <p:cNvPr id="75" name="TextBox 74">
              <a:extLst>
                <a:ext uri="{FF2B5EF4-FFF2-40B4-BE49-F238E27FC236}">
                  <a16:creationId xmlns:a16="http://schemas.microsoft.com/office/drawing/2014/main" id="{6B00B9E3-6438-053A-CE54-7F47F368309B}"/>
                </a:ext>
              </a:extLst>
            </p:cNvPr>
            <p:cNvSpPr txBox="1"/>
            <p:nvPr userDrawn="1"/>
          </p:nvSpPr>
          <p:spPr>
            <a:xfrm>
              <a:off x="1949087" y="6231585"/>
              <a:ext cx="1405699" cy="307777"/>
            </a:xfrm>
            <a:prstGeom prst="rect">
              <a:avLst/>
            </a:prstGeom>
            <a:noFill/>
          </p:spPr>
          <p:txBody>
            <a:bodyPr wrap="square" rtlCol="0">
              <a:spAutoFit/>
            </a:bodyPr>
            <a:lstStyle/>
            <a:p>
              <a:pPr algn="ctr"/>
              <a:r>
                <a:rPr lang="en-SG" sz="1400" dirty="0">
                  <a:solidFill>
                    <a:schemeClr val="tx2">
                      <a:lumMod val="50000"/>
                    </a:schemeClr>
                  </a:solidFill>
                </a:rPr>
                <a:t>Language</a:t>
              </a:r>
            </a:p>
          </p:txBody>
        </p:sp>
      </p:grpSp>
      <p:sp>
        <p:nvSpPr>
          <p:cNvPr id="77" name="TextBox 76">
            <a:extLst>
              <a:ext uri="{FF2B5EF4-FFF2-40B4-BE49-F238E27FC236}">
                <a16:creationId xmlns:a16="http://schemas.microsoft.com/office/drawing/2014/main" id="{4E1D45D8-4E41-B7B5-62E9-7858773A8384}"/>
              </a:ext>
            </a:extLst>
          </p:cNvPr>
          <p:cNvSpPr txBox="1"/>
          <p:nvPr/>
        </p:nvSpPr>
        <p:spPr>
          <a:xfrm>
            <a:off x="153156" y="4372078"/>
            <a:ext cx="2910328" cy="369332"/>
          </a:xfrm>
          <a:prstGeom prst="rect">
            <a:avLst/>
          </a:prstGeom>
          <a:noFill/>
        </p:spPr>
        <p:txBody>
          <a:bodyPr wrap="square" rtlCol="0">
            <a:spAutoFit/>
          </a:bodyPr>
          <a:lstStyle/>
          <a:p>
            <a:pPr algn="ctr"/>
            <a:r>
              <a:rPr lang="en-SG" sz="1800" dirty="0">
                <a:solidFill>
                  <a:schemeClr val="tx2">
                    <a:lumMod val="50000"/>
                  </a:schemeClr>
                </a:solidFill>
              </a:rPr>
              <a:t>Touch here to start planning</a:t>
            </a:r>
          </a:p>
        </p:txBody>
      </p:sp>
      <p:grpSp>
        <p:nvGrpSpPr>
          <p:cNvPr id="264" name="Group 263">
            <a:extLst>
              <a:ext uri="{FF2B5EF4-FFF2-40B4-BE49-F238E27FC236}">
                <a16:creationId xmlns:a16="http://schemas.microsoft.com/office/drawing/2014/main" id="{AF45D6D6-2152-EBF9-F7DF-C525B033D860}"/>
              </a:ext>
            </a:extLst>
          </p:cNvPr>
          <p:cNvGrpSpPr/>
          <p:nvPr/>
        </p:nvGrpSpPr>
        <p:grpSpPr>
          <a:xfrm>
            <a:off x="4064481" y="677213"/>
            <a:ext cx="3720247" cy="1331334"/>
            <a:chOff x="7183616" y="2200118"/>
            <a:chExt cx="3720247" cy="1331334"/>
          </a:xfrm>
        </p:grpSpPr>
        <p:grpSp>
          <p:nvGrpSpPr>
            <p:cNvPr id="248" name="Group 247">
              <a:extLst>
                <a:ext uri="{FF2B5EF4-FFF2-40B4-BE49-F238E27FC236}">
                  <a16:creationId xmlns:a16="http://schemas.microsoft.com/office/drawing/2014/main" id="{4756B442-0061-30A9-815F-50C3F3844703}"/>
                </a:ext>
              </a:extLst>
            </p:cNvPr>
            <p:cNvGrpSpPr/>
            <p:nvPr/>
          </p:nvGrpSpPr>
          <p:grpSpPr>
            <a:xfrm>
              <a:off x="7183616" y="2200118"/>
              <a:ext cx="3720247" cy="1331334"/>
              <a:chOff x="107367" y="2142193"/>
              <a:chExt cx="3720247" cy="1331334"/>
            </a:xfrm>
          </p:grpSpPr>
          <p:grpSp>
            <p:nvGrpSpPr>
              <p:cNvPr id="250" name="Group 249">
                <a:extLst>
                  <a:ext uri="{FF2B5EF4-FFF2-40B4-BE49-F238E27FC236}">
                    <a16:creationId xmlns:a16="http://schemas.microsoft.com/office/drawing/2014/main" id="{352CD7C7-B657-3CBA-DF40-9B5D66CB03E9}"/>
                  </a:ext>
                </a:extLst>
              </p:cNvPr>
              <p:cNvGrpSpPr/>
              <p:nvPr/>
            </p:nvGrpSpPr>
            <p:grpSpPr>
              <a:xfrm>
                <a:off x="107367" y="2142193"/>
                <a:ext cx="3720247" cy="1331334"/>
                <a:chOff x="107366" y="2104595"/>
                <a:chExt cx="3720247" cy="1331334"/>
              </a:xfrm>
            </p:grpSpPr>
            <p:grpSp>
              <p:nvGrpSpPr>
                <p:cNvPr id="252" name="Group 251">
                  <a:extLst>
                    <a:ext uri="{FF2B5EF4-FFF2-40B4-BE49-F238E27FC236}">
                      <a16:creationId xmlns:a16="http://schemas.microsoft.com/office/drawing/2014/main" id="{C2A8A49B-F1E5-7396-8E43-C340A1CA9D5F}"/>
                    </a:ext>
                  </a:extLst>
                </p:cNvPr>
                <p:cNvGrpSpPr/>
                <p:nvPr/>
              </p:nvGrpSpPr>
              <p:grpSpPr>
                <a:xfrm>
                  <a:off x="107366" y="2104595"/>
                  <a:ext cx="3720247" cy="1331334"/>
                  <a:chOff x="78866" y="1588072"/>
                  <a:chExt cx="3720247" cy="1331334"/>
                </a:xfrm>
              </p:grpSpPr>
              <p:sp>
                <p:nvSpPr>
                  <p:cNvPr id="256" name="Rectangle: Rounded Corners 255">
                    <a:extLst>
                      <a:ext uri="{FF2B5EF4-FFF2-40B4-BE49-F238E27FC236}">
                        <a16:creationId xmlns:a16="http://schemas.microsoft.com/office/drawing/2014/main" id="{8B65BDD7-A84D-FE28-90D0-D98E5731A660}"/>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257" name="Group 256">
                    <a:extLst>
                      <a:ext uri="{FF2B5EF4-FFF2-40B4-BE49-F238E27FC236}">
                        <a16:creationId xmlns:a16="http://schemas.microsoft.com/office/drawing/2014/main" id="{21080643-0418-E600-645E-745F30C0BF60}"/>
                      </a:ext>
                    </a:extLst>
                  </p:cNvPr>
                  <p:cNvGrpSpPr/>
                  <p:nvPr/>
                </p:nvGrpSpPr>
                <p:grpSpPr>
                  <a:xfrm>
                    <a:off x="173206" y="1610398"/>
                    <a:ext cx="3625907" cy="1263449"/>
                    <a:chOff x="173206" y="1610398"/>
                    <a:chExt cx="3625907" cy="1263449"/>
                  </a:xfrm>
                </p:grpSpPr>
                <p:sp>
                  <p:nvSpPr>
                    <p:cNvPr id="258" name="TextBox 257">
                      <a:extLst>
                        <a:ext uri="{FF2B5EF4-FFF2-40B4-BE49-F238E27FC236}">
                          <a16:creationId xmlns:a16="http://schemas.microsoft.com/office/drawing/2014/main" id="{DC1FC949-981A-9B06-CDBB-DCFDE38547B6}"/>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59" name="Group 258">
                      <a:extLst>
                        <a:ext uri="{FF2B5EF4-FFF2-40B4-BE49-F238E27FC236}">
                          <a16:creationId xmlns:a16="http://schemas.microsoft.com/office/drawing/2014/main" id="{5F3CA4FC-BA2B-B1F9-BEFA-3034A684D899}"/>
                        </a:ext>
                      </a:extLst>
                    </p:cNvPr>
                    <p:cNvGrpSpPr/>
                    <p:nvPr/>
                  </p:nvGrpSpPr>
                  <p:grpSpPr>
                    <a:xfrm>
                      <a:off x="173206" y="1610398"/>
                      <a:ext cx="2957810" cy="1263449"/>
                      <a:chOff x="173206" y="1610398"/>
                      <a:chExt cx="2957810" cy="1263449"/>
                    </a:xfrm>
                  </p:grpSpPr>
                  <p:sp>
                    <p:nvSpPr>
                      <p:cNvPr id="260" name="TextBox 259">
                        <a:extLst>
                          <a:ext uri="{FF2B5EF4-FFF2-40B4-BE49-F238E27FC236}">
                            <a16:creationId xmlns:a16="http://schemas.microsoft.com/office/drawing/2014/main" id="{67FF0711-5254-178A-433B-3FE9B9FEC779}"/>
                          </a:ext>
                        </a:extLst>
                      </p:cNvPr>
                      <p:cNvSpPr txBox="1"/>
                      <p:nvPr/>
                    </p:nvSpPr>
                    <p:spPr>
                      <a:xfrm>
                        <a:off x="173206" y="1610398"/>
                        <a:ext cx="1647601" cy="646331"/>
                      </a:xfrm>
                      <a:prstGeom prst="rect">
                        <a:avLst/>
                      </a:prstGeom>
                      <a:noFill/>
                    </p:spPr>
                    <p:txBody>
                      <a:bodyPr wrap="square" rtlCol="0">
                        <a:spAutoFit/>
                      </a:bodyPr>
                      <a:lstStyle/>
                      <a:p>
                        <a:r>
                          <a:rPr lang="en-SG" b="1" dirty="0">
                            <a:solidFill>
                              <a:schemeClr val="tx2">
                                <a:lumMod val="50000"/>
                              </a:schemeClr>
                            </a:solidFill>
                          </a:rPr>
                          <a:t>Jake &amp; Marks</a:t>
                        </a:r>
                      </a:p>
                      <a:p>
                        <a:endParaRPr lang="en-SG" b="1" dirty="0">
                          <a:solidFill>
                            <a:schemeClr val="tx2">
                              <a:lumMod val="50000"/>
                            </a:schemeClr>
                          </a:solidFill>
                        </a:endParaRPr>
                      </a:p>
                    </p:txBody>
                  </p:sp>
                  <p:sp>
                    <p:nvSpPr>
                      <p:cNvPr id="261" name="TextBox 260">
                        <a:extLst>
                          <a:ext uri="{FF2B5EF4-FFF2-40B4-BE49-F238E27FC236}">
                            <a16:creationId xmlns:a16="http://schemas.microsoft.com/office/drawing/2014/main" id="{A436A62B-276B-AF79-FDCA-723A9C3C913A}"/>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62" name="TextBox 261">
                        <a:extLst>
                          <a:ext uri="{FF2B5EF4-FFF2-40B4-BE49-F238E27FC236}">
                            <a16:creationId xmlns:a16="http://schemas.microsoft.com/office/drawing/2014/main" id="{6D45510D-995D-DF04-64BB-71AE812391D5}"/>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3"/>
                            </a:solidFill>
                          </a:rPr>
                          <a:t>~ 15 mins</a:t>
                        </a:r>
                      </a:p>
                    </p:txBody>
                  </p:sp>
                </p:grpSp>
              </p:grpSp>
            </p:grpSp>
            <p:pic>
              <p:nvPicPr>
                <p:cNvPr id="253" name="Picture 252" descr="A yellow person silhouette on a black background&#10;&#10;AI-generated content may be incorrect.">
                  <a:extLst>
                    <a:ext uri="{FF2B5EF4-FFF2-40B4-BE49-F238E27FC236}">
                      <a16:creationId xmlns:a16="http://schemas.microsoft.com/office/drawing/2014/main" id="{2C357599-DA9A-92CE-4BF8-BDCA1447F6B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71468" y="2412758"/>
                  <a:ext cx="449085" cy="449085"/>
                </a:xfrm>
                <a:prstGeom prst="rect">
                  <a:avLst/>
                </a:prstGeom>
              </p:spPr>
            </p:pic>
            <p:pic>
              <p:nvPicPr>
                <p:cNvPr id="254" name="Picture 253" descr="A yellow person silhouette on a black background&#10;&#10;AI-generated content may be incorrect.">
                  <a:extLst>
                    <a:ext uri="{FF2B5EF4-FFF2-40B4-BE49-F238E27FC236}">
                      <a16:creationId xmlns:a16="http://schemas.microsoft.com/office/drawing/2014/main" id="{BAD37718-33CA-02B8-76BF-09C9B7892AB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96732" y="2415898"/>
                  <a:ext cx="449085" cy="449085"/>
                </a:xfrm>
                <a:prstGeom prst="rect">
                  <a:avLst/>
                </a:prstGeom>
              </p:spPr>
            </p:pic>
            <p:pic>
              <p:nvPicPr>
                <p:cNvPr id="255" name="Picture 254" descr="A yellow person silhouette on a black background&#10;&#10;AI-generated content may be incorrect.">
                  <a:extLst>
                    <a:ext uri="{FF2B5EF4-FFF2-40B4-BE49-F238E27FC236}">
                      <a16:creationId xmlns:a16="http://schemas.microsoft.com/office/drawing/2014/main" id="{D8721E84-229A-8B36-AE00-F8DC88227A5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24044" y="2415900"/>
                  <a:ext cx="449085" cy="449085"/>
                </a:xfrm>
                <a:prstGeom prst="rect">
                  <a:avLst/>
                </a:prstGeom>
              </p:spPr>
            </p:pic>
          </p:grpSp>
          <p:sp>
            <p:nvSpPr>
              <p:cNvPr id="251" name="TextBox 250">
                <a:extLst>
                  <a:ext uri="{FF2B5EF4-FFF2-40B4-BE49-F238E27FC236}">
                    <a16:creationId xmlns:a16="http://schemas.microsoft.com/office/drawing/2014/main" id="{9DE4EC84-9D9F-2600-2307-1D5534D89E30}"/>
                  </a:ext>
                </a:extLst>
              </p:cNvPr>
              <p:cNvSpPr txBox="1"/>
              <p:nvPr/>
            </p:nvSpPr>
            <p:spPr>
              <a:xfrm>
                <a:off x="281771" y="2534198"/>
                <a:ext cx="1605062" cy="830265"/>
              </a:xfrm>
              <a:prstGeom prst="rect">
                <a:avLst/>
              </a:prstGeom>
              <a:noFill/>
              <a:ln>
                <a:solidFill>
                  <a:srgbClr val="2F3C7E"/>
                </a:solidFill>
              </a:ln>
            </p:spPr>
            <p:txBody>
              <a:bodyPr wrap="square" rtlCol="0">
                <a:spAutoFit/>
              </a:bodyPr>
              <a:lstStyle/>
              <a:p>
                <a:endParaRPr lang="en-SG" dirty="0"/>
              </a:p>
            </p:txBody>
          </p:sp>
        </p:grpSp>
        <p:pic>
          <p:nvPicPr>
            <p:cNvPr id="263" name="Picture 262">
              <a:extLst>
                <a:ext uri="{FF2B5EF4-FFF2-40B4-BE49-F238E27FC236}">
                  <a16:creationId xmlns:a16="http://schemas.microsoft.com/office/drawing/2014/main" id="{104ECA7A-EA4E-B4FC-9223-E6979BB0F10D}"/>
                </a:ext>
              </a:extLst>
            </p:cNvPr>
            <p:cNvPicPr>
              <a:picLocks noChangeAspect="1"/>
            </p:cNvPicPr>
            <p:nvPr/>
          </p:nvPicPr>
          <p:blipFill>
            <a:blip r:embed="rId15"/>
            <a:stretch>
              <a:fillRect/>
            </a:stretch>
          </p:blipFill>
          <p:spPr>
            <a:xfrm>
              <a:off x="7777020" y="2629546"/>
              <a:ext cx="778200" cy="778200"/>
            </a:xfrm>
            <a:prstGeom prst="rect">
              <a:avLst/>
            </a:prstGeom>
          </p:spPr>
        </p:pic>
      </p:grpSp>
      <p:grpSp>
        <p:nvGrpSpPr>
          <p:cNvPr id="311" name="Group 310">
            <a:extLst>
              <a:ext uri="{FF2B5EF4-FFF2-40B4-BE49-F238E27FC236}">
                <a16:creationId xmlns:a16="http://schemas.microsoft.com/office/drawing/2014/main" id="{477B449A-7403-0BCF-BAFA-F44D28197640}"/>
              </a:ext>
            </a:extLst>
          </p:cNvPr>
          <p:cNvGrpSpPr/>
          <p:nvPr/>
        </p:nvGrpSpPr>
        <p:grpSpPr>
          <a:xfrm>
            <a:off x="7894507" y="560614"/>
            <a:ext cx="4297493" cy="1304616"/>
            <a:chOff x="7894507" y="560614"/>
            <a:chExt cx="4297493" cy="1304616"/>
          </a:xfrm>
        </p:grpSpPr>
        <p:sp>
          <p:nvSpPr>
            <p:cNvPr id="195" name="Rectangle 194">
              <a:extLst>
                <a:ext uri="{FF2B5EF4-FFF2-40B4-BE49-F238E27FC236}">
                  <a16:creationId xmlns:a16="http://schemas.microsoft.com/office/drawing/2014/main" id="{B0F16AA6-0814-771E-B544-1BAD1AE92249}"/>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296" name="Group 295">
              <a:extLst>
                <a:ext uri="{FF2B5EF4-FFF2-40B4-BE49-F238E27FC236}">
                  <a16:creationId xmlns:a16="http://schemas.microsoft.com/office/drawing/2014/main" id="{E46BC219-1F7C-8923-4CFE-A83B14953576}"/>
                </a:ext>
              </a:extLst>
            </p:cNvPr>
            <p:cNvGrpSpPr/>
            <p:nvPr/>
          </p:nvGrpSpPr>
          <p:grpSpPr>
            <a:xfrm>
              <a:off x="7930588" y="626794"/>
              <a:ext cx="3160336" cy="1176250"/>
              <a:chOff x="7930588" y="626794"/>
              <a:chExt cx="3160336" cy="1176250"/>
            </a:xfrm>
          </p:grpSpPr>
          <p:sp>
            <p:nvSpPr>
              <p:cNvPr id="287" name="TextBox 286">
                <a:extLst>
                  <a:ext uri="{FF2B5EF4-FFF2-40B4-BE49-F238E27FC236}">
                    <a16:creationId xmlns:a16="http://schemas.microsoft.com/office/drawing/2014/main" id="{4427010F-5D46-441A-9D28-870B463020B9}"/>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grpSp>
            <p:nvGrpSpPr>
              <p:cNvPr id="289" name="Group 288">
                <a:extLst>
                  <a:ext uri="{FF2B5EF4-FFF2-40B4-BE49-F238E27FC236}">
                    <a16:creationId xmlns:a16="http://schemas.microsoft.com/office/drawing/2014/main" id="{AAB6C03C-DCDF-E1D7-DC67-812DACA0C484}"/>
                  </a:ext>
                </a:extLst>
              </p:cNvPr>
              <p:cNvGrpSpPr/>
              <p:nvPr/>
            </p:nvGrpSpPr>
            <p:grpSpPr>
              <a:xfrm>
                <a:off x="7982250" y="1022704"/>
                <a:ext cx="1222466" cy="780340"/>
                <a:chOff x="7982250" y="1022704"/>
                <a:chExt cx="1222466" cy="780340"/>
              </a:xfrm>
            </p:grpSpPr>
            <p:pic>
              <p:nvPicPr>
                <p:cNvPr id="286" name="Picture 285">
                  <a:extLst>
                    <a:ext uri="{FF2B5EF4-FFF2-40B4-BE49-F238E27FC236}">
                      <a16:creationId xmlns:a16="http://schemas.microsoft.com/office/drawing/2014/main" id="{881792D8-FA0F-AA17-E7BB-2744ADD2CF6D}"/>
                    </a:ext>
                  </a:extLst>
                </p:cNvPr>
                <p:cNvPicPr>
                  <a:picLocks noChangeAspect="1"/>
                </p:cNvPicPr>
                <p:nvPr/>
              </p:nvPicPr>
              <p:blipFill>
                <a:blip r:embed="rId16"/>
                <a:stretch>
                  <a:fillRect/>
                </a:stretch>
              </p:blipFill>
              <p:spPr>
                <a:xfrm>
                  <a:off x="7982250" y="1022704"/>
                  <a:ext cx="772868" cy="772868"/>
                </a:xfrm>
                <a:prstGeom prst="rect">
                  <a:avLst/>
                </a:prstGeom>
              </p:spPr>
            </p:pic>
            <p:pic>
              <p:nvPicPr>
                <p:cNvPr id="288" name="Picture 287">
                  <a:extLst>
                    <a:ext uri="{FF2B5EF4-FFF2-40B4-BE49-F238E27FC236}">
                      <a16:creationId xmlns:a16="http://schemas.microsoft.com/office/drawing/2014/main" id="{1A2BA9E6-5303-3F2D-5FE8-BA868B3677FE}"/>
                    </a:ext>
                  </a:extLst>
                </p:cNvPr>
                <p:cNvPicPr>
                  <a:picLocks noChangeAspect="1"/>
                </p:cNvPicPr>
                <p:nvPr/>
              </p:nvPicPr>
              <p:blipFill>
                <a:blip r:embed="rId17"/>
                <a:srcRect t="60238"/>
                <a:stretch>
                  <a:fillRect/>
                </a:stretch>
              </p:blipFill>
              <p:spPr>
                <a:xfrm>
                  <a:off x="8431848" y="1487261"/>
                  <a:ext cx="772868" cy="315783"/>
                </a:xfrm>
                <a:prstGeom prst="rect">
                  <a:avLst/>
                </a:prstGeom>
              </p:spPr>
            </p:pic>
          </p:grpSp>
          <p:sp>
            <p:nvSpPr>
              <p:cNvPr id="290" name="TextBox 289">
                <a:extLst>
                  <a:ext uri="{FF2B5EF4-FFF2-40B4-BE49-F238E27FC236}">
                    <a16:creationId xmlns:a16="http://schemas.microsoft.com/office/drawing/2014/main" id="{941019BA-EC49-15B3-5D5C-EA82D0ED5E2B}"/>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291" name="TextBox 290">
                <a:extLst>
                  <a:ext uri="{FF2B5EF4-FFF2-40B4-BE49-F238E27FC236}">
                    <a16:creationId xmlns:a16="http://schemas.microsoft.com/office/drawing/2014/main" id="{7218B292-3C65-D1AE-5B50-5C078E3C8DB3}"/>
                  </a:ext>
                </a:extLst>
              </p:cNvPr>
              <p:cNvSpPr txBox="1"/>
              <p:nvPr/>
            </p:nvSpPr>
            <p:spPr>
              <a:xfrm>
                <a:off x="7930588" y="626794"/>
                <a:ext cx="1647601" cy="646331"/>
              </a:xfrm>
              <a:prstGeom prst="rect">
                <a:avLst/>
              </a:prstGeom>
              <a:noFill/>
            </p:spPr>
            <p:txBody>
              <a:bodyPr wrap="square" rtlCol="0">
                <a:spAutoFit/>
              </a:bodyPr>
              <a:lstStyle/>
              <a:p>
                <a:r>
                  <a:rPr lang="en-SG" b="1" dirty="0">
                    <a:solidFill>
                      <a:schemeClr val="tx2">
                        <a:lumMod val="50000"/>
                      </a:schemeClr>
                    </a:solidFill>
                  </a:rPr>
                  <a:t>Musical B’</a:t>
                </a:r>
              </a:p>
              <a:p>
                <a:endParaRPr lang="en-SG" b="1" dirty="0">
                  <a:solidFill>
                    <a:schemeClr val="tx2">
                      <a:lumMod val="50000"/>
                    </a:schemeClr>
                  </a:solidFill>
                </a:endParaRPr>
              </a:p>
            </p:txBody>
          </p:sp>
          <p:sp>
            <p:nvSpPr>
              <p:cNvPr id="292" name="TextBox 291">
                <a:extLst>
                  <a:ext uri="{FF2B5EF4-FFF2-40B4-BE49-F238E27FC236}">
                    <a16:creationId xmlns:a16="http://schemas.microsoft.com/office/drawing/2014/main" id="{710163C2-3090-02A8-9A68-FAE4F028C53C}"/>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293" name="TextBox 292">
                <a:extLst>
                  <a:ext uri="{FF2B5EF4-FFF2-40B4-BE49-F238E27FC236}">
                    <a16:creationId xmlns:a16="http://schemas.microsoft.com/office/drawing/2014/main" id="{E7219A2F-E829-0F73-E1D0-6BAAE05B768C}"/>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11:00 AM</a:t>
                </a:r>
              </a:p>
            </p:txBody>
          </p:sp>
          <p:sp>
            <p:nvSpPr>
              <p:cNvPr id="295" name="TextBox 294">
                <a:extLst>
                  <a:ext uri="{FF2B5EF4-FFF2-40B4-BE49-F238E27FC236}">
                    <a16:creationId xmlns:a16="http://schemas.microsoft.com/office/drawing/2014/main" id="{B04B0D27-D28D-FEBA-EC49-E9032F96E0EC}"/>
                  </a:ext>
                </a:extLst>
              </p:cNvPr>
              <p:cNvSpPr txBox="1"/>
              <p:nvPr/>
            </p:nvSpPr>
            <p:spPr>
              <a:xfrm>
                <a:off x="10046183" y="1449798"/>
                <a:ext cx="1044741" cy="307777"/>
              </a:xfrm>
              <a:prstGeom prst="rect">
                <a:avLst/>
              </a:prstGeom>
              <a:noFill/>
            </p:spPr>
            <p:txBody>
              <a:bodyPr wrap="square" rtlCol="0">
                <a:spAutoFit/>
              </a:bodyPr>
              <a:lstStyle/>
              <a:p>
                <a:r>
                  <a:rPr lang="en-SG" sz="1400" b="1" dirty="0">
                    <a:solidFill>
                      <a:schemeClr val="accent1"/>
                    </a:solidFill>
                  </a:rPr>
                  <a:t>Theatre</a:t>
                </a:r>
              </a:p>
            </p:txBody>
          </p:sp>
        </p:grpSp>
      </p:grpSp>
      <p:grpSp>
        <p:nvGrpSpPr>
          <p:cNvPr id="340" name="Group 339">
            <a:extLst>
              <a:ext uri="{FF2B5EF4-FFF2-40B4-BE49-F238E27FC236}">
                <a16:creationId xmlns:a16="http://schemas.microsoft.com/office/drawing/2014/main" id="{A2406FBF-2628-9256-A399-D4CB7D2821D7}"/>
              </a:ext>
            </a:extLst>
          </p:cNvPr>
          <p:cNvGrpSpPr/>
          <p:nvPr/>
        </p:nvGrpSpPr>
        <p:grpSpPr>
          <a:xfrm>
            <a:off x="7894505" y="1865917"/>
            <a:ext cx="4297493" cy="1304616"/>
            <a:chOff x="7894505" y="1865917"/>
            <a:chExt cx="4297493" cy="1304616"/>
          </a:xfrm>
        </p:grpSpPr>
        <p:grpSp>
          <p:nvGrpSpPr>
            <p:cNvPr id="312" name="Group 311">
              <a:extLst>
                <a:ext uri="{FF2B5EF4-FFF2-40B4-BE49-F238E27FC236}">
                  <a16:creationId xmlns:a16="http://schemas.microsoft.com/office/drawing/2014/main" id="{504D4C87-F3BE-6E0C-C19C-278664035897}"/>
                </a:ext>
              </a:extLst>
            </p:cNvPr>
            <p:cNvGrpSpPr/>
            <p:nvPr/>
          </p:nvGrpSpPr>
          <p:grpSpPr>
            <a:xfrm>
              <a:off x="7894505" y="1865917"/>
              <a:ext cx="4297493" cy="1304616"/>
              <a:chOff x="7894507" y="560614"/>
              <a:chExt cx="4297493" cy="1304616"/>
            </a:xfrm>
          </p:grpSpPr>
          <p:sp>
            <p:nvSpPr>
              <p:cNvPr id="313" name="Rectangle 312">
                <a:extLst>
                  <a:ext uri="{FF2B5EF4-FFF2-40B4-BE49-F238E27FC236}">
                    <a16:creationId xmlns:a16="http://schemas.microsoft.com/office/drawing/2014/main" id="{9EA22727-28F1-F77A-FC9D-DFDE424DCB4B}"/>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14" name="Group 313">
                <a:extLst>
                  <a:ext uri="{FF2B5EF4-FFF2-40B4-BE49-F238E27FC236}">
                    <a16:creationId xmlns:a16="http://schemas.microsoft.com/office/drawing/2014/main" id="{9247D5E0-75C3-C8DD-D5C2-1A652257EE2C}"/>
                  </a:ext>
                </a:extLst>
              </p:cNvPr>
              <p:cNvGrpSpPr/>
              <p:nvPr/>
            </p:nvGrpSpPr>
            <p:grpSpPr>
              <a:xfrm>
                <a:off x="7930588" y="626794"/>
                <a:ext cx="3160336" cy="1165223"/>
                <a:chOff x="7930588" y="626794"/>
                <a:chExt cx="3160336" cy="1165223"/>
              </a:xfrm>
            </p:grpSpPr>
            <p:sp>
              <p:nvSpPr>
                <p:cNvPr id="315" name="TextBox 314">
                  <a:extLst>
                    <a:ext uri="{FF2B5EF4-FFF2-40B4-BE49-F238E27FC236}">
                      <a16:creationId xmlns:a16="http://schemas.microsoft.com/office/drawing/2014/main" id="{08CC30BF-0119-BAE3-8B4E-3A881502E451}"/>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sp>
              <p:nvSpPr>
                <p:cNvPr id="317" name="TextBox 316">
                  <a:extLst>
                    <a:ext uri="{FF2B5EF4-FFF2-40B4-BE49-F238E27FC236}">
                      <a16:creationId xmlns:a16="http://schemas.microsoft.com/office/drawing/2014/main" id="{35B284CA-609B-1D50-1E6C-B30239DEDF56}"/>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318" name="TextBox 317">
                  <a:extLst>
                    <a:ext uri="{FF2B5EF4-FFF2-40B4-BE49-F238E27FC236}">
                      <a16:creationId xmlns:a16="http://schemas.microsoft.com/office/drawing/2014/main" id="{98DACA36-D43F-ADD7-097B-2C7065BAA903}"/>
                    </a:ext>
                  </a:extLst>
                </p:cNvPr>
                <p:cNvSpPr txBox="1"/>
                <p:nvPr/>
              </p:nvSpPr>
              <p:spPr>
                <a:xfrm>
                  <a:off x="7930588" y="626794"/>
                  <a:ext cx="1743694" cy="646331"/>
                </a:xfrm>
                <a:prstGeom prst="rect">
                  <a:avLst/>
                </a:prstGeom>
                <a:noFill/>
              </p:spPr>
              <p:txBody>
                <a:bodyPr wrap="square" rtlCol="0">
                  <a:spAutoFit/>
                </a:bodyPr>
                <a:lstStyle/>
                <a:p>
                  <a:r>
                    <a:rPr lang="en-SG" b="1" dirty="0">
                      <a:solidFill>
                        <a:schemeClr val="tx2">
                          <a:lumMod val="50000"/>
                        </a:schemeClr>
                      </a:solidFill>
                    </a:rPr>
                    <a:t>Ocean Fantasy</a:t>
                  </a:r>
                </a:p>
                <a:p>
                  <a:endParaRPr lang="en-SG" b="1" dirty="0">
                    <a:solidFill>
                      <a:schemeClr val="tx2">
                        <a:lumMod val="50000"/>
                      </a:schemeClr>
                    </a:solidFill>
                  </a:endParaRPr>
                </a:p>
              </p:txBody>
            </p:sp>
            <p:sp>
              <p:nvSpPr>
                <p:cNvPr id="319" name="TextBox 318">
                  <a:extLst>
                    <a:ext uri="{FF2B5EF4-FFF2-40B4-BE49-F238E27FC236}">
                      <a16:creationId xmlns:a16="http://schemas.microsoft.com/office/drawing/2014/main" id="{00053508-DD50-5FFA-F763-D3F9EC65E3C8}"/>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320" name="TextBox 319">
                  <a:extLst>
                    <a:ext uri="{FF2B5EF4-FFF2-40B4-BE49-F238E27FC236}">
                      <a16:creationId xmlns:a16="http://schemas.microsoft.com/office/drawing/2014/main" id="{162A26F8-7799-EEEF-7C87-EFA4122CDF97}"/>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12:00 PM</a:t>
                  </a:r>
                </a:p>
              </p:txBody>
            </p:sp>
            <p:sp>
              <p:nvSpPr>
                <p:cNvPr id="321" name="TextBox 320">
                  <a:extLst>
                    <a:ext uri="{FF2B5EF4-FFF2-40B4-BE49-F238E27FC236}">
                      <a16:creationId xmlns:a16="http://schemas.microsoft.com/office/drawing/2014/main" id="{18F54F30-36D0-EB9B-93E2-AB4898F54C9C}"/>
                    </a:ext>
                  </a:extLst>
                </p:cNvPr>
                <p:cNvSpPr txBox="1"/>
                <p:nvPr/>
              </p:nvSpPr>
              <p:spPr>
                <a:xfrm>
                  <a:off x="10046183" y="1449798"/>
                  <a:ext cx="1044741" cy="307777"/>
                </a:xfrm>
                <a:prstGeom prst="rect">
                  <a:avLst/>
                </a:prstGeom>
                <a:noFill/>
              </p:spPr>
              <p:txBody>
                <a:bodyPr wrap="square" rtlCol="0">
                  <a:spAutoFit/>
                </a:bodyPr>
                <a:lstStyle/>
                <a:p>
                  <a:r>
                    <a:rPr lang="en-SG" sz="1400" b="1" dirty="0">
                      <a:solidFill>
                        <a:schemeClr val="accent1"/>
                      </a:solidFill>
                    </a:rPr>
                    <a:t>Sea World</a:t>
                  </a:r>
                </a:p>
              </p:txBody>
            </p:sp>
          </p:grpSp>
        </p:grpSp>
        <p:grpSp>
          <p:nvGrpSpPr>
            <p:cNvPr id="339" name="Group 338">
              <a:extLst>
                <a:ext uri="{FF2B5EF4-FFF2-40B4-BE49-F238E27FC236}">
                  <a16:creationId xmlns:a16="http://schemas.microsoft.com/office/drawing/2014/main" id="{73B6D0B9-80EF-0434-F90C-44B9AADB2080}"/>
                </a:ext>
              </a:extLst>
            </p:cNvPr>
            <p:cNvGrpSpPr/>
            <p:nvPr/>
          </p:nvGrpSpPr>
          <p:grpSpPr>
            <a:xfrm>
              <a:off x="8012883" y="2287713"/>
              <a:ext cx="1546800" cy="795567"/>
              <a:chOff x="8012883" y="2287713"/>
              <a:chExt cx="1546800" cy="795567"/>
            </a:xfrm>
          </p:grpSpPr>
          <p:pic>
            <p:nvPicPr>
              <p:cNvPr id="337" name="Picture 336">
                <a:extLst>
                  <a:ext uri="{FF2B5EF4-FFF2-40B4-BE49-F238E27FC236}">
                    <a16:creationId xmlns:a16="http://schemas.microsoft.com/office/drawing/2014/main" id="{E7518722-508D-F2FF-3BF3-680EF4D98606}"/>
                  </a:ext>
                </a:extLst>
              </p:cNvPr>
              <p:cNvPicPr>
                <a:picLocks noChangeAspect="1"/>
              </p:cNvPicPr>
              <p:nvPr/>
            </p:nvPicPr>
            <p:blipFill>
              <a:blip r:embed="rId18"/>
              <a:stretch>
                <a:fillRect/>
              </a:stretch>
            </p:blipFill>
            <p:spPr>
              <a:xfrm>
                <a:off x="8012883" y="2287713"/>
                <a:ext cx="1031200" cy="795567"/>
              </a:xfrm>
              <a:prstGeom prst="rect">
                <a:avLst/>
              </a:prstGeom>
            </p:spPr>
          </p:pic>
          <p:pic>
            <p:nvPicPr>
              <p:cNvPr id="338" name="Picture 337">
                <a:extLst>
                  <a:ext uri="{FF2B5EF4-FFF2-40B4-BE49-F238E27FC236}">
                    <a16:creationId xmlns:a16="http://schemas.microsoft.com/office/drawing/2014/main" id="{7CE64597-CBB7-3662-ED1E-BFA1261A6A24}"/>
                  </a:ext>
                </a:extLst>
              </p:cNvPr>
              <p:cNvPicPr>
                <a:picLocks noChangeAspect="1"/>
              </p:cNvPicPr>
              <p:nvPr/>
            </p:nvPicPr>
            <p:blipFill>
              <a:blip r:embed="rId18"/>
              <a:srcRect t="67150"/>
              <a:stretch>
                <a:fillRect/>
              </a:stretch>
            </p:blipFill>
            <p:spPr>
              <a:xfrm>
                <a:off x="8528483" y="2819155"/>
                <a:ext cx="1031200" cy="261342"/>
              </a:xfrm>
              <a:prstGeom prst="rect">
                <a:avLst/>
              </a:prstGeom>
            </p:spPr>
          </p:pic>
        </p:grpSp>
      </p:grpSp>
      <p:sp>
        <p:nvSpPr>
          <p:cNvPr id="344" name="TextBox 343">
            <a:extLst>
              <a:ext uri="{FF2B5EF4-FFF2-40B4-BE49-F238E27FC236}">
                <a16:creationId xmlns:a16="http://schemas.microsoft.com/office/drawing/2014/main" id="{35D4BCE5-3A6F-771A-C514-DB3870163686}"/>
              </a:ext>
            </a:extLst>
          </p:cNvPr>
          <p:cNvSpPr txBox="1"/>
          <p:nvPr/>
        </p:nvSpPr>
        <p:spPr>
          <a:xfrm>
            <a:off x="9320934" y="5162719"/>
            <a:ext cx="2537355" cy="646331"/>
          </a:xfrm>
          <a:prstGeom prst="rect">
            <a:avLst/>
          </a:prstGeom>
          <a:noFill/>
        </p:spPr>
        <p:txBody>
          <a:bodyPr wrap="square" rtlCol="0">
            <a:spAutoFit/>
          </a:bodyPr>
          <a:lstStyle/>
          <a:p>
            <a:pPr algn="ctr"/>
            <a:r>
              <a:rPr lang="en-SG" sz="1800" dirty="0">
                <a:solidFill>
                  <a:schemeClr val="tx2">
                    <a:lumMod val="50000"/>
                  </a:schemeClr>
                </a:solidFill>
              </a:rPr>
              <a:t>Click a card above </a:t>
            </a:r>
            <a:r>
              <a:rPr lang="en-SG" dirty="0"/>
              <a:t>↑</a:t>
            </a:r>
            <a:r>
              <a:rPr lang="en-SG" sz="1800" dirty="0">
                <a:solidFill>
                  <a:schemeClr val="tx2">
                    <a:lumMod val="50000"/>
                  </a:schemeClr>
                </a:solidFill>
              </a:rPr>
              <a:t> to see more information </a:t>
            </a:r>
          </a:p>
        </p:txBody>
      </p:sp>
      <p:sp>
        <p:nvSpPr>
          <p:cNvPr id="18" name="Freeform: Shape 17">
            <a:extLst>
              <a:ext uri="{FF2B5EF4-FFF2-40B4-BE49-F238E27FC236}">
                <a16:creationId xmlns:a16="http://schemas.microsoft.com/office/drawing/2014/main" id="{38A14796-F7D4-F1BC-E0C2-467897C94FC2}"/>
              </a:ext>
            </a:extLst>
          </p:cNvPr>
          <p:cNvSpPr/>
          <p:nvPr/>
        </p:nvSpPr>
        <p:spPr>
          <a:xfrm>
            <a:off x="3230991" y="423128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7" name="Group 6">
            <a:extLst>
              <a:ext uri="{FF2B5EF4-FFF2-40B4-BE49-F238E27FC236}">
                <a16:creationId xmlns:a16="http://schemas.microsoft.com/office/drawing/2014/main" id="{963AEC6F-1679-B37F-1440-529F1FDB9637}"/>
              </a:ext>
            </a:extLst>
          </p:cNvPr>
          <p:cNvGrpSpPr/>
          <p:nvPr/>
        </p:nvGrpSpPr>
        <p:grpSpPr>
          <a:xfrm>
            <a:off x="1133665" y="4827572"/>
            <a:ext cx="949311" cy="936585"/>
            <a:chOff x="1133665" y="4827572"/>
            <a:chExt cx="949311" cy="936585"/>
          </a:xfrm>
        </p:grpSpPr>
        <p:grpSp>
          <p:nvGrpSpPr>
            <p:cNvPr id="78" name="Group 77">
              <a:extLst>
                <a:ext uri="{FF2B5EF4-FFF2-40B4-BE49-F238E27FC236}">
                  <a16:creationId xmlns:a16="http://schemas.microsoft.com/office/drawing/2014/main" id="{2111C449-5E1E-C5DB-41AC-84BF080EDE5B}"/>
                </a:ext>
              </a:extLst>
            </p:cNvPr>
            <p:cNvGrpSpPr/>
            <p:nvPr/>
          </p:nvGrpSpPr>
          <p:grpSpPr>
            <a:xfrm>
              <a:off x="1133665" y="4827572"/>
              <a:ext cx="949311" cy="936585"/>
              <a:chOff x="929362" y="4727466"/>
              <a:chExt cx="1128802" cy="1113670"/>
            </a:xfrm>
          </p:grpSpPr>
          <p:sp>
            <p:nvSpPr>
              <p:cNvPr id="80" name="L-Shape 79">
                <a:extLst>
                  <a:ext uri="{FF2B5EF4-FFF2-40B4-BE49-F238E27FC236}">
                    <a16:creationId xmlns:a16="http://schemas.microsoft.com/office/drawing/2014/main" id="{5419A66F-1A4E-33D8-5BA8-09DA5E5FF91A}"/>
                  </a:ext>
                </a:extLst>
              </p:cNvPr>
              <p:cNvSpPr/>
              <p:nvPr userDrawn="1"/>
            </p:nvSpPr>
            <p:spPr>
              <a:xfrm>
                <a:off x="929363" y="5480272"/>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1" name="L-Shape 80">
                <a:extLst>
                  <a:ext uri="{FF2B5EF4-FFF2-40B4-BE49-F238E27FC236}">
                    <a16:creationId xmlns:a16="http://schemas.microsoft.com/office/drawing/2014/main" id="{91E24050-A987-4B68-0E54-BD50B3A4BD11}"/>
                  </a:ext>
                </a:extLst>
              </p:cNvPr>
              <p:cNvSpPr/>
              <p:nvPr userDrawn="1"/>
            </p:nvSpPr>
            <p:spPr>
              <a:xfrm flipH="1">
                <a:off x="1698163" y="5508839"/>
                <a:ext cx="360001" cy="332297"/>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2" name="L-Shape 81">
                <a:extLst>
                  <a:ext uri="{FF2B5EF4-FFF2-40B4-BE49-F238E27FC236}">
                    <a16:creationId xmlns:a16="http://schemas.microsoft.com/office/drawing/2014/main" id="{902ADE21-D16C-67BB-D5D2-90D439683863}"/>
                  </a:ext>
                </a:extLst>
              </p:cNvPr>
              <p:cNvSpPr/>
              <p:nvPr userDrawn="1"/>
            </p:nvSpPr>
            <p:spPr>
              <a:xfrm rot="5400000">
                <a:off x="929363" y="4728190"/>
                <a:ext cx="360000" cy="360001"/>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3" name="L-Shape 82">
                <a:extLst>
                  <a:ext uri="{FF2B5EF4-FFF2-40B4-BE49-F238E27FC236}">
                    <a16:creationId xmlns:a16="http://schemas.microsoft.com/office/drawing/2014/main" id="{D8BC7737-B2BA-150C-105E-7FB76190CAF1}"/>
                  </a:ext>
                </a:extLst>
              </p:cNvPr>
              <p:cNvSpPr/>
              <p:nvPr userDrawn="1"/>
            </p:nvSpPr>
            <p:spPr>
              <a:xfrm rot="10800000">
                <a:off x="1698161" y="4727466"/>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pic>
          <p:nvPicPr>
            <p:cNvPr id="6" name="Picture 5">
              <a:extLst>
                <a:ext uri="{FF2B5EF4-FFF2-40B4-BE49-F238E27FC236}">
                  <a16:creationId xmlns:a16="http://schemas.microsoft.com/office/drawing/2014/main" id="{CEE09EE3-90DF-CC6E-657B-1CAB943751B9}"/>
                </a:ext>
              </a:extLst>
            </p:cNvPr>
            <p:cNvPicPr>
              <a:picLocks noChangeAspect="1"/>
            </p:cNvPicPr>
            <p:nvPr/>
          </p:nvPicPr>
          <p:blipFill>
            <a:blip r:embed="rId19"/>
            <a:stretch>
              <a:fillRect/>
            </a:stretch>
          </p:blipFill>
          <p:spPr>
            <a:xfrm>
              <a:off x="1234217" y="4922668"/>
              <a:ext cx="748205" cy="748205"/>
            </a:xfrm>
            <a:prstGeom prst="rect">
              <a:avLst/>
            </a:prstGeom>
            <a:ln>
              <a:noFill/>
            </a:ln>
          </p:spPr>
        </p:pic>
      </p:grpSp>
      <p:grpSp>
        <p:nvGrpSpPr>
          <p:cNvPr id="31" name="Group 30">
            <a:extLst>
              <a:ext uri="{FF2B5EF4-FFF2-40B4-BE49-F238E27FC236}">
                <a16:creationId xmlns:a16="http://schemas.microsoft.com/office/drawing/2014/main" id="{23DA6037-DF88-B46A-CDE5-FFA566860773}"/>
              </a:ext>
            </a:extLst>
          </p:cNvPr>
          <p:cNvGrpSpPr/>
          <p:nvPr/>
        </p:nvGrpSpPr>
        <p:grpSpPr>
          <a:xfrm>
            <a:off x="3216645" y="4215089"/>
            <a:ext cx="971932" cy="552452"/>
            <a:chOff x="3216645" y="4215089"/>
            <a:chExt cx="971932" cy="552452"/>
          </a:xfrm>
        </p:grpSpPr>
        <p:sp>
          <p:nvSpPr>
            <p:cNvPr id="200" name="Rectangle 199">
              <a:extLst>
                <a:ext uri="{FF2B5EF4-FFF2-40B4-BE49-F238E27FC236}">
                  <a16:creationId xmlns:a16="http://schemas.microsoft.com/office/drawing/2014/main" id="{9BE742FF-105F-BA04-2395-9DD641C2B417}"/>
                </a:ext>
              </a:extLst>
            </p:cNvPr>
            <p:cNvSpPr/>
            <p:nvPr userDrawn="1"/>
          </p:nvSpPr>
          <p:spPr>
            <a:xfrm>
              <a:off x="3216645" y="4215089"/>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199" name="TextBox 198">
              <a:extLst>
                <a:ext uri="{FF2B5EF4-FFF2-40B4-BE49-F238E27FC236}">
                  <a16:creationId xmlns:a16="http://schemas.microsoft.com/office/drawing/2014/main" id="{6F463BBB-5E99-2BA4-2811-668FAD8649B2}"/>
                </a:ext>
              </a:extLst>
            </p:cNvPr>
            <p:cNvSpPr txBox="1"/>
            <p:nvPr userDrawn="1"/>
          </p:nvSpPr>
          <p:spPr>
            <a:xfrm>
              <a:off x="3216645" y="4260482"/>
              <a:ext cx="971930" cy="461665"/>
            </a:xfrm>
            <a:prstGeom prst="rect">
              <a:avLst/>
            </a:prstGeom>
            <a:noFill/>
            <a:ln>
              <a:noFill/>
            </a:ln>
          </p:spPr>
          <p:txBody>
            <a:bodyPr wrap="square" rtlCol="0">
              <a:spAutoFit/>
            </a:bodyPr>
            <a:lstStyle/>
            <a:p>
              <a:pPr algn="ctr"/>
              <a:r>
                <a:rPr lang="en-SG" sz="2400" b="1" dirty="0">
                  <a:solidFill>
                    <a:srgbClr val="2F3C7E"/>
                  </a:solidFill>
                  <a:latin typeface="+mj-lt"/>
                </a:rPr>
                <a:t>MAP</a:t>
              </a:r>
            </a:p>
          </p:txBody>
        </p:sp>
      </p:grpSp>
      <p:pic>
        <p:nvPicPr>
          <p:cNvPr id="346" name="Picture 345">
            <a:extLst>
              <a:ext uri="{FF2B5EF4-FFF2-40B4-BE49-F238E27FC236}">
                <a16:creationId xmlns:a16="http://schemas.microsoft.com/office/drawing/2014/main" id="{05744E12-F74B-46BC-5A6B-4F5DDCDE8E54}"/>
              </a:ext>
            </a:extLst>
          </p:cNvPr>
          <p:cNvPicPr>
            <a:picLocks noChangeAspect="1"/>
          </p:cNvPicPr>
          <p:nvPr/>
        </p:nvPicPr>
        <p:blipFill>
          <a:blip r:embed="rId20"/>
          <a:srcRect l="16117" r="13552"/>
          <a:stretch>
            <a:fillRect/>
          </a:stretch>
        </p:blipFill>
        <p:spPr>
          <a:xfrm>
            <a:off x="5948005" y="5268685"/>
            <a:ext cx="334895" cy="476171"/>
          </a:xfrm>
          <a:prstGeom prst="rect">
            <a:avLst/>
          </a:prstGeom>
        </p:spPr>
      </p:pic>
      <p:pic>
        <p:nvPicPr>
          <p:cNvPr id="347" name="Picture 346">
            <a:extLst>
              <a:ext uri="{FF2B5EF4-FFF2-40B4-BE49-F238E27FC236}">
                <a16:creationId xmlns:a16="http://schemas.microsoft.com/office/drawing/2014/main" id="{DE8030EA-24DD-A4DF-06C0-46B17F74AF73}"/>
              </a:ext>
            </a:extLst>
          </p:cNvPr>
          <p:cNvPicPr>
            <a:picLocks noChangeAspect="1"/>
          </p:cNvPicPr>
          <p:nvPr/>
        </p:nvPicPr>
        <p:blipFill>
          <a:blip r:embed="rId15"/>
          <a:stretch>
            <a:fillRect/>
          </a:stretch>
        </p:blipFill>
        <p:spPr>
          <a:xfrm>
            <a:off x="4757445" y="6000662"/>
            <a:ext cx="347891" cy="347891"/>
          </a:xfrm>
          <a:prstGeom prst="rect">
            <a:avLst/>
          </a:prstGeom>
        </p:spPr>
      </p:pic>
      <p:pic>
        <p:nvPicPr>
          <p:cNvPr id="350" name="Picture 349">
            <a:extLst>
              <a:ext uri="{FF2B5EF4-FFF2-40B4-BE49-F238E27FC236}">
                <a16:creationId xmlns:a16="http://schemas.microsoft.com/office/drawing/2014/main" id="{F53E0C2F-3B2A-00FB-0AE8-7C50783DCAB7}"/>
              </a:ext>
            </a:extLst>
          </p:cNvPr>
          <p:cNvPicPr>
            <a:picLocks noChangeAspect="1"/>
          </p:cNvPicPr>
          <p:nvPr/>
        </p:nvPicPr>
        <p:blipFill>
          <a:blip r:embed="rId8"/>
          <a:stretch>
            <a:fillRect/>
          </a:stretch>
        </p:blipFill>
        <p:spPr>
          <a:xfrm>
            <a:off x="3478261" y="5305504"/>
            <a:ext cx="778291" cy="390601"/>
          </a:xfrm>
          <a:prstGeom prst="rect">
            <a:avLst/>
          </a:prstGeom>
          <a:ln>
            <a:noFill/>
          </a:ln>
        </p:spPr>
      </p:pic>
      <p:grpSp>
        <p:nvGrpSpPr>
          <p:cNvPr id="19" name="Group 18">
            <a:extLst>
              <a:ext uri="{FF2B5EF4-FFF2-40B4-BE49-F238E27FC236}">
                <a16:creationId xmlns:a16="http://schemas.microsoft.com/office/drawing/2014/main" id="{1653C42F-3DD9-D822-B2D3-0D4386A30779}"/>
              </a:ext>
            </a:extLst>
          </p:cNvPr>
          <p:cNvGrpSpPr/>
          <p:nvPr/>
        </p:nvGrpSpPr>
        <p:grpSpPr>
          <a:xfrm>
            <a:off x="5587919" y="4217828"/>
            <a:ext cx="1016161" cy="353526"/>
            <a:chOff x="5586845" y="4846215"/>
            <a:chExt cx="1016161" cy="353526"/>
          </a:xfrm>
        </p:grpSpPr>
        <p:sp>
          <p:nvSpPr>
            <p:cNvPr id="203" name="Rectangle 202">
              <a:extLst>
                <a:ext uri="{FF2B5EF4-FFF2-40B4-BE49-F238E27FC236}">
                  <a16:creationId xmlns:a16="http://schemas.microsoft.com/office/drawing/2014/main" id="{8C858D43-0EC4-4B60-3BC0-991D50F4F157}"/>
                </a:ext>
              </a:extLst>
            </p:cNvPr>
            <p:cNvSpPr/>
            <p:nvPr userDrawn="1"/>
          </p:nvSpPr>
          <p:spPr>
            <a:xfrm>
              <a:off x="5588996" y="4846215"/>
              <a:ext cx="1014010" cy="353526"/>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202" name="TextBox 201">
              <a:extLst>
                <a:ext uri="{FF2B5EF4-FFF2-40B4-BE49-F238E27FC236}">
                  <a16:creationId xmlns:a16="http://schemas.microsoft.com/office/drawing/2014/main" id="{6097B290-708B-E685-9DF7-673530DF3280}"/>
                </a:ext>
              </a:extLst>
            </p:cNvPr>
            <p:cNvSpPr txBox="1"/>
            <p:nvPr userDrawn="1"/>
          </p:nvSpPr>
          <p:spPr>
            <a:xfrm>
              <a:off x="5586845" y="4869089"/>
              <a:ext cx="1014010" cy="307777"/>
            </a:xfrm>
            <a:prstGeom prst="rect">
              <a:avLst/>
            </a:prstGeom>
            <a:noFill/>
            <a:ln>
              <a:noFill/>
            </a:ln>
          </p:spPr>
          <p:txBody>
            <a:bodyPr wrap="square" rtlCol="0">
              <a:spAutoFit/>
            </a:bodyPr>
            <a:lstStyle/>
            <a:p>
              <a:pPr algn="ctr"/>
              <a:r>
                <a:rPr lang="en-SG" sz="1400" b="1" dirty="0">
                  <a:solidFill>
                    <a:srgbClr val="2F3C7E"/>
                  </a:solidFill>
                  <a:latin typeface="+mn-lt"/>
                </a:rPr>
                <a:t>Touch Me!</a:t>
              </a:r>
            </a:p>
          </p:txBody>
        </p:sp>
      </p:grpSp>
      <p:grpSp>
        <p:nvGrpSpPr>
          <p:cNvPr id="28" name="Group 27">
            <a:extLst>
              <a:ext uri="{FF2B5EF4-FFF2-40B4-BE49-F238E27FC236}">
                <a16:creationId xmlns:a16="http://schemas.microsoft.com/office/drawing/2014/main" id="{D5963A99-BB4B-FCA5-4E0B-D4F45CB251FB}"/>
              </a:ext>
            </a:extLst>
          </p:cNvPr>
          <p:cNvGrpSpPr/>
          <p:nvPr/>
        </p:nvGrpSpPr>
        <p:grpSpPr>
          <a:xfrm>
            <a:off x="7620370" y="4729264"/>
            <a:ext cx="1014010" cy="693309"/>
            <a:chOff x="7620370" y="4729264"/>
            <a:chExt cx="1014010" cy="693309"/>
          </a:xfrm>
        </p:grpSpPr>
        <p:pic>
          <p:nvPicPr>
            <p:cNvPr id="354" name="Picture 353">
              <a:extLst>
                <a:ext uri="{FF2B5EF4-FFF2-40B4-BE49-F238E27FC236}">
                  <a16:creationId xmlns:a16="http://schemas.microsoft.com/office/drawing/2014/main" id="{53EA786F-B366-3FC9-E07B-2A16C1A083FA}"/>
                </a:ext>
              </a:extLst>
            </p:cNvPr>
            <p:cNvPicPr>
              <a:picLocks noChangeAspect="1"/>
            </p:cNvPicPr>
            <p:nvPr/>
          </p:nvPicPr>
          <p:blipFill>
            <a:blip r:embed="rId21"/>
            <a:stretch>
              <a:fillRect/>
            </a:stretch>
          </p:blipFill>
          <p:spPr>
            <a:xfrm>
              <a:off x="7884122" y="4729264"/>
              <a:ext cx="446487" cy="446487"/>
            </a:xfrm>
            <a:prstGeom prst="rect">
              <a:avLst/>
            </a:prstGeom>
          </p:spPr>
        </p:pic>
        <p:sp>
          <p:nvSpPr>
            <p:cNvPr id="20" name="TextBox 19">
              <a:extLst>
                <a:ext uri="{FF2B5EF4-FFF2-40B4-BE49-F238E27FC236}">
                  <a16:creationId xmlns:a16="http://schemas.microsoft.com/office/drawing/2014/main" id="{1F186AE5-3CE1-B286-52DD-22B3C78B5418}"/>
                </a:ext>
              </a:extLst>
            </p:cNvPr>
            <p:cNvSpPr txBox="1"/>
            <p:nvPr/>
          </p:nvSpPr>
          <p:spPr>
            <a:xfrm>
              <a:off x="7620370" y="5114796"/>
              <a:ext cx="1014010" cy="307777"/>
            </a:xfrm>
            <a:prstGeom prst="rect">
              <a:avLst/>
            </a:prstGeom>
            <a:noFill/>
            <a:ln>
              <a:noFill/>
            </a:ln>
          </p:spPr>
          <p:txBody>
            <a:bodyPr wrap="square" rtlCol="0">
              <a:spAutoFit/>
            </a:bodyPr>
            <a:lstStyle/>
            <a:p>
              <a:pPr algn="ctr"/>
              <a:r>
                <a:rPr lang="en-SG" sz="1400" b="1" dirty="0">
                  <a:solidFill>
                    <a:schemeClr val="tx2"/>
                  </a:solidFill>
                  <a:latin typeface="+mn-lt"/>
                </a:rPr>
                <a:t>Entrance</a:t>
              </a:r>
            </a:p>
          </p:txBody>
        </p:sp>
      </p:grpSp>
      <p:sp>
        <p:nvSpPr>
          <p:cNvPr id="39" name="Rectangle: Rounded Corners 38">
            <a:extLst>
              <a:ext uri="{FF2B5EF4-FFF2-40B4-BE49-F238E27FC236}">
                <a16:creationId xmlns:a16="http://schemas.microsoft.com/office/drawing/2014/main" id="{261E01FA-C569-18D0-CAC0-24E21274FC0C}"/>
              </a:ext>
            </a:extLst>
          </p:cNvPr>
          <p:cNvSpPr/>
          <p:nvPr/>
        </p:nvSpPr>
        <p:spPr>
          <a:xfrm>
            <a:off x="5478219" y="4975182"/>
            <a:ext cx="1274465" cy="292399"/>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You Are Here</a:t>
            </a:r>
          </a:p>
        </p:txBody>
      </p:sp>
      <p:sp>
        <p:nvSpPr>
          <p:cNvPr id="42" name="TextBox 41">
            <a:extLst>
              <a:ext uri="{FF2B5EF4-FFF2-40B4-BE49-F238E27FC236}">
                <a16:creationId xmlns:a16="http://schemas.microsoft.com/office/drawing/2014/main" id="{E46D2098-3797-7E32-88B5-B440EC42FC6F}"/>
              </a:ext>
            </a:extLst>
          </p:cNvPr>
          <p:cNvSpPr txBox="1"/>
          <p:nvPr/>
        </p:nvSpPr>
        <p:spPr>
          <a:xfrm>
            <a:off x="3277630" y="5670873"/>
            <a:ext cx="1215496" cy="276999"/>
          </a:xfrm>
          <a:prstGeom prst="rect">
            <a:avLst/>
          </a:prstGeom>
          <a:noFill/>
          <a:ln>
            <a:noFill/>
          </a:ln>
        </p:spPr>
        <p:txBody>
          <a:bodyPr wrap="square" rtlCol="0">
            <a:spAutoFit/>
          </a:bodyPr>
          <a:lstStyle/>
          <a:p>
            <a:pPr algn="ctr"/>
            <a:r>
              <a:rPr lang="en-SG" sz="1200" b="1" dirty="0">
                <a:solidFill>
                  <a:schemeClr val="tx2"/>
                </a:solidFill>
                <a:latin typeface="+mn-lt"/>
              </a:rPr>
              <a:t>Dragon Roller</a:t>
            </a:r>
          </a:p>
        </p:txBody>
      </p:sp>
      <p:sp>
        <p:nvSpPr>
          <p:cNvPr id="44" name="Freeform: Shape 43">
            <a:extLst>
              <a:ext uri="{FF2B5EF4-FFF2-40B4-BE49-F238E27FC236}">
                <a16:creationId xmlns:a16="http://schemas.microsoft.com/office/drawing/2014/main" id="{2688B5B2-E91C-49C7-C049-73117CCE9B48}"/>
              </a:ext>
            </a:extLst>
          </p:cNvPr>
          <p:cNvSpPr/>
          <p:nvPr/>
        </p:nvSpPr>
        <p:spPr>
          <a:xfrm>
            <a:off x="4316186" y="5524500"/>
            <a:ext cx="1763485" cy="299357"/>
          </a:xfrm>
          <a:custGeom>
            <a:avLst/>
            <a:gdLst>
              <a:gd name="connsiteX0" fmla="*/ 1763485 w 1763485"/>
              <a:gd name="connsiteY0" fmla="*/ 206829 h 299357"/>
              <a:gd name="connsiteX1" fmla="*/ 1540328 w 1763485"/>
              <a:gd name="connsiteY1" fmla="*/ 299357 h 299357"/>
              <a:gd name="connsiteX2" fmla="*/ 1409700 w 1763485"/>
              <a:gd name="connsiteY2" fmla="*/ 272143 h 299357"/>
              <a:gd name="connsiteX3" fmla="*/ 1322614 w 1763485"/>
              <a:gd name="connsiteY3" fmla="*/ 190500 h 299357"/>
              <a:gd name="connsiteX4" fmla="*/ 1306285 w 1763485"/>
              <a:gd name="connsiteY4" fmla="*/ 157843 h 299357"/>
              <a:gd name="connsiteX5" fmla="*/ 1284514 w 1763485"/>
              <a:gd name="connsiteY5" fmla="*/ 130629 h 299357"/>
              <a:gd name="connsiteX6" fmla="*/ 1273628 w 1763485"/>
              <a:gd name="connsiteY6" fmla="*/ 92529 h 299357"/>
              <a:gd name="connsiteX7" fmla="*/ 1268185 w 1763485"/>
              <a:gd name="connsiteY7" fmla="*/ 76200 h 299357"/>
              <a:gd name="connsiteX8" fmla="*/ 1191985 w 1763485"/>
              <a:gd name="connsiteY8" fmla="*/ 16329 h 299357"/>
              <a:gd name="connsiteX9" fmla="*/ 1028700 w 1763485"/>
              <a:gd name="connsiteY9" fmla="*/ 0 h 299357"/>
              <a:gd name="connsiteX10" fmla="*/ 849085 w 1763485"/>
              <a:gd name="connsiteY10" fmla="*/ 10886 h 299357"/>
              <a:gd name="connsiteX11" fmla="*/ 800100 w 1763485"/>
              <a:gd name="connsiteY11" fmla="*/ 43543 h 299357"/>
              <a:gd name="connsiteX12" fmla="*/ 685800 w 1763485"/>
              <a:gd name="connsiteY12" fmla="*/ 119743 h 299357"/>
              <a:gd name="connsiteX13" fmla="*/ 658585 w 1763485"/>
              <a:gd name="connsiteY13" fmla="*/ 136071 h 299357"/>
              <a:gd name="connsiteX14" fmla="*/ 544285 w 1763485"/>
              <a:gd name="connsiteY14" fmla="*/ 163286 h 299357"/>
              <a:gd name="connsiteX15" fmla="*/ 511628 w 1763485"/>
              <a:gd name="connsiteY15" fmla="*/ 174171 h 299357"/>
              <a:gd name="connsiteX16" fmla="*/ 255814 w 1763485"/>
              <a:gd name="connsiteY16" fmla="*/ 130629 h 299357"/>
              <a:gd name="connsiteX17" fmla="*/ 239485 w 1763485"/>
              <a:gd name="connsiteY17" fmla="*/ 119743 h 299357"/>
              <a:gd name="connsiteX18" fmla="*/ 217714 w 1763485"/>
              <a:gd name="connsiteY18" fmla="*/ 114300 h 299357"/>
              <a:gd name="connsiteX19" fmla="*/ 168728 w 1763485"/>
              <a:gd name="connsiteY19" fmla="*/ 76200 h 299357"/>
              <a:gd name="connsiteX20" fmla="*/ 54428 w 1763485"/>
              <a:gd name="connsiteY20" fmla="*/ 43543 h 299357"/>
              <a:gd name="connsiteX21" fmla="*/ 0 w 1763485"/>
              <a:gd name="connsiteY21" fmla="*/ 43543 h 29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3485" h="299357">
                <a:moveTo>
                  <a:pt x="1763485" y="206829"/>
                </a:moveTo>
                <a:cubicBezTo>
                  <a:pt x="1614475" y="277785"/>
                  <a:pt x="1689015" y="247316"/>
                  <a:pt x="1540328" y="299357"/>
                </a:cubicBezTo>
                <a:cubicBezTo>
                  <a:pt x="1496785" y="290286"/>
                  <a:pt x="1452266" y="285042"/>
                  <a:pt x="1409700" y="272143"/>
                </a:cubicBezTo>
                <a:cubicBezTo>
                  <a:pt x="1360103" y="257114"/>
                  <a:pt x="1349198" y="233034"/>
                  <a:pt x="1322614" y="190500"/>
                </a:cubicBezTo>
                <a:cubicBezTo>
                  <a:pt x="1316164" y="180179"/>
                  <a:pt x="1312819" y="168111"/>
                  <a:pt x="1306285" y="157843"/>
                </a:cubicBezTo>
                <a:cubicBezTo>
                  <a:pt x="1300048" y="148042"/>
                  <a:pt x="1291771" y="139700"/>
                  <a:pt x="1284514" y="130629"/>
                </a:cubicBezTo>
                <a:cubicBezTo>
                  <a:pt x="1280885" y="117929"/>
                  <a:pt x="1277423" y="105180"/>
                  <a:pt x="1273628" y="92529"/>
                </a:cubicBezTo>
                <a:cubicBezTo>
                  <a:pt x="1271979" y="87034"/>
                  <a:pt x="1271858" y="80608"/>
                  <a:pt x="1268185" y="76200"/>
                </a:cubicBezTo>
                <a:cubicBezTo>
                  <a:pt x="1250833" y="55378"/>
                  <a:pt x="1224333" y="20950"/>
                  <a:pt x="1191985" y="16329"/>
                </a:cubicBezTo>
                <a:cubicBezTo>
                  <a:pt x="1137835" y="8593"/>
                  <a:pt x="1028700" y="0"/>
                  <a:pt x="1028700" y="0"/>
                </a:cubicBezTo>
                <a:cubicBezTo>
                  <a:pt x="968828" y="3629"/>
                  <a:pt x="908007" y="-337"/>
                  <a:pt x="849085" y="10886"/>
                </a:cubicBezTo>
                <a:cubicBezTo>
                  <a:pt x="829807" y="14558"/>
                  <a:pt x="817184" y="33887"/>
                  <a:pt x="800100" y="43543"/>
                </a:cubicBezTo>
                <a:cubicBezTo>
                  <a:pt x="628196" y="140706"/>
                  <a:pt x="794349" y="29288"/>
                  <a:pt x="685800" y="119743"/>
                </a:cubicBezTo>
                <a:cubicBezTo>
                  <a:pt x="677673" y="126516"/>
                  <a:pt x="668445" y="132237"/>
                  <a:pt x="658585" y="136071"/>
                </a:cubicBezTo>
                <a:cubicBezTo>
                  <a:pt x="599918" y="158886"/>
                  <a:pt x="596861" y="156714"/>
                  <a:pt x="544285" y="163286"/>
                </a:cubicBezTo>
                <a:cubicBezTo>
                  <a:pt x="533399" y="166914"/>
                  <a:pt x="523087" y="174759"/>
                  <a:pt x="511628" y="174171"/>
                </a:cubicBezTo>
                <a:cubicBezTo>
                  <a:pt x="367189" y="166764"/>
                  <a:pt x="363109" y="161284"/>
                  <a:pt x="255814" y="130629"/>
                </a:cubicBezTo>
                <a:cubicBezTo>
                  <a:pt x="250371" y="127000"/>
                  <a:pt x="245498" y="122320"/>
                  <a:pt x="239485" y="119743"/>
                </a:cubicBezTo>
                <a:cubicBezTo>
                  <a:pt x="232609" y="116796"/>
                  <a:pt x="223003" y="119589"/>
                  <a:pt x="217714" y="114300"/>
                </a:cubicBezTo>
                <a:cubicBezTo>
                  <a:pt x="170934" y="67520"/>
                  <a:pt x="236527" y="87500"/>
                  <a:pt x="168728" y="76200"/>
                </a:cubicBezTo>
                <a:cubicBezTo>
                  <a:pt x="117113" y="55554"/>
                  <a:pt x="111054" y="48936"/>
                  <a:pt x="54428" y="43543"/>
                </a:cubicBezTo>
                <a:cubicBezTo>
                  <a:pt x="36367" y="41823"/>
                  <a:pt x="18143" y="43543"/>
                  <a:pt x="0" y="435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6" name="TextBox 45">
            <a:extLst>
              <a:ext uri="{FF2B5EF4-FFF2-40B4-BE49-F238E27FC236}">
                <a16:creationId xmlns:a16="http://schemas.microsoft.com/office/drawing/2014/main" id="{A4828CA9-C43D-B5E3-7CB3-13FAA0F7E9CC}"/>
              </a:ext>
            </a:extLst>
          </p:cNvPr>
          <p:cNvSpPr txBox="1"/>
          <p:nvPr/>
        </p:nvSpPr>
        <p:spPr>
          <a:xfrm>
            <a:off x="4342067" y="6291269"/>
            <a:ext cx="1215496" cy="276999"/>
          </a:xfrm>
          <a:prstGeom prst="rect">
            <a:avLst/>
          </a:prstGeom>
          <a:noFill/>
          <a:ln>
            <a:noFill/>
          </a:ln>
        </p:spPr>
        <p:txBody>
          <a:bodyPr wrap="square" rtlCol="0">
            <a:spAutoFit/>
          </a:bodyPr>
          <a:lstStyle/>
          <a:p>
            <a:pPr algn="ctr"/>
            <a:r>
              <a:rPr lang="en-SG" sz="1200" b="1" dirty="0">
                <a:solidFill>
                  <a:schemeClr val="tx2"/>
                </a:solidFill>
                <a:latin typeface="+mn-lt"/>
              </a:rPr>
              <a:t>Jake &amp; Marks</a:t>
            </a:r>
          </a:p>
        </p:txBody>
      </p:sp>
      <p:sp>
        <p:nvSpPr>
          <p:cNvPr id="47" name="Freeform: Shape 46">
            <a:extLst>
              <a:ext uri="{FF2B5EF4-FFF2-40B4-BE49-F238E27FC236}">
                <a16:creationId xmlns:a16="http://schemas.microsoft.com/office/drawing/2014/main" id="{E0ADE39D-EE59-D9E8-99AD-A057F8F3684A}"/>
              </a:ext>
            </a:extLst>
          </p:cNvPr>
          <p:cNvSpPr/>
          <p:nvPr/>
        </p:nvSpPr>
        <p:spPr>
          <a:xfrm>
            <a:off x="5165271" y="5731329"/>
            <a:ext cx="914400" cy="538842"/>
          </a:xfrm>
          <a:custGeom>
            <a:avLst/>
            <a:gdLst>
              <a:gd name="connsiteX0" fmla="*/ 914400 w 914400"/>
              <a:gd name="connsiteY0" fmla="*/ 0 h 538842"/>
              <a:gd name="connsiteX1" fmla="*/ 892629 w 914400"/>
              <a:gd name="connsiteY1" fmla="*/ 27214 h 538842"/>
              <a:gd name="connsiteX2" fmla="*/ 849086 w 914400"/>
              <a:gd name="connsiteY2" fmla="*/ 141514 h 538842"/>
              <a:gd name="connsiteX3" fmla="*/ 810986 w 914400"/>
              <a:gd name="connsiteY3" fmla="*/ 195942 h 538842"/>
              <a:gd name="connsiteX4" fmla="*/ 723900 w 914400"/>
              <a:gd name="connsiteY4" fmla="*/ 283028 h 538842"/>
              <a:gd name="connsiteX5" fmla="*/ 702129 w 914400"/>
              <a:gd name="connsiteY5" fmla="*/ 299357 h 538842"/>
              <a:gd name="connsiteX6" fmla="*/ 647700 w 914400"/>
              <a:gd name="connsiteY6" fmla="*/ 310242 h 538842"/>
              <a:gd name="connsiteX7" fmla="*/ 457200 w 914400"/>
              <a:gd name="connsiteY7" fmla="*/ 321128 h 538842"/>
              <a:gd name="connsiteX8" fmla="*/ 239486 w 914400"/>
              <a:gd name="connsiteY8" fmla="*/ 332014 h 538842"/>
              <a:gd name="connsiteX9" fmla="*/ 163286 w 914400"/>
              <a:gd name="connsiteY9" fmla="*/ 375557 h 538842"/>
              <a:gd name="connsiteX10" fmla="*/ 152400 w 914400"/>
              <a:gd name="connsiteY10" fmla="*/ 413657 h 538842"/>
              <a:gd name="connsiteX11" fmla="*/ 87086 w 914400"/>
              <a:gd name="connsiteY11" fmla="*/ 446314 h 538842"/>
              <a:gd name="connsiteX12" fmla="*/ 38100 w 914400"/>
              <a:gd name="connsiteY12" fmla="*/ 484414 h 538842"/>
              <a:gd name="connsiteX13" fmla="*/ 27215 w 914400"/>
              <a:gd name="connsiteY13" fmla="*/ 500742 h 538842"/>
              <a:gd name="connsiteX14" fmla="*/ 0 w 914400"/>
              <a:gd name="connsiteY14" fmla="*/ 538842 h 538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4400" h="538842">
                <a:moveTo>
                  <a:pt x="914400" y="0"/>
                </a:moveTo>
                <a:cubicBezTo>
                  <a:pt x="907143" y="9071"/>
                  <a:pt x="897542" y="16687"/>
                  <a:pt x="892629" y="27214"/>
                </a:cubicBezTo>
                <a:cubicBezTo>
                  <a:pt x="836127" y="148290"/>
                  <a:pt x="923342" y="11565"/>
                  <a:pt x="849086" y="141514"/>
                </a:cubicBezTo>
                <a:cubicBezTo>
                  <a:pt x="838099" y="160742"/>
                  <a:pt x="825659" y="179355"/>
                  <a:pt x="810986" y="195942"/>
                </a:cubicBezTo>
                <a:cubicBezTo>
                  <a:pt x="783785" y="226690"/>
                  <a:pt x="756742" y="258396"/>
                  <a:pt x="723900" y="283028"/>
                </a:cubicBezTo>
                <a:cubicBezTo>
                  <a:pt x="716643" y="288471"/>
                  <a:pt x="710672" y="296306"/>
                  <a:pt x="702129" y="299357"/>
                </a:cubicBezTo>
                <a:cubicBezTo>
                  <a:pt x="684705" y="305580"/>
                  <a:pt x="666130" y="308604"/>
                  <a:pt x="647700" y="310242"/>
                </a:cubicBezTo>
                <a:cubicBezTo>
                  <a:pt x="584346" y="315873"/>
                  <a:pt x="520713" y="317741"/>
                  <a:pt x="457200" y="321128"/>
                </a:cubicBezTo>
                <a:lnTo>
                  <a:pt x="239486" y="332014"/>
                </a:lnTo>
                <a:cubicBezTo>
                  <a:pt x="214086" y="346528"/>
                  <a:pt x="171323" y="347428"/>
                  <a:pt x="163286" y="375557"/>
                </a:cubicBezTo>
                <a:cubicBezTo>
                  <a:pt x="159657" y="388257"/>
                  <a:pt x="160764" y="403434"/>
                  <a:pt x="152400" y="413657"/>
                </a:cubicBezTo>
                <a:cubicBezTo>
                  <a:pt x="132543" y="437926"/>
                  <a:pt x="110029" y="431565"/>
                  <a:pt x="87086" y="446314"/>
                </a:cubicBezTo>
                <a:cubicBezTo>
                  <a:pt x="69685" y="457500"/>
                  <a:pt x="49574" y="467202"/>
                  <a:pt x="38100" y="484414"/>
                </a:cubicBezTo>
                <a:cubicBezTo>
                  <a:pt x="34472" y="489857"/>
                  <a:pt x="31017" y="495419"/>
                  <a:pt x="27215" y="500742"/>
                </a:cubicBezTo>
                <a:cubicBezTo>
                  <a:pt x="-6559" y="548026"/>
                  <a:pt x="25667" y="500344"/>
                  <a:pt x="0" y="538842"/>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9" name="Picture 48">
            <a:extLst>
              <a:ext uri="{FF2B5EF4-FFF2-40B4-BE49-F238E27FC236}">
                <a16:creationId xmlns:a16="http://schemas.microsoft.com/office/drawing/2014/main" id="{F6865460-ABB3-D8BC-5817-17A65802FC82}"/>
              </a:ext>
            </a:extLst>
          </p:cNvPr>
          <p:cNvPicPr>
            <a:picLocks noChangeAspect="1"/>
          </p:cNvPicPr>
          <p:nvPr/>
        </p:nvPicPr>
        <p:blipFill>
          <a:blip r:embed="rId16"/>
          <a:stretch>
            <a:fillRect/>
          </a:stretch>
        </p:blipFill>
        <p:spPr>
          <a:xfrm>
            <a:off x="7138853" y="5648409"/>
            <a:ext cx="598926" cy="598926"/>
          </a:xfrm>
          <a:prstGeom prst="rect">
            <a:avLst/>
          </a:prstGeom>
        </p:spPr>
      </p:pic>
      <p:sp>
        <p:nvSpPr>
          <p:cNvPr id="52" name="TextBox 51">
            <a:extLst>
              <a:ext uri="{FF2B5EF4-FFF2-40B4-BE49-F238E27FC236}">
                <a16:creationId xmlns:a16="http://schemas.microsoft.com/office/drawing/2014/main" id="{F6C6AF1F-658C-5A6A-B83B-2CE02F092FA2}"/>
              </a:ext>
            </a:extLst>
          </p:cNvPr>
          <p:cNvSpPr txBox="1"/>
          <p:nvPr/>
        </p:nvSpPr>
        <p:spPr>
          <a:xfrm>
            <a:off x="6852839" y="6227354"/>
            <a:ext cx="1215496" cy="276999"/>
          </a:xfrm>
          <a:prstGeom prst="rect">
            <a:avLst/>
          </a:prstGeom>
          <a:noFill/>
          <a:ln>
            <a:noFill/>
          </a:ln>
        </p:spPr>
        <p:txBody>
          <a:bodyPr wrap="square" rtlCol="0">
            <a:spAutoFit/>
          </a:bodyPr>
          <a:lstStyle/>
          <a:p>
            <a:pPr algn="ctr"/>
            <a:r>
              <a:rPr lang="en-SG" sz="1200" b="1" dirty="0">
                <a:solidFill>
                  <a:schemeClr val="tx2"/>
                </a:solidFill>
                <a:latin typeface="+mn-lt"/>
              </a:rPr>
              <a:t>Musical B’</a:t>
            </a:r>
          </a:p>
        </p:txBody>
      </p:sp>
      <p:sp>
        <p:nvSpPr>
          <p:cNvPr id="53" name="Freeform: Shape 52">
            <a:extLst>
              <a:ext uri="{FF2B5EF4-FFF2-40B4-BE49-F238E27FC236}">
                <a16:creationId xmlns:a16="http://schemas.microsoft.com/office/drawing/2014/main" id="{FF331864-9813-5A87-468A-4244BC78E2E0}"/>
              </a:ext>
            </a:extLst>
          </p:cNvPr>
          <p:cNvSpPr/>
          <p:nvPr/>
        </p:nvSpPr>
        <p:spPr>
          <a:xfrm>
            <a:off x="6123190" y="5715000"/>
            <a:ext cx="1034167" cy="593271"/>
          </a:xfrm>
          <a:custGeom>
            <a:avLst/>
            <a:gdLst>
              <a:gd name="connsiteX0" fmla="*/ 10910 w 1034167"/>
              <a:gd name="connsiteY0" fmla="*/ 0 h 593271"/>
              <a:gd name="connsiteX1" fmla="*/ 24 w 1034167"/>
              <a:gd name="connsiteY1" fmla="*/ 27214 h 593271"/>
              <a:gd name="connsiteX2" fmla="*/ 32681 w 1034167"/>
              <a:gd name="connsiteY2" fmla="*/ 141514 h 593271"/>
              <a:gd name="connsiteX3" fmla="*/ 119767 w 1034167"/>
              <a:gd name="connsiteY3" fmla="*/ 217714 h 593271"/>
              <a:gd name="connsiteX4" fmla="*/ 185081 w 1034167"/>
              <a:gd name="connsiteY4" fmla="*/ 250371 h 593271"/>
              <a:gd name="connsiteX5" fmla="*/ 283053 w 1034167"/>
              <a:gd name="connsiteY5" fmla="*/ 288471 h 593271"/>
              <a:gd name="connsiteX6" fmla="*/ 402796 w 1034167"/>
              <a:gd name="connsiteY6" fmla="*/ 293914 h 593271"/>
              <a:gd name="connsiteX7" fmla="*/ 604181 w 1034167"/>
              <a:gd name="connsiteY7" fmla="*/ 353786 h 593271"/>
              <a:gd name="connsiteX8" fmla="*/ 615067 w 1034167"/>
              <a:gd name="connsiteY8" fmla="*/ 370114 h 593271"/>
              <a:gd name="connsiteX9" fmla="*/ 631396 w 1034167"/>
              <a:gd name="connsiteY9" fmla="*/ 429986 h 593271"/>
              <a:gd name="connsiteX10" fmla="*/ 642281 w 1034167"/>
              <a:gd name="connsiteY10" fmla="*/ 533400 h 593271"/>
              <a:gd name="connsiteX11" fmla="*/ 680381 w 1034167"/>
              <a:gd name="connsiteY11" fmla="*/ 555171 h 593271"/>
              <a:gd name="connsiteX12" fmla="*/ 778353 w 1034167"/>
              <a:gd name="connsiteY12" fmla="*/ 593271 h 593271"/>
              <a:gd name="connsiteX13" fmla="*/ 881767 w 1034167"/>
              <a:gd name="connsiteY13" fmla="*/ 587829 h 593271"/>
              <a:gd name="connsiteX14" fmla="*/ 930753 w 1034167"/>
              <a:gd name="connsiteY14" fmla="*/ 549729 h 593271"/>
              <a:gd name="connsiteX15" fmla="*/ 1034167 w 1034167"/>
              <a:gd name="connsiteY15" fmla="*/ 538843 h 59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4167" h="593271">
                <a:moveTo>
                  <a:pt x="10910" y="0"/>
                </a:moveTo>
                <a:cubicBezTo>
                  <a:pt x="7281" y="9071"/>
                  <a:pt x="-490" y="17457"/>
                  <a:pt x="24" y="27214"/>
                </a:cubicBezTo>
                <a:cubicBezTo>
                  <a:pt x="423" y="34790"/>
                  <a:pt x="16134" y="123225"/>
                  <a:pt x="32681" y="141514"/>
                </a:cubicBezTo>
                <a:cubicBezTo>
                  <a:pt x="58560" y="170117"/>
                  <a:pt x="85267" y="200464"/>
                  <a:pt x="119767" y="217714"/>
                </a:cubicBezTo>
                <a:cubicBezTo>
                  <a:pt x="141538" y="228600"/>
                  <a:pt x="164016" y="238175"/>
                  <a:pt x="185081" y="250371"/>
                </a:cubicBezTo>
                <a:cubicBezTo>
                  <a:pt x="244050" y="284512"/>
                  <a:pt x="202154" y="281117"/>
                  <a:pt x="283053" y="288471"/>
                </a:cubicBezTo>
                <a:cubicBezTo>
                  <a:pt x="322844" y="292088"/>
                  <a:pt x="362882" y="292100"/>
                  <a:pt x="402796" y="293914"/>
                </a:cubicBezTo>
                <a:cubicBezTo>
                  <a:pt x="506337" y="314622"/>
                  <a:pt x="542016" y="298529"/>
                  <a:pt x="604181" y="353786"/>
                </a:cubicBezTo>
                <a:cubicBezTo>
                  <a:pt x="609070" y="358132"/>
                  <a:pt x="611438" y="364671"/>
                  <a:pt x="615067" y="370114"/>
                </a:cubicBezTo>
                <a:cubicBezTo>
                  <a:pt x="623153" y="394372"/>
                  <a:pt x="628319" y="405367"/>
                  <a:pt x="631396" y="429986"/>
                </a:cubicBezTo>
                <a:cubicBezTo>
                  <a:pt x="635695" y="464380"/>
                  <a:pt x="629650" y="501121"/>
                  <a:pt x="642281" y="533400"/>
                </a:cubicBezTo>
                <a:cubicBezTo>
                  <a:pt x="647611" y="547021"/>
                  <a:pt x="667298" y="548630"/>
                  <a:pt x="680381" y="555171"/>
                </a:cubicBezTo>
                <a:cubicBezTo>
                  <a:pt x="737030" y="583496"/>
                  <a:pt x="728360" y="578988"/>
                  <a:pt x="778353" y="593271"/>
                </a:cubicBezTo>
                <a:lnTo>
                  <a:pt x="881767" y="587829"/>
                </a:lnTo>
                <a:cubicBezTo>
                  <a:pt x="901657" y="582146"/>
                  <a:pt x="910209" y="552146"/>
                  <a:pt x="930753" y="549729"/>
                </a:cubicBezTo>
                <a:cubicBezTo>
                  <a:pt x="1026885" y="538419"/>
                  <a:pt x="992226" y="538843"/>
                  <a:pt x="1034167" y="5388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59" name="Group 58">
            <a:extLst>
              <a:ext uri="{FF2B5EF4-FFF2-40B4-BE49-F238E27FC236}">
                <a16:creationId xmlns:a16="http://schemas.microsoft.com/office/drawing/2014/main" id="{ECD1ECFD-8CA1-9CA6-5985-CEA9C16AA94E}"/>
              </a:ext>
            </a:extLst>
          </p:cNvPr>
          <p:cNvGrpSpPr/>
          <p:nvPr/>
        </p:nvGrpSpPr>
        <p:grpSpPr>
          <a:xfrm>
            <a:off x="4648576" y="5564302"/>
            <a:ext cx="776731" cy="378714"/>
            <a:chOff x="4579693" y="5139808"/>
            <a:chExt cx="776731" cy="378714"/>
          </a:xfrm>
        </p:grpSpPr>
        <p:sp>
          <p:nvSpPr>
            <p:cNvPr id="54" name="Rectangle: Rounded Corners 53">
              <a:extLst>
                <a:ext uri="{FF2B5EF4-FFF2-40B4-BE49-F238E27FC236}">
                  <a16:creationId xmlns:a16="http://schemas.microsoft.com/office/drawing/2014/main" id="{12BD856D-907C-F456-C01F-07D0580EA059}"/>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2.4 KM</a:t>
              </a:r>
            </a:p>
          </p:txBody>
        </p:sp>
        <p:grpSp>
          <p:nvGrpSpPr>
            <p:cNvPr id="58" name="Group 57">
              <a:extLst>
                <a:ext uri="{FF2B5EF4-FFF2-40B4-BE49-F238E27FC236}">
                  <a16:creationId xmlns:a16="http://schemas.microsoft.com/office/drawing/2014/main" id="{47103F31-3C5B-1FB2-D4EF-B389AF583128}"/>
                </a:ext>
              </a:extLst>
            </p:cNvPr>
            <p:cNvGrpSpPr/>
            <p:nvPr/>
          </p:nvGrpSpPr>
          <p:grpSpPr>
            <a:xfrm>
              <a:off x="4579693" y="5287690"/>
              <a:ext cx="776731" cy="230832"/>
              <a:chOff x="4622782" y="5567706"/>
              <a:chExt cx="776731" cy="230832"/>
            </a:xfrm>
          </p:grpSpPr>
          <p:sp>
            <p:nvSpPr>
              <p:cNvPr id="55" name="TextBox 54">
                <a:extLst>
                  <a:ext uri="{FF2B5EF4-FFF2-40B4-BE49-F238E27FC236}">
                    <a16:creationId xmlns:a16="http://schemas.microsoft.com/office/drawing/2014/main" id="{3EE0AB10-C65E-736C-D2BB-CECCE7E25239}"/>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20 mins</a:t>
                </a:r>
                <a:endParaRPr lang="en-SG" sz="900" dirty="0">
                  <a:solidFill>
                    <a:schemeClr val="tx2"/>
                  </a:solidFill>
                  <a:latin typeface="+mn-lt"/>
                </a:endParaRPr>
              </a:p>
            </p:txBody>
          </p:sp>
          <p:pic>
            <p:nvPicPr>
              <p:cNvPr id="57" name="Picture 56" descr="A person walking on a black background&#10;&#10;AI-generated content may be incorrect.">
                <a:extLst>
                  <a:ext uri="{FF2B5EF4-FFF2-40B4-BE49-F238E27FC236}">
                    <a16:creationId xmlns:a16="http://schemas.microsoft.com/office/drawing/2014/main" id="{D9A90103-B491-1247-F90B-BB2A12205442}"/>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grpSp>
        <p:nvGrpSpPr>
          <p:cNvPr id="60" name="Group 59">
            <a:extLst>
              <a:ext uri="{FF2B5EF4-FFF2-40B4-BE49-F238E27FC236}">
                <a16:creationId xmlns:a16="http://schemas.microsoft.com/office/drawing/2014/main" id="{EB04E1E3-ADE7-C4A7-7E4C-EE2C2CFA40E7}"/>
              </a:ext>
            </a:extLst>
          </p:cNvPr>
          <p:cNvGrpSpPr/>
          <p:nvPr/>
        </p:nvGrpSpPr>
        <p:grpSpPr>
          <a:xfrm>
            <a:off x="6262885" y="5837206"/>
            <a:ext cx="776731" cy="378714"/>
            <a:chOff x="4579693" y="5139808"/>
            <a:chExt cx="776731" cy="378714"/>
          </a:xfrm>
        </p:grpSpPr>
        <p:sp>
          <p:nvSpPr>
            <p:cNvPr id="61" name="Rectangle: Rounded Corners 60">
              <a:extLst>
                <a:ext uri="{FF2B5EF4-FFF2-40B4-BE49-F238E27FC236}">
                  <a16:creationId xmlns:a16="http://schemas.microsoft.com/office/drawing/2014/main" id="{0B3B8A69-06B5-3CDF-B054-575EB69B4BC5}"/>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1.0 KM</a:t>
              </a:r>
            </a:p>
          </p:txBody>
        </p:sp>
        <p:grpSp>
          <p:nvGrpSpPr>
            <p:cNvPr id="62" name="Group 61">
              <a:extLst>
                <a:ext uri="{FF2B5EF4-FFF2-40B4-BE49-F238E27FC236}">
                  <a16:creationId xmlns:a16="http://schemas.microsoft.com/office/drawing/2014/main" id="{45630095-B58C-A88C-5A49-36CAE6657114}"/>
                </a:ext>
              </a:extLst>
            </p:cNvPr>
            <p:cNvGrpSpPr/>
            <p:nvPr/>
          </p:nvGrpSpPr>
          <p:grpSpPr>
            <a:xfrm>
              <a:off x="4579693" y="5287690"/>
              <a:ext cx="776731" cy="230832"/>
              <a:chOff x="4622782" y="5567706"/>
              <a:chExt cx="776731" cy="230832"/>
            </a:xfrm>
          </p:grpSpPr>
          <p:sp>
            <p:nvSpPr>
              <p:cNvPr id="63" name="TextBox 62">
                <a:extLst>
                  <a:ext uri="{FF2B5EF4-FFF2-40B4-BE49-F238E27FC236}">
                    <a16:creationId xmlns:a16="http://schemas.microsoft.com/office/drawing/2014/main" id="{28771747-2437-D640-2DD7-008D887771DD}"/>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10 mins</a:t>
                </a:r>
                <a:endParaRPr lang="en-SG" sz="900" dirty="0">
                  <a:solidFill>
                    <a:schemeClr val="tx2"/>
                  </a:solidFill>
                  <a:latin typeface="+mn-lt"/>
                </a:endParaRPr>
              </a:p>
            </p:txBody>
          </p:sp>
          <p:pic>
            <p:nvPicPr>
              <p:cNvPr id="64" name="Picture 63" descr="A person walking on a black background&#10;&#10;AI-generated content may be incorrect.">
                <a:extLst>
                  <a:ext uri="{FF2B5EF4-FFF2-40B4-BE49-F238E27FC236}">
                    <a16:creationId xmlns:a16="http://schemas.microsoft.com/office/drawing/2014/main" id="{38F45A25-FBE8-47A2-4B94-227DCCFD04BD}"/>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grpSp>
        <p:nvGrpSpPr>
          <p:cNvPr id="65" name="Group 64">
            <a:extLst>
              <a:ext uri="{FF2B5EF4-FFF2-40B4-BE49-F238E27FC236}">
                <a16:creationId xmlns:a16="http://schemas.microsoft.com/office/drawing/2014/main" id="{FAEF53F9-342C-6943-A245-41F2ECA0266B}"/>
              </a:ext>
            </a:extLst>
          </p:cNvPr>
          <p:cNvGrpSpPr/>
          <p:nvPr/>
        </p:nvGrpSpPr>
        <p:grpSpPr>
          <a:xfrm>
            <a:off x="5362875" y="5985250"/>
            <a:ext cx="776731" cy="378714"/>
            <a:chOff x="4579693" y="5139808"/>
            <a:chExt cx="776731" cy="378714"/>
          </a:xfrm>
        </p:grpSpPr>
        <p:sp>
          <p:nvSpPr>
            <p:cNvPr id="66" name="Rectangle: Rounded Corners 65">
              <a:extLst>
                <a:ext uri="{FF2B5EF4-FFF2-40B4-BE49-F238E27FC236}">
                  <a16:creationId xmlns:a16="http://schemas.microsoft.com/office/drawing/2014/main" id="{2BC8BF7D-3E0F-A899-4FAF-5E74F6223D2F}"/>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500 m</a:t>
              </a:r>
            </a:p>
          </p:txBody>
        </p:sp>
        <p:grpSp>
          <p:nvGrpSpPr>
            <p:cNvPr id="76" name="Group 75">
              <a:extLst>
                <a:ext uri="{FF2B5EF4-FFF2-40B4-BE49-F238E27FC236}">
                  <a16:creationId xmlns:a16="http://schemas.microsoft.com/office/drawing/2014/main" id="{FBB86A0F-6865-B4AC-1238-3E99B2C3E5ED}"/>
                </a:ext>
              </a:extLst>
            </p:cNvPr>
            <p:cNvGrpSpPr/>
            <p:nvPr/>
          </p:nvGrpSpPr>
          <p:grpSpPr>
            <a:xfrm>
              <a:off x="4579693" y="5287690"/>
              <a:ext cx="776731" cy="230832"/>
              <a:chOff x="4622782" y="5567706"/>
              <a:chExt cx="776731" cy="230832"/>
            </a:xfrm>
          </p:grpSpPr>
          <p:sp>
            <p:nvSpPr>
              <p:cNvPr id="84" name="TextBox 83">
                <a:extLst>
                  <a:ext uri="{FF2B5EF4-FFF2-40B4-BE49-F238E27FC236}">
                    <a16:creationId xmlns:a16="http://schemas.microsoft.com/office/drawing/2014/main" id="{95860AFB-D2AB-49AE-BC48-23FCF81CACF4}"/>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5 mins</a:t>
                </a:r>
                <a:endParaRPr lang="en-SG" sz="900" dirty="0">
                  <a:solidFill>
                    <a:schemeClr val="tx2"/>
                  </a:solidFill>
                  <a:latin typeface="+mn-lt"/>
                </a:endParaRPr>
              </a:p>
            </p:txBody>
          </p:sp>
          <p:pic>
            <p:nvPicPr>
              <p:cNvPr id="86" name="Picture 85" descr="A person walking on a black background&#10;&#10;AI-generated content may be incorrect.">
                <a:extLst>
                  <a:ext uri="{FF2B5EF4-FFF2-40B4-BE49-F238E27FC236}">
                    <a16:creationId xmlns:a16="http://schemas.microsoft.com/office/drawing/2014/main" id="{6B63D840-000E-4807-E416-C3BAA06C5F88}"/>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sp>
        <p:nvSpPr>
          <p:cNvPr id="2" name="Rectangle: Rounded Corners 1">
            <a:extLst>
              <a:ext uri="{FF2B5EF4-FFF2-40B4-BE49-F238E27FC236}">
                <a16:creationId xmlns:a16="http://schemas.microsoft.com/office/drawing/2014/main" id="{8D232E89-E33A-3532-4F30-17E574B8EEA7}"/>
              </a:ext>
            </a:extLst>
          </p:cNvPr>
          <p:cNvSpPr/>
          <p:nvPr/>
        </p:nvSpPr>
        <p:spPr>
          <a:xfrm rot="5400000">
            <a:off x="11663175" y="986565"/>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3" name="Rectangle: Rounded Corners 2">
            <a:extLst>
              <a:ext uri="{FF2B5EF4-FFF2-40B4-BE49-F238E27FC236}">
                <a16:creationId xmlns:a16="http://schemas.microsoft.com/office/drawing/2014/main" id="{78AFCCDD-EC31-3A5E-8BDB-A28CFF05B135}"/>
              </a:ext>
            </a:extLst>
          </p:cNvPr>
          <p:cNvSpPr/>
          <p:nvPr/>
        </p:nvSpPr>
        <p:spPr>
          <a:xfrm rot="5400000">
            <a:off x="7368109" y="971118"/>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4" name="Rectangle: Rounded Corners 3">
            <a:extLst>
              <a:ext uri="{FF2B5EF4-FFF2-40B4-BE49-F238E27FC236}">
                <a16:creationId xmlns:a16="http://schemas.microsoft.com/office/drawing/2014/main" id="{4195CE40-ED30-CF8C-F45B-179F7E0DF48B}"/>
              </a:ext>
            </a:extLst>
          </p:cNvPr>
          <p:cNvSpPr/>
          <p:nvPr/>
        </p:nvSpPr>
        <p:spPr>
          <a:xfrm rot="5400000">
            <a:off x="3406156" y="995610"/>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pic>
        <p:nvPicPr>
          <p:cNvPr id="45" name="Picture 44" descr="A yellow hand pointing up&#10;&#10;AI-generated content may be incorrect.">
            <a:extLst>
              <a:ext uri="{FF2B5EF4-FFF2-40B4-BE49-F238E27FC236}">
                <a16:creationId xmlns:a16="http://schemas.microsoft.com/office/drawing/2014/main" id="{0ADE6B94-8F85-7A66-798E-13136520D7AF}"/>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3467743" y="1698222"/>
            <a:ext cx="678167" cy="678167"/>
          </a:xfrm>
          <a:prstGeom prst="rect">
            <a:avLst/>
          </a:prstGeom>
        </p:spPr>
      </p:pic>
    </p:spTree>
    <p:extLst>
      <p:ext uri="{BB962C8B-B14F-4D97-AF65-F5344CB8AC3E}">
        <p14:creationId xmlns:p14="http://schemas.microsoft.com/office/powerpoint/2010/main" val="48193479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6" name="Group 165">
            <a:extLst>
              <a:ext uri="{FF2B5EF4-FFF2-40B4-BE49-F238E27FC236}">
                <a16:creationId xmlns:a16="http://schemas.microsoft.com/office/drawing/2014/main" id="{D5FACAB6-0160-73D5-5A58-B075F634DDDB}"/>
              </a:ext>
            </a:extLst>
          </p:cNvPr>
          <p:cNvGrpSpPr/>
          <p:nvPr/>
        </p:nvGrpSpPr>
        <p:grpSpPr>
          <a:xfrm>
            <a:off x="82234" y="5021209"/>
            <a:ext cx="3720247" cy="1331334"/>
            <a:chOff x="107367" y="676770"/>
            <a:chExt cx="3720247" cy="1331334"/>
          </a:xfrm>
        </p:grpSpPr>
        <p:grpSp>
          <p:nvGrpSpPr>
            <p:cNvPr id="167" name="Group 166">
              <a:extLst>
                <a:ext uri="{FF2B5EF4-FFF2-40B4-BE49-F238E27FC236}">
                  <a16:creationId xmlns:a16="http://schemas.microsoft.com/office/drawing/2014/main" id="{DE0C1D23-B129-B123-BA15-603B073F9A28}"/>
                </a:ext>
              </a:extLst>
            </p:cNvPr>
            <p:cNvGrpSpPr/>
            <p:nvPr/>
          </p:nvGrpSpPr>
          <p:grpSpPr>
            <a:xfrm>
              <a:off x="107367" y="676770"/>
              <a:ext cx="3720247" cy="1331334"/>
              <a:chOff x="78866" y="1588072"/>
              <a:chExt cx="3720247" cy="1331334"/>
            </a:xfrm>
          </p:grpSpPr>
          <p:sp>
            <p:nvSpPr>
              <p:cNvPr id="169" name="Rectangle: Rounded Corners 168">
                <a:extLst>
                  <a:ext uri="{FF2B5EF4-FFF2-40B4-BE49-F238E27FC236}">
                    <a16:creationId xmlns:a16="http://schemas.microsoft.com/office/drawing/2014/main" id="{C54662F1-192A-967F-70B5-BFDD0477667B}"/>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170" name="Group 169">
                <a:extLst>
                  <a:ext uri="{FF2B5EF4-FFF2-40B4-BE49-F238E27FC236}">
                    <a16:creationId xmlns:a16="http://schemas.microsoft.com/office/drawing/2014/main" id="{F70239C9-999F-9487-AF5F-F2245B2ED7FF}"/>
                  </a:ext>
                </a:extLst>
              </p:cNvPr>
              <p:cNvGrpSpPr/>
              <p:nvPr/>
            </p:nvGrpSpPr>
            <p:grpSpPr>
              <a:xfrm>
                <a:off x="137199" y="1612840"/>
                <a:ext cx="3661914" cy="1261007"/>
                <a:chOff x="137199" y="1612840"/>
                <a:chExt cx="3661914" cy="1261007"/>
              </a:xfrm>
            </p:grpSpPr>
            <p:sp>
              <p:nvSpPr>
                <p:cNvPr id="171" name="TextBox 170">
                  <a:extLst>
                    <a:ext uri="{FF2B5EF4-FFF2-40B4-BE49-F238E27FC236}">
                      <a16:creationId xmlns:a16="http://schemas.microsoft.com/office/drawing/2014/main" id="{BEBB891A-FE90-4439-B761-20E7B3FE99B5}"/>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172" name="Group 171">
                  <a:extLst>
                    <a:ext uri="{FF2B5EF4-FFF2-40B4-BE49-F238E27FC236}">
                      <a16:creationId xmlns:a16="http://schemas.microsoft.com/office/drawing/2014/main" id="{B6F02B62-6B1A-0DA8-D2FE-4ECC23B65D06}"/>
                    </a:ext>
                  </a:extLst>
                </p:cNvPr>
                <p:cNvGrpSpPr/>
                <p:nvPr/>
              </p:nvGrpSpPr>
              <p:grpSpPr>
                <a:xfrm>
                  <a:off x="137199" y="1612840"/>
                  <a:ext cx="3230564" cy="1261007"/>
                  <a:chOff x="137199" y="1612840"/>
                  <a:chExt cx="3230564" cy="1261007"/>
                </a:xfrm>
              </p:grpSpPr>
              <p:pic>
                <p:nvPicPr>
                  <p:cNvPr id="173" name="Picture 172">
                    <a:extLst>
                      <a:ext uri="{FF2B5EF4-FFF2-40B4-BE49-F238E27FC236}">
                        <a16:creationId xmlns:a16="http://schemas.microsoft.com/office/drawing/2014/main" id="{E71C994E-6432-DB40-471E-EE1AAF1A4E46}"/>
                      </a:ext>
                    </a:extLst>
                  </p:cNvPr>
                  <p:cNvPicPr>
                    <a:picLocks noChangeAspect="1"/>
                  </p:cNvPicPr>
                  <p:nvPr/>
                </p:nvPicPr>
                <p:blipFill>
                  <a:blip r:embed="rId3"/>
                  <a:stretch>
                    <a:fillRect/>
                  </a:stretch>
                </p:blipFill>
                <p:spPr>
                  <a:xfrm>
                    <a:off x="248797" y="2006940"/>
                    <a:ext cx="1605062" cy="805533"/>
                  </a:xfrm>
                  <a:prstGeom prst="rect">
                    <a:avLst/>
                  </a:prstGeom>
                  <a:ln>
                    <a:noFill/>
                  </a:ln>
                </p:spPr>
              </p:pic>
              <p:sp>
                <p:nvSpPr>
                  <p:cNvPr id="174" name="TextBox 173">
                    <a:hlinkClick r:id="rId4" action="ppaction://hlinksldjump"/>
                    <a:extLst>
                      <a:ext uri="{FF2B5EF4-FFF2-40B4-BE49-F238E27FC236}">
                        <a16:creationId xmlns:a16="http://schemas.microsoft.com/office/drawing/2014/main" id="{58D0E315-806A-439D-6FC9-C548BFF5206A}"/>
                      </a:ext>
                    </a:extLst>
                  </p:cNvPr>
                  <p:cNvSpPr txBox="1"/>
                  <p:nvPr/>
                </p:nvSpPr>
                <p:spPr>
                  <a:xfrm>
                    <a:off x="137199" y="1612840"/>
                    <a:ext cx="1888340" cy="369332"/>
                  </a:xfrm>
                  <a:prstGeom prst="rect">
                    <a:avLst/>
                  </a:prstGeom>
                  <a:noFill/>
                </p:spPr>
                <p:txBody>
                  <a:bodyPr wrap="square" rtlCol="0">
                    <a:spAutoFit/>
                  </a:bodyPr>
                  <a:lstStyle/>
                  <a:p>
                    <a:r>
                      <a:rPr lang="en-SG" b="1" dirty="0">
                        <a:solidFill>
                          <a:schemeClr val="tx2">
                            <a:lumMod val="50000"/>
                          </a:schemeClr>
                        </a:solidFill>
                      </a:rPr>
                      <a:t>Roaring Thunder</a:t>
                    </a:r>
                  </a:p>
                </p:txBody>
              </p:sp>
              <p:sp>
                <p:nvSpPr>
                  <p:cNvPr id="175" name="TextBox 174">
                    <a:extLst>
                      <a:ext uri="{FF2B5EF4-FFF2-40B4-BE49-F238E27FC236}">
                        <a16:creationId xmlns:a16="http://schemas.microsoft.com/office/drawing/2014/main" id="{69A92201-FDE4-91A0-BE78-4609BEDED740}"/>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pic>
                <p:nvPicPr>
                  <p:cNvPr id="176" name="Picture 175" descr="A red person silhouette on a black background&#10;&#10;AI-generated content may be incorrect.">
                    <a:extLst>
                      <a:ext uri="{FF2B5EF4-FFF2-40B4-BE49-F238E27FC236}">
                        <a16:creationId xmlns:a16="http://schemas.microsoft.com/office/drawing/2014/main" id="{E586E179-6392-0E4C-4833-D8C2A57173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16734" y="1900571"/>
                    <a:ext cx="451029" cy="451029"/>
                  </a:xfrm>
                  <a:prstGeom prst="rect">
                    <a:avLst/>
                  </a:prstGeom>
                </p:spPr>
              </p:pic>
              <p:pic>
                <p:nvPicPr>
                  <p:cNvPr id="177" name="Picture 176" descr="A red person silhouette on a black background&#10;&#10;AI-generated content may be incorrect.">
                    <a:extLst>
                      <a:ext uri="{FF2B5EF4-FFF2-40B4-BE49-F238E27FC236}">
                        <a16:creationId xmlns:a16="http://schemas.microsoft.com/office/drawing/2014/main" id="{605A1E20-BB1B-6939-FEA9-8ACAC77AB3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94573" y="1900572"/>
                    <a:ext cx="451029" cy="451029"/>
                  </a:xfrm>
                  <a:prstGeom prst="rect">
                    <a:avLst/>
                  </a:prstGeom>
                </p:spPr>
              </p:pic>
              <p:pic>
                <p:nvPicPr>
                  <p:cNvPr id="178" name="Picture 177" descr="A red person silhouette on a black background&#10;&#10;AI-generated content may be incorrect.">
                    <a:extLst>
                      <a:ext uri="{FF2B5EF4-FFF2-40B4-BE49-F238E27FC236}">
                        <a16:creationId xmlns:a16="http://schemas.microsoft.com/office/drawing/2014/main" id="{677CB93C-3242-7514-62CE-AE6EE14E85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41997" y="1900571"/>
                    <a:ext cx="451029" cy="451029"/>
                  </a:xfrm>
                  <a:prstGeom prst="rect">
                    <a:avLst/>
                  </a:prstGeom>
                </p:spPr>
              </p:pic>
              <p:pic>
                <p:nvPicPr>
                  <p:cNvPr id="179" name="Picture 178" descr="A red person silhouette on a black background&#10;&#10;AI-generated content may be incorrect.">
                    <a:extLst>
                      <a:ext uri="{FF2B5EF4-FFF2-40B4-BE49-F238E27FC236}">
                        <a16:creationId xmlns:a16="http://schemas.microsoft.com/office/drawing/2014/main" id="{FBD1BC53-D0C8-EFAE-1792-41AC2A5730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69310" y="1901767"/>
                    <a:ext cx="451029" cy="451029"/>
                  </a:xfrm>
                  <a:prstGeom prst="rect">
                    <a:avLst/>
                  </a:prstGeom>
                </p:spPr>
              </p:pic>
              <p:sp>
                <p:nvSpPr>
                  <p:cNvPr id="180" name="TextBox 179">
                    <a:extLst>
                      <a:ext uri="{FF2B5EF4-FFF2-40B4-BE49-F238E27FC236}">
                        <a16:creationId xmlns:a16="http://schemas.microsoft.com/office/drawing/2014/main" id="{ABA098BE-F6E3-6A5C-8C79-93493D868029}"/>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4"/>
                        </a:solidFill>
                      </a:rPr>
                      <a:t>~ 50 mins</a:t>
                    </a:r>
                  </a:p>
                </p:txBody>
              </p:sp>
            </p:grpSp>
          </p:grpSp>
        </p:grpSp>
        <p:sp>
          <p:nvSpPr>
            <p:cNvPr id="168" name="TextBox 167">
              <a:hlinkClick r:id="rId4" action="ppaction://hlinksldjump"/>
              <a:extLst>
                <a:ext uri="{FF2B5EF4-FFF2-40B4-BE49-F238E27FC236}">
                  <a16:creationId xmlns:a16="http://schemas.microsoft.com/office/drawing/2014/main" id="{5801FDE8-2386-8E02-5B26-3D2B536ACCC9}"/>
                </a:ext>
              </a:extLst>
            </p:cNvPr>
            <p:cNvSpPr txBox="1"/>
            <p:nvPr/>
          </p:nvSpPr>
          <p:spPr>
            <a:xfrm>
              <a:off x="277298" y="1070870"/>
              <a:ext cx="1608909" cy="830265"/>
            </a:xfrm>
            <a:prstGeom prst="rect">
              <a:avLst/>
            </a:prstGeom>
            <a:noFill/>
            <a:ln>
              <a:solidFill>
                <a:srgbClr val="2F3C7E"/>
              </a:solidFill>
            </a:ln>
          </p:spPr>
          <p:txBody>
            <a:bodyPr wrap="square" rtlCol="0">
              <a:spAutoFit/>
            </a:bodyPr>
            <a:lstStyle/>
            <a:p>
              <a:endParaRPr lang="en-SG" dirty="0"/>
            </a:p>
          </p:txBody>
        </p:sp>
      </p:grpSp>
      <p:grpSp>
        <p:nvGrpSpPr>
          <p:cNvPr id="343" name="Group 342">
            <a:extLst>
              <a:ext uri="{FF2B5EF4-FFF2-40B4-BE49-F238E27FC236}">
                <a16:creationId xmlns:a16="http://schemas.microsoft.com/office/drawing/2014/main" id="{D8302689-64EE-1CF4-A71F-504AEED92849}"/>
              </a:ext>
            </a:extLst>
          </p:cNvPr>
          <p:cNvGrpSpPr/>
          <p:nvPr/>
        </p:nvGrpSpPr>
        <p:grpSpPr>
          <a:xfrm>
            <a:off x="7894507" y="3172316"/>
            <a:ext cx="4297493" cy="1304616"/>
            <a:chOff x="7894507" y="3172316"/>
            <a:chExt cx="4297493" cy="1304616"/>
          </a:xfrm>
        </p:grpSpPr>
        <p:grpSp>
          <p:nvGrpSpPr>
            <p:cNvPr id="324" name="Group 323">
              <a:extLst>
                <a:ext uri="{FF2B5EF4-FFF2-40B4-BE49-F238E27FC236}">
                  <a16:creationId xmlns:a16="http://schemas.microsoft.com/office/drawing/2014/main" id="{8E0C2172-4E83-F815-F0F9-4967BD740310}"/>
                </a:ext>
              </a:extLst>
            </p:cNvPr>
            <p:cNvGrpSpPr/>
            <p:nvPr/>
          </p:nvGrpSpPr>
          <p:grpSpPr>
            <a:xfrm>
              <a:off x="7894507" y="3172316"/>
              <a:ext cx="4297493" cy="1304616"/>
              <a:chOff x="7894507" y="560614"/>
              <a:chExt cx="4297493" cy="1304616"/>
            </a:xfrm>
          </p:grpSpPr>
          <p:sp>
            <p:nvSpPr>
              <p:cNvPr id="325" name="Rectangle 324">
                <a:extLst>
                  <a:ext uri="{FF2B5EF4-FFF2-40B4-BE49-F238E27FC236}">
                    <a16:creationId xmlns:a16="http://schemas.microsoft.com/office/drawing/2014/main" id="{D992621A-CD97-EFEA-FBCF-29803D3904F0}"/>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26" name="Group 325">
                <a:extLst>
                  <a:ext uri="{FF2B5EF4-FFF2-40B4-BE49-F238E27FC236}">
                    <a16:creationId xmlns:a16="http://schemas.microsoft.com/office/drawing/2014/main" id="{34D8513D-274B-90B8-D0F0-5F0E40A43D61}"/>
                  </a:ext>
                </a:extLst>
              </p:cNvPr>
              <p:cNvGrpSpPr/>
              <p:nvPr/>
            </p:nvGrpSpPr>
            <p:grpSpPr>
              <a:xfrm>
                <a:off x="7930586" y="614285"/>
                <a:ext cx="3353441" cy="1177732"/>
                <a:chOff x="7930586" y="614285"/>
                <a:chExt cx="3353441" cy="1177732"/>
              </a:xfrm>
            </p:grpSpPr>
            <p:sp>
              <p:nvSpPr>
                <p:cNvPr id="327" name="TextBox 326">
                  <a:extLst>
                    <a:ext uri="{FF2B5EF4-FFF2-40B4-BE49-F238E27FC236}">
                      <a16:creationId xmlns:a16="http://schemas.microsoft.com/office/drawing/2014/main" id="{8080115E-1213-979D-9E40-7567BE5F3D55}"/>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sp>
              <p:nvSpPr>
                <p:cNvPr id="329" name="TextBox 328">
                  <a:extLst>
                    <a:ext uri="{FF2B5EF4-FFF2-40B4-BE49-F238E27FC236}">
                      <a16:creationId xmlns:a16="http://schemas.microsoft.com/office/drawing/2014/main" id="{3FC9F3FE-8B6A-500F-2721-8FE9B5BED7BE}"/>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330" name="TextBox 329">
                  <a:extLst>
                    <a:ext uri="{FF2B5EF4-FFF2-40B4-BE49-F238E27FC236}">
                      <a16:creationId xmlns:a16="http://schemas.microsoft.com/office/drawing/2014/main" id="{049C6426-8C0F-E795-3FF8-41869BEE82C6}"/>
                    </a:ext>
                  </a:extLst>
                </p:cNvPr>
                <p:cNvSpPr txBox="1"/>
                <p:nvPr/>
              </p:nvSpPr>
              <p:spPr>
                <a:xfrm>
                  <a:off x="7930586" y="614285"/>
                  <a:ext cx="1826192" cy="646331"/>
                </a:xfrm>
                <a:prstGeom prst="rect">
                  <a:avLst/>
                </a:prstGeom>
                <a:noFill/>
              </p:spPr>
              <p:txBody>
                <a:bodyPr wrap="square" rtlCol="0">
                  <a:spAutoFit/>
                </a:bodyPr>
                <a:lstStyle/>
                <a:p>
                  <a:r>
                    <a:rPr lang="en-SG" b="1" dirty="0">
                      <a:solidFill>
                        <a:schemeClr val="tx2">
                          <a:lumMod val="50000"/>
                        </a:schemeClr>
                      </a:solidFill>
                    </a:rPr>
                    <a:t>Cirque Du Lune</a:t>
                  </a:r>
                </a:p>
                <a:p>
                  <a:endParaRPr lang="en-SG" b="1" dirty="0">
                    <a:solidFill>
                      <a:schemeClr val="tx2">
                        <a:lumMod val="50000"/>
                      </a:schemeClr>
                    </a:solidFill>
                  </a:endParaRPr>
                </a:p>
              </p:txBody>
            </p:sp>
            <p:sp>
              <p:nvSpPr>
                <p:cNvPr id="331" name="TextBox 330">
                  <a:extLst>
                    <a:ext uri="{FF2B5EF4-FFF2-40B4-BE49-F238E27FC236}">
                      <a16:creationId xmlns:a16="http://schemas.microsoft.com/office/drawing/2014/main" id="{DA02F89A-82A8-CAA4-68D5-9F5319202304}"/>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332" name="TextBox 331">
                  <a:extLst>
                    <a:ext uri="{FF2B5EF4-FFF2-40B4-BE49-F238E27FC236}">
                      <a16:creationId xmlns:a16="http://schemas.microsoft.com/office/drawing/2014/main" id="{26BAAD8A-6B30-E973-ABCA-BBE56F8EE451}"/>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12:00 PM</a:t>
                  </a:r>
                </a:p>
              </p:txBody>
            </p:sp>
            <p:sp>
              <p:nvSpPr>
                <p:cNvPr id="333" name="TextBox 332">
                  <a:extLst>
                    <a:ext uri="{FF2B5EF4-FFF2-40B4-BE49-F238E27FC236}">
                      <a16:creationId xmlns:a16="http://schemas.microsoft.com/office/drawing/2014/main" id="{E3831E44-B97C-72F8-0CB8-48831737694F}"/>
                    </a:ext>
                  </a:extLst>
                </p:cNvPr>
                <p:cNvSpPr txBox="1"/>
                <p:nvPr/>
              </p:nvSpPr>
              <p:spPr>
                <a:xfrm>
                  <a:off x="10046183" y="1449798"/>
                  <a:ext cx="1237844" cy="307777"/>
                </a:xfrm>
                <a:prstGeom prst="rect">
                  <a:avLst/>
                </a:prstGeom>
                <a:noFill/>
              </p:spPr>
              <p:txBody>
                <a:bodyPr wrap="square" rtlCol="0">
                  <a:spAutoFit/>
                </a:bodyPr>
                <a:lstStyle/>
                <a:p>
                  <a:r>
                    <a:rPr lang="en-SG" sz="1400" b="1" dirty="0">
                      <a:solidFill>
                        <a:schemeClr val="accent1"/>
                      </a:solidFill>
                    </a:rPr>
                    <a:t>Circus Circle</a:t>
                  </a:r>
                </a:p>
              </p:txBody>
            </p:sp>
          </p:grpSp>
        </p:grpSp>
        <p:pic>
          <p:nvPicPr>
            <p:cNvPr id="342" name="Picture 341">
              <a:extLst>
                <a:ext uri="{FF2B5EF4-FFF2-40B4-BE49-F238E27FC236}">
                  <a16:creationId xmlns:a16="http://schemas.microsoft.com/office/drawing/2014/main" id="{FB1C42A4-586C-71C3-02AA-0D6901CCAE88}"/>
                </a:ext>
              </a:extLst>
            </p:cNvPr>
            <p:cNvPicPr>
              <a:picLocks noChangeAspect="1"/>
            </p:cNvPicPr>
            <p:nvPr/>
          </p:nvPicPr>
          <p:blipFill>
            <a:blip r:embed="rId6"/>
            <a:stretch>
              <a:fillRect/>
            </a:stretch>
          </p:blipFill>
          <p:spPr>
            <a:xfrm>
              <a:off x="8417093" y="3594914"/>
              <a:ext cx="813824" cy="813824"/>
            </a:xfrm>
            <a:prstGeom prst="rect">
              <a:avLst/>
            </a:prstGeom>
          </p:spPr>
        </p:pic>
      </p:grpSp>
      <p:grpSp>
        <p:nvGrpSpPr>
          <p:cNvPr id="284" name="Group 283">
            <a:extLst>
              <a:ext uri="{FF2B5EF4-FFF2-40B4-BE49-F238E27FC236}">
                <a16:creationId xmlns:a16="http://schemas.microsoft.com/office/drawing/2014/main" id="{B3AB6FC9-29CE-B878-7418-AB1739B40026}"/>
              </a:ext>
            </a:extLst>
          </p:cNvPr>
          <p:cNvGrpSpPr/>
          <p:nvPr/>
        </p:nvGrpSpPr>
        <p:grpSpPr>
          <a:xfrm>
            <a:off x="4064481" y="3594815"/>
            <a:ext cx="3720247" cy="1331334"/>
            <a:chOff x="4205770" y="3536881"/>
            <a:chExt cx="3720247" cy="1331334"/>
          </a:xfrm>
        </p:grpSpPr>
        <p:grpSp>
          <p:nvGrpSpPr>
            <p:cNvPr id="267" name="Group 266">
              <a:extLst>
                <a:ext uri="{FF2B5EF4-FFF2-40B4-BE49-F238E27FC236}">
                  <a16:creationId xmlns:a16="http://schemas.microsoft.com/office/drawing/2014/main" id="{ECB754A5-EE40-EC90-5914-E2C575B2E41A}"/>
                </a:ext>
              </a:extLst>
            </p:cNvPr>
            <p:cNvGrpSpPr/>
            <p:nvPr/>
          </p:nvGrpSpPr>
          <p:grpSpPr>
            <a:xfrm>
              <a:off x="4205770" y="3536881"/>
              <a:ext cx="3720247" cy="1331334"/>
              <a:chOff x="4100301" y="701538"/>
              <a:chExt cx="3720247" cy="1331334"/>
            </a:xfrm>
          </p:grpSpPr>
          <p:grpSp>
            <p:nvGrpSpPr>
              <p:cNvPr id="269" name="Group 268">
                <a:extLst>
                  <a:ext uri="{FF2B5EF4-FFF2-40B4-BE49-F238E27FC236}">
                    <a16:creationId xmlns:a16="http://schemas.microsoft.com/office/drawing/2014/main" id="{61B81A75-8525-6D68-05A0-5131F0D80ADF}"/>
                  </a:ext>
                </a:extLst>
              </p:cNvPr>
              <p:cNvGrpSpPr/>
              <p:nvPr/>
            </p:nvGrpSpPr>
            <p:grpSpPr>
              <a:xfrm>
                <a:off x="4100301" y="701538"/>
                <a:ext cx="3720247" cy="1331334"/>
                <a:chOff x="107367" y="676770"/>
                <a:chExt cx="3720247" cy="1331334"/>
              </a:xfrm>
            </p:grpSpPr>
            <p:grpSp>
              <p:nvGrpSpPr>
                <p:cNvPr id="271" name="Group 270">
                  <a:extLst>
                    <a:ext uri="{FF2B5EF4-FFF2-40B4-BE49-F238E27FC236}">
                      <a16:creationId xmlns:a16="http://schemas.microsoft.com/office/drawing/2014/main" id="{B2B2DD9D-AE99-77FF-8254-6758519BD595}"/>
                    </a:ext>
                  </a:extLst>
                </p:cNvPr>
                <p:cNvGrpSpPr/>
                <p:nvPr/>
              </p:nvGrpSpPr>
              <p:grpSpPr>
                <a:xfrm>
                  <a:off x="107367" y="676770"/>
                  <a:ext cx="3720247" cy="1331334"/>
                  <a:chOff x="78866" y="1588072"/>
                  <a:chExt cx="3720247" cy="1331334"/>
                </a:xfrm>
              </p:grpSpPr>
              <p:sp>
                <p:nvSpPr>
                  <p:cNvPr id="273" name="Rectangle: Rounded Corners 272">
                    <a:extLst>
                      <a:ext uri="{FF2B5EF4-FFF2-40B4-BE49-F238E27FC236}">
                        <a16:creationId xmlns:a16="http://schemas.microsoft.com/office/drawing/2014/main" id="{E37CF38B-908F-037C-3DC9-9B216A23D8DC}"/>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a:t>`</a:t>
                    </a:r>
                    <a:endParaRPr lang="en-SG" dirty="0"/>
                  </a:p>
                </p:txBody>
              </p:sp>
              <p:grpSp>
                <p:nvGrpSpPr>
                  <p:cNvPr id="274" name="Group 273">
                    <a:extLst>
                      <a:ext uri="{FF2B5EF4-FFF2-40B4-BE49-F238E27FC236}">
                        <a16:creationId xmlns:a16="http://schemas.microsoft.com/office/drawing/2014/main" id="{6F14CDE9-DEAF-CE10-E460-FB8E74132F84}"/>
                      </a:ext>
                    </a:extLst>
                  </p:cNvPr>
                  <p:cNvGrpSpPr/>
                  <p:nvPr/>
                </p:nvGrpSpPr>
                <p:grpSpPr>
                  <a:xfrm>
                    <a:off x="159359" y="1612729"/>
                    <a:ext cx="3639754" cy="1261118"/>
                    <a:chOff x="159359" y="1612729"/>
                    <a:chExt cx="3639754" cy="1261118"/>
                  </a:xfrm>
                </p:grpSpPr>
                <p:sp>
                  <p:nvSpPr>
                    <p:cNvPr id="275" name="TextBox 274">
                      <a:extLst>
                        <a:ext uri="{FF2B5EF4-FFF2-40B4-BE49-F238E27FC236}">
                          <a16:creationId xmlns:a16="http://schemas.microsoft.com/office/drawing/2014/main" id="{39463CBC-FDE4-4349-55B1-419B06C6798F}"/>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76" name="Group 275">
                      <a:extLst>
                        <a:ext uri="{FF2B5EF4-FFF2-40B4-BE49-F238E27FC236}">
                          <a16:creationId xmlns:a16="http://schemas.microsoft.com/office/drawing/2014/main" id="{95CC5B11-4C9E-1DCA-B666-BEE20F8D3220}"/>
                        </a:ext>
                      </a:extLst>
                    </p:cNvPr>
                    <p:cNvGrpSpPr/>
                    <p:nvPr/>
                  </p:nvGrpSpPr>
                  <p:grpSpPr>
                    <a:xfrm>
                      <a:off x="159359" y="1612729"/>
                      <a:ext cx="2971657" cy="1261118"/>
                      <a:chOff x="159359" y="1612729"/>
                      <a:chExt cx="2971657" cy="1261118"/>
                    </a:xfrm>
                  </p:grpSpPr>
                  <p:sp>
                    <p:nvSpPr>
                      <p:cNvPr id="277" name="TextBox 276">
                        <a:extLst>
                          <a:ext uri="{FF2B5EF4-FFF2-40B4-BE49-F238E27FC236}">
                            <a16:creationId xmlns:a16="http://schemas.microsoft.com/office/drawing/2014/main" id="{6ACC32FD-2396-1DB1-54E7-4D1FB01C5253}"/>
                          </a:ext>
                        </a:extLst>
                      </p:cNvPr>
                      <p:cNvSpPr txBox="1"/>
                      <p:nvPr/>
                    </p:nvSpPr>
                    <p:spPr>
                      <a:xfrm>
                        <a:off x="159359" y="1612729"/>
                        <a:ext cx="1556953" cy="369332"/>
                      </a:xfrm>
                      <a:prstGeom prst="rect">
                        <a:avLst/>
                      </a:prstGeom>
                      <a:noFill/>
                    </p:spPr>
                    <p:txBody>
                      <a:bodyPr wrap="square" rtlCol="0">
                        <a:spAutoFit/>
                      </a:bodyPr>
                      <a:lstStyle/>
                      <a:p>
                        <a:r>
                          <a:rPr lang="en-SG" b="1" dirty="0">
                            <a:solidFill>
                              <a:schemeClr val="tx2">
                                <a:lumMod val="50000"/>
                              </a:schemeClr>
                            </a:solidFill>
                          </a:rPr>
                          <a:t>Bakes n Love</a:t>
                        </a:r>
                      </a:p>
                    </p:txBody>
                  </p:sp>
                  <p:sp>
                    <p:nvSpPr>
                      <p:cNvPr id="278" name="TextBox 277">
                        <a:extLst>
                          <a:ext uri="{FF2B5EF4-FFF2-40B4-BE49-F238E27FC236}">
                            <a16:creationId xmlns:a16="http://schemas.microsoft.com/office/drawing/2014/main" id="{47B1B431-0B47-3F57-9553-4328B23A7755}"/>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79" name="TextBox 278">
                        <a:extLst>
                          <a:ext uri="{FF2B5EF4-FFF2-40B4-BE49-F238E27FC236}">
                            <a16:creationId xmlns:a16="http://schemas.microsoft.com/office/drawing/2014/main" id="{43B52EFC-F6C5-1142-DE1B-D2E785EDDB06}"/>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&lt;1 min</a:t>
                        </a:r>
                      </a:p>
                    </p:txBody>
                  </p:sp>
                </p:grpSp>
              </p:grpSp>
            </p:grpSp>
            <p:sp>
              <p:nvSpPr>
                <p:cNvPr id="272" name="TextBox 271">
                  <a:extLst>
                    <a:ext uri="{FF2B5EF4-FFF2-40B4-BE49-F238E27FC236}">
                      <a16:creationId xmlns:a16="http://schemas.microsoft.com/office/drawing/2014/main" id="{6736CEE7-977D-FC05-FC99-EE43670330D0}"/>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270" name="Picture 269" descr="A green person silhouette on a black background&#10;&#10;AI-generated content may be incorrect.">
                <a:extLst>
                  <a:ext uri="{FF2B5EF4-FFF2-40B4-BE49-F238E27FC236}">
                    <a16:creationId xmlns:a16="http://schemas.microsoft.com/office/drawing/2014/main" id="{0842E3C8-D7CE-5CFA-C36B-5BE8CDF7597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283" name="Picture 282">
              <a:extLst>
                <a:ext uri="{FF2B5EF4-FFF2-40B4-BE49-F238E27FC236}">
                  <a16:creationId xmlns:a16="http://schemas.microsoft.com/office/drawing/2014/main" id="{A41A3EBE-C254-A6DB-6E71-42392A1B80F2}"/>
                </a:ext>
              </a:extLst>
            </p:cNvPr>
            <p:cNvPicPr>
              <a:picLocks noChangeAspect="1"/>
            </p:cNvPicPr>
            <p:nvPr/>
          </p:nvPicPr>
          <p:blipFill>
            <a:blip r:embed="rId8"/>
            <a:stretch>
              <a:fillRect/>
            </a:stretch>
          </p:blipFill>
          <p:spPr>
            <a:xfrm>
              <a:off x="4788294" y="4008502"/>
              <a:ext cx="724368" cy="724368"/>
            </a:xfrm>
            <a:prstGeom prst="rect">
              <a:avLst/>
            </a:prstGeom>
          </p:spPr>
        </p:pic>
      </p:grpSp>
      <p:grpSp>
        <p:nvGrpSpPr>
          <p:cNvPr id="246" name="Group 245">
            <a:extLst>
              <a:ext uri="{FF2B5EF4-FFF2-40B4-BE49-F238E27FC236}">
                <a16:creationId xmlns:a16="http://schemas.microsoft.com/office/drawing/2014/main" id="{773115E7-AF56-7382-2E2C-BDDBA8CB021B}"/>
              </a:ext>
            </a:extLst>
          </p:cNvPr>
          <p:cNvGrpSpPr/>
          <p:nvPr/>
        </p:nvGrpSpPr>
        <p:grpSpPr>
          <a:xfrm>
            <a:off x="107367" y="3598419"/>
            <a:ext cx="3720247" cy="1331334"/>
            <a:chOff x="107367" y="3598419"/>
            <a:chExt cx="3720247" cy="1331334"/>
          </a:xfrm>
        </p:grpSpPr>
        <p:grpSp>
          <p:nvGrpSpPr>
            <p:cNvPr id="245" name="Group 244">
              <a:extLst>
                <a:ext uri="{FF2B5EF4-FFF2-40B4-BE49-F238E27FC236}">
                  <a16:creationId xmlns:a16="http://schemas.microsoft.com/office/drawing/2014/main" id="{DAD4C215-6466-DE9D-46A1-0904951D0326}"/>
                </a:ext>
              </a:extLst>
            </p:cNvPr>
            <p:cNvGrpSpPr/>
            <p:nvPr/>
          </p:nvGrpSpPr>
          <p:grpSpPr>
            <a:xfrm>
              <a:off x="107367" y="3598419"/>
              <a:ext cx="3720247" cy="1331334"/>
              <a:chOff x="107367" y="3598419"/>
              <a:chExt cx="3720247" cy="1331334"/>
            </a:xfrm>
          </p:grpSpPr>
          <p:grpSp>
            <p:nvGrpSpPr>
              <p:cNvPr id="225" name="Group 224">
                <a:extLst>
                  <a:ext uri="{FF2B5EF4-FFF2-40B4-BE49-F238E27FC236}">
                    <a16:creationId xmlns:a16="http://schemas.microsoft.com/office/drawing/2014/main" id="{72287EE4-7FF1-67BD-1D16-8C8A87DCFE71}"/>
                  </a:ext>
                </a:extLst>
              </p:cNvPr>
              <p:cNvGrpSpPr/>
              <p:nvPr/>
            </p:nvGrpSpPr>
            <p:grpSpPr>
              <a:xfrm>
                <a:off x="107367" y="3598419"/>
                <a:ext cx="3720247" cy="1331334"/>
                <a:chOff x="4100301" y="701538"/>
                <a:chExt cx="3720247" cy="1331334"/>
              </a:xfrm>
            </p:grpSpPr>
            <p:grpSp>
              <p:nvGrpSpPr>
                <p:cNvPr id="227" name="Group 226">
                  <a:extLst>
                    <a:ext uri="{FF2B5EF4-FFF2-40B4-BE49-F238E27FC236}">
                      <a16:creationId xmlns:a16="http://schemas.microsoft.com/office/drawing/2014/main" id="{830F768F-A63D-A941-A55D-B21AC3B10C4F}"/>
                    </a:ext>
                  </a:extLst>
                </p:cNvPr>
                <p:cNvGrpSpPr/>
                <p:nvPr/>
              </p:nvGrpSpPr>
              <p:grpSpPr>
                <a:xfrm>
                  <a:off x="4100301" y="701538"/>
                  <a:ext cx="3720247" cy="1331334"/>
                  <a:chOff x="107367" y="676770"/>
                  <a:chExt cx="3720247" cy="1331334"/>
                </a:xfrm>
              </p:grpSpPr>
              <p:grpSp>
                <p:nvGrpSpPr>
                  <p:cNvPr id="229" name="Group 228">
                    <a:extLst>
                      <a:ext uri="{FF2B5EF4-FFF2-40B4-BE49-F238E27FC236}">
                        <a16:creationId xmlns:a16="http://schemas.microsoft.com/office/drawing/2014/main" id="{6E7D16D6-7D62-B7C7-998B-E0CE695AC8C8}"/>
                      </a:ext>
                    </a:extLst>
                  </p:cNvPr>
                  <p:cNvGrpSpPr/>
                  <p:nvPr/>
                </p:nvGrpSpPr>
                <p:grpSpPr>
                  <a:xfrm>
                    <a:off x="107367" y="676770"/>
                    <a:ext cx="3720247" cy="1331334"/>
                    <a:chOff x="78866" y="1588072"/>
                    <a:chExt cx="3720247" cy="1331334"/>
                  </a:xfrm>
                </p:grpSpPr>
                <p:sp>
                  <p:nvSpPr>
                    <p:cNvPr id="231" name="Rectangle: Rounded Corners 230">
                      <a:extLst>
                        <a:ext uri="{FF2B5EF4-FFF2-40B4-BE49-F238E27FC236}">
                          <a16:creationId xmlns:a16="http://schemas.microsoft.com/office/drawing/2014/main" id="{4D40B039-E6EA-C1DF-BD7B-1B37F41D311B}"/>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232" name="Group 231">
                      <a:extLst>
                        <a:ext uri="{FF2B5EF4-FFF2-40B4-BE49-F238E27FC236}">
                          <a16:creationId xmlns:a16="http://schemas.microsoft.com/office/drawing/2014/main" id="{8AE7360F-C22A-7A3A-4B56-44CBD8CF36D4}"/>
                        </a:ext>
                      </a:extLst>
                    </p:cNvPr>
                    <p:cNvGrpSpPr/>
                    <p:nvPr/>
                  </p:nvGrpSpPr>
                  <p:grpSpPr>
                    <a:xfrm>
                      <a:off x="155765" y="1613114"/>
                      <a:ext cx="3643348" cy="1260733"/>
                      <a:chOff x="155765" y="1613114"/>
                      <a:chExt cx="3643348" cy="1260733"/>
                    </a:xfrm>
                  </p:grpSpPr>
                  <p:sp>
                    <p:nvSpPr>
                      <p:cNvPr id="233" name="TextBox 232">
                        <a:extLst>
                          <a:ext uri="{FF2B5EF4-FFF2-40B4-BE49-F238E27FC236}">
                            <a16:creationId xmlns:a16="http://schemas.microsoft.com/office/drawing/2014/main" id="{412B66D0-94C5-5EFE-0FF7-ABE47937E29D}"/>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34" name="Group 233">
                        <a:extLst>
                          <a:ext uri="{FF2B5EF4-FFF2-40B4-BE49-F238E27FC236}">
                            <a16:creationId xmlns:a16="http://schemas.microsoft.com/office/drawing/2014/main" id="{22E9266A-34C6-5AA5-D3F6-8DB08048EADF}"/>
                          </a:ext>
                        </a:extLst>
                      </p:cNvPr>
                      <p:cNvGrpSpPr/>
                      <p:nvPr/>
                    </p:nvGrpSpPr>
                    <p:grpSpPr>
                      <a:xfrm>
                        <a:off x="155765" y="1613114"/>
                        <a:ext cx="2975251" cy="1260733"/>
                        <a:chOff x="155765" y="1613114"/>
                        <a:chExt cx="2975251" cy="1260733"/>
                      </a:xfrm>
                    </p:grpSpPr>
                    <p:sp>
                      <p:nvSpPr>
                        <p:cNvPr id="235" name="TextBox 234">
                          <a:extLst>
                            <a:ext uri="{FF2B5EF4-FFF2-40B4-BE49-F238E27FC236}">
                              <a16:creationId xmlns:a16="http://schemas.microsoft.com/office/drawing/2014/main" id="{BDD85AE5-2703-EE5D-5776-D1AF9352F908}"/>
                            </a:ext>
                          </a:extLst>
                        </p:cNvPr>
                        <p:cNvSpPr txBox="1"/>
                        <p:nvPr/>
                      </p:nvSpPr>
                      <p:spPr>
                        <a:xfrm>
                          <a:off x="155765" y="1613114"/>
                          <a:ext cx="1927117" cy="369332"/>
                        </a:xfrm>
                        <a:prstGeom prst="rect">
                          <a:avLst/>
                        </a:prstGeom>
                        <a:noFill/>
                      </p:spPr>
                      <p:txBody>
                        <a:bodyPr wrap="square" rtlCol="0">
                          <a:spAutoFit/>
                        </a:bodyPr>
                        <a:lstStyle/>
                        <a:p>
                          <a:r>
                            <a:rPr lang="en-SG" b="1" dirty="0">
                              <a:solidFill>
                                <a:schemeClr val="tx2">
                                  <a:lumMod val="50000"/>
                                </a:schemeClr>
                              </a:solidFill>
                            </a:rPr>
                            <a:t>Merry Go Round</a:t>
                          </a:r>
                        </a:p>
                      </p:txBody>
                    </p:sp>
                    <p:sp>
                      <p:nvSpPr>
                        <p:cNvPr id="236" name="TextBox 235">
                          <a:extLst>
                            <a:ext uri="{FF2B5EF4-FFF2-40B4-BE49-F238E27FC236}">
                              <a16:creationId xmlns:a16="http://schemas.microsoft.com/office/drawing/2014/main" id="{52B032A9-0388-77A6-F5B9-FB8EF9384B6F}"/>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37" name="TextBox 236">
                          <a:extLst>
                            <a:ext uri="{FF2B5EF4-FFF2-40B4-BE49-F238E27FC236}">
                              <a16:creationId xmlns:a16="http://schemas.microsoft.com/office/drawing/2014/main" id="{E3502F00-2A6E-0C39-CA70-68939DDE6665}"/>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~10 mins</a:t>
                          </a:r>
                        </a:p>
                      </p:txBody>
                    </p:sp>
                  </p:grpSp>
                </p:grpSp>
              </p:grpSp>
              <p:sp>
                <p:nvSpPr>
                  <p:cNvPr id="230" name="TextBox 229">
                    <a:extLst>
                      <a:ext uri="{FF2B5EF4-FFF2-40B4-BE49-F238E27FC236}">
                        <a16:creationId xmlns:a16="http://schemas.microsoft.com/office/drawing/2014/main" id="{78D6C11D-CEC2-C24F-EFE1-18D95FF72DEB}"/>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228" name="Picture 227" descr="A green person silhouette on a black background&#10;&#10;AI-generated content may be incorrect.">
                  <a:extLst>
                    <a:ext uri="{FF2B5EF4-FFF2-40B4-BE49-F238E27FC236}">
                      <a16:creationId xmlns:a16="http://schemas.microsoft.com/office/drawing/2014/main" id="{581B3C2F-9ECF-916B-48D7-8FC82016CC3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242" name="Picture 241">
                <a:extLst>
                  <a:ext uri="{FF2B5EF4-FFF2-40B4-BE49-F238E27FC236}">
                    <a16:creationId xmlns:a16="http://schemas.microsoft.com/office/drawing/2014/main" id="{854A3C26-D423-54BD-F6F9-E21741DD0289}"/>
                  </a:ext>
                </a:extLst>
              </p:cNvPr>
              <p:cNvPicPr>
                <a:picLocks noChangeAspect="1"/>
              </p:cNvPicPr>
              <p:nvPr/>
            </p:nvPicPr>
            <p:blipFill>
              <a:blip r:embed="rId9"/>
              <a:stretch>
                <a:fillRect/>
              </a:stretch>
            </p:blipFill>
            <p:spPr>
              <a:xfrm>
                <a:off x="678545" y="4022645"/>
                <a:ext cx="782190" cy="782190"/>
              </a:xfrm>
              <a:prstGeom prst="rect">
                <a:avLst/>
              </a:prstGeom>
            </p:spPr>
          </p:pic>
        </p:grpSp>
        <p:pic>
          <p:nvPicPr>
            <p:cNvPr id="238" name="Picture 237" descr="A green person silhouette on a black background&#10;&#10;AI-generated content may be incorrect.">
              <a:extLst>
                <a:ext uri="{FF2B5EF4-FFF2-40B4-BE49-F238E27FC236}">
                  <a16:creationId xmlns:a16="http://schemas.microsoft.com/office/drawing/2014/main" id="{5A650E80-AA47-67C6-50E5-13775D29F21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03386" y="3912607"/>
              <a:ext cx="449084" cy="449084"/>
            </a:xfrm>
            <a:prstGeom prst="rect">
              <a:avLst/>
            </a:prstGeom>
          </p:spPr>
        </p:pic>
      </p:grpSp>
      <p:sp>
        <p:nvSpPr>
          <p:cNvPr id="205" name="Rectangle 204">
            <a:extLst>
              <a:ext uri="{FF2B5EF4-FFF2-40B4-BE49-F238E27FC236}">
                <a16:creationId xmlns:a16="http://schemas.microsoft.com/office/drawing/2014/main" id="{D43B1C94-1A37-ACD7-4776-26A61C5DEBB1}"/>
              </a:ext>
            </a:extLst>
          </p:cNvPr>
          <p:cNvSpPr/>
          <p:nvPr/>
        </p:nvSpPr>
        <p:spPr>
          <a:xfrm>
            <a:off x="3216648" y="421166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5" name="TextBox 84">
            <a:extLst>
              <a:ext uri="{FF2B5EF4-FFF2-40B4-BE49-F238E27FC236}">
                <a16:creationId xmlns:a16="http://schemas.microsoft.com/office/drawing/2014/main" id="{5BC122F9-4213-F443-C3BC-6CF624F88139}"/>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grpSp>
        <p:nvGrpSpPr>
          <p:cNvPr id="93" name="Group 92">
            <a:extLst>
              <a:ext uri="{FF2B5EF4-FFF2-40B4-BE49-F238E27FC236}">
                <a16:creationId xmlns:a16="http://schemas.microsoft.com/office/drawing/2014/main" id="{8663362D-6F50-B17D-CE38-961D0037CD43}"/>
              </a:ext>
            </a:extLst>
          </p:cNvPr>
          <p:cNvGrpSpPr/>
          <p:nvPr/>
        </p:nvGrpSpPr>
        <p:grpSpPr>
          <a:xfrm>
            <a:off x="107367" y="676770"/>
            <a:ext cx="3720247" cy="1331334"/>
            <a:chOff x="107367" y="676770"/>
            <a:chExt cx="3720247" cy="1331334"/>
          </a:xfrm>
        </p:grpSpPr>
        <p:grpSp>
          <p:nvGrpSpPr>
            <p:cNvPr id="33" name="Group 32">
              <a:extLst>
                <a:ext uri="{FF2B5EF4-FFF2-40B4-BE49-F238E27FC236}">
                  <a16:creationId xmlns:a16="http://schemas.microsoft.com/office/drawing/2014/main" id="{390199F2-ACFB-08EA-E4E5-0228C0364D75}"/>
                </a:ext>
              </a:extLst>
            </p:cNvPr>
            <p:cNvGrpSpPr/>
            <p:nvPr/>
          </p:nvGrpSpPr>
          <p:grpSpPr>
            <a:xfrm>
              <a:off x="107367" y="676770"/>
              <a:ext cx="3720247" cy="1331334"/>
              <a:chOff x="78866" y="1588072"/>
              <a:chExt cx="3720247" cy="1331334"/>
            </a:xfrm>
          </p:grpSpPr>
          <p:sp>
            <p:nvSpPr>
              <p:cNvPr id="13" name="Rectangle: Rounded Corners 12">
                <a:extLst>
                  <a:ext uri="{FF2B5EF4-FFF2-40B4-BE49-F238E27FC236}">
                    <a16:creationId xmlns:a16="http://schemas.microsoft.com/office/drawing/2014/main" id="{27D80566-21C1-E766-7496-16A460338C86}"/>
                  </a:ext>
                </a:extLst>
              </p:cNvPr>
              <p:cNvSpPr/>
              <p:nvPr/>
            </p:nvSpPr>
            <p:spPr>
              <a:xfrm>
                <a:off x="78866" y="1588072"/>
                <a:ext cx="3720247" cy="1331334"/>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32" name="Group 31">
                <a:extLst>
                  <a:ext uri="{FF2B5EF4-FFF2-40B4-BE49-F238E27FC236}">
                    <a16:creationId xmlns:a16="http://schemas.microsoft.com/office/drawing/2014/main" id="{5C4A1763-8A7A-3AD6-2A82-529A2E5E8F91}"/>
                  </a:ext>
                </a:extLst>
              </p:cNvPr>
              <p:cNvGrpSpPr/>
              <p:nvPr/>
            </p:nvGrpSpPr>
            <p:grpSpPr>
              <a:xfrm>
                <a:off x="156250" y="1612840"/>
                <a:ext cx="3642863" cy="1261007"/>
                <a:chOff x="156250" y="1612840"/>
                <a:chExt cx="3642863" cy="1261007"/>
              </a:xfrm>
            </p:grpSpPr>
            <p:sp>
              <p:nvSpPr>
                <p:cNvPr id="25" name="TextBox 24">
                  <a:extLst>
                    <a:ext uri="{FF2B5EF4-FFF2-40B4-BE49-F238E27FC236}">
                      <a16:creationId xmlns:a16="http://schemas.microsoft.com/office/drawing/2014/main" id="{FAB3CA11-85B9-58D8-93B1-56E2D89F3919}"/>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30" name="Group 29">
                  <a:extLst>
                    <a:ext uri="{FF2B5EF4-FFF2-40B4-BE49-F238E27FC236}">
                      <a16:creationId xmlns:a16="http://schemas.microsoft.com/office/drawing/2014/main" id="{52C0D885-25EA-D05B-48A3-CEC9C91E0437}"/>
                    </a:ext>
                  </a:extLst>
                </p:cNvPr>
                <p:cNvGrpSpPr/>
                <p:nvPr/>
              </p:nvGrpSpPr>
              <p:grpSpPr>
                <a:xfrm>
                  <a:off x="156250" y="1612840"/>
                  <a:ext cx="3486250" cy="1261007"/>
                  <a:chOff x="156250" y="1612840"/>
                  <a:chExt cx="3486250" cy="1261007"/>
                </a:xfrm>
              </p:grpSpPr>
              <p:pic>
                <p:nvPicPr>
                  <p:cNvPr id="14" name="Picture 13">
                    <a:extLst>
                      <a:ext uri="{FF2B5EF4-FFF2-40B4-BE49-F238E27FC236}">
                        <a16:creationId xmlns:a16="http://schemas.microsoft.com/office/drawing/2014/main" id="{A6C70CE4-9948-33B6-E287-188182B8BCFB}"/>
                      </a:ext>
                    </a:extLst>
                  </p:cNvPr>
                  <p:cNvPicPr>
                    <a:picLocks noChangeAspect="1"/>
                  </p:cNvPicPr>
                  <p:nvPr/>
                </p:nvPicPr>
                <p:blipFill>
                  <a:blip r:embed="rId3"/>
                  <a:stretch>
                    <a:fillRect/>
                  </a:stretch>
                </p:blipFill>
                <p:spPr>
                  <a:xfrm>
                    <a:off x="248797" y="2006940"/>
                    <a:ext cx="1605062" cy="805533"/>
                  </a:xfrm>
                  <a:prstGeom prst="rect">
                    <a:avLst/>
                  </a:prstGeom>
                  <a:ln>
                    <a:noFill/>
                  </a:ln>
                </p:spPr>
              </p:pic>
              <p:sp>
                <p:nvSpPr>
                  <p:cNvPr id="15" name="TextBox 14">
                    <a:hlinkClick r:id="rId4" action="ppaction://hlinksldjump"/>
                    <a:extLst>
                      <a:ext uri="{FF2B5EF4-FFF2-40B4-BE49-F238E27FC236}">
                        <a16:creationId xmlns:a16="http://schemas.microsoft.com/office/drawing/2014/main" id="{A78C6602-FF2D-32E2-990A-56747775EC76}"/>
                      </a:ext>
                    </a:extLst>
                  </p:cNvPr>
                  <p:cNvSpPr txBox="1"/>
                  <p:nvPr/>
                </p:nvSpPr>
                <p:spPr>
                  <a:xfrm>
                    <a:off x="156250" y="1612840"/>
                    <a:ext cx="1605061" cy="369332"/>
                  </a:xfrm>
                  <a:prstGeom prst="rect">
                    <a:avLst/>
                  </a:prstGeom>
                  <a:noFill/>
                </p:spPr>
                <p:txBody>
                  <a:bodyPr wrap="square" rtlCol="0">
                    <a:spAutoFit/>
                  </a:bodyPr>
                  <a:lstStyle/>
                  <a:p>
                    <a:r>
                      <a:rPr lang="en-SG" b="1" dirty="0">
                        <a:solidFill>
                          <a:schemeClr val="tx2">
                            <a:lumMod val="50000"/>
                          </a:schemeClr>
                        </a:solidFill>
                      </a:rPr>
                      <a:t>Dragon Roller</a:t>
                    </a:r>
                  </a:p>
                </p:txBody>
              </p:sp>
              <p:sp>
                <p:nvSpPr>
                  <p:cNvPr id="41" name="TextBox 40">
                    <a:extLst>
                      <a:ext uri="{FF2B5EF4-FFF2-40B4-BE49-F238E27FC236}">
                        <a16:creationId xmlns:a16="http://schemas.microsoft.com/office/drawing/2014/main" id="{C7F26260-C273-3102-6B46-A2F87E95E0C7}"/>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pic>
                <p:nvPicPr>
                  <p:cNvPr id="17" name="Picture 16" descr="A red person silhouette on a black background&#10;&#10;AI-generated content may be incorrect.">
                    <a:extLst>
                      <a:ext uri="{FF2B5EF4-FFF2-40B4-BE49-F238E27FC236}">
                        <a16:creationId xmlns:a16="http://schemas.microsoft.com/office/drawing/2014/main" id="{B062EE6F-6EC1-AA30-03D4-8909482673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16734" y="1900571"/>
                    <a:ext cx="451029" cy="451029"/>
                  </a:xfrm>
                  <a:prstGeom prst="rect">
                    <a:avLst/>
                  </a:prstGeom>
                </p:spPr>
              </p:pic>
              <p:pic>
                <p:nvPicPr>
                  <p:cNvPr id="22" name="Picture 21" descr="A red person silhouette on a black background&#10;&#10;AI-generated content may be incorrect.">
                    <a:extLst>
                      <a:ext uri="{FF2B5EF4-FFF2-40B4-BE49-F238E27FC236}">
                        <a16:creationId xmlns:a16="http://schemas.microsoft.com/office/drawing/2014/main" id="{3B01194D-E714-CD18-932E-56C12B0A069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94573" y="1900572"/>
                    <a:ext cx="451029" cy="451029"/>
                  </a:xfrm>
                  <a:prstGeom prst="rect">
                    <a:avLst/>
                  </a:prstGeom>
                </p:spPr>
              </p:pic>
              <p:pic>
                <p:nvPicPr>
                  <p:cNvPr id="23" name="Picture 22" descr="A red person silhouette on a black background&#10;&#10;AI-generated content may be incorrect.">
                    <a:extLst>
                      <a:ext uri="{FF2B5EF4-FFF2-40B4-BE49-F238E27FC236}">
                        <a16:creationId xmlns:a16="http://schemas.microsoft.com/office/drawing/2014/main" id="{0B023474-B8D6-FAC8-0CC1-28013CD23FF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41997" y="1900571"/>
                    <a:ext cx="451029" cy="451029"/>
                  </a:xfrm>
                  <a:prstGeom prst="rect">
                    <a:avLst/>
                  </a:prstGeom>
                </p:spPr>
              </p:pic>
              <p:pic>
                <p:nvPicPr>
                  <p:cNvPr id="24" name="Picture 23" descr="A red person silhouette on a black background&#10;&#10;AI-generated content may be incorrect.">
                    <a:extLst>
                      <a:ext uri="{FF2B5EF4-FFF2-40B4-BE49-F238E27FC236}">
                        <a16:creationId xmlns:a16="http://schemas.microsoft.com/office/drawing/2014/main" id="{521BF97D-EED4-1E99-E5DA-B97863903C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69310" y="1901767"/>
                    <a:ext cx="451029" cy="451029"/>
                  </a:xfrm>
                  <a:prstGeom prst="rect">
                    <a:avLst/>
                  </a:prstGeom>
                </p:spPr>
              </p:pic>
              <p:sp>
                <p:nvSpPr>
                  <p:cNvPr id="27" name="TextBox 26">
                    <a:extLst>
                      <a:ext uri="{FF2B5EF4-FFF2-40B4-BE49-F238E27FC236}">
                        <a16:creationId xmlns:a16="http://schemas.microsoft.com/office/drawing/2014/main" id="{F4FBA959-283B-AD5E-E70A-17CFFB45824D}"/>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4"/>
                        </a:solidFill>
                      </a:rPr>
                      <a:t>~ 50 mins</a:t>
                    </a:r>
                  </a:p>
                </p:txBody>
              </p:sp>
              <p:pic>
                <p:nvPicPr>
                  <p:cNvPr id="29" name="Picture 28" descr="A red person silhouette on a black background&#10;&#10;AI-generated content may be incorrect.">
                    <a:extLst>
                      <a:ext uri="{FF2B5EF4-FFF2-40B4-BE49-F238E27FC236}">
                        <a16:creationId xmlns:a16="http://schemas.microsoft.com/office/drawing/2014/main" id="{3A93F0EB-6D97-27CF-93C9-3F49C1AF18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91471" y="1900571"/>
                    <a:ext cx="451029" cy="451029"/>
                  </a:xfrm>
                  <a:prstGeom prst="rect">
                    <a:avLst/>
                  </a:prstGeom>
                </p:spPr>
              </p:pic>
            </p:grpSp>
          </p:grpSp>
        </p:grpSp>
        <p:sp>
          <p:nvSpPr>
            <p:cNvPr id="91" name="TextBox 90">
              <a:hlinkClick r:id="rId4" action="ppaction://hlinksldjump"/>
              <a:extLst>
                <a:ext uri="{FF2B5EF4-FFF2-40B4-BE49-F238E27FC236}">
                  <a16:creationId xmlns:a16="http://schemas.microsoft.com/office/drawing/2014/main" id="{A9F962AA-CC65-ACFD-E407-7BE36A2D72CD}"/>
                </a:ext>
              </a:extLst>
            </p:cNvPr>
            <p:cNvSpPr txBox="1"/>
            <p:nvPr/>
          </p:nvSpPr>
          <p:spPr>
            <a:xfrm>
              <a:off x="277298" y="1070870"/>
              <a:ext cx="1608909" cy="830265"/>
            </a:xfrm>
            <a:prstGeom prst="rect">
              <a:avLst/>
            </a:prstGeom>
            <a:noFill/>
            <a:ln>
              <a:solidFill>
                <a:srgbClr val="2F3C7E"/>
              </a:solidFill>
            </a:ln>
          </p:spPr>
          <p:txBody>
            <a:bodyPr wrap="square" rtlCol="0">
              <a:spAutoFit/>
            </a:bodyPr>
            <a:lstStyle/>
            <a:p>
              <a:endParaRPr lang="en-SG" dirty="0"/>
            </a:p>
          </p:txBody>
        </p:sp>
      </p:grpSp>
      <p:grpSp>
        <p:nvGrpSpPr>
          <p:cNvPr id="194" name="Group 193">
            <a:extLst>
              <a:ext uri="{FF2B5EF4-FFF2-40B4-BE49-F238E27FC236}">
                <a16:creationId xmlns:a16="http://schemas.microsoft.com/office/drawing/2014/main" id="{C7FA6E55-C532-3BA7-4338-555043C87D40}"/>
              </a:ext>
            </a:extLst>
          </p:cNvPr>
          <p:cNvGrpSpPr/>
          <p:nvPr/>
        </p:nvGrpSpPr>
        <p:grpSpPr>
          <a:xfrm>
            <a:off x="107367" y="2142193"/>
            <a:ext cx="3720247" cy="1331334"/>
            <a:chOff x="107367" y="2142193"/>
            <a:chExt cx="3720247" cy="1331334"/>
          </a:xfrm>
        </p:grpSpPr>
        <p:grpSp>
          <p:nvGrpSpPr>
            <p:cNvPr id="94" name="Group 93">
              <a:extLst>
                <a:ext uri="{FF2B5EF4-FFF2-40B4-BE49-F238E27FC236}">
                  <a16:creationId xmlns:a16="http://schemas.microsoft.com/office/drawing/2014/main" id="{2631DD48-87A6-8A9E-1057-98F6A8E10BF9}"/>
                </a:ext>
              </a:extLst>
            </p:cNvPr>
            <p:cNvGrpSpPr/>
            <p:nvPr/>
          </p:nvGrpSpPr>
          <p:grpSpPr>
            <a:xfrm>
              <a:off x="107367" y="2142193"/>
              <a:ext cx="3720247" cy="1331334"/>
              <a:chOff x="107367" y="2142193"/>
              <a:chExt cx="3720247" cy="1331334"/>
            </a:xfrm>
          </p:grpSpPr>
          <p:grpSp>
            <p:nvGrpSpPr>
              <p:cNvPr id="69" name="Group 68">
                <a:extLst>
                  <a:ext uri="{FF2B5EF4-FFF2-40B4-BE49-F238E27FC236}">
                    <a16:creationId xmlns:a16="http://schemas.microsoft.com/office/drawing/2014/main" id="{96059A04-DCF9-20AC-749F-0BD2965AA114}"/>
                  </a:ext>
                </a:extLst>
              </p:cNvPr>
              <p:cNvGrpSpPr/>
              <p:nvPr/>
            </p:nvGrpSpPr>
            <p:grpSpPr>
              <a:xfrm>
                <a:off x="107367" y="2142193"/>
                <a:ext cx="3720247" cy="1331334"/>
                <a:chOff x="107366" y="2104595"/>
                <a:chExt cx="3720247" cy="1331334"/>
              </a:xfrm>
            </p:grpSpPr>
            <p:grpSp>
              <p:nvGrpSpPr>
                <p:cNvPr id="34" name="Group 33">
                  <a:extLst>
                    <a:ext uri="{FF2B5EF4-FFF2-40B4-BE49-F238E27FC236}">
                      <a16:creationId xmlns:a16="http://schemas.microsoft.com/office/drawing/2014/main" id="{473A2376-6110-C287-9F02-7E9F2DB1A3A9}"/>
                    </a:ext>
                  </a:extLst>
                </p:cNvPr>
                <p:cNvGrpSpPr/>
                <p:nvPr/>
              </p:nvGrpSpPr>
              <p:grpSpPr>
                <a:xfrm>
                  <a:off x="107366" y="2104595"/>
                  <a:ext cx="3720247" cy="1331334"/>
                  <a:chOff x="78866" y="1588072"/>
                  <a:chExt cx="3720247" cy="1331334"/>
                </a:xfrm>
              </p:grpSpPr>
              <p:sp>
                <p:nvSpPr>
                  <p:cNvPr id="35" name="Rectangle: Rounded Corners 34">
                    <a:extLst>
                      <a:ext uri="{FF2B5EF4-FFF2-40B4-BE49-F238E27FC236}">
                        <a16:creationId xmlns:a16="http://schemas.microsoft.com/office/drawing/2014/main" id="{05946913-F135-AD0D-F481-7C6C55E209EB}"/>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36" name="Group 35">
                    <a:extLst>
                      <a:ext uri="{FF2B5EF4-FFF2-40B4-BE49-F238E27FC236}">
                        <a16:creationId xmlns:a16="http://schemas.microsoft.com/office/drawing/2014/main" id="{527CAD10-8A73-281D-680C-C25D9F3BA1DB}"/>
                      </a:ext>
                    </a:extLst>
                  </p:cNvPr>
                  <p:cNvGrpSpPr/>
                  <p:nvPr/>
                </p:nvGrpSpPr>
                <p:grpSpPr>
                  <a:xfrm>
                    <a:off x="173207" y="1610398"/>
                    <a:ext cx="3625906" cy="1263449"/>
                    <a:chOff x="173207" y="1610398"/>
                    <a:chExt cx="3625906" cy="1263449"/>
                  </a:xfrm>
                </p:grpSpPr>
                <p:sp>
                  <p:nvSpPr>
                    <p:cNvPr id="37" name="TextBox 36">
                      <a:extLst>
                        <a:ext uri="{FF2B5EF4-FFF2-40B4-BE49-F238E27FC236}">
                          <a16:creationId xmlns:a16="http://schemas.microsoft.com/office/drawing/2014/main" id="{FC88091E-FAC5-C964-151D-E4063B1664AA}"/>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38" name="Group 37">
                      <a:extLst>
                        <a:ext uri="{FF2B5EF4-FFF2-40B4-BE49-F238E27FC236}">
                          <a16:creationId xmlns:a16="http://schemas.microsoft.com/office/drawing/2014/main" id="{0FE57B5E-127A-DE92-ABAD-6E2945EC6615}"/>
                        </a:ext>
                      </a:extLst>
                    </p:cNvPr>
                    <p:cNvGrpSpPr/>
                    <p:nvPr/>
                  </p:nvGrpSpPr>
                  <p:grpSpPr>
                    <a:xfrm>
                      <a:off x="173207" y="1610398"/>
                      <a:ext cx="2957809" cy="1263449"/>
                      <a:chOff x="173207" y="1610398"/>
                      <a:chExt cx="2957809" cy="1263449"/>
                    </a:xfrm>
                  </p:grpSpPr>
                  <p:sp>
                    <p:nvSpPr>
                      <p:cNvPr id="40" name="TextBox 39">
                        <a:extLst>
                          <a:ext uri="{FF2B5EF4-FFF2-40B4-BE49-F238E27FC236}">
                            <a16:creationId xmlns:a16="http://schemas.microsoft.com/office/drawing/2014/main" id="{1A66EFFB-2B29-9BDA-752C-28C03A037DD3}"/>
                          </a:ext>
                        </a:extLst>
                      </p:cNvPr>
                      <p:cNvSpPr txBox="1"/>
                      <p:nvPr/>
                    </p:nvSpPr>
                    <p:spPr>
                      <a:xfrm>
                        <a:off x="173207" y="1610398"/>
                        <a:ext cx="1102790" cy="369332"/>
                      </a:xfrm>
                      <a:prstGeom prst="rect">
                        <a:avLst/>
                      </a:prstGeom>
                      <a:noFill/>
                    </p:spPr>
                    <p:txBody>
                      <a:bodyPr wrap="square" rtlCol="0">
                        <a:spAutoFit/>
                      </a:bodyPr>
                      <a:lstStyle/>
                      <a:p>
                        <a:r>
                          <a:rPr lang="en-SG" b="1" dirty="0">
                            <a:solidFill>
                              <a:schemeClr val="tx2">
                                <a:lumMod val="50000"/>
                              </a:schemeClr>
                            </a:solidFill>
                          </a:rPr>
                          <a:t>Typhoon</a:t>
                        </a:r>
                      </a:p>
                    </p:txBody>
                  </p:sp>
                  <p:sp>
                    <p:nvSpPr>
                      <p:cNvPr id="43" name="TextBox 42">
                        <a:extLst>
                          <a:ext uri="{FF2B5EF4-FFF2-40B4-BE49-F238E27FC236}">
                            <a16:creationId xmlns:a16="http://schemas.microsoft.com/office/drawing/2014/main" id="{1F87A3B9-C79C-E015-243B-A63EB4D62683}"/>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48" name="TextBox 47">
                        <a:extLst>
                          <a:ext uri="{FF2B5EF4-FFF2-40B4-BE49-F238E27FC236}">
                            <a16:creationId xmlns:a16="http://schemas.microsoft.com/office/drawing/2014/main" id="{E63B1269-BFD8-07E3-4814-F3EA6B7EF764}"/>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3"/>
                            </a:solidFill>
                          </a:rPr>
                          <a:t>~ 25 mins</a:t>
                        </a:r>
                      </a:p>
                    </p:txBody>
                  </p:sp>
                </p:grpSp>
              </p:grpSp>
            </p:grpSp>
            <p:pic>
              <p:nvPicPr>
                <p:cNvPr id="68" name="Picture 67" descr="A yellow person silhouette on a black background&#10;&#10;AI-generated content may be incorrect.">
                  <a:extLst>
                    <a:ext uri="{FF2B5EF4-FFF2-40B4-BE49-F238E27FC236}">
                      <a16:creationId xmlns:a16="http://schemas.microsoft.com/office/drawing/2014/main" id="{9408AA94-43D1-15F2-8E9A-F6F0129BCD5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71468" y="2412758"/>
                  <a:ext cx="449085" cy="449085"/>
                </a:xfrm>
                <a:prstGeom prst="rect">
                  <a:avLst/>
                </a:prstGeom>
              </p:spPr>
            </p:pic>
            <p:pic>
              <p:nvPicPr>
                <p:cNvPr id="67" name="Picture 66" descr="A yellow person silhouette on a black background&#10;&#10;AI-generated content may be incorrect.">
                  <a:extLst>
                    <a:ext uri="{FF2B5EF4-FFF2-40B4-BE49-F238E27FC236}">
                      <a16:creationId xmlns:a16="http://schemas.microsoft.com/office/drawing/2014/main" id="{BB9FC221-8441-A49D-B085-2A2EC142E7C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96732" y="2415898"/>
                  <a:ext cx="449085" cy="449085"/>
                </a:xfrm>
                <a:prstGeom prst="rect">
                  <a:avLst/>
                </a:prstGeom>
              </p:spPr>
            </p:pic>
            <p:pic>
              <p:nvPicPr>
                <p:cNvPr id="21" name="Picture 20" descr="A yellow person silhouette on a black background&#10;&#10;AI-generated content may be incorrect.">
                  <a:extLst>
                    <a:ext uri="{FF2B5EF4-FFF2-40B4-BE49-F238E27FC236}">
                      <a16:creationId xmlns:a16="http://schemas.microsoft.com/office/drawing/2014/main" id="{083A1D40-4C34-3189-B743-BE682BA2002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24044" y="2415900"/>
                  <a:ext cx="449085" cy="449085"/>
                </a:xfrm>
                <a:prstGeom prst="rect">
                  <a:avLst/>
                </a:prstGeom>
              </p:spPr>
            </p:pic>
          </p:grpSp>
          <p:sp>
            <p:nvSpPr>
              <p:cNvPr id="92" name="TextBox 91">
                <a:extLst>
                  <a:ext uri="{FF2B5EF4-FFF2-40B4-BE49-F238E27FC236}">
                    <a16:creationId xmlns:a16="http://schemas.microsoft.com/office/drawing/2014/main" id="{DF5DBA37-52AE-BB75-7441-5152E06748BE}"/>
                  </a:ext>
                </a:extLst>
              </p:cNvPr>
              <p:cNvSpPr txBox="1"/>
              <p:nvPr/>
            </p:nvSpPr>
            <p:spPr>
              <a:xfrm>
                <a:off x="281771" y="2534198"/>
                <a:ext cx="1605062" cy="830265"/>
              </a:xfrm>
              <a:prstGeom prst="rect">
                <a:avLst/>
              </a:prstGeom>
              <a:noFill/>
              <a:ln>
                <a:solidFill>
                  <a:srgbClr val="2F3C7E"/>
                </a:solidFill>
              </a:ln>
            </p:spPr>
            <p:txBody>
              <a:bodyPr wrap="square" rtlCol="0">
                <a:spAutoFit/>
              </a:bodyPr>
              <a:lstStyle/>
              <a:p>
                <a:endParaRPr lang="en-SG" dirty="0"/>
              </a:p>
            </p:txBody>
          </p:sp>
        </p:grpSp>
        <p:pic>
          <p:nvPicPr>
            <p:cNvPr id="90" name="Picture 89">
              <a:extLst>
                <a:ext uri="{FF2B5EF4-FFF2-40B4-BE49-F238E27FC236}">
                  <a16:creationId xmlns:a16="http://schemas.microsoft.com/office/drawing/2014/main" id="{B7F20AF3-F77E-F144-081C-7F4925166544}"/>
                </a:ext>
              </a:extLst>
            </p:cNvPr>
            <p:cNvPicPr>
              <a:picLocks noChangeAspect="1"/>
            </p:cNvPicPr>
            <p:nvPr/>
          </p:nvPicPr>
          <p:blipFill>
            <a:blip r:embed="rId11"/>
            <a:stretch>
              <a:fillRect/>
            </a:stretch>
          </p:blipFill>
          <p:spPr>
            <a:xfrm>
              <a:off x="662055" y="2543705"/>
              <a:ext cx="852090" cy="814520"/>
            </a:xfrm>
            <a:prstGeom prst="rect">
              <a:avLst/>
            </a:prstGeom>
            <a:ln>
              <a:noFill/>
            </a:ln>
          </p:spPr>
        </p:pic>
      </p:grpSp>
      <p:grpSp>
        <p:nvGrpSpPr>
          <p:cNvPr id="191" name="Group 190">
            <a:extLst>
              <a:ext uri="{FF2B5EF4-FFF2-40B4-BE49-F238E27FC236}">
                <a16:creationId xmlns:a16="http://schemas.microsoft.com/office/drawing/2014/main" id="{39846B5F-B370-D2B5-0E99-46CE1CF6531A}"/>
              </a:ext>
            </a:extLst>
          </p:cNvPr>
          <p:cNvGrpSpPr/>
          <p:nvPr/>
        </p:nvGrpSpPr>
        <p:grpSpPr>
          <a:xfrm>
            <a:off x="4064481" y="2147454"/>
            <a:ext cx="3720247" cy="1331334"/>
            <a:chOff x="4100301" y="2166961"/>
            <a:chExt cx="3720247" cy="1331334"/>
          </a:xfrm>
        </p:grpSpPr>
        <p:grpSp>
          <p:nvGrpSpPr>
            <p:cNvPr id="149" name="Group 148">
              <a:extLst>
                <a:ext uri="{FF2B5EF4-FFF2-40B4-BE49-F238E27FC236}">
                  <a16:creationId xmlns:a16="http://schemas.microsoft.com/office/drawing/2014/main" id="{6F68BDD3-5D52-B890-CE2A-2C418F981EFA}"/>
                </a:ext>
              </a:extLst>
            </p:cNvPr>
            <p:cNvGrpSpPr/>
            <p:nvPr/>
          </p:nvGrpSpPr>
          <p:grpSpPr>
            <a:xfrm>
              <a:off x="4100301" y="2166961"/>
              <a:ext cx="3720247" cy="1331334"/>
              <a:chOff x="4100301" y="701538"/>
              <a:chExt cx="3720247" cy="1331334"/>
            </a:xfrm>
          </p:grpSpPr>
          <p:grpSp>
            <p:nvGrpSpPr>
              <p:cNvPr id="150" name="Group 149">
                <a:extLst>
                  <a:ext uri="{FF2B5EF4-FFF2-40B4-BE49-F238E27FC236}">
                    <a16:creationId xmlns:a16="http://schemas.microsoft.com/office/drawing/2014/main" id="{251017BF-9A32-BE6D-7679-E30F209E2E12}"/>
                  </a:ext>
                </a:extLst>
              </p:cNvPr>
              <p:cNvGrpSpPr/>
              <p:nvPr/>
            </p:nvGrpSpPr>
            <p:grpSpPr>
              <a:xfrm>
                <a:off x="4100301" y="701538"/>
                <a:ext cx="3720247" cy="1331334"/>
                <a:chOff x="107367" y="676770"/>
                <a:chExt cx="3720247" cy="1331334"/>
              </a:xfrm>
            </p:grpSpPr>
            <p:grpSp>
              <p:nvGrpSpPr>
                <p:cNvPr id="152" name="Group 151">
                  <a:extLst>
                    <a:ext uri="{FF2B5EF4-FFF2-40B4-BE49-F238E27FC236}">
                      <a16:creationId xmlns:a16="http://schemas.microsoft.com/office/drawing/2014/main" id="{8CAA45C9-3686-5B41-99A4-FCA429E3C43C}"/>
                    </a:ext>
                  </a:extLst>
                </p:cNvPr>
                <p:cNvGrpSpPr/>
                <p:nvPr/>
              </p:nvGrpSpPr>
              <p:grpSpPr>
                <a:xfrm>
                  <a:off x="107367" y="676770"/>
                  <a:ext cx="3720247" cy="1331334"/>
                  <a:chOff x="78866" y="1588072"/>
                  <a:chExt cx="3720247" cy="1331334"/>
                </a:xfrm>
              </p:grpSpPr>
              <p:sp>
                <p:nvSpPr>
                  <p:cNvPr id="154" name="Rectangle: Rounded Corners 153">
                    <a:extLst>
                      <a:ext uri="{FF2B5EF4-FFF2-40B4-BE49-F238E27FC236}">
                        <a16:creationId xmlns:a16="http://schemas.microsoft.com/office/drawing/2014/main" id="{FDAE9BDF-98E4-ABA8-EC1C-082FADE90FCB}"/>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155" name="Group 154">
                    <a:extLst>
                      <a:ext uri="{FF2B5EF4-FFF2-40B4-BE49-F238E27FC236}">
                        <a16:creationId xmlns:a16="http://schemas.microsoft.com/office/drawing/2014/main" id="{87E6DD71-7797-7BA8-28C1-A6D9F9C46219}"/>
                      </a:ext>
                    </a:extLst>
                  </p:cNvPr>
                  <p:cNvGrpSpPr/>
                  <p:nvPr/>
                </p:nvGrpSpPr>
                <p:grpSpPr>
                  <a:xfrm>
                    <a:off x="145454" y="1610398"/>
                    <a:ext cx="3653659" cy="1263449"/>
                    <a:chOff x="145454" y="1610398"/>
                    <a:chExt cx="3653659" cy="1263449"/>
                  </a:xfrm>
                </p:grpSpPr>
                <p:sp>
                  <p:nvSpPr>
                    <p:cNvPr id="156" name="TextBox 155">
                      <a:extLst>
                        <a:ext uri="{FF2B5EF4-FFF2-40B4-BE49-F238E27FC236}">
                          <a16:creationId xmlns:a16="http://schemas.microsoft.com/office/drawing/2014/main" id="{CB486838-1683-CFA4-A1A0-4261200351B1}"/>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157" name="Group 156">
                      <a:extLst>
                        <a:ext uri="{FF2B5EF4-FFF2-40B4-BE49-F238E27FC236}">
                          <a16:creationId xmlns:a16="http://schemas.microsoft.com/office/drawing/2014/main" id="{4D420CA5-345C-6589-5A46-82ABB9031518}"/>
                        </a:ext>
                      </a:extLst>
                    </p:cNvPr>
                    <p:cNvGrpSpPr/>
                    <p:nvPr/>
                  </p:nvGrpSpPr>
                  <p:grpSpPr>
                    <a:xfrm>
                      <a:off x="145454" y="1610398"/>
                      <a:ext cx="2985562" cy="1263449"/>
                      <a:chOff x="145454" y="1610398"/>
                      <a:chExt cx="2985562" cy="1263449"/>
                    </a:xfrm>
                  </p:grpSpPr>
                  <p:sp>
                    <p:nvSpPr>
                      <p:cNvPr id="158" name="TextBox 157">
                        <a:extLst>
                          <a:ext uri="{FF2B5EF4-FFF2-40B4-BE49-F238E27FC236}">
                            <a16:creationId xmlns:a16="http://schemas.microsoft.com/office/drawing/2014/main" id="{0A0F5F96-0DED-858C-FBC3-A760086F9CDF}"/>
                          </a:ext>
                        </a:extLst>
                      </p:cNvPr>
                      <p:cNvSpPr txBox="1"/>
                      <p:nvPr/>
                    </p:nvSpPr>
                    <p:spPr>
                      <a:xfrm>
                        <a:off x="145454" y="1610398"/>
                        <a:ext cx="1437410" cy="369332"/>
                      </a:xfrm>
                      <a:prstGeom prst="rect">
                        <a:avLst/>
                      </a:prstGeom>
                      <a:noFill/>
                    </p:spPr>
                    <p:txBody>
                      <a:bodyPr wrap="square" rtlCol="0">
                        <a:spAutoFit/>
                      </a:bodyPr>
                      <a:lstStyle/>
                      <a:p>
                        <a:r>
                          <a:rPr lang="en-SG" b="1" dirty="0">
                            <a:solidFill>
                              <a:schemeClr val="tx2">
                                <a:lumMod val="50000"/>
                              </a:schemeClr>
                            </a:solidFill>
                          </a:rPr>
                          <a:t>Green Bites</a:t>
                        </a:r>
                      </a:p>
                    </p:txBody>
                  </p:sp>
                  <p:sp>
                    <p:nvSpPr>
                      <p:cNvPr id="159" name="TextBox 158">
                        <a:extLst>
                          <a:ext uri="{FF2B5EF4-FFF2-40B4-BE49-F238E27FC236}">
                            <a16:creationId xmlns:a16="http://schemas.microsoft.com/office/drawing/2014/main" id="{089BA8C1-78D2-6161-B405-7D909F65F460}"/>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160" name="TextBox 159">
                        <a:extLst>
                          <a:ext uri="{FF2B5EF4-FFF2-40B4-BE49-F238E27FC236}">
                            <a16:creationId xmlns:a16="http://schemas.microsoft.com/office/drawing/2014/main" id="{B92AF62C-9259-9060-3E07-90B9C9642C18}"/>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 5 mins</a:t>
                        </a:r>
                      </a:p>
                    </p:txBody>
                  </p:sp>
                </p:grpSp>
              </p:grpSp>
            </p:grpSp>
            <p:sp>
              <p:nvSpPr>
                <p:cNvPr id="153" name="TextBox 152">
                  <a:extLst>
                    <a:ext uri="{FF2B5EF4-FFF2-40B4-BE49-F238E27FC236}">
                      <a16:creationId xmlns:a16="http://schemas.microsoft.com/office/drawing/2014/main" id="{6AB7F860-1079-9C85-BCD7-959C1538A873}"/>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151" name="Picture 150" descr="A green person silhouette on a black background&#10;&#10;AI-generated content may be incorrect.">
                <a:extLst>
                  <a:ext uri="{FF2B5EF4-FFF2-40B4-BE49-F238E27FC236}">
                    <a16:creationId xmlns:a16="http://schemas.microsoft.com/office/drawing/2014/main" id="{A4427367-A29D-1EDC-8A42-6D8F5DD6864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190" name="Picture 189">
              <a:extLst>
                <a:ext uri="{FF2B5EF4-FFF2-40B4-BE49-F238E27FC236}">
                  <a16:creationId xmlns:a16="http://schemas.microsoft.com/office/drawing/2014/main" id="{DB61EF03-2A36-4747-62D9-D5152F1123FD}"/>
                </a:ext>
              </a:extLst>
            </p:cNvPr>
            <p:cNvPicPr>
              <a:picLocks noChangeAspect="1"/>
            </p:cNvPicPr>
            <p:nvPr/>
          </p:nvPicPr>
          <p:blipFill>
            <a:blip r:embed="rId12"/>
            <a:stretch>
              <a:fillRect/>
            </a:stretch>
          </p:blipFill>
          <p:spPr>
            <a:xfrm>
              <a:off x="4788793" y="2790287"/>
              <a:ext cx="567938" cy="567938"/>
            </a:xfrm>
            <a:prstGeom prst="rect">
              <a:avLst/>
            </a:prstGeom>
          </p:spPr>
        </p:pic>
      </p:grpSp>
      <p:sp>
        <p:nvSpPr>
          <p:cNvPr id="204" name="Rectangle 203">
            <a:extLst>
              <a:ext uri="{FF2B5EF4-FFF2-40B4-BE49-F238E27FC236}">
                <a16:creationId xmlns:a16="http://schemas.microsoft.com/office/drawing/2014/main" id="{E58DB72F-35C9-6E6B-A30A-AA587B323F75}"/>
              </a:ext>
            </a:extLst>
          </p:cNvPr>
          <p:cNvSpPr/>
          <p:nvPr/>
        </p:nvSpPr>
        <p:spPr>
          <a:xfrm>
            <a:off x="8973206" y="4211670"/>
            <a:ext cx="3216643" cy="2646330"/>
          </a:xfrm>
          <a:prstGeom prst="rect">
            <a:avLst/>
          </a:prstGeom>
          <a:solidFill>
            <a:schemeClr val="bg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7" name="Rectangle 206">
            <a:extLst>
              <a:ext uri="{FF2B5EF4-FFF2-40B4-BE49-F238E27FC236}">
                <a16:creationId xmlns:a16="http://schemas.microsoft.com/office/drawing/2014/main" id="{516B8DB6-D1F4-5A36-451B-75215402E07A}"/>
              </a:ext>
            </a:extLst>
          </p:cNvPr>
          <p:cNvSpPr/>
          <p:nvPr/>
        </p:nvSpPr>
        <p:spPr>
          <a:xfrm>
            <a:off x="0" y="4211669"/>
            <a:ext cx="3216643" cy="2646331"/>
          </a:xfrm>
          <a:prstGeom prst="rect">
            <a:avLst/>
          </a:prstGeom>
          <a:solidFill>
            <a:schemeClr val="bg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70" name="Group 69">
            <a:extLst>
              <a:ext uri="{FF2B5EF4-FFF2-40B4-BE49-F238E27FC236}">
                <a16:creationId xmlns:a16="http://schemas.microsoft.com/office/drawing/2014/main" id="{2FC0A430-6394-1340-ACD6-48E07BCB3420}"/>
              </a:ext>
            </a:extLst>
          </p:cNvPr>
          <p:cNvGrpSpPr/>
          <p:nvPr/>
        </p:nvGrpSpPr>
        <p:grpSpPr>
          <a:xfrm>
            <a:off x="143591" y="6086943"/>
            <a:ext cx="1808128" cy="523220"/>
            <a:chOff x="107750" y="5908742"/>
            <a:chExt cx="1890270" cy="541337"/>
          </a:xfrm>
        </p:grpSpPr>
        <p:sp>
          <p:nvSpPr>
            <p:cNvPr id="71" name="TextBox 70">
              <a:extLst>
                <a:ext uri="{FF2B5EF4-FFF2-40B4-BE49-F238E27FC236}">
                  <a16:creationId xmlns:a16="http://schemas.microsoft.com/office/drawing/2014/main" id="{0B3CFB47-B536-F7C8-C6D2-FE240B529C1A}"/>
                </a:ext>
              </a:extLst>
            </p:cNvPr>
            <p:cNvSpPr txBox="1"/>
            <p:nvPr userDrawn="1"/>
          </p:nvSpPr>
          <p:spPr>
            <a:xfrm>
              <a:off x="107750" y="5908742"/>
              <a:ext cx="1890270" cy="541337"/>
            </a:xfrm>
            <a:prstGeom prst="rect">
              <a:avLst/>
            </a:prstGeom>
            <a:noFill/>
            <a:ln w="12700">
              <a:solidFill>
                <a:srgbClr val="1C252E"/>
              </a:solidFill>
            </a:ln>
          </p:spPr>
          <p:txBody>
            <a:bodyPr wrap="square" rtlCol="0">
              <a:spAutoFit/>
            </a:bodyPr>
            <a:lstStyle/>
            <a:p>
              <a:r>
                <a:rPr lang="en-SG" sz="1400" dirty="0">
                  <a:solidFill>
                    <a:schemeClr val="tx2">
                      <a:lumMod val="50000"/>
                    </a:schemeClr>
                  </a:solidFill>
                </a:rPr>
                <a:t>Accessibility</a:t>
              </a:r>
            </a:p>
            <a:p>
              <a:r>
                <a:rPr lang="en-SG" sz="1400" dirty="0">
                  <a:solidFill>
                    <a:schemeClr val="tx2">
                      <a:lumMod val="50000"/>
                    </a:schemeClr>
                  </a:solidFill>
                </a:rPr>
                <a:t>Mode</a:t>
              </a:r>
            </a:p>
          </p:txBody>
        </p:sp>
        <p:pic>
          <p:nvPicPr>
            <p:cNvPr id="72" name="Picture 71" descr="A black and grey symbol of a wheelchair&#10;&#10;AI-generated content may be incorrect.">
              <a:extLst>
                <a:ext uri="{FF2B5EF4-FFF2-40B4-BE49-F238E27FC236}">
                  <a16:creationId xmlns:a16="http://schemas.microsoft.com/office/drawing/2014/main" id="{91BA1801-A353-2B7A-55B2-C8805B9421F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463695" y="5968337"/>
              <a:ext cx="422146" cy="422146"/>
            </a:xfrm>
            <a:prstGeom prst="rect">
              <a:avLst/>
            </a:prstGeom>
          </p:spPr>
        </p:pic>
      </p:grpSp>
      <p:grpSp>
        <p:nvGrpSpPr>
          <p:cNvPr id="73" name="Group 72">
            <a:extLst>
              <a:ext uri="{FF2B5EF4-FFF2-40B4-BE49-F238E27FC236}">
                <a16:creationId xmlns:a16="http://schemas.microsoft.com/office/drawing/2014/main" id="{37DAC265-89BF-2933-F489-29661380D451}"/>
              </a:ext>
            </a:extLst>
          </p:cNvPr>
          <p:cNvGrpSpPr/>
          <p:nvPr/>
        </p:nvGrpSpPr>
        <p:grpSpPr>
          <a:xfrm>
            <a:off x="1951719" y="6106155"/>
            <a:ext cx="1405699" cy="514863"/>
            <a:chOff x="1949087" y="6024499"/>
            <a:chExt cx="1405699" cy="514863"/>
          </a:xfrm>
        </p:grpSpPr>
        <p:pic>
          <p:nvPicPr>
            <p:cNvPr id="74" name="Picture 73" descr="A globe with a black background&#10;&#10;AI-generated content may be incorrect.">
              <a:extLst>
                <a:ext uri="{FF2B5EF4-FFF2-40B4-BE49-F238E27FC236}">
                  <a16:creationId xmlns:a16="http://schemas.microsoft.com/office/drawing/2014/main" id="{8BA986D0-F053-5253-2134-8CD0E045915F}"/>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2530738" y="6024499"/>
              <a:ext cx="242398" cy="242398"/>
            </a:xfrm>
            <a:prstGeom prst="rect">
              <a:avLst/>
            </a:prstGeom>
          </p:spPr>
        </p:pic>
        <p:sp>
          <p:nvSpPr>
            <p:cNvPr id="75" name="TextBox 74">
              <a:extLst>
                <a:ext uri="{FF2B5EF4-FFF2-40B4-BE49-F238E27FC236}">
                  <a16:creationId xmlns:a16="http://schemas.microsoft.com/office/drawing/2014/main" id="{3C16E0E4-9D60-5A34-8681-21B49644065D}"/>
                </a:ext>
              </a:extLst>
            </p:cNvPr>
            <p:cNvSpPr txBox="1"/>
            <p:nvPr userDrawn="1"/>
          </p:nvSpPr>
          <p:spPr>
            <a:xfrm>
              <a:off x="1949087" y="6231585"/>
              <a:ext cx="1405699" cy="307777"/>
            </a:xfrm>
            <a:prstGeom prst="rect">
              <a:avLst/>
            </a:prstGeom>
            <a:noFill/>
          </p:spPr>
          <p:txBody>
            <a:bodyPr wrap="square" rtlCol="0">
              <a:spAutoFit/>
            </a:bodyPr>
            <a:lstStyle/>
            <a:p>
              <a:pPr algn="ctr"/>
              <a:r>
                <a:rPr lang="en-SG" sz="1400" dirty="0">
                  <a:solidFill>
                    <a:schemeClr val="tx2">
                      <a:lumMod val="50000"/>
                    </a:schemeClr>
                  </a:solidFill>
                </a:rPr>
                <a:t>Language</a:t>
              </a:r>
            </a:p>
          </p:txBody>
        </p:sp>
      </p:grpSp>
      <p:sp>
        <p:nvSpPr>
          <p:cNvPr id="77" name="TextBox 76">
            <a:extLst>
              <a:ext uri="{FF2B5EF4-FFF2-40B4-BE49-F238E27FC236}">
                <a16:creationId xmlns:a16="http://schemas.microsoft.com/office/drawing/2014/main" id="{3EF96FEF-CF63-F0A3-5692-1805744642EE}"/>
              </a:ext>
            </a:extLst>
          </p:cNvPr>
          <p:cNvSpPr txBox="1"/>
          <p:nvPr/>
        </p:nvSpPr>
        <p:spPr>
          <a:xfrm>
            <a:off x="153156" y="4372078"/>
            <a:ext cx="2910328" cy="369332"/>
          </a:xfrm>
          <a:prstGeom prst="rect">
            <a:avLst/>
          </a:prstGeom>
          <a:noFill/>
        </p:spPr>
        <p:txBody>
          <a:bodyPr wrap="square" rtlCol="0">
            <a:spAutoFit/>
          </a:bodyPr>
          <a:lstStyle/>
          <a:p>
            <a:pPr algn="ctr"/>
            <a:r>
              <a:rPr lang="en-SG" sz="1800" dirty="0">
                <a:solidFill>
                  <a:schemeClr val="tx2">
                    <a:lumMod val="50000"/>
                  </a:schemeClr>
                </a:solidFill>
              </a:rPr>
              <a:t>Touch here to start planning</a:t>
            </a:r>
          </a:p>
        </p:txBody>
      </p:sp>
      <p:grpSp>
        <p:nvGrpSpPr>
          <p:cNvPr id="264" name="Group 263">
            <a:extLst>
              <a:ext uri="{FF2B5EF4-FFF2-40B4-BE49-F238E27FC236}">
                <a16:creationId xmlns:a16="http://schemas.microsoft.com/office/drawing/2014/main" id="{FD6B4414-FA57-60A5-BB8A-BD394B80824C}"/>
              </a:ext>
            </a:extLst>
          </p:cNvPr>
          <p:cNvGrpSpPr/>
          <p:nvPr/>
        </p:nvGrpSpPr>
        <p:grpSpPr>
          <a:xfrm>
            <a:off x="4064481" y="677213"/>
            <a:ext cx="3720247" cy="1331334"/>
            <a:chOff x="7183616" y="2200118"/>
            <a:chExt cx="3720247" cy="1331334"/>
          </a:xfrm>
        </p:grpSpPr>
        <p:grpSp>
          <p:nvGrpSpPr>
            <p:cNvPr id="248" name="Group 247">
              <a:extLst>
                <a:ext uri="{FF2B5EF4-FFF2-40B4-BE49-F238E27FC236}">
                  <a16:creationId xmlns:a16="http://schemas.microsoft.com/office/drawing/2014/main" id="{4D72429A-94EF-7EA5-2D49-44410E477F7E}"/>
                </a:ext>
              </a:extLst>
            </p:cNvPr>
            <p:cNvGrpSpPr/>
            <p:nvPr/>
          </p:nvGrpSpPr>
          <p:grpSpPr>
            <a:xfrm>
              <a:off x="7183616" y="2200118"/>
              <a:ext cx="3720247" cy="1331334"/>
              <a:chOff x="107367" y="2142193"/>
              <a:chExt cx="3720247" cy="1331334"/>
            </a:xfrm>
          </p:grpSpPr>
          <p:grpSp>
            <p:nvGrpSpPr>
              <p:cNvPr id="250" name="Group 249">
                <a:extLst>
                  <a:ext uri="{FF2B5EF4-FFF2-40B4-BE49-F238E27FC236}">
                    <a16:creationId xmlns:a16="http://schemas.microsoft.com/office/drawing/2014/main" id="{C921821A-BAE6-68AB-3613-C1F76C6263FD}"/>
                  </a:ext>
                </a:extLst>
              </p:cNvPr>
              <p:cNvGrpSpPr/>
              <p:nvPr/>
            </p:nvGrpSpPr>
            <p:grpSpPr>
              <a:xfrm>
                <a:off x="107367" y="2142193"/>
                <a:ext cx="3720247" cy="1331334"/>
                <a:chOff x="107366" y="2104595"/>
                <a:chExt cx="3720247" cy="1331334"/>
              </a:xfrm>
            </p:grpSpPr>
            <p:grpSp>
              <p:nvGrpSpPr>
                <p:cNvPr id="252" name="Group 251">
                  <a:extLst>
                    <a:ext uri="{FF2B5EF4-FFF2-40B4-BE49-F238E27FC236}">
                      <a16:creationId xmlns:a16="http://schemas.microsoft.com/office/drawing/2014/main" id="{6B1545D0-C8BA-AFB4-4938-7B871174DEB9}"/>
                    </a:ext>
                  </a:extLst>
                </p:cNvPr>
                <p:cNvGrpSpPr/>
                <p:nvPr/>
              </p:nvGrpSpPr>
              <p:grpSpPr>
                <a:xfrm>
                  <a:off x="107366" y="2104595"/>
                  <a:ext cx="3720247" cy="1331334"/>
                  <a:chOff x="78866" y="1588072"/>
                  <a:chExt cx="3720247" cy="1331334"/>
                </a:xfrm>
              </p:grpSpPr>
              <p:sp>
                <p:nvSpPr>
                  <p:cNvPr id="256" name="Rectangle: Rounded Corners 255">
                    <a:extLst>
                      <a:ext uri="{FF2B5EF4-FFF2-40B4-BE49-F238E27FC236}">
                        <a16:creationId xmlns:a16="http://schemas.microsoft.com/office/drawing/2014/main" id="{3F873747-EC2D-BA68-740F-45F54DE890E1}"/>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257" name="Group 256">
                    <a:extLst>
                      <a:ext uri="{FF2B5EF4-FFF2-40B4-BE49-F238E27FC236}">
                        <a16:creationId xmlns:a16="http://schemas.microsoft.com/office/drawing/2014/main" id="{F3691D88-8EB8-E9F6-A16F-5001BC64DCA9}"/>
                      </a:ext>
                    </a:extLst>
                  </p:cNvPr>
                  <p:cNvGrpSpPr/>
                  <p:nvPr/>
                </p:nvGrpSpPr>
                <p:grpSpPr>
                  <a:xfrm>
                    <a:off x="173206" y="1610398"/>
                    <a:ext cx="3625907" cy="1263449"/>
                    <a:chOff x="173206" y="1610398"/>
                    <a:chExt cx="3625907" cy="1263449"/>
                  </a:xfrm>
                </p:grpSpPr>
                <p:sp>
                  <p:nvSpPr>
                    <p:cNvPr id="258" name="TextBox 257">
                      <a:extLst>
                        <a:ext uri="{FF2B5EF4-FFF2-40B4-BE49-F238E27FC236}">
                          <a16:creationId xmlns:a16="http://schemas.microsoft.com/office/drawing/2014/main" id="{CEC3551E-2FC8-F8F5-7926-92674C5B95D0}"/>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59" name="Group 258">
                      <a:extLst>
                        <a:ext uri="{FF2B5EF4-FFF2-40B4-BE49-F238E27FC236}">
                          <a16:creationId xmlns:a16="http://schemas.microsoft.com/office/drawing/2014/main" id="{A2155F6B-EAB4-804C-5FA8-DA5CCBAA970E}"/>
                        </a:ext>
                      </a:extLst>
                    </p:cNvPr>
                    <p:cNvGrpSpPr/>
                    <p:nvPr/>
                  </p:nvGrpSpPr>
                  <p:grpSpPr>
                    <a:xfrm>
                      <a:off x="173206" y="1610398"/>
                      <a:ext cx="2957810" cy="1263449"/>
                      <a:chOff x="173206" y="1610398"/>
                      <a:chExt cx="2957810" cy="1263449"/>
                    </a:xfrm>
                  </p:grpSpPr>
                  <p:sp>
                    <p:nvSpPr>
                      <p:cNvPr id="260" name="TextBox 259">
                        <a:extLst>
                          <a:ext uri="{FF2B5EF4-FFF2-40B4-BE49-F238E27FC236}">
                            <a16:creationId xmlns:a16="http://schemas.microsoft.com/office/drawing/2014/main" id="{04AFFF76-0646-CBDB-6C9C-E37508365665}"/>
                          </a:ext>
                        </a:extLst>
                      </p:cNvPr>
                      <p:cNvSpPr txBox="1"/>
                      <p:nvPr/>
                    </p:nvSpPr>
                    <p:spPr>
                      <a:xfrm>
                        <a:off x="173206" y="1610398"/>
                        <a:ext cx="1647601" cy="646331"/>
                      </a:xfrm>
                      <a:prstGeom prst="rect">
                        <a:avLst/>
                      </a:prstGeom>
                      <a:noFill/>
                    </p:spPr>
                    <p:txBody>
                      <a:bodyPr wrap="square" rtlCol="0">
                        <a:spAutoFit/>
                      </a:bodyPr>
                      <a:lstStyle/>
                      <a:p>
                        <a:r>
                          <a:rPr lang="en-SG" b="1" dirty="0">
                            <a:solidFill>
                              <a:schemeClr val="tx2">
                                <a:lumMod val="50000"/>
                              </a:schemeClr>
                            </a:solidFill>
                          </a:rPr>
                          <a:t>Jake &amp; Marks</a:t>
                        </a:r>
                      </a:p>
                      <a:p>
                        <a:endParaRPr lang="en-SG" b="1" dirty="0">
                          <a:solidFill>
                            <a:schemeClr val="tx2">
                              <a:lumMod val="50000"/>
                            </a:schemeClr>
                          </a:solidFill>
                        </a:endParaRPr>
                      </a:p>
                    </p:txBody>
                  </p:sp>
                  <p:sp>
                    <p:nvSpPr>
                      <p:cNvPr id="261" name="TextBox 260">
                        <a:extLst>
                          <a:ext uri="{FF2B5EF4-FFF2-40B4-BE49-F238E27FC236}">
                            <a16:creationId xmlns:a16="http://schemas.microsoft.com/office/drawing/2014/main" id="{2FA677F4-6F1D-45C7-3C1C-251428161225}"/>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62" name="TextBox 261">
                        <a:extLst>
                          <a:ext uri="{FF2B5EF4-FFF2-40B4-BE49-F238E27FC236}">
                            <a16:creationId xmlns:a16="http://schemas.microsoft.com/office/drawing/2014/main" id="{08860235-3187-DE7D-1903-40FEF64C802B}"/>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3"/>
                            </a:solidFill>
                          </a:rPr>
                          <a:t>~ 15 mins</a:t>
                        </a:r>
                      </a:p>
                    </p:txBody>
                  </p:sp>
                </p:grpSp>
              </p:grpSp>
            </p:grpSp>
            <p:pic>
              <p:nvPicPr>
                <p:cNvPr id="253" name="Picture 252" descr="A yellow person silhouette on a black background&#10;&#10;AI-generated content may be incorrect.">
                  <a:extLst>
                    <a:ext uri="{FF2B5EF4-FFF2-40B4-BE49-F238E27FC236}">
                      <a16:creationId xmlns:a16="http://schemas.microsoft.com/office/drawing/2014/main" id="{98FDCE39-70D9-3D8D-A1F5-D2FF140DB15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71468" y="2412758"/>
                  <a:ext cx="449085" cy="449085"/>
                </a:xfrm>
                <a:prstGeom prst="rect">
                  <a:avLst/>
                </a:prstGeom>
              </p:spPr>
            </p:pic>
            <p:pic>
              <p:nvPicPr>
                <p:cNvPr id="254" name="Picture 253" descr="A yellow person silhouette on a black background&#10;&#10;AI-generated content may be incorrect.">
                  <a:extLst>
                    <a:ext uri="{FF2B5EF4-FFF2-40B4-BE49-F238E27FC236}">
                      <a16:creationId xmlns:a16="http://schemas.microsoft.com/office/drawing/2014/main" id="{2871A971-53AA-12CE-E86C-79F8D372FF8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96732" y="2415898"/>
                  <a:ext cx="449085" cy="449085"/>
                </a:xfrm>
                <a:prstGeom prst="rect">
                  <a:avLst/>
                </a:prstGeom>
              </p:spPr>
            </p:pic>
            <p:pic>
              <p:nvPicPr>
                <p:cNvPr id="255" name="Picture 254" descr="A yellow person silhouette on a black background&#10;&#10;AI-generated content may be incorrect.">
                  <a:extLst>
                    <a:ext uri="{FF2B5EF4-FFF2-40B4-BE49-F238E27FC236}">
                      <a16:creationId xmlns:a16="http://schemas.microsoft.com/office/drawing/2014/main" id="{4D22C633-E0B4-A6D2-9BDF-EE6C5106B5C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24044" y="2415900"/>
                  <a:ext cx="449085" cy="449085"/>
                </a:xfrm>
                <a:prstGeom prst="rect">
                  <a:avLst/>
                </a:prstGeom>
              </p:spPr>
            </p:pic>
          </p:grpSp>
          <p:sp>
            <p:nvSpPr>
              <p:cNvPr id="251" name="TextBox 250">
                <a:extLst>
                  <a:ext uri="{FF2B5EF4-FFF2-40B4-BE49-F238E27FC236}">
                    <a16:creationId xmlns:a16="http://schemas.microsoft.com/office/drawing/2014/main" id="{F0FEABF5-8ED3-6EA0-7908-BCE2E41A593D}"/>
                  </a:ext>
                </a:extLst>
              </p:cNvPr>
              <p:cNvSpPr txBox="1"/>
              <p:nvPr/>
            </p:nvSpPr>
            <p:spPr>
              <a:xfrm>
                <a:off x="281771" y="2534198"/>
                <a:ext cx="1605062" cy="830265"/>
              </a:xfrm>
              <a:prstGeom prst="rect">
                <a:avLst/>
              </a:prstGeom>
              <a:noFill/>
              <a:ln>
                <a:solidFill>
                  <a:srgbClr val="2F3C7E"/>
                </a:solidFill>
              </a:ln>
            </p:spPr>
            <p:txBody>
              <a:bodyPr wrap="square" rtlCol="0">
                <a:spAutoFit/>
              </a:bodyPr>
              <a:lstStyle/>
              <a:p>
                <a:endParaRPr lang="en-SG" dirty="0"/>
              </a:p>
            </p:txBody>
          </p:sp>
        </p:grpSp>
        <p:pic>
          <p:nvPicPr>
            <p:cNvPr id="263" name="Picture 262">
              <a:extLst>
                <a:ext uri="{FF2B5EF4-FFF2-40B4-BE49-F238E27FC236}">
                  <a16:creationId xmlns:a16="http://schemas.microsoft.com/office/drawing/2014/main" id="{00D12CDD-C68D-61DD-B4A7-53A9C2E9164D}"/>
                </a:ext>
              </a:extLst>
            </p:cNvPr>
            <p:cNvPicPr>
              <a:picLocks noChangeAspect="1"/>
            </p:cNvPicPr>
            <p:nvPr/>
          </p:nvPicPr>
          <p:blipFill>
            <a:blip r:embed="rId15"/>
            <a:stretch>
              <a:fillRect/>
            </a:stretch>
          </p:blipFill>
          <p:spPr>
            <a:xfrm>
              <a:off x="7777020" y="2629546"/>
              <a:ext cx="778200" cy="778200"/>
            </a:xfrm>
            <a:prstGeom prst="rect">
              <a:avLst/>
            </a:prstGeom>
          </p:spPr>
        </p:pic>
      </p:grpSp>
      <p:grpSp>
        <p:nvGrpSpPr>
          <p:cNvPr id="311" name="Group 310">
            <a:extLst>
              <a:ext uri="{FF2B5EF4-FFF2-40B4-BE49-F238E27FC236}">
                <a16:creationId xmlns:a16="http://schemas.microsoft.com/office/drawing/2014/main" id="{0B4BDC10-ADAD-D79A-DF99-CBC3531E86EF}"/>
              </a:ext>
            </a:extLst>
          </p:cNvPr>
          <p:cNvGrpSpPr/>
          <p:nvPr/>
        </p:nvGrpSpPr>
        <p:grpSpPr>
          <a:xfrm>
            <a:off x="7894507" y="560614"/>
            <a:ext cx="4297493" cy="1304616"/>
            <a:chOff x="7894507" y="560614"/>
            <a:chExt cx="4297493" cy="1304616"/>
          </a:xfrm>
        </p:grpSpPr>
        <p:sp>
          <p:nvSpPr>
            <p:cNvPr id="195" name="Rectangle 194">
              <a:extLst>
                <a:ext uri="{FF2B5EF4-FFF2-40B4-BE49-F238E27FC236}">
                  <a16:creationId xmlns:a16="http://schemas.microsoft.com/office/drawing/2014/main" id="{32EB713C-DB68-06C8-7B1E-7C20BDC115CC}"/>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296" name="Group 295">
              <a:extLst>
                <a:ext uri="{FF2B5EF4-FFF2-40B4-BE49-F238E27FC236}">
                  <a16:creationId xmlns:a16="http://schemas.microsoft.com/office/drawing/2014/main" id="{70C38DC0-8AA9-4222-A8DD-AE8F19142CB1}"/>
                </a:ext>
              </a:extLst>
            </p:cNvPr>
            <p:cNvGrpSpPr/>
            <p:nvPr/>
          </p:nvGrpSpPr>
          <p:grpSpPr>
            <a:xfrm>
              <a:off x="7930588" y="626794"/>
              <a:ext cx="3160336" cy="1176250"/>
              <a:chOff x="7930588" y="626794"/>
              <a:chExt cx="3160336" cy="1176250"/>
            </a:xfrm>
          </p:grpSpPr>
          <p:sp>
            <p:nvSpPr>
              <p:cNvPr id="287" name="TextBox 286">
                <a:extLst>
                  <a:ext uri="{FF2B5EF4-FFF2-40B4-BE49-F238E27FC236}">
                    <a16:creationId xmlns:a16="http://schemas.microsoft.com/office/drawing/2014/main" id="{A8B459C2-BB2E-CB59-F74F-FD79E5B9CDE2}"/>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grpSp>
            <p:nvGrpSpPr>
              <p:cNvPr id="289" name="Group 288">
                <a:extLst>
                  <a:ext uri="{FF2B5EF4-FFF2-40B4-BE49-F238E27FC236}">
                    <a16:creationId xmlns:a16="http://schemas.microsoft.com/office/drawing/2014/main" id="{E641E600-9D2A-0C64-6D99-7CD8549D97F8}"/>
                  </a:ext>
                </a:extLst>
              </p:cNvPr>
              <p:cNvGrpSpPr/>
              <p:nvPr/>
            </p:nvGrpSpPr>
            <p:grpSpPr>
              <a:xfrm>
                <a:off x="7982250" y="1022704"/>
                <a:ext cx="1222466" cy="780340"/>
                <a:chOff x="7982250" y="1022704"/>
                <a:chExt cx="1222466" cy="780340"/>
              </a:xfrm>
            </p:grpSpPr>
            <p:pic>
              <p:nvPicPr>
                <p:cNvPr id="286" name="Picture 285">
                  <a:extLst>
                    <a:ext uri="{FF2B5EF4-FFF2-40B4-BE49-F238E27FC236}">
                      <a16:creationId xmlns:a16="http://schemas.microsoft.com/office/drawing/2014/main" id="{E0E3B150-25C7-7CF8-0970-49EAFAB18B10}"/>
                    </a:ext>
                  </a:extLst>
                </p:cNvPr>
                <p:cNvPicPr>
                  <a:picLocks noChangeAspect="1"/>
                </p:cNvPicPr>
                <p:nvPr/>
              </p:nvPicPr>
              <p:blipFill>
                <a:blip r:embed="rId16"/>
                <a:stretch>
                  <a:fillRect/>
                </a:stretch>
              </p:blipFill>
              <p:spPr>
                <a:xfrm>
                  <a:off x="7982250" y="1022704"/>
                  <a:ext cx="772868" cy="772868"/>
                </a:xfrm>
                <a:prstGeom prst="rect">
                  <a:avLst/>
                </a:prstGeom>
              </p:spPr>
            </p:pic>
            <p:pic>
              <p:nvPicPr>
                <p:cNvPr id="288" name="Picture 287">
                  <a:extLst>
                    <a:ext uri="{FF2B5EF4-FFF2-40B4-BE49-F238E27FC236}">
                      <a16:creationId xmlns:a16="http://schemas.microsoft.com/office/drawing/2014/main" id="{72000DFF-6C19-9367-91DF-3D4F1B307538}"/>
                    </a:ext>
                  </a:extLst>
                </p:cNvPr>
                <p:cNvPicPr>
                  <a:picLocks noChangeAspect="1"/>
                </p:cNvPicPr>
                <p:nvPr/>
              </p:nvPicPr>
              <p:blipFill>
                <a:blip r:embed="rId17"/>
                <a:srcRect t="60238"/>
                <a:stretch>
                  <a:fillRect/>
                </a:stretch>
              </p:blipFill>
              <p:spPr>
                <a:xfrm>
                  <a:off x="8431848" y="1487261"/>
                  <a:ext cx="772868" cy="315783"/>
                </a:xfrm>
                <a:prstGeom prst="rect">
                  <a:avLst/>
                </a:prstGeom>
              </p:spPr>
            </p:pic>
          </p:grpSp>
          <p:sp>
            <p:nvSpPr>
              <p:cNvPr id="290" name="TextBox 289">
                <a:extLst>
                  <a:ext uri="{FF2B5EF4-FFF2-40B4-BE49-F238E27FC236}">
                    <a16:creationId xmlns:a16="http://schemas.microsoft.com/office/drawing/2014/main" id="{4A7FF9E3-DBE9-4193-3B29-5D128DAA9EF2}"/>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291" name="TextBox 290">
                <a:extLst>
                  <a:ext uri="{FF2B5EF4-FFF2-40B4-BE49-F238E27FC236}">
                    <a16:creationId xmlns:a16="http://schemas.microsoft.com/office/drawing/2014/main" id="{7C0846DF-874B-E99B-F799-DE3D3AF60699}"/>
                  </a:ext>
                </a:extLst>
              </p:cNvPr>
              <p:cNvSpPr txBox="1"/>
              <p:nvPr/>
            </p:nvSpPr>
            <p:spPr>
              <a:xfrm>
                <a:off x="7930588" y="626794"/>
                <a:ext cx="1647601" cy="646331"/>
              </a:xfrm>
              <a:prstGeom prst="rect">
                <a:avLst/>
              </a:prstGeom>
              <a:noFill/>
            </p:spPr>
            <p:txBody>
              <a:bodyPr wrap="square" rtlCol="0">
                <a:spAutoFit/>
              </a:bodyPr>
              <a:lstStyle/>
              <a:p>
                <a:r>
                  <a:rPr lang="en-SG" b="1" dirty="0">
                    <a:solidFill>
                      <a:schemeClr val="tx2">
                        <a:lumMod val="50000"/>
                      </a:schemeClr>
                    </a:solidFill>
                  </a:rPr>
                  <a:t>Musical B’</a:t>
                </a:r>
              </a:p>
              <a:p>
                <a:endParaRPr lang="en-SG" b="1" dirty="0">
                  <a:solidFill>
                    <a:schemeClr val="tx2">
                      <a:lumMod val="50000"/>
                    </a:schemeClr>
                  </a:solidFill>
                </a:endParaRPr>
              </a:p>
            </p:txBody>
          </p:sp>
          <p:sp>
            <p:nvSpPr>
              <p:cNvPr id="292" name="TextBox 291">
                <a:extLst>
                  <a:ext uri="{FF2B5EF4-FFF2-40B4-BE49-F238E27FC236}">
                    <a16:creationId xmlns:a16="http://schemas.microsoft.com/office/drawing/2014/main" id="{915F4DE4-0EB0-5057-3796-FFA0E5F9F5A1}"/>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293" name="TextBox 292">
                <a:extLst>
                  <a:ext uri="{FF2B5EF4-FFF2-40B4-BE49-F238E27FC236}">
                    <a16:creationId xmlns:a16="http://schemas.microsoft.com/office/drawing/2014/main" id="{9CDD31D5-DDBD-C27E-FE3D-A0991C74AEF5}"/>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11:00 AM</a:t>
                </a:r>
              </a:p>
            </p:txBody>
          </p:sp>
          <p:sp>
            <p:nvSpPr>
              <p:cNvPr id="295" name="TextBox 294">
                <a:extLst>
                  <a:ext uri="{FF2B5EF4-FFF2-40B4-BE49-F238E27FC236}">
                    <a16:creationId xmlns:a16="http://schemas.microsoft.com/office/drawing/2014/main" id="{D2A5D670-BED3-2FD5-524D-0D86BE7817B5}"/>
                  </a:ext>
                </a:extLst>
              </p:cNvPr>
              <p:cNvSpPr txBox="1"/>
              <p:nvPr/>
            </p:nvSpPr>
            <p:spPr>
              <a:xfrm>
                <a:off x="10046183" y="1449798"/>
                <a:ext cx="1044741" cy="307777"/>
              </a:xfrm>
              <a:prstGeom prst="rect">
                <a:avLst/>
              </a:prstGeom>
              <a:noFill/>
            </p:spPr>
            <p:txBody>
              <a:bodyPr wrap="square" rtlCol="0">
                <a:spAutoFit/>
              </a:bodyPr>
              <a:lstStyle/>
              <a:p>
                <a:r>
                  <a:rPr lang="en-SG" sz="1400" b="1" dirty="0">
                    <a:solidFill>
                      <a:schemeClr val="accent1"/>
                    </a:solidFill>
                  </a:rPr>
                  <a:t>Theatre</a:t>
                </a:r>
              </a:p>
            </p:txBody>
          </p:sp>
        </p:grpSp>
      </p:grpSp>
      <p:grpSp>
        <p:nvGrpSpPr>
          <p:cNvPr id="340" name="Group 339">
            <a:extLst>
              <a:ext uri="{FF2B5EF4-FFF2-40B4-BE49-F238E27FC236}">
                <a16:creationId xmlns:a16="http://schemas.microsoft.com/office/drawing/2014/main" id="{829F2459-1EC4-845E-FC02-D8CA73E0D264}"/>
              </a:ext>
            </a:extLst>
          </p:cNvPr>
          <p:cNvGrpSpPr/>
          <p:nvPr/>
        </p:nvGrpSpPr>
        <p:grpSpPr>
          <a:xfrm>
            <a:off x="7894505" y="1865917"/>
            <a:ext cx="4297493" cy="1304616"/>
            <a:chOff x="7894505" y="1865917"/>
            <a:chExt cx="4297493" cy="1304616"/>
          </a:xfrm>
        </p:grpSpPr>
        <p:grpSp>
          <p:nvGrpSpPr>
            <p:cNvPr id="312" name="Group 311">
              <a:extLst>
                <a:ext uri="{FF2B5EF4-FFF2-40B4-BE49-F238E27FC236}">
                  <a16:creationId xmlns:a16="http://schemas.microsoft.com/office/drawing/2014/main" id="{C0604373-B5D7-A86B-A2A4-5985D18F432B}"/>
                </a:ext>
              </a:extLst>
            </p:cNvPr>
            <p:cNvGrpSpPr/>
            <p:nvPr/>
          </p:nvGrpSpPr>
          <p:grpSpPr>
            <a:xfrm>
              <a:off x="7894505" y="1865917"/>
              <a:ext cx="4297493" cy="1304616"/>
              <a:chOff x="7894507" y="560614"/>
              <a:chExt cx="4297493" cy="1304616"/>
            </a:xfrm>
          </p:grpSpPr>
          <p:sp>
            <p:nvSpPr>
              <p:cNvPr id="313" name="Rectangle 312">
                <a:extLst>
                  <a:ext uri="{FF2B5EF4-FFF2-40B4-BE49-F238E27FC236}">
                    <a16:creationId xmlns:a16="http://schemas.microsoft.com/office/drawing/2014/main" id="{47FB6B6B-4DAF-E6FD-2301-6F22D35B55D5}"/>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14" name="Group 313">
                <a:extLst>
                  <a:ext uri="{FF2B5EF4-FFF2-40B4-BE49-F238E27FC236}">
                    <a16:creationId xmlns:a16="http://schemas.microsoft.com/office/drawing/2014/main" id="{EACFB542-60E4-EEF2-86BC-F9D7C87C2C2C}"/>
                  </a:ext>
                </a:extLst>
              </p:cNvPr>
              <p:cNvGrpSpPr/>
              <p:nvPr/>
            </p:nvGrpSpPr>
            <p:grpSpPr>
              <a:xfrm>
                <a:off x="7930588" y="626794"/>
                <a:ext cx="3160336" cy="1165223"/>
                <a:chOff x="7930588" y="626794"/>
                <a:chExt cx="3160336" cy="1165223"/>
              </a:xfrm>
            </p:grpSpPr>
            <p:sp>
              <p:nvSpPr>
                <p:cNvPr id="315" name="TextBox 314">
                  <a:extLst>
                    <a:ext uri="{FF2B5EF4-FFF2-40B4-BE49-F238E27FC236}">
                      <a16:creationId xmlns:a16="http://schemas.microsoft.com/office/drawing/2014/main" id="{D0BFE601-92A9-46D8-F0B5-614901AD0793}"/>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sp>
              <p:nvSpPr>
                <p:cNvPr id="317" name="TextBox 316">
                  <a:extLst>
                    <a:ext uri="{FF2B5EF4-FFF2-40B4-BE49-F238E27FC236}">
                      <a16:creationId xmlns:a16="http://schemas.microsoft.com/office/drawing/2014/main" id="{1C431224-F556-8C2A-DB67-619F965177BE}"/>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318" name="TextBox 317">
                  <a:extLst>
                    <a:ext uri="{FF2B5EF4-FFF2-40B4-BE49-F238E27FC236}">
                      <a16:creationId xmlns:a16="http://schemas.microsoft.com/office/drawing/2014/main" id="{87B39EC0-E791-4534-7FB9-D4B3EDF74B74}"/>
                    </a:ext>
                  </a:extLst>
                </p:cNvPr>
                <p:cNvSpPr txBox="1"/>
                <p:nvPr/>
              </p:nvSpPr>
              <p:spPr>
                <a:xfrm>
                  <a:off x="7930588" y="626794"/>
                  <a:ext cx="1743694" cy="646331"/>
                </a:xfrm>
                <a:prstGeom prst="rect">
                  <a:avLst/>
                </a:prstGeom>
                <a:noFill/>
              </p:spPr>
              <p:txBody>
                <a:bodyPr wrap="square" rtlCol="0">
                  <a:spAutoFit/>
                </a:bodyPr>
                <a:lstStyle/>
                <a:p>
                  <a:r>
                    <a:rPr lang="en-SG" b="1" dirty="0">
                      <a:solidFill>
                        <a:schemeClr val="tx2">
                          <a:lumMod val="50000"/>
                        </a:schemeClr>
                      </a:solidFill>
                    </a:rPr>
                    <a:t>Ocean Fantasy</a:t>
                  </a:r>
                </a:p>
                <a:p>
                  <a:endParaRPr lang="en-SG" b="1" dirty="0">
                    <a:solidFill>
                      <a:schemeClr val="tx2">
                        <a:lumMod val="50000"/>
                      </a:schemeClr>
                    </a:solidFill>
                  </a:endParaRPr>
                </a:p>
              </p:txBody>
            </p:sp>
            <p:sp>
              <p:nvSpPr>
                <p:cNvPr id="319" name="TextBox 318">
                  <a:extLst>
                    <a:ext uri="{FF2B5EF4-FFF2-40B4-BE49-F238E27FC236}">
                      <a16:creationId xmlns:a16="http://schemas.microsoft.com/office/drawing/2014/main" id="{6C3D07D3-4525-075A-0972-C37B8C808C25}"/>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320" name="TextBox 319">
                  <a:extLst>
                    <a:ext uri="{FF2B5EF4-FFF2-40B4-BE49-F238E27FC236}">
                      <a16:creationId xmlns:a16="http://schemas.microsoft.com/office/drawing/2014/main" id="{D47CDEA1-FE62-324E-E476-17D60976A4E6}"/>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12:00 PM</a:t>
                  </a:r>
                </a:p>
              </p:txBody>
            </p:sp>
            <p:sp>
              <p:nvSpPr>
                <p:cNvPr id="321" name="TextBox 320">
                  <a:extLst>
                    <a:ext uri="{FF2B5EF4-FFF2-40B4-BE49-F238E27FC236}">
                      <a16:creationId xmlns:a16="http://schemas.microsoft.com/office/drawing/2014/main" id="{1E0D280C-4505-0D8A-4C74-DF7000047A3C}"/>
                    </a:ext>
                  </a:extLst>
                </p:cNvPr>
                <p:cNvSpPr txBox="1"/>
                <p:nvPr/>
              </p:nvSpPr>
              <p:spPr>
                <a:xfrm>
                  <a:off x="10046183" y="1449798"/>
                  <a:ext cx="1044741" cy="307777"/>
                </a:xfrm>
                <a:prstGeom prst="rect">
                  <a:avLst/>
                </a:prstGeom>
                <a:noFill/>
              </p:spPr>
              <p:txBody>
                <a:bodyPr wrap="square" rtlCol="0">
                  <a:spAutoFit/>
                </a:bodyPr>
                <a:lstStyle/>
                <a:p>
                  <a:r>
                    <a:rPr lang="en-SG" sz="1400" b="1" dirty="0">
                      <a:solidFill>
                        <a:schemeClr val="accent1"/>
                      </a:solidFill>
                    </a:rPr>
                    <a:t>Sea World</a:t>
                  </a:r>
                </a:p>
              </p:txBody>
            </p:sp>
          </p:grpSp>
        </p:grpSp>
        <p:grpSp>
          <p:nvGrpSpPr>
            <p:cNvPr id="339" name="Group 338">
              <a:extLst>
                <a:ext uri="{FF2B5EF4-FFF2-40B4-BE49-F238E27FC236}">
                  <a16:creationId xmlns:a16="http://schemas.microsoft.com/office/drawing/2014/main" id="{0E0A7280-C8A3-745D-6DCA-9DF09A45ECB1}"/>
                </a:ext>
              </a:extLst>
            </p:cNvPr>
            <p:cNvGrpSpPr/>
            <p:nvPr/>
          </p:nvGrpSpPr>
          <p:grpSpPr>
            <a:xfrm>
              <a:off x="8012883" y="2287713"/>
              <a:ext cx="1546800" cy="795567"/>
              <a:chOff x="8012883" y="2287713"/>
              <a:chExt cx="1546800" cy="795567"/>
            </a:xfrm>
          </p:grpSpPr>
          <p:pic>
            <p:nvPicPr>
              <p:cNvPr id="337" name="Picture 336">
                <a:extLst>
                  <a:ext uri="{FF2B5EF4-FFF2-40B4-BE49-F238E27FC236}">
                    <a16:creationId xmlns:a16="http://schemas.microsoft.com/office/drawing/2014/main" id="{21E816BD-FC03-8675-8E97-47E932943E05}"/>
                  </a:ext>
                </a:extLst>
              </p:cNvPr>
              <p:cNvPicPr>
                <a:picLocks noChangeAspect="1"/>
              </p:cNvPicPr>
              <p:nvPr/>
            </p:nvPicPr>
            <p:blipFill>
              <a:blip r:embed="rId18"/>
              <a:stretch>
                <a:fillRect/>
              </a:stretch>
            </p:blipFill>
            <p:spPr>
              <a:xfrm>
                <a:off x="8012883" y="2287713"/>
                <a:ext cx="1031200" cy="795567"/>
              </a:xfrm>
              <a:prstGeom prst="rect">
                <a:avLst/>
              </a:prstGeom>
            </p:spPr>
          </p:pic>
          <p:pic>
            <p:nvPicPr>
              <p:cNvPr id="338" name="Picture 337">
                <a:extLst>
                  <a:ext uri="{FF2B5EF4-FFF2-40B4-BE49-F238E27FC236}">
                    <a16:creationId xmlns:a16="http://schemas.microsoft.com/office/drawing/2014/main" id="{5CFCD97C-D2F5-0DDD-C7FF-56477F0FDEBE}"/>
                  </a:ext>
                </a:extLst>
              </p:cNvPr>
              <p:cNvPicPr>
                <a:picLocks noChangeAspect="1"/>
              </p:cNvPicPr>
              <p:nvPr/>
            </p:nvPicPr>
            <p:blipFill>
              <a:blip r:embed="rId18"/>
              <a:srcRect t="67150"/>
              <a:stretch>
                <a:fillRect/>
              </a:stretch>
            </p:blipFill>
            <p:spPr>
              <a:xfrm>
                <a:off x="8528483" y="2819155"/>
                <a:ext cx="1031200" cy="261342"/>
              </a:xfrm>
              <a:prstGeom prst="rect">
                <a:avLst/>
              </a:prstGeom>
            </p:spPr>
          </p:pic>
        </p:grpSp>
      </p:grpSp>
      <p:sp>
        <p:nvSpPr>
          <p:cNvPr id="18" name="Freeform: Shape 17">
            <a:extLst>
              <a:ext uri="{FF2B5EF4-FFF2-40B4-BE49-F238E27FC236}">
                <a16:creationId xmlns:a16="http://schemas.microsoft.com/office/drawing/2014/main" id="{6922C062-558E-F78C-FF17-A4133E2A491E}"/>
              </a:ext>
            </a:extLst>
          </p:cNvPr>
          <p:cNvSpPr/>
          <p:nvPr/>
        </p:nvSpPr>
        <p:spPr>
          <a:xfrm>
            <a:off x="3230991" y="423128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7" name="Group 6">
            <a:extLst>
              <a:ext uri="{FF2B5EF4-FFF2-40B4-BE49-F238E27FC236}">
                <a16:creationId xmlns:a16="http://schemas.microsoft.com/office/drawing/2014/main" id="{FEE10BB1-AEF8-4D45-7AE8-14C63D598A89}"/>
              </a:ext>
            </a:extLst>
          </p:cNvPr>
          <p:cNvGrpSpPr/>
          <p:nvPr/>
        </p:nvGrpSpPr>
        <p:grpSpPr>
          <a:xfrm>
            <a:off x="1133665" y="4827572"/>
            <a:ext cx="949311" cy="936585"/>
            <a:chOff x="1133665" y="4827572"/>
            <a:chExt cx="949311" cy="936585"/>
          </a:xfrm>
        </p:grpSpPr>
        <p:grpSp>
          <p:nvGrpSpPr>
            <p:cNvPr id="78" name="Group 77">
              <a:extLst>
                <a:ext uri="{FF2B5EF4-FFF2-40B4-BE49-F238E27FC236}">
                  <a16:creationId xmlns:a16="http://schemas.microsoft.com/office/drawing/2014/main" id="{60254E8A-2EDD-BF63-A65B-56EB83243FA2}"/>
                </a:ext>
              </a:extLst>
            </p:cNvPr>
            <p:cNvGrpSpPr/>
            <p:nvPr/>
          </p:nvGrpSpPr>
          <p:grpSpPr>
            <a:xfrm>
              <a:off x="1133665" y="4827572"/>
              <a:ext cx="949311" cy="936585"/>
              <a:chOff x="929362" y="4727466"/>
              <a:chExt cx="1128802" cy="1113670"/>
            </a:xfrm>
          </p:grpSpPr>
          <p:sp>
            <p:nvSpPr>
              <p:cNvPr id="80" name="L-Shape 79">
                <a:extLst>
                  <a:ext uri="{FF2B5EF4-FFF2-40B4-BE49-F238E27FC236}">
                    <a16:creationId xmlns:a16="http://schemas.microsoft.com/office/drawing/2014/main" id="{8DE9565D-57CD-9700-3708-2B3A4B9DF712}"/>
                  </a:ext>
                </a:extLst>
              </p:cNvPr>
              <p:cNvSpPr/>
              <p:nvPr userDrawn="1"/>
            </p:nvSpPr>
            <p:spPr>
              <a:xfrm>
                <a:off x="929363" y="5480272"/>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1" name="L-Shape 80">
                <a:extLst>
                  <a:ext uri="{FF2B5EF4-FFF2-40B4-BE49-F238E27FC236}">
                    <a16:creationId xmlns:a16="http://schemas.microsoft.com/office/drawing/2014/main" id="{1894536F-2C61-77A6-571E-7C185440A1A3}"/>
                  </a:ext>
                </a:extLst>
              </p:cNvPr>
              <p:cNvSpPr/>
              <p:nvPr userDrawn="1"/>
            </p:nvSpPr>
            <p:spPr>
              <a:xfrm flipH="1">
                <a:off x="1698163" y="5508839"/>
                <a:ext cx="360001" cy="332297"/>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2" name="L-Shape 81">
                <a:extLst>
                  <a:ext uri="{FF2B5EF4-FFF2-40B4-BE49-F238E27FC236}">
                    <a16:creationId xmlns:a16="http://schemas.microsoft.com/office/drawing/2014/main" id="{64AAA849-7981-2A1D-594E-292F4E114FB1}"/>
                  </a:ext>
                </a:extLst>
              </p:cNvPr>
              <p:cNvSpPr/>
              <p:nvPr userDrawn="1"/>
            </p:nvSpPr>
            <p:spPr>
              <a:xfrm rot="5400000">
                <a:off x="929363" y="4728190"/>
                <a:ext cx="360000" cy="360001"/>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3" name="L-Shape 82">
                <a:extLst>
                  <a:ext uri="{FF2B5EF4-FFF2-40B4-BE49-F238E27FC236}">
                    <a16:creationId xmlns:a16="http://schemas.microsoft.com/office/drawing/2014/main" id="{C50C6A09-2FC8-6B38-4E6D-4BE65E17992F}"/>
                  </a:ext>
                </a:extLst>
              </p:cNvPr>
              <p:cNvSpPr/>
              <p:nvPr userDrawn="1"/>
            </p:nvSpPr>
            <p:spPr>
              <a:xfrm rot="10800000">
                <a:off x="1698161" y="4727466"/>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pic>
          <p:nvPicPr>
            <p:cNvPr id="6" name="Picture 5">
              <a:extLst>
                <a:ext uri="{FF2B5EF4-FFF2-40B4-BE49-F238E27FC236}">
                  <a16:creationId xmlns:a16="http://schemas.microsoft.com/office/drawing/2014/main" id="{349D7A54-22D6-A647-42C5-BA0711957D41}"/>
                </a:ext>
              </a:extLst>
            </p:cNvPr>
            <p:cNvPicPr>
              <a:picLocks noChangeAspect="1"/>
            </p:cNvPicPr>
            <p:nvPr/>
          </p:nvPicPr>
          <p:blipFill>
            <a:blip r:embed="rId19"/>
            <a:stretch>
              <a:fillRect/>
            </a:stretch>
          </p:blipFill>
          <p:spPr>
            <a:xfrm>
              <a:off x="1234217" y="4922668"/>
              <a:ext cx="748205" cy="748205"/>
            </a:xfrm>
            <a:prstGeom prst="rect">
              <a:avLst/>
            </a:prstGeom>
            <a:ln>
              <a:noFill/>
            </a:ln>
          </p:spPr>
        </p:pic>
      </p:grpSp>
      <p:grpSp>
        <p:nvGrpSpPr>
          <p:cNvPr id="31" name="Group 30">
            <a:extLst>
              <a:ext uri="{FF2B5EF4-FFF2-40B4-BE49-F238E27FC236}">
                <a16:creationId xmlns:a16="http://schemas.microsoft.com/office/drawing/2014/main" id="{44856255-24F0-9F2A-06DB-E035BE49E97E}"/>
              </a:ext>
            </a:extLst>
          </p:cNvPr>
          <p:cNvGrpSpPr/>
          <p:nvPr/>
        </p:nvGrpSpPr>
        <p:grpSpPr>
          <a:xfrm>
            <a:off x="3216645" y="4215089"/>
            <a:ext cx="971932" cy="552452"/>
            <a:chOff x="3216645" y="4215089"/>
            <a:chExt cx="971932" cy="552452"/>
          </a:xfrm>
        </p:grpSpPr>
        <p:sp>
          <p:nvSpPr>
            <p:cNvPr id="200" name="Rectangle 199">
              <a:extLst>
                <a:ext uri="{FF2B5EF4-FFF2-40B4-BE49-F238E27FC236}">
                  <a16:creationId xmlns:a16="http://schemas.microsoft.com/office/drawing/2014/main" id="{DD8EDC94-454C-761C-4F23-FE62FC9525FF}"/>
                </a:ext>
              </a:extLst>
            </p:cNvPr>
            <p:cNvSpPr/>
            <p:nvPr userDrawn="1"/>
          </p:nvSpPr>
          <p:spPr>
            <a:xfrm>
              <a:off x="3216645" y="4215089"/>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199" name="TextBox 198">
              <a:extLst>
                <a:ext uri="{FF2B5EF4-FFF2-40B4-BE49-F238E27FC236}">
                  <a16:creationId xmlns:a16="http://schemas.microsoft.com/office/drawing/2014/main" id="{B39EF496-9CC7-A223-798E-D609C2DB2CDD}"/>
                </a:ext>
              </a:extLst>
            </p:cNvPr>
            <p:cNvSpPr txBox="1"/>
            <p:nvPr userDrawn="1"/>
          </p:nvSpPr>
          <p:spPr>
            <a:xfrm>
              <a:off x="3216645" y="4260482"/>
              <a:ext cx="971930" cy="461665"/>
            </a:xfrm>
            <a:prstGeom prst="rect">
              <a:avLst/>
            </a:prstGeom>
            <a:noFill/>
            <a:ln>
              <a:noFill/>
            </a:ln>
          </p:spPr>
          <p:txBody>
            <a:bodyPr wrap="square" rtlCol="0">
              <a:spAutoFit/>
            </a:bodyPr>
            <a:lstStyle/>
            <a:p>
              <a:pPr algn="ctr"/>
              <a:r>
                <a:rPr lang="en-SG" sz="2400" b="1" dirty="0">
                  <a:solidFill>
                    <a:srgbClr val="2F3C7E"/>
                  </a:solidFill>
                  <a:latin typeface="+mj-lt"/>
                </a:rPr>
                <a:t>MAP</a:t>
              </a:r>
            </a:p>
          </p:txBody>
        </p:sp>
      </p:grpSp>
      <p:pic>
        <p:nvPicPr>
          <p:cNvPr id="346" name="Picture 345">
            <a:extLst>
              <a:ext uri="{FF2B5EF4-FFF2-40B4-BE49-F238E27FC236}">
                <a16:creationId xmlns:a16="http://schemas.microsoft.com/office/drawing/2014/main" id="{503E8725-F68C-2E1C-78E6-F4372EA03FEF}"/>
              </a:ext>
            </a:extLst>
          </p:cNvPr>
          <p:cNvPicPr>
            <a:picLocks noChangeAspect="1"/>
          </p:cNvPicPr>
          <p:nvPr/>
        </p:nvPicPr>
        <p:blipFill>
          <a:blip r:embed="rId20"/>
          <a:srcRect l="16117" r="13552"/>
          <a:stretch>
            <a:fillRect/>
          </a:stretch>
        </p:blipFill>
        <p:spPr>
          <a:xfrm>
            <a:off x="5948005" y="5268685"/>
            <a:ext cx="334895" cy="476171"/>
          </a:xfrm>
          <a:prstGeom prst="rect">
            <a:avLst/>
          </a:prstGeom>
        </p:spPr>
      </p:pic>
      <p:pic>
        <p:nvPicPr>
          <p:cNvPr id="347" name="Picture 346">
            <a:hlinkClick r:id="rId21" action="ppaction://hlinksldjump"/>
            <a:extLst>
              <a:ext uri="{FF2B5EF4-FFF2-40B4-BE49-F238E27FC236}">
                <a16:creationId xmlns:a16="http://schemas.microsoft.com/office/drawing/2014/main" id="{7165E9D6-1FFA-779B-62DA-A343D5C866CB}"/>
              </a:ext>
            </a:extLst>
          </p:cNvPr>
          <p:cNvPicPr>
            <a:picLocks noChangeAspect="1"/>
          </p:cNvPicPr>
          <p:nvPr/>
        </p:nvPicPr>
        <p:blipFill>
          <a:blip r:embed="rId15"/>
          <a:stretch>
            <a:fillRect/>
          </a:stretch>
        </p:blipFill>
        <p:spPr>
          <a:xfrm>
            <a:off x="4757445" y="6000662"/>
            <a:ext cx="347891" cy="347891"/>
          </a:xfrm>
          <a:prstGeom prst="rect">
            <a:avLst/>
          </a:prstGeom>
        </p:spPr>
      </p:pic>
      <p:pic>
        <p:nvPicPr>
          <p:cNvPr id="350" name="Picture 349">
            <a:extLst>
              <a:ext uri="{FF2B5EF4-FFF2-40B4-BE49-F238E27FC236}">
                <a16:creationId xmlns:a16="http://schemas.microsoft.com/office/drawing/2014/main" id="{18CB6F47-B648-38F3-38BC-FE36090E165E}"/>
              </a:ext>
            </a:extLst>
          </p:cNvPr>
          <p:cNvPicPr>
            <a:picLocks noChangeAspect="1"/>
          </p:cNvPicPr>
          <p:nvPr/>
        </p:nvPicPr>
        <p:blipFill>
          <a:blip r:embed="rId3"/>
          <a:stretch>
            <a:fillRect/>
          </a:stretch>
        </p:blipFill>
        <p:spPr>
          <a:xfrm>
            <a:off x="3478261" y="5305504"/>
            <a:ext cx="778291" cy="390601"/>
          </a:xfrm>
          <a:prstGeom prst="rect">
            <a:avLst/>
          </a:prstGeom>
          <a:ln>
            <a:noFill/>
          </a:ln>
        </p:spPr>
      </p:pic>
      <p:grpSp>
        <p:nvGrpSpPr>
          <p:cNvPr id="19" name="Group 18">
            <a:extLst>
              <a:ext uri="{FF2B5EF4-FFF2-40B4-BE49-F238E27FC236}">
                <a16:creationId xmlns:a16="http://schemas.microsoft.com/office/drawing/2014/main" id="{37BB33B7-134B-92B7-F4C3-3F02062508B8}"/>
              </a:ext>
            </a:extLst>
          </p:cNvPr>
          <p:cNvGrpSpPr/>
          <p:nvPr/>
        </p:nvGrpSpPr>
        <p:grpSpPr>
          <a:xfrm>
            <a:off x="5587919" y="4217828"/>
            <a:ext cx="1016161" cy="353526"/>
            <a:chOff x="5586845" y="4846215"/>
            <a:chExt cx="1016161" cy="353526"/>
          </a:xfrm>
        </p:grpSpPr>
        <p:sp>
          <p:nvSpPr>
            <p:cNvPr id="203" name="Rectangle 202">
              <a:extLst>
                <a:ext uri="{FF2B5EF4-FFF2-40B4-BE49-F238E27FC236}">
                  <a16:creationId xmlns:a16="http://schemas.microsoft.com/office/drawing/2014/main" id="{C4F861CB-8066-DD6B-1A5F-043E960CC58C}"/>
                </a:ext>
              </a:extLst>
            </p:cNvPr>
            <p:cNvSpPr/>
            <p:nvPr userDrawn="1"/>
          </p:nvSpPr>
          <p:spPr>
            <a:xfrm>
              <a:off x="5588996" y="4846215"/>
              <a:ext cx="1014010" cy="353526"/>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202" name="TextBox 201">
              <a:extLst>
                <a:ext uri="{FF2B5EF4-FFF2-40B4-BE49-F238E27FC236}">
                  <a16:creationId xmlns:a16="http://schemas.microsoft.com/office/drawing/2014/main" id="{C294FC19-73C9-918D-E914-954A1EAA382B}"/>
                </a:ext>
              </a:extLst>
            </p:cNvPr>
            <p:cNvSpPr txBox="1"/>
            <p:nvPr userDrawn="1"/>
          </p:nvSpPr>
          <p:spPr>
            <a:xfrm>
              <a:off x="5586845" y="4869089"/>
              <a:ext cx="1014010" cy="307777"/>
            </a:xfrm>
            <a:prstGeom prst="rect">
              <a:avLst/>
            </a:prstGeom>
            <a:noFill/>
            <a:ln>
              <a:noFill/>
            </a:ln>
          </p:spPr>
          <p:txBody>
            <a:bodyPr wrap="square" rtlCol="0">
              <a:spAutoFit/>
            </a:bodyPr>
            <a:lstStyle/>
            <a:p>
              <a:pPr algn="ctr"/>
              <a:r>
                <a:rPr lang="en-SG" sz="1400" b="1" dirty="0">
                  <a:solidFill>
                    <a:srgbClr val="2F3C7E"/>
                  </a:solidFill>
                  <a:latin typeface="+mn-lt"/>
                </a:rPr>
                <a:t>Touch Me!</a:t>
              </a:r>
            </a:p>
          </p:txBody>
        </p:sp>
      </p:grpSp>
      <p:grpSp>
        <p:nvGrpSpPr>
          <p:cNvPr id="28" name="Group 27">
            <a:extLst>
              <a:ext uri="{FF2B5EF4-FFF2-40B4-BE49-F238E27FC236}">
                <a16:creationId xmlns:a16="http://schemas.microsoft.com/office/drawing/2014/main" id="{AF71BBFF-CCA7-BB40-E1B9-3119AFBC0248}"/>
              </a:ext>
            </a:extLst>
          </p:cNvPr>
          <p:cNvGrpSpPr/>
          <p:nvPr/>
        </p:nvGrpSpPr>
        <p:grpSpPr>
          <a:xfrm>
            <a:off x="7620370" y="4729264"/>
            <a:ext cx="1014010" cy="693309"/>
            <a:chOff x="7620370" y="4729264"/>
            <a:chExt cx="1014010" cy="693309"/>
          </a:xfrm>
        </p:grpSpPr>
        <p:pic>
          <p:nvPicPr>
            <p:cNvPr id="354" name="Picture 353">
              <a:extLst>
                <a:ext uri="{FF2B5EF4-FFF2-40B4-BE49-F238E27FC236}">
                  <a16:creationId xmlns:a16="http://schemas.microsoft.com/office/drawing/2014/main" id="{BBF812E9-0173-B0B8-4141-A43A399B0526}"/>
                </a:ext>
              </a:extLst>
            </p:cNvPr>
            <p:cNvPicPr>
              <a:picLocks noChangeAspect="1"/>
            </p:cNvPicPr>
            <p:nvPr/>
          </p:nvPicPr>
          <p:blipFill>
            <a:blip r:embed="rId22"/>
            <a:stretch>
              <a:fillRect/>
            </a:stretch>
          </p:blipFill>
          <p:spPr>
            <a:xfrm>
              <a:off x="7884122" y="4729264"/>
              <a:ext cx="446487" cy="446487"/>
            </a:xfrm>
            <a:prstGeom prst="rect">
              <a:avLst/>
            </a:prstGeom>
          </p:spPr>
        </p:pic>
        <p:sp>
          <p:nvSpPr>
            <p:cNvPr id="20" name="TextBox 19">
              <a:extLst>
                <a:ext uri="{FF2B5EF4-FFF2-40B4-BE49-F238E27FC236}">
                  <a16:creationId xmlns:a16="http://schemas.microsoft.com/office/drawing/2014/main" id="{9518001D-6268-AF35-975F-B8F5B2F82B11}"/>
                </a:ext>
              </a:extLst>
            </p:cNvPr>
            <p:cNvSpPr txBox="1"/>
            <p:nvPr/>
          </p:nvSpPr>
          <p:spPr>
            <a:xfrm>
              <a:off x="7620370" y="5114796"/>
              <a:ext cx="1014010" cy="307777"/>
            </a:xfrm>
            <a:prstGeom prst="rect">
              <a:avLst/>
            </a:prstGeom>
            <a:noFill/>
            <a:ln>
              <a:noFill/>
            </a:ln>
          </p:spPr>
          <p:txBody>
            <a:bodyPr wrap="square" rtlCol="0">
              <a:spAutoFit/>
            </a:bodyPr>
            <a:lstStyle/>
            <a:p>
              <a:pPr algn="ctr"/>
              <a:r>
                <a:rPr lang="en-SG" sz="1400" b="1" dirty="0">
                  <a:solidFill>
                    <a:schemeClr val="tx2"/>
                  </a:solidFill>
                  <a:latin typeface="+mn-lt"/>
                </a:rPr>
                <a:t>Entrance</a:t>
              </a:r>
            </a:p>
          </p:txBody>
        </p:sp>
      </p:grpSp>
      <p:sp>
        <p:nvSpPr>
          <p:cNvPr id="39" name="Rectangle: Rounded Corners 38">
            <a:extLst>
              <a:ext uri="{FF2B5EF4-FFF2-40B4-BE49-F238E27FC236}">
                <a16:creationId xmlns:a16="http://schemas.microsoft.com/office/drawing/2014/main" id="{EF8B691F-9F11-BB9D-021F-8EDC508F4090}"/>
              </a:ext>
            </a:extLst>
          </p:cNvPr>
          <p:cNvSpPr/>
          <p:nvPr/>
        </p:nvSpPr>
        <p:spPr>
          <a:xfrm>
            <a:off x="5478219" y="4975182"/>
            <a:ext cx="1274465" cy="292399"/>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You Are Here</a:t>
            </a:r>
          </a:p>
        </p:txBody>
      </p:sp>
      <p:sp>
        <p:nvSpPr>
          <p:cNvPr id="42" name="TextBox 41">
            <a:extLst>
              <a:ext uri="{FF2B5EF4-FFF2-40B4-BE49-F238E27FC236}">
                <a16:creationId xmlns:a16="http://schemas.microsoft.com/office/drawing/2014/main" id="{15222DC5-FF8D-D70B-EA5B-1D28FFEA60D6}"/>
              </a:ext>
            </a:extLst>
          </p:cNvPr>
          <p:cNvSpPr txBox="1"/>
          <p:nvPr/>
        </p:nvSpPr>
        <p:spPr>
          <a:xfrm>
            <a:off x="3277630" y="5670873"/>
            <a:ext cx="1215496" cy="276999"/>
          </a:xfrm>
          <a:prstGeom prst="rect">
            <a:avLst/>
          </a:prstGeom>
          <a:noFill/>
          <a:ln>
            <a:noFill/>
          </a:ln>
        </p:spPr>
        <p:txBody>
          <a:bodyPr wrap="square" rtlCol="0">
            <a:spAutoFit/>
          </a:bodyPr>
          <a:lstStyle/>
          <a:p>
            <a:pPr algn="ctr"/>
            <a:r>
              <a:rPr lang="en-SG" sz="1200" b="1" dirty="0">
                <a:solidFill>
                  <a:schemeClr val="accent5">
                    <a:lumMod val="75000"/>
                  </a:schemeClr>
                </a:solidFill>
                <a:latin typeface="+mn-lt"/>
              </a:rPr>
              <a:t>Dragon Roller</a:t>
            </a:r>
          </a:p>
        </p:txBody>
      </p:sp>
      <p:sp>
        <p:nvSpPr>
          <p:cNvPr id="44" name="Freeform: Shape 43">
            <a:extLst>
              <a:ext uri="{FF2B5EF4-FFF2-40B4-BE49-F238E27FC236}">
                <a16:creationId xmlns:a16="http://schemas.microsoft.com/office/drawing/2014/main" id="{4C82BEEC-CADB-D3F5-BBE3-49D1A264D87E}"/>
              </a:ext>
            </a:extLst>
          </p:cNvPr>
          <p:cNvSpPr/>
          <p:nvPr/>
        </p:nvSpPr>
        <p:spPr>
          <a:xfrm>
            <a:off x="4316186" y="5524500"/>
            <a:ext cx="1763485" cy="299357"/>
          </a:xfrm>
          <a:custGeom>
            <a:avLst/>
            <a:gdLst>
              <a:gd name="connsiteX0" fmla="*/ 1763485 w 1763485"/>
              <a:gd name="connsiteY0" fmla="*/ 206829 h 299357"/>
              <a:gd name="connsiteX1" fmla="*/ 1540328 w 1763485"/>
              <a:gd name="connsiteY1" fmla="*/ 299357 h 299357"/>
              <a:gd name="connsiteX2" fmla="*/ 1409700 w 1763485"/>
              <a:gd name="connsiteY2" fmla="*/ 272143 h 299357"/>
              <a:gd name="connsiteX3" fmla="*/ 1322614 w 1763485"/>
              <a:gd name="connsiteY3" fmla="*/ 190500 h 299357"/>
              <a:gd name="connsiteX4" fmla="*/ 1306285 w 1763485"/>
              <a:gd name="connsiteY4" fmla="*/ 157843 h 299357"/>
              <a:gd name="connsiteX5" fmla="*/ 1284514 w 1763485"/>
              <a:gd name="connsiteY5" fmla="*/ 130629 h 299357"/>
              <a:gd name="connsiteX6" fmla="*/ 1273628 w 1763485"/>
              <a:gd name="connsiteY6" fmla="*/ 92529 h 299357"/>
              <a:gd name="connsiteX7" fmla="*/ 1268185 w 1763485"/>
              <a:gd name="connsiteY7" fmla="*/ 76200 h 299357"/>
              <a:gd name="connsiteX8" fmla="*/ 1191985 w 1763485"/>
              <a:gd name="connsiteY8" fmla="*/ 16329 h 299357"/>
              <a:gd name="connsiteX9" fmla="*/ 1028700 w 1763485"/>
              <a:gd name="connsiteY9" fmla="*/ 0 h 299357"/>
              <a:gd name="connsiteX10" fmla="*/ 849085 w 1763485"/>
              <a:gd name="connsiteY10" fmla="*/ 10886 h 299357"/>
              <a:gd name="connsiteX11" fmla="*/ 800100 w 1763485"/>
              <a:gd name="connsiteY11" fmla="*/ 43543 h 299357"/>
              <a:gd name="connsiteX12" fmla="*/ 685800 w 1763485"/>
              <a:gd name="connsiteY12" fmla="*/ 119743 h 299357"/>
              <a:gd name="connsiteX13" fmla="*/ 658585 w 1763485"/>
              <a:gd name="connsiteY13" fmla="*/ 136071 h 299357"/>
              <a:gd name="connsiteX14" fmla="*/ 544285 w 1763485"/>
              <a:gd name="connsiteY14" fmla="*/ 163286 h 299357"/>
              <a:gd name="connsiteX15" fmla="*/ 511628 w 1763485"/>
              <a:gd name="connsiteY15" fmla="*/ 174171 h 299357"/>
              <a:gd name="connsiteX16" fmla="*/ 255814 w 1763485"/>
              <a:gd name="connsiteY16" fmla="*/ 130629 h 299357"/>
              <a:gd name="connsiteX17" fmla="*/ 239485 w 1763485"/>
              <a:gd name="connsiteY17" fmla="*/ 119743 h 299357"/>
              <a:gd name="connsiteX18" fmla="*/ 217714 w 1763485"/>
              <a:gd name="connsiteY18" fmla="*/ 114300 h 299357"/>
              <a:gd name="connsiteX19" fmla="*/ 168728 w 1763485"/>
              <a:gd name="connsiteY19" fmla="*/ 76200 h 299357"/>
              <a:gd name="connsiteX20" fmla="*/ 54428 w 1763485"/>
              <a:gd name="connsiteY20" fmla="*/ 43543 h 299357"/>
              <a:gd name="connsiteX21" fmla="*/ 0 w 1763485"/>
              <a:gd name="connsiteY21" fmla="*/ 43543 h 29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3485" h="299357">
                <a:moveTo>
                  <a:pt x="1763485" y="206829"/>
                </a:moveTo>
                <a:cubicBezTo>
                  <a:pt x="1614475" y="277785"/>
                  <a:pt x="1689015" y="247316"/>
                  <a:pt x="1540328" y="299357"/>
                </a:cubicBezTo>
                <a:cubicBezTo>
                  <a:pt x="1496785" y="290286"/>
                  <a:pt x="1452266" y="285042"/>
                  <a:pt x="1409700" y="272143"/>
                </a:cubicBezTo>
                <a:cubicBezTo>
                  <a:pt x="1360103" y="257114"/>
                  <a:pt x="1349198" y="233034"/>
                  <a:pt x="1322614" y="190500"/>
                </a:cubicBezTo>
                <a:cubicBezTo>
                  <a:pt x="1316164" y="180179"/>
                  <a:pt x="1312819" y="168111"/>
                  <a:pt x="1306285" y="157843"/>
                </a:cubicBezTo>
                <a:cubicBezTo>
                  <a:pt x="1300048" y="148042"/>
                  <a:pt x="1291771" y="139700"/>
                  <a:pt x="1284514" y="130629"/>
                </a:cubicBezTo>
                <a:cubicBezTo>
                  <a:pt x="1280885" y="117929"/>
                  <a:pt x="1277423" y="105180"/>
                  <a:pt x="1273628" y="92529"/>
                </a:cubicBezTo>
                <a:cubicBezTo>
                  <a:pt x="1271979" y="87034"/>
                  <a:pt x="1271858" y="80608"/>
                  <a:pt x="1268185" y="76200"/>
                </a:cubicBezTo>
                <a:cubicBezTo>
                  <a:pt x="1250833" y="55378"/>
                  <a:pt x="1224333" y="20950"/>
                  <a:pt x="1191985" y="16329"/>
                </a:cubicBezTo>
                <a:cubicBezTo>
                  <a:pt x="1137835" y="8593"/>
                  <a:pt x="1028700" y="0"/>
                  <a:pt x="1028700" y="0"/>
                </a:cubicBezTo>
                <a:cubicBezTo>
                  <a:pt x="968828" y="3629"/>
                  <a:pt x="908007" y="-337"/>
                  <a:pt x="849085" y="10886"/>
                </a:cubicBezTo>
                <a:cubicBezTo>
                  <a:pt x="829807" y="14558"/>
                  <a:pt x="817184" y="33887"/>
                  <a:pt x="800100" y="43543"/>
                </a:cubicBezTo>
                <a:cubicBezTo>
                  <a:pt x="628196" y="140706"/>
                  <a:pt x="794349" y="29288"/>
                  <a:pt x="685800" y="119743"/>
                </a:cubicBezTo>
                <a:cubicBezTo>
                  <a:pt x="677673" y="126516"/>
                  <a:pt x="668445" y="132237"/>
                  <a:pt x="658585" y="136071"/>
                </a:cubicBezTo>
                <a:cubicBezTo>
                  <a:pt x="599918" y="158886"/>
                  <a:pt x="596861" y="156714"/>
                  <a:pt x="544285" y="163286"/>
                </a:cubicBezTo>
                <a:cubicBezTo>
                  <a:pt x="533399" y="166914"/>
                  <a:pt x="523087" y="174759"/>
                  <a:pt x="511628" y="174171"/>
                </a:cubicBezTo>
                <a:cubicBezTo>
                  <a:pt x="367189" y="166764"/>
                  <a:pt x="363109" y="161284"/>
                  <a:pt x="255814" y="130629"/>
                </a:cubicBezTo>
                <a:cubicBezTo>
                  <a:pt x="250371" y="127000"/>
                  <a:pt x="245498" y="122320"/>
                  <a:pt x="239485" y="119743"/>
                </a:cubicBezTo>
                <a:cubicBezTo>
                  <a:pt x="232609" y="116796"/>
                  <a:pt x="223003" y="119589"/>
                  <a:pt x="217714" y="114300"/>
                </a:cubicBezTo>
                <a:cubicBezTo>
                  <a:pt x="170934" y="67520"/>
                  <a:pt x="236527" y="87500"/>
                  <a:pt x="168728" y="76200"/>
                </a:cubicBezTo>
                <a:cubicBezTo>
                  <a:pt x="117113" y="55554"/>
                  <a:pt x="111054" y="48936"/>
                  <a:pt x="54428" y="43543"/>
                </a:cubicBezTo>
                <a:cubicBezTo>
                  <a:pt x="36367" y="41823"/>
                  <a:pt x="18143" y="43543"/>
                  <a:pt x="0" y="43543"/>
                </a:cubicBezTo>
              </a:path>
            </a:pathLst>
          </a:custGeom>
          <a:noFill/>
          <a:ln w="857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TextBox 45">
            <a:hlinkClick r:id="rId21" action="ppaction://hlinksldjump"/>
            <a:extLst>
              <a:ext uri="{FF2B5EF4-FFF2-40B4-BE49-F238E27FC236}">
                <a16:creationId xmlns:a16="http://schemas.microsoft.com/office/drawing/2014/main" id="{9F960DCA-DA3D-9B9E-E052-972C1CE8E0C2}"/>
              </a:ext>
            </a:extLst>
          </p:cNvPr>
          <p:cNvSpPr txBox="1"/>
          <p:nvPr/>
        </p:nvSpPr>
        <p:spPr>
          <a:xfrm>
            <a:off x="4342067" y="6291269"/>
            <a:ext cx="1215496" cy="276999"/>
          </a:xfrm>
          <a:prstGeom prst="rect">
            <a:avLst/>
          </a:prstGeom>
          <a:noFill/>
          <a:ln>
            <a:noFill/>
          </a:ln>
        </p:spPr>
        <p:txBody>
          <a:bodyPr wrap="square" rtlCol="0">
            <a:spAutoFit/>
          </a:bodyPr>
          <a:lstStyle/>
          <a:p>
            <a:pPr algn="ctr"/>
            <a:r>
              <a:rPr lang="en-SG" sz="1200" b="1" dirty="0">
                <a:solidFill>
                  <a:schemeClr val="tx2"/>
                </a:solidFill>
                <a:latin typeface="+mn-lt"/>
              </a:rPr>
              <a:t>Jake &amp; Marks</a:t>
            </a:r>
          </a:p>
        </p:txBody>
      </p:sp>
      <p:sp>
        <p:nvSpPr>
          <p:cNvPr id="47" name="Freeform: Shape 46">
            <a:extLst>
              <a:ext uri="{FF2B5EF4-FFF2-40B4-BE49-F238E27FC236}">
                <a16:creationId xmlns:a16="http://schemas.microsoft.com/office/drawing/2014/main" id="{DA8D6A39-6109-4282-0378-93DFF230A4EB}"/>
              </a:ext>
            </a:extLst>
          </p:cNvPr>
          <p:cNvSpPr/>
          <p:nvPr/>
        </p:nvSpPr>
        <p:spPr>
          <a:xfrm>
            <a:off x="5165271" y="5731329"/>
            <a:ext cx="914400" cy="538842"/>
          </a:xfrm>
          <a:custGeom>
            <a:avLst/>
            <a:gdLst>
              <a:gd name="connsiteX0" fmla="*/ 914400 w 914400"/>
              <a:gd name="connsiteY0" fmla="*/ 0 h 538842"/>
              <a:gd name="connsiteX1" fmla="*/ 892629 w 914400"/>
              <a:gd name="connsiteY1" fmla="*/ 27214 h 538842"/>
              <a:gd name="connsiteX2" fmla="*/ 849086 w 914400"/>
              <a:gd name="connsiteY2" fmla="*/ 141514 h 538842"/>
              <a:gd name="connsiteX3" fmla="*/ 810986 w 914400"/>
              <a:gd name="connsiteY3" fmla="*/ 195942 h 538842"/>
              <a:gd name="connsiteX4" fmla="*/ 723900 w 914400"/>
              <a:gd name="connsiteY4" fmla="*/ 283028 h 538842"/>
              <a:gd name="connsiteX5" fmla="*/ 702129 w 914400"/>
              <a:gd name="connsiteY5" fmla="*/ 299357 h 538842"/>
              <a:gd name="connsiteX6" fmla="*/ 647700 w 914400"/>
              <a:gd name="connsiteY6" fmla="*/ 310242 h 538842"/>
              <a:gd name="connsiteX7" fmla="*/ 457200 w 914400"/>
              <a:gd name="connsiteY7" fmla="*/ 321128 h 538842"/>
              <a:gd name="connsiteX8" fmla="*/ 239486 w 914400"/>
              <a:gd name="connsiteY8" fmla="*/ 332014 h 538842"/>
              <a:gd name="connsiteX9" fmla="*/ 163286 w 914400"/>
              <a:gd name="connsiteY9" fmla="*/ 375557 h 538842"/>
              <a:gd name="connsiteX10" fmla="*/ 152400 w 914400"/>
              <a:gd name="connsiteY10" fmla="*/ 413657 h 538842"/>
              <a:gd name="connsiteX11" fmla="*/ 87086 w 914400"/>
              <a:gd name="connsiteY11" fmla="*/ 446314 h 538842"/>
              <a:gd name="connsiteX12" fmla="*/ 38100 w 914400"/>
              <a:gd name="connsiteY12" fmla="*/ 484414 h 538842"/>
              <a:gd name="connsiteX13" fmla="*/ 27215 w 914400"/>
              <a:gd name="connsiteY13" fmla="*/ 500742 h 538842"/>
              <a:gd name="connsiteX14" fmla="*/ 0 w 914400"/>
              <a:gd name="connsiteY14" fmla="*/ 538842 h 538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4400" h="538842">
                <a:moveTo>
                  <a:pt x="914400" y="0"/>
                </a:moveTo>
                <a:cubicBezTo>
                  <a:pt x="907143" y="9071"/>
                  <a:pt x="897542" y="16687"/>
                  <a:pt x="892629" y="27214"/>
                </a:cubicBezTo>
                <a:cubicBezTo>
                  <a:pt x="836127" y="148290"/>
                  <a:pt x="923342" y="11565"/>
                  <a:pt x="849086" y="141514"/>
                </a:cubicBezTo>
                <a:cubicBezTo>
                  <a:pt x="838099" y="160742"/>
                  <a:pt x="825659" y="179355"/>
                  <a:pt x="810986" y="195942"/>
                </a:cubicBezTo>
                <a:cubicBezTo>
                  <a:pt x="783785" y="226690"/>
                  <a:pt x="756742" y="258396"/>
                  <a:pt x="723900" y="283028"/>
                </a:cubicBezTo>
                <a:cubicBezTo>
                  <a:pt x="716643" y="288471"/>
                  <a:pt x="710672" y="296306"/>
                  <a:pt x="702129" y="299357"/>
                </a:cubicBezTo>
                <a:cubicBezTo>
                  <a:pt x="684705" y="305580"/>
                  <a:pt x="666130" y="308604"/>
                  <a:pt x="647700" y="310242"/>
                </a:cubicBezTo>
                <a:cubicBezTo>
                  <a:pt x="584346" y="315873"/>
                  <a:pt x="520713" y="317741"/>
                  <a:pt x="457200" y="321128"/>
                </a:cubicBezTo>
                <a:lnTo>
                  <a:pt x="239486" y="332014"/>
                </a:lnTo>
                <a:cubicBezTo>
                  <a:pt x="214086" y="346528"/>
                  <a:pt x="171323" y="347428"/>
                  <a:pt x="163286" y="375557"/>
                </a:cubicBezTo>
                <a:cubicBezTo>
                  <a:pt x="159657" y="388257"/>
                  <a:pt x="160764" y="403434"/>
                  <a:pt x="152400" y="413657"/>
                </a:cubicBezTo>
                <a:cubicBezTo>
                  <a:pt x="132543" y="437926"/>
                  <a:pt x="110029" y="431565"/>
                  <a:pt x="87086" y="446314"/>
                </a:cubicBezTo>
                <a:cubicBezTo>
                  <a:pt x="69685" y="457500"/>
                  <a:pt x="49574" y="467202"/>
                  <a:pt x="38100" y="484414"/>
                </a:cubicBezTo>
                <a:cubicBezTo>
                  <a:pt x="34472" y="489857"/>
                  <a:pt x="31017" y="495419"/>
                  <a:pt x="27215" y="500742"/>
                </a:cubicBezTo>
                <a:cubicBezTo>
                  <a:pt x="-6559" y="548026"/>
                  <a:pt x="25667" y="500344"/>
                  <a:pt x="0" y="538842"/>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9" name="Picture 48">
            <a:extLst>
              <a:ext uri="{FF2B5EF4-FFF2-40B4-BE49-F238E27FC236}">
                <a16:creationId xmlns:a16="http://schemas.microsoft.com/office/drawing/2014/main" id="{C13D7064-5646-C956-C7DE-D0A65ED7048F}"/>
              </a:ext>
            </a:extLst>
          </p:cNvPr>
          <p:cNvPicPr>
            <a:picLocks noChangeAspect="1"/>
          </p:cNvPicPr>
          <p:nvPr/>
        </p:nvPicPr>
        <p:blipFill>
          <a:blip r:embed="rId16"/>
          <a:stretch>
            <a:fillRect/>
          </a:stretch>
        </p:blipFill>
        <p:spPr>
          <a:xfrm>
            <a:off x="7138853" y="5648409"/>
            <a:ext cx="598926" cy="598926"/>
          </a:xfrm>
          <a:prstGeom prst="rect">
            <a:avLst/>
          </a:prstGeom>
        </p:spPr>
      </p:pic>
      <p:sp>
        <p:nvSpPr>
          <p:cNvPr id="52" name="TextBox 51">
            <a:extLst>
              <a:ext uri="{FF2B5EF4-FFF2-40B4-BE49-F238E27FC236}">
                <a16:creationId xmlns:a16="http://schemas.microsoft.com/office/drawing/2014/main" id="{78A9A426-34A5-D983-5A24-EC19FDD6D61A}"/>
              </a:ext>
            </a:extLst>
          </p:cNvPr>
          <p:cNvSpPr txBox="1"/>
          <p:nvPr/>
        </p:nvSpPr>
        <p:spPr>
          <a:xfrm>
            <a:off x="6852839" y="6227354"/>
            <a:ext cx="1215496" cy="276999"/>
          </a:xfrm>
          <a:prstGeom prst="rect">
            <a:avLst/>
          </a:prstGeom>
          <a:noFill/>
          <a:ln>
            <a:noFill/>
          </a:ln>
        </p:spPr>
        <p:txBody>
          <a:bodyPr wrap="square" rtlCol="0">
            <a:spAutoFit/>
          </a:bodyPr>
          <a:lstStyle/>
          <a:p>
            <a:pPr algn="ctr"/>
            <a:r>
              <a:rPr lang="en-SG" sz="1200" b="1" dirty="0">
                <a:solidFill>
                  <a:schemeClr val="tx2"/>
                </a:solidFill>
                <a:latin typeface="+mn-lt"/>
              </a:rPr>
              <a:t>Musical B’</a:t>
            </a:r>
          </a:p>
        </p:txBody>
      </p:sp>
      <p:sp>
        <p:nvSpPr>
          <p:cNvPr id="53" name="Freeform: Shape 52">
            <a:extLst>
              <a:ext uri="{FF2B5EF4-FFF2-40B4-BE49-F238E27FC236}">
                <a16:creationId xmlns:a16="http://schemas.microsoft.com/office/drawing/2014/main" id="{32C6FD1D-37E3-3032-4F62-65DB0080B5F5}"/>
              </a:ext>
            </a:extLst>
          </p:cNvPr>
          <p:cNvSpPr/>
          <p:nvPr/>
        </p:nvSpPr>
        <p:spPr>
          <a:xfrm>
            <a:off x="6123190" y="5715000"/>
            <a:ext cx="1034167" cy="593271"/>
          </a:xfrm>
          <a:custGeom>
            <a:avLst/>
            <a:gdLst>
              <a:gd name="connsiteX0" fmla="*/ 10910 w 1034167"/>
              <a:gd name="connsiteY0" fmla="*/ 0 h 593271"/>
              <a:gd name="connsiteX1" fmla="*/ 24 w 1034167"/>
              <a:gd name="connsiteY1" fmla="*/ 27214 h 593271"/>
              <a:gd name="connsiteX2" fmla="*/ 32681 w 1034167"/>
              <a:gd name="connsiteY2" fmla="*/ 141514 h 593271"/>
              <a:gd name="connsiteX3" fmla="*/ 119767 w 1034167"/>
              <a:gd name="connsiteY3" fmla="*/ 217714 h 593271"/>
              <a:gd name="connsiteX4" fmla="*/ 185081 w 1034167"/>
              <a:gd name="connsiteY4" fmla="*/ 250371 h 593271"/>
              <a:gd name="connsiteX5" fmla="*/ 283053 w 1034167"/>
              <a:gd name="connsiteY5" fmla="*/ 288471 h 593271"/>
              <a:gd name="connsiteX6" fmla="*/ 402796 w 1034167"/>
              <a:gd name="connsiteY6" fmla="*/ 293914 h 593271"/>
              <a:gd name="connsiteX7" fmla="*/ 604181 w 1034167"/>
              <a:gd name="connsiteY7" fmla="*/ 353786 h 593271"/>
              <a:gd name="connsiteX8" fmla="*/ 615067 w 1034167"/>
              <a:gd name="connsiteY8" fmla="*/ 370114 h 593271"/>
              <a:gd name="connsiteX9" fmla="*/ 631396 w 1034167"/>
              <a:gd name="connsiteY9" fmla="*/ 429986 h 593271"/>
              <a:gd name="connsiteX10" fmla="*/ 642281 w 1034167"/>
              <a:gd name="connsiteY10" fmla="*/ 533400 h 593271"/>
              <a:gd name="connsiteX11" fmla="*/ 680381 w 1034167"/>
              <a:gd name="connsiteY11" fmla="*/ 555171 h 593271"/>
              <a:gd name="connsiteX12" fmla="*/ 778353 w 1034167"/>
              <a:gd name="connsiteY12" fmla="*/ 593271 h 593271"/>
              <a:gd name="connsiteX13" fmla="*/ 881767 w 1034167"/>
              <a:gd name="connsiteY13" fmla="*/ 587829 h 593271"/>
              <a:gd name="connsiteX14" fmla="*/ 930753 w 1034167"/>
              <a:gd name="connsiteY14" fmla="*/ 549729 h 593271"/>
              <a:gd name="connsiteX15" fmla="*/ 1034167 w 1034167"/>
              <a:gd name="connsiteY15" fmla="*/ 538843 h 59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4167" h="593271">
                <a:moveTo>
                  <a:pt x="10910" y="0"/>
                </a:moveTo>
                <a:cubicBezTo>
                  <a:pt x="7281" y="9071"/>
                  <a:pt x="-490" y="17457"/>
                  <a:pt x="24" y="27214"/>
                </a:cubicBezTo>
                <a:cubicBezTo>
                  <a:pt x="423" y="34790"/>
                  <a:pt x="16134" y="123225"/>
                  <a:pt x="32681" y="141514"/>
                </a:cubicBezTo>
                <a:cubicBezTo>
                  <a:pt x="58560" y="170117"/>
                  <a:pt x="85267" y="200464"/>
                  <a:pt x="119767" y="217714"/>
                </a:cubicBezTo>
                <a:cubicBezTo>
                  <a:pt x="141538" y="228600"/>
                  <a:pt x="164016" y="238175"/>
                  <a:pt x="185081" y="250371"/>
                </a:cubicBezTo>
                <a:cubicBezTo>
                  <a:pt x="244050" y="284512"/>
                  <a:pt x="202154" y="281117"/>
                  <a:pt x="283053" y="288471"/>
                </a:cubicBezTo>
                <a:cubicBezTo>
                  <a:pt x="322844" y="292088"/>
                  <a:pt x="362882" y="292100"/>
                  <a:pt x="402796" y="293914"/>
                </a:cubicBezTo>
                <a:cubicBezTo>
                  <a:pt x="506337" y="314622"/>
                  <a:pt x="542016" y="298529"/>
                  <a:pt x="604181" y="353786"/>
                </a:cubicBezTo>
                <a:cubicBezTo>
                  <a:pt x="609070" y="358132"/>
                  <a:pt x="611438" y="364671"/>
                  <a:pt x="615067" y="370114"/>
                </a:cubicBezTo>
                <a:cubicBezTo>
                  <a:pt x="623153" y="394372"/>
                  <a:pt x="628319" y="405367"/>
                  <a:pt x="631396" y="429986"/>
                </a:cubicBezTo>
                <a:cubicBezTo>
                  <a:pt x="635695" y="464380"/>
                  <a:pt x="629650" y="501121"/>
                  <a:pt x="642281" y="533400"/>
                </a:cubicBezTo>
                <a:cubicBezTo>
                  <a:pt x="647611" y="547021"/>
                  <a:pt x="667298" y="548630"/>
                  <a:pt x="680381" y="555171"/>
                </a:cubicBezTo>
                <a:cubicBezTo>
                  <a:pt x="737030" y="583496"/>
                  <a:pt x="728360" y="578988"/>
                  <a:pt x="778353" y="593271"/>
                </a:cubicBezTo>
                <a:lnTo>
                  <a:pt x="881767" y="587829"/>
                </a:lnTo>
                <a:cubicBezTo>
                  <a:pt x="901657" y="582146"/>
                  <a:pt x="910209" y="552146"/>
                  <a:pt x="930753" y="549729"/>
                </a:cubicBezTo>
                <a:cubicBezTo>
                  <a:pt x="1026885" y="538419"/>
                  <a:pt x="992226" y="538843"/>
                  <a:pt x="1034167" y="5388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60" name="Group 59">
            <a:extLst>
              <a:ext uri="{FF2B5EF4-FFF2-40B4-BE49-F238E27FC236}">
                <a16:creationId xmlns:a16="http://schemas.microsoft.com/office/drawing/2014/main" id="{F754A5B7-B544-6F81-CD7C-A29612E13A7E}"/>
              </a:ext>
            </a:extLst>
          </p:cNvPr>
          <p:cNvGrpSpPr/>
          <p:nvPr/>
        </p:nvGrpSpPr>
        <p:grpSpPr>
          <a:xfrm>
            <a:off x="6262885" y="5837206"/>
            <a:ext cx="776731" cy="378714"/>
            <a:chOff x="4579693" y="5139808"/>
            <a:chExt cx="776731" cy="378714"/>
          </a:xfrm>
        </p:grpSpPr>
        <p:sp>
          <p:nvSpPr>
            <p:cNvPr id="61" name="Rectangle: Rounded Corners 60">
              <a:extLst>
                <a:ext uri="{FF2B5EF4-FFF2-40B4-BE49-F238E27FC236}">
                  <a16:creationId xmlns:a16="http://schemas.microsoft.com/office/drawing/2014/main" id="{B25E0C44-68F8-E4BB-16B4-B75F1EEB8641}"/>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1.0 KM</a:t>
              </a:r>
            </a:p>
          </p:txBody>
        </p:sp>
        <p:grpSp>
          <p:nvGrpSpPr>
            <p:cNvPr id="62" name="Group 61">
              <a:extLst>
                <a:ext uri="{FF2B5EF4-FFF2-40B4-BE49-F238E27FC236}">
                  <a16:creationId xmlns:a16="http://schemas.microsoft.com/office/drawing/2014/main" id="{A537EA38-70B8-76A8-5F99-3D07F3C5C409}"/>
                </a:ext>
              </a:extLst>
            </p:cNvPr>
            <p:cNvGrpSpPr/>
            <p:nvPr/>
          </p:nvGrpSpPr>
          <p:grpSpPr>
            <a:xfrm>
              <a:off x="4579693" y="5287690"/>
              <a:ext cx="776731" cy="230832"/>
              <a:chOff x="4622782" y="5567706"/>
              <a:chExt cx="776731" cy="230832"/>
            </a:xfrm>
          </p:grpSpPr>
          <p:sp>
            <p:nvSpPr>
              <p:cNvPr id="63" name="TextBox 62">
                <a:extLst>
                  <a:ext uri="{FF2B5EF4-FFF2-40B4-BE49-F238E27FC236}">
                    <a16:creationId xmlns:a16="http://schemas.microsoft.com/office/drawing/2014/main" id="{A0D799E9-C1BA-2074-7279-718EFE4DCC83}"/>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10 mins</a:t>
                </a:r>
                <a:endParaRPr lang="en-SG" sz="900" dirty="0">
                  <a:solidFill>
                    <a:schemeClr val="tx2"/>
                  </a:solidFill>
                  <a:latin typeface="+mn-lt"/>
                </a:endParaRPr>
              </a:p>
            </p:txBody>
          </p:sp>
          <p:pic>
            <p:nvPicPr>
              <p:cNvPr id="64" name="Picture 63" descr="A person walking on a black background&#10;&#10;AI-generated content may be incorrect.">
                <a:extLst>
                  <a:ext uri="{FF2B5EF4-FFF2-40B4-BE49-F238E27FC236}">
                    <a16:creationId xmlns:a16="http://schemas.microsoft.com/office/drawing/2014/main" id="{34C2AA6B-FD82-FBCA-8A7F-6ABEC7F39BE4}"/>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grpSp>
        <p:nvGrpSpPr>
          <p:cNvPr id="65" name="Group 64">
            <a:extLst>
              <a:ext uri="{FF2B5EF4-FFF2-40B4-BE49-F238E27FC236}">
                <a16:creationId xmlns:a16="http://schemas.microsoft.com/office/drawing/2014/main" id="{1B0FD813-324E-E26C-4A34-138DBCE7E18E}"/>
              </a:ext>
            </a:extLst>
          </p:cNvPr>
          <p:cNvGrpSpPr/>
          <p:nvPr/>
        </p:nvGrpSpPr>
        <p:grpSpPr>
          <a:xfrm>
            <a:off x="5362875" y="5985250"/>
            <a:ext cx="776731" cy="378714"/>
            <a:chOff x="4579693" y="5139808"/>
            <a:chExt cx="776731" cy="378714"/>
          </a:xfrm>
        </p:grpSpPr>
        <p:sp>
          <p:nvSpPr>
            <p:cNvPr id="66" name="Rectangle: Rounded Corners 65">
              <a:extLst>
                <a:ext uri="{FF2B5EF4-FFF2-40B4-BE49-F238E27FC236}">
                  <a16:creationId xmlns:a16="http://schemas.microsoft.com/office/drawing/2014/main" id="{BEBAF8EC-A816-94C1-9415-951ED8C21DF6}"/>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500 m</a:t>
              </a:r>
            </a:p>
          </p:txBody>
        </p:sp>
        <p:grpSp>
          <p:nvGrpSpPr>
            <p:cNvPr id="76" name="Group 75">
              <a:extLst>
                <a:ext uri="{FF2B5EF4-FFF2-40B4-BE49-F238E27FC236}">
                  <a16:creationId xmlns:a16="http://schemas.microsoft.com/office/drawing/2014/main" id="{01939EFC-27EA-FF08-EB2A-5DA2ABBEE704}"/>
                </a:ext>
              </a:extLst>
            </p:cNvPr>
            <p:cNvGrpSpPr/>
            <p:nvPr/>
          </p:nvGrpSpPr>
          <p:grpSpPr>
            <a:xfrm>
              <a:off x="4579693" y="5287690"/>
              <a:ext cx="776731" cy="230832"/>
              <a:chOff x="4622782" y="5567706"/>
              <a:chExt cx="776731" cy="230832"/>
            </a:xfrm>
          </p:grpSpPr>
          <p:sp>
            <p:nvSpPr>
              <p:cNvPr id="84" name="TextBox 83">
                <a:extLst>
                  <a:ext uri="{FF2B5EF4-FFF2-40B4-BE49-F238E27FC236}">
                    <a16:creationId xmlns:a16="http://schemas.microsoft.com/office/drawing/2014/main" id="{7D3A5D4D-CFC1-6700-32EF-56BC22E212FA}"/>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5 mins</a:t>
                </a:r>
                <a:endParaRPr lang="en-SG" sz="900" dirty="0">
                  <a:solidFill>
                    <a:schemeClr val="tx2"/>
                  </a:solidFill>
                  <a:latin typeface="+mn-lt"/>
                </a:endParaRPr>
              </a:p>
            </p:txBody>
          </p:sp>
          <p:pic>
            <p:nvPicPr>
              <p:cNvPr id="86" name="Picture 85" descr="A person walking on a black background&#10;&#10;AI-generated content may be incorrect.">
                <a:extLst>
                  <a:ext uri="{FF2B5EF4-FFF2-40B4-BE49-F238E27FC236}">
                    <a16:creationId xmlns:a16="http://schemas.microsoft.com/office/drawing/2014/main" id="{75B61209-6EBE-FC93-C10B-BEF4DA5C11E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sp>
        <p:nvSpPr>
          <p:cNvPr id="97" name="Rectangle 96">
            <a:extLst>
              <a:ext uri="{FF2B5EF4-FFF2-40B4-BE49-F238E27FC236}">
                <a16:creationId xmlns:a16="http://schemas.microsoft.com/office/drawing/2014/main" id="{C26D0BB4-7FAB-193A-1195-C7E9AAF6A53B}"/>
              </a:ext>
            </a:extLst>
          </p:cNvPr>
          <p:cNvSpPr/>
          <p:nvPr/>
        </p:nvSpPr>
        <p:spPr>
          <a:xfrm>
            <a:off x="8967452" y="4211670"/>
            <a:ext cx="1466386" cy="2646330"/>
          </a:xfrm>
          <a:prstGeom prst="rect">
            <a:avLst/>
          </a:prstGeom>
          <a:solidFill>
            <a:schemeClr val="bg1"/>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8" name="TextBox 97">
            <a:extLst>
              <a:ext uri="{FF2B5EF4-FFF2-40B4-BE49-F238E27FC236}">
                <a16:creationId xmlns:a16="http://schemas.microsoft.com/office/drawing/2014/main" id="{8297E51E-7E4C-E763-8712-B9BFC1B84886}"/>
              </a:ext>
            </a:extLst>
          </p:cNvPr>
          <p:cNvSpPr txBox="1"/>
          <p:nvPr/>
        </p:nvSpPr>
        <p:spPr>
          <a:xfrm>
            <a:off x="8950972" y="4381184"/>
            <a:ext cx="1605061" cy="307777"/>
          </a:xfrm>
          <a:prstGeom prst="rect">
            <a:avLst/>
          </a:prstGeom>
          <a:noFill/>
        </p:spPr>
        <p:txBody>
          <a:bodyPr wrap="square" rtlCol="0">
            <a:spAutoFit/>
          </a:bodyPr>
          <a:lstStyle/>
          <a:p>
            <a:r>
              <a:rPr lang="en-SG" sz="1400" b="1" dirty="0">
                <a:solidFill>
                  <a:schemeClr val="tx2">
                    <a:lumMod val="50000"/>
                  </a:schemeClr>
                </a:solidFill>
              </a:rPr>
              <a:t>Dragon Roller</a:t>
            </a:r>
          </a:p>
        </p:txBody>
      </p:sp>
      <p:sp>
        <p:nvSpPr>
          <p:cNvPr id="99" name="TextBox 98">
            <a:extLst>
              <a:ext uri="{FF2B5EF4-FFF2-40B4-BE49-F238E27FC236}">
                <a16:creationId xmlns:a16="http://schemas.microsoft.com/office/drawing/2014/main" id="{A01A5902-4378-4312-5018-63E2E1E74EB7}"/>
              </a:ext>
            </a:extLst>
          </p:cNvPr>
          <p:cNvSpPr txBox="1"/>
          <p:nvPr/>
        </p:nvSpPr>
        <p:spPr>
          <a:xfrm>
            <a:off x="9078864" y="4907207"/>
            <a:ext cx="1227849" cy="633622"/>
          </a:xfrm>
          <a:prstGeom prst="rect">
            <a:avLst/>
          </a:prstGeom>
          <a:noFill/>
          <a:ln>
            <a:solidFill>
              <a:srgbClr val="2F3C7E"/>
            </a:solidFill>
          </a:ln>
        </p:spPr>
        <p:txBody>
          <a:bodyPr wrap="square" rtlCol="0">
            <a:spAutoFit/>
          </a:bodyPr>
          <a:lstStyle/>
          <a:p>
            <a:endParaRPr lang="en-SG" dirty="0"/>
          </a:p>
        </p:txBody>
      </p:sp>
      <p:pic>
        <p:nvPicPr>
          <p:cNvPr id="102" name="Picture 101">
            <a:extLst>
              <a:ext uri="{FF2B5EF4-FFF2-40B4-BE49-F238E27FC236}">
                <a16:creationId xmlns:a16="http://schemas.microsoft.com/office/drawing/2014/main" id="{A7618ED4-FBE4-82F8-80CE-4F0B312B14D2}"/>
              </a:ext>
            </a:extLst>
          </p:cNvPr>
          <p:cNvPicPr>
            <a:picLocks noChangeAspect="1"/>
          </p:cNvPicPr>
          <p:nvPr/>
        </p:nvPicPr>
        <p:blipFill>
          <a:blip r:embed="rId3"/>
          <a:stretch>
            <a:fillRect/>
          </a:stretch>
        </p:blipFill>
        <p:spPr>
          <a:xfrm>
            <a:off x="9078864" y="4922668"/>
            <a:ext cx="1227849" cy="616221"/>
          </a:xfrm>
          <a:prstGeom prst="rect">
            <a:avLst/>
          </a:prstGeom>
          <a:ln>
            <a:noFill/>
          </a:ln>
        </p:spPr>
      </p:pic>
      <p:grpSp>
        <p:nvGrpSpPr>
          <p:cNvPr id="112" name="Group 111">
            <a:extLst>
              <a:ext uri="{FF2B5EF4-FFF2-40B4-BE49-F238E27FC236}">
                <a16:creationId xmlns:a16="http://schemas.microsoft.com/office/drawing/2014/main" id="{B36D757C-FC2D-9A2F-CE50-B202EB0B806F}"/>
              </a:ext>
            </a:extLst>
          </p:cNvPr>
          <p:cNvGrpSpPr/>
          <p:nvPr/>
        </p:nvGrpSpPr>
        <p:grpSpPr>
          <a:xfrm>
            <a:off x="9080628" y="5741516"/>
            <a:ext cx="1227849" cy="633622"/>
            <a:chOff x="9080628" y="5741516"/>
            <a:chExt cx="1227849" cy="633622"/>
          </a:xfrm>
        </p:grpSpPr>
        <p:sp>
          <p:nvSpPr>
            <p:cNvPr id="111" name="TextBox 110">
              <a:extLst>
                <a:ext uri="{FF2B5EF4-FFF2-40B4-BE49-F238E27FC236}">
                  <a16:creationId xmlns:a16="http://schemas.microsoft.com/office/drawing/2014/main" id="{3AC0BAA0-EC58-BBD7-2624-E7ED0CBD16F6}"/>
                </a:ext>
              </a:extLst>
            </p:cNvPr>
            <p:cNvSpPr txBox="1"/>
            <p:nvPr/>
          </p:nvSpPr>
          <p:spPr>
            <a:xfrm>
              <a:off x="9080628" y="5741516"/>
              <a:ext cx="1227849" cy="633622"/>
            </a:xfrm>
            <a:prstGeom prst="rect">
              <a:avLst/>
            </a:prstGeom>
            <a:noFill/>
            <a:ln>
              <a:solidFill>
                <a:srgbClr val="2F3C7E"/>
              </a:solidFill>
            </a:ln>
          </p:spPr>
          <p:txBody>
            <a:bodyPr wrap="square" rtlCol="0">
              <a:spAutoFit/>
            </a:bodyPr>
            <a:lstStyle/>
            <a:p>
              <a:endParaRPr lang="en-SG" dirty="0"/>
            </a:p>
          </p:txBody>
        </p:sp>
        <p:grpSp>
          <p:nvGrpSpPr>
            <p:cNvPr id="107" name="Group 106">
              <a:extLst>
                <a:ext uri="{FF2B5EF4-FFF2-40B4-BE49-F238E27FC236}">
                  <a16:creationId xmlns:a16="http://schemas.microsoft.com/office/drawing/2014/main" id="{734E0F15-2D11-59DB-42A6-1B5094B758DE}"/>
                </a:ext>
              </a:extLst>
            </p:cNvPr>
            <p:cNvGrpSpPr/>
            <p:nvPr/>
          </p:nvGrpSpPr>
          <p:grpSpPr>
            <a:xfrm>
              <a:off x="9390986" y="5784020"/>
              <a:ext cx="605174" cy="579944"/>
              <a:chOff x="9299616" y="5896250"/>
              <a:chExt cx="786344" cy="753561"/>
            </a:xfrm>
          </p:grpSpPr>
          <p:pic>
            <p:nvPicPr>
              <p:cNvPr id="104" name="Picture 103">
                <a:extLst>
                  <a:ext uri="{FF2B5EF4-FFF2-40B4-BE49-F238E27FC236}">
                    <a16:creationId xmlns:a16="http://schemas.microsoft.com/office/drawing/2014/main" id="{0B77AAB4-DD3B-3E90-BD6F-E0B5106DA19B}"/>
                  </a:ext>
                </a:extLst>
              </p:cNvPr>
              <p:cNvPicPr>
                <a:picLocks noChangeAspect="1"/>
              </p:cNvPicPr>
              <p:nvPr/>
            </p:nvPicPr>
            <p:blipFill>
              <a:blip r:embed="rId24"/>
              <a:stretch>
                <a:fillRect/>
              </a:stretch>
            </p:blipFill>
            <p:spPr>
              <a:xfrm>
                <a:off x="9486874" y="5896250"/>
                <a:ext cx="402491" cy="402491"/>
              </a:xfrm>
              <a:prstGeom prst="rect">
                <a:avLst/>
              </a:prstGeom>
            </p:spPr>
          </p:pic>
          <p:pic>
            <p:nvPicPr>
              <p:cNvPr id="106" name="Picture 105">
                <a:extLst>
                  <a:ext uri="{FF2B5EF4-FFF2-40B4-BE49-F238E27FC236}">
                    <a16:creationId xmlns:a16="http://schemas.microsoft.com/office/drawing/2014/main" id="{8D83EB9A-00A3-87DB-3C81-332C48F7F381}"/>
                  </a:ext>
                </a:extLst>
              </p:cNvPr>
              <p:cNvPicPr>
                <a:picLocks noChangeAspect="1"/>
              </p:cNvPicPr>
              <p:nvPr/>
            </p:nvPicPr>
            <p:blipFill>
              <a:blip r:embed="rId25"/>
              <a:srcRect t="36022"/>
              <a:stretch>
                <a:fillRect/>
              </a:stretch>
            </p:blipFill>
            <p:spPr>
              <a:xfrm>
                <a:off x="9299616" y="6237676"/>
                <a:ext cx="786344" cy="412135"/>
              </a:xfrm>
              <a:prstGeom prst="rect">
                <a:avLst/>
              </a:prstGeom>
            </p:spPr>
          </p:pic>
        </p:grpSp>
        <p:pic>
          <p:nvPicPr>
            <p:cNvPr id="109" name="Picture 108">
              <a:extLst>
                <a:ext uri="{FF2B5EF4-FFF2-40B4-BE49-F238E27FC236}">
                  <a16:creationId xmlns:a16="http://schemas.microsoft.com/office/drawing/2014/main" id="{12B9432F-3E9B-A2F4-171A-1890AB61302C}"/>
                </a:ext>
              </a:extLst>
            </p:cNvPr>
            <p:cNvPicPr>
              <a:picLocks noChangeAspect="1"/>
            </p:cNvPicPr>
            <p:nvPr/>
          </p:nvPicPr>
          <p:blipFill>
            <a:blip r:embed="rId26"/>
            <a:stretch>
              <a:fillRect/>
            </a:stretch>
          </p:blipFill>
          <p:spPr>
            <a:xfrm>
              <a:off x="9578189" y="5947872"/>
              <a:ext cx="223506" cy="223506"/>
            </a:xfrm>
            <a:prstGeom prst="rect">
              <a:avLst/>
            </a:prstGeom>
          </p:spPr>
        </p:pic>
      </p:grpSp>
      <p:sp>
        <p:nvSpPr>
          <p:cNvPr id="113" name="TextBox 112">
            <a:extLst>
              <a:ext uri="{FF2B5EF4-FFF2-40B4-BE49-F238E27FC236}">
                <a16:creationId xmlns:a16="http://schemas.microsoft.com/office/drawing/2014/main" id="{E4BCE235-D2DE-6FE3-BE39-E68CDD6291D1}"/>
              </a:ext>
            </a:extLst>
          </p:cNvPr>
          <p:cNvSpPr txBox="1"/>
          <p:nvPr/>
        </p:nvSpPr>
        <p:spPr>
          <a:xfrm>
            <a:off x="10433837" y="4215089"/>
            <a:ext cx="1756011" cy="307777"/>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2700">
            <a:solidFill>
              <a:schemeClr val="tx1"/>
            </a:solidFill>
          </a:ln>
        </p:spPr>
        <p:txBody>
          <a:bodyPr wrap="square" rtlCol="0">
            <a:spAutoFit/>
          </a:bodyPr>
          <a:lstStyle/>
          <a:p>
            <a:r>
              <a:rPr lang="en-SG" sz="1400" b="1" dirty="0"/>
              <a:t>About</a:t>
            </a:r>
          </a:p>
        </p:txBody>
      </p:sp>
      <p:sp>
        <p:nvSpPr>
          <p:cNvPr id="114" name="TextBox 113">
            <a:extLst>
              <a:ext uri="{FF2B5EF4-FFF2-40B4-BE49-F238E27FC236}">
                <a16:creationId xmlns:a16="http://schemas.microsoft.com/office/drawing/2014/main" id="{54B1271C-D2C6-74C8-0EC5-2B41D5D229EF}"/>
              </a:ext>
            </a:extLst>
          </p:cNvPr>
          <p:cNvSpPr txBox="1"/>
          <p:nvPr/>
        </p:nvSpPr>
        <p:spPr>
          <a:xfrm>
            <a:off x="10434912" y="4526271"/>
            <a:ext cx="1749183" cy="784830"/>
          </a:xfrm>
          <a:prstGeom prst="rect">
            <a:avLst/>
          </a:prstGeom>
          <a:noFill/>
          <a:ln>
            <a:solidFill>
              <a:schemeClr val="tx1"/>
            </a:solidFill>
          </a:ln>
        </p:spPr>
        <p:txBody>
          <a:bodyPr wrap="square" rtlCol="0">
            <a:spAutoFit/>
          </a:bodyPr>
          <a:lstStyle/>
          <a:p>
            <a:r>
              <a:rPr lang="en-SG" sz="900" dirty="0"/>
              <a:t>Lorem ipsum </a:t>
            </a:r>
            <a:r>
              <a:rPr lang="en-SG" sz="900" dirty="0" err="1"/>
              <a:t>dolor</a:t>
            </a:r>
            <a:r>
              <a:rPr lang="en-SG" sz="900" dirty="0"/>
              <a:t> sit </a:t>
            </a:r>
            <a:r>
              <a:rPr lang="en-SG" sz="900" dirty="0" err="1"/>
              <a:t>amet</a:t>
            </a:r>
            <a:r>
              <a:rPr lang="en-SG" sz="900" dirty="0"/>
              <a:t>, </a:t>
            </a:r>
            <a:r>
              <a:rPr lang="en-SG" sz="900" dirty="0" err="1"/>
              <a:t>consectetur</a:t>
            </a:r>
            <a:r>
              <a:rPr lang="en-SG" sz="900" dirty="0"/>
              <a:t> </a:t>
            </a:r>
            <a:r>
              <a:rPr lang="en-SG" sz="900" dirty="0" err="1"/>
              <a:t>adipiscing</a:t>
            </a:r>
            <a:r>
              <a:rPr lang="en-SG" sz="900" dirty="0"/>
              <a:t> </a:t>
            </a:r>
            <a:r>
              <a:rPr lang="en-SG" sz="900" dirty="0" err="1"/>
              <a:t>elit</a:t>
            </a:r>
            <a:r>
              <a:rPr lang="en-SG" sz="900" dirty="0"/>
              <a:t>, </a:t>
            </a:r>
            <a:r>
              <a:rPr lang="en-SG" sz="900" dirty="0" err="1"/>
              <a:t>sed</a:t>
            </a:r>
            <a:r>
              <a:rPr lang="en-SG" sz="900" dirty="0"/>
              <a:t> do </a:t>
            </a:r>
            <a:r>
              <a:rPr lang="en-SG" sz="900" dirty="0" err="1"/>
              <a:t>eiusmod</a:t>
            </a:r>
            <a:r>
              <a:rPr lang="en-SG" sz="900" dirty="0"/>
              <a:t> </a:t>
            </a:r>
            <a:r>
              <a:rPr lang="en-SG" sz="900" dirty="0" err="1"/>
              <a:t>tempor</a:t>
            </a:r>
            <a:r>
              <a:rPr lang="en-SG" sz="900" dirty="0"/>
              <a:t> </a:t>
            </a:r>
            <a:r>
              <a:rPr lang="en-SG" sz="900" dirty="0" err="1"/>
              <a:t>incididunt</a:t>
            </a:r>
            <a:r>
              <a:rPr lang="en-SG" sz="900" dirty="0"/>
              <a:t> </a:t>
            </a:r>
            <a:r>
              <a:rPr lang="en-SG" sz="900" dirty="0" err="1"/>
              <a:t>ut</a:t>
            </a:r>
            <a:r>
              <a:rPr lang="en-SG" sz="900" dirty="0"/>
              <a:t> labore et dolore magna </a:t>
            </a:r>
            <a:r>
              <a:rPr lang="en-SG" sz="900" dirty="0" err="1"/>
              <a:t>aliqua</a:t>
            </a:r>
            <a:r>
              <a:rPr lang="en-SG" sz="900" dirty="0"/>
              <a:t>. </a:t>
            </a:r>
          </a:p>
        </p:txBody>
      </p:sp>
      <p:sp>
        <p:nvSpPr>
          <p:cNvPr id="115" name="TextBox 114">
            <a:extLst>
              <a:ext uri="{FF2B5EF4-FFF2-40B4-BE49-F238E27FC236}">
                <a16:creationId xmlns:a16="http://schemas.microsoft.com/office/drawing/2014/main" id="{FB8ADEB0-13F0-678D-5E18-97C596EB9D19}"/>
              </a:ext>
            </a:extLst>
          </p:cNvPr>
          <p:cNvSpPr txBox="1"/>
          <p:nvPr/>
        </p:nvSpPr>
        <p:spPr>
          <a:xfrm>
            <a:off x="10434913" y="5311814"/>
            <a:ext cx="1756011" cy="307777"/>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2700">
            <a:solidFill>
              <a:schemeClr val="tx1"/>
            </a:solidFill>
          </a:ln>
        </p:spPr>
        <p:txBody>
          <a:bodyPr wrap="square" rtlCol="0">
            <a:spAutoFit/>
          </a:bodyPr>
          <a:lstStyle/>
          <a:p>
            <a:r>
              <a:rPr lang="en-SG" sz="1400" b="1" dirty="0"/>
              <a:t>How to get there</a:t>
            </a:r>
          </a:p>
        </p:txBody>
      </p:sp>
      <p:sp>
        <p:nvSpPr>
          <p:cNvPr id="116" name="TextBox 115">
            <a:extLst>
              <a:ext uri="{FF2B5EF4-FFF2-40B4-BE49-F238E27FC236}">
                <a16:creationId xmlns:a16="http://schemas.microsoft.com/office/drawing/2014/main" id="{63C3C41D-6005-C0B6-373B-4AC0C4FB1FF3}"/>
              </a:ext>
            </a:extLst>
          </p:cNvPr>
          <p:cNvSpPr txBox="1"/>
          <p:nvPr/>
        </p:nvSpPr>
        <p:spPr>
          <a:xfrm>
            <a:off x="10437251" y="5623709"/>
            <a:ext cx="1749183" cy="230832"/>
          </a:xfrm>
          <a:prstGeom prst="rect">
            <a:avLst/>
          </a:prstGeom>
          <a:noFill/>
          <a:ln>
            <a:solidFill>
              <a:schemeClr val="tx1"/>
            </a:solidFill>
          </a:ln>
        </p:spPr>
        <p:txBody>
          <a:bodyPr wrap="square" rtlCol="0">
            <a:spAutoFit/>
          </a:bodyPr>
          <a:lstStyle/>
          <a:p>
            <a:r>
              <a:rPr lang="en-SG" sz="900" dirty="0"/>
              <a:t>Walk straight for 50m.</a:t>
            </a:r>
          </a:p>
        </p:txBody>
      </p:sp>
      <p:sp>
        <p:nvSpPr>
          <p:cNvPr id="117" name="TextBox 116">
            <a:extLst>
              <a:ext uri="{FF2B5EF4-FFF2-40B4-BE49-F238E27FC236}">
                <a16:creationId xmlns:a16="http://schemas.microsoft.com/office/drawing/2014/main" id="{A9FC5AD6-68D9-0732-13B2-A97E6D11F067}"/>
              </a:ext>
            </a:extLst>
          </p:cNvPr>
          <p:cNvSpPr txBox="1"/>
          <p:nvPr/>
        </p:nvSpPr>
        <p:spPr>
          <a:xfrm>
            <a:off x="10434911" y="5860138"/>
            <a:ext cx="1749183" cy="230832"/>
          </a:xfrm>
          <a:prstGeom prst="rect">
            <a:avLst/>
          </a:prstGeom>
          <a:noFill/>
          <a:ln>
            <a:solidFill>
              <a:schemeClr val="tx1"/>
            </a:solidFill>
          </a:ln>
        </p:spPr>
        <p:txBody>
          <a:bodyPr wrap="square" rtlCol="0">
            <a:spAutoFit/>
          </a:bodyPr>
          <a:lstStyle/>
          <a:p>
            <a:r>
              <a:rPr lang="en-SG" sz="900" dirty="0"/>
              <a:t>Turn left.</a:t>
            </a:r>
          </a:p>
        </p:txBody>
      </p:sp>
      <p:sp>
        <p:nvSpPr>
          <p:cNvPr id="118" name="TextBox 117">
            <a:extLst>
              <a:ext uri="{FF2B5EF4-FFF2-40B4-BE49-F238E27FC236}">
                <a16:creationId xmlns:a16="http://schemas.microsoft.com/office/drawing/2014/main" id="{36D575C6-E4D3-9F7E-5D21-ADB28F731DD3}"/>
              </a:ext>
            </a:extLst>
          </p:cNvPr>
          <p:cNvSpPr txBox="1"/>
          <p:nvPr/>
        </p:nvSpPr>
        <p:spPr>
          <a:xfrm>
            <a:off x="10434911" y="6093349"/>
            <a:ext cx="1749183" cy="230832"/>
          </a:xfrm>
          <a:prstGeom prst="rect">
            <a:avLst/>
          </a:prstGeom>
          <a:noFill/>
          <a:ln>
            <a:solidFill>
              <a:schemeClr val="tx1"/>
            </a:solidFill>
          </a:ln>
        </p:spPr>
        <p:txBody>
          <a:bodyPr wrap="square" rtlCol="0">
            <a:spAutoFit/>
          </a:bodyPr>
          <a:lstStyle/>
          <a:p>
            <a:r>
              <a:rPr lang="en-SG" sz="900" dirty="0"/>
              <a:t>Continue for 1km.</a:t>
            </a:r>
          </a:p>
        </p:txBody>
      </p:sp>
      <p:sp>
        <p:nvSpPr>
          <p:cNvPr id="120" name="TextBox 119">
            <a:extLst>
              <a:ext uri="{FF2B5EF4-FFF2-40B4-BE49-F238E27FC236}">
                <a16:creationId xmlns:a16="http://schemas.microsoft.com/office/drawing/2014/main" id="{D29B0332-E768-52CB-55DC-D1FF64CA8845}"/>
              </a:ext>
            </a:extLst>
          </p:cNvPr>
          <p:cNvSpPr txBox="1"/>
          <p:nvPr/>
        </p:nvSpPr>
        <p:spPr>
          <a:xfrm>
            <a:off x="10434911" y="6321730"/>
            <a:ext cx="1749183" cy="230832"/>
          </a:xfrm>
          <a:prstGeom prst="rect">
            <a:avLst/>
          </a:prstGeom>
          <a:noFill/>
          <a:ln>
            <a:solidFill>
              <a:schemeClr val="tx1"/>
            </a:solidFill>
          </a:ln>
        </p:spPr>
        <p:txBody>
          <a:bodyPr wrap="square" rtlCol="0">
            <a:spAutoFit/>
          </a:bodyPr>
          <a:lstStyle/>
          <a:p>
            <a:r>
              <a:rPr lang="en-SG" sz="900" dirty="0"/>
              <a:t>Keep to the right path.</a:t>
            </a:r>
          </a:p>
        </p:txBody>
      </p:sp>
      <p:sp>
        <p:nvSpPr>
          <p:cNvPr id="122" name="Rectangle: Rounded Corners 121">
            <a:extLst>
              <a:ext uri="{FF2B5EF4-FFF2-40B4-BE49-F238E27FC236}">
                <a16:creationId xmlns:a16="http://schemas.microsoft.com/office/drawing/2014/main" id="{E4CC039A-7B6F-1508-0D1C-4D2BFDA56802}"/>
              </a:ext>
            </a:extLst>
          </p:cNvPr>
          <p:cNvSpPr/>
          <p:nvPr/>
        </p:nvSpPr>
        <p:spPr>
          <a:xfrm rot="5400000">
            <a:off x="11970550" y="5822130"/>
            <a:ext cx="336725"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6" name="Rectangle: Rounded Corners 125">
            <a:extLst>
              <a:ext uri="{FF2B5EF4-FFF2-40B4-BE49-F238E27FC236}">
                <a16:creationId xmlns:a16="http://schemas.microsoft.com/office/drawing/2014/main" id="{24687D47-AA05-04F0-5566-FAA529E84331}"/>
              </a:ext>
            </a:extLst>
          </p:cNvPr>
          <p:cNvSpPr/>
          <p:nvPr/>
        </p:nvSpPr>
        <p:spPr>
          <a:xfrm rot="5400000">
            <a:off x="11970550" y="4724556"/>
            <a:ext cx="336725"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7" name="Rectangle: Rounded Corners 126">
            <a:extLst>
              <a:ext uri="{FF2B5EF4-FFF2-40B4-BE49-F238E27FC236}">
                <a16:creationId xmlns:a16="http://schemas.microsoft.com/office/drawing/2014/main" id="{6E1F0087-5C79-A975-19C5-962A078802C0}"/>
              </a:ext>
            </a:extLst>
          </p:cNvPr>
          <p:cNvSpPr/>
          <p:nvPr/>
        </p:nvSpPr>
        <p:spPr>
          <a:xfrm rot="5400000">
            <a:off x="11663175" y="986565"/>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8" name="Rectangle: Rounded Corners 127">
            <a:extLst>
              <a:ext uri="{FF2B5EF4-FFF2-40B4-BE49-F238E27FC236}">
                <a16:creationId xmlns:a16="http://schemas.microsoft.com/office/drawing/2014/main" id="{A3F616A2-ECE7-5853-1CCD-4589670A02C3}"/>
              </a:ext>
            </a:extLst>
          </p:cNvPr>
          <p:cNvSpPr/>
          <p:nvPr/>
        </p:nvSpPr>
        <p:spPr>
          <a:xfrm rot="5400000">
            <a:off x="7368109" y="971118"/>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9" name="Rectangle: Rounded Corners 128">
            <a:extLst>
              <a:ext uri="{FF2B5EF4-FFF2-40B4-BE49-F238E27FC236}">
                <a16:creationId xmlns:a16="http://schemas.microsoft.com/office/drawing/2014/main" id="{0D8440AB-BB60-E71C-062B-BA29ECD7D68D}"/>
              </a:ext>
            </a:extLst>
          </p:cNvPr>
          <p:cNvSpPr/>
          <p:nvPr/>
        </p:nvSpPr>
        <p:spPr>
          <a:xfrm rot="5400000">
            <a:off x="3406156" y="995610"/>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30" name="TextBox 129">
            <a:extLst>
              <a:ext uri="{FF2B5EF4-FFF2-40B4-BE49-F238E27FC236}">
                <a16:creationId xmlns:a16="http://schemas.microsoft.com/office/drawing/2014/main" id="{84CD4B2D-DF66-BBD4-7531-F978D26ABDA4}"/>
              </a:ext>
            </a:extLst>
          </p:cNvPr>
          <p:cNvSpPr txBox="1"/>
          <p:nvPr/>
        </p:nvSpPr>
        <p:spPr>
          <a:xfrm>
            <a:off x="10441203" y="6550111"/>
            <a:ext cx="1749183" cy="230832"/>
          </a:xfrm>
          <a:prstGeom prst="rect">
            <a:avLst/>
          </a:prstGeom>
          <a:noFill/>
          <a:ln>
            <a:solidFill>
              <a:schemeClr val="tx1"/>
            </a:solidFill>
          </a:ln>
        </p:spPr>
        <p:txBody>
          <a:bodyPr wrap="square" rtlCol="0">
            <a:spAutoFit/>
          </a:bodyPr>
          <a:lstStyle/>
          <a:p>
            <a:pPr algn="ctr"/>
            <a:r>
              <a:rPr lang="en-SG" sz="900" b="1" dirty="0"/>
              <a:t>…</a:t>
            </a:r>
          </a:p>
        </p:txBody>
      </p:sp>
      <p:grpSp>
        <p:nvGrpSpPr>
          <p:cNvPr id="182" name="Group 181">
            <a:extLst>
              <a:ext uri="{FF2B5EF4-FFF2-40B4-BE49-F238E27FC236}">
                <a16:creationId xmlns:a16="http://schemas.microsoft.com/office/drawing/2014/main" id="{044B6644-B8D2-C2AA-875A-9E7DED152C59}"/>
              </a:ext>
            </a:extLst>
          </p:cNvPr>
          <p:cNvGrpSpPr/>
          <p:nvPr/>
        </p:nvGrpSpPr>
        <p:grpSpPr>
          <a:xfrm>
            <a:off x="4648576" y="5564302"/>
            <a:ext cx="776731" cy="378714"/>
            <a:chOff x="4579693" y="5139808"/>
            <a:chExt cx="776731" cy="378714"/>
          </a:xfrm>
        </p:grpSpPr>
        <p:sp>
          <p:nvSpPr>
            <p:cNvPr id="183" name="Rectangle: Rounded Corners 182">
              <a:extLst>
                <a:ext uri="{FF2B5EF4-FFF2-40B4-BE49-F238E27FC236}">
                  <a16:creationId xmlns:a16="http://schemas.microsoft.com/office/drawing/2014/main" id="{3E25CCB1-8B8F-1EB6-BE15-A969B723F3BB}"/>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2.4 KM</a:t>
              </a:r>
            </a:p>
          </p:txBody>
        </p:sp>
        <p:grpSp>
          <p:nvGrpSpPr>
            <p:cNvPr id="184" name="Group 183">
              <a:extLst>
                <a:ext uri="{FF2B5EF4-FFF2-40B4-BE49-F238E27FC236}">
                  <a16:creationId xmlns:a16="http://schemas.microsoft.com/office/drawing/2014/main" id="{CC320227-C730-879E-E1C6-C8C52FE842E7}"/>
                </a:ext>
              </a:extLst>
            </p:cNvPr>
            <p:cNvGrpSpPr/>
            <p:nvPr/>
          </p:nvGrpSpPr>
          <p:grpSpPr>
            <a:xfrm>
              <a:off x="4579693" y="5287690"/>
              <a:ext cx="776731" cy="230832"/>
              <a:chOff x="4622782" y="5567706"/>
              <a:chExt cx="776731" cy="230832"/>
            </a:xfrm>
          </p:grpSpPr>
          <p:sp>
            <p:nvSpPr>
              <p:cNvPr id="185" name="TextBox 184">
                <a:extLst>
                  <a:ext uri="{FF2B5EF4-FFF2-40B4-BE49-F238E27FC236}">
                    <a16:creationId xmlns:a16="http://schemas.microsoft.com/office/drawing/2014/main" id="{3443CAE4-E480-515A-C69F-5FD65A58EAEC}"/>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20 mins</a:t>
                </a:r>
                <a:endParaRPr lang="en-SG" sz="900" dirty="0">
                  <a:solidFill>
                    <a:schemeClr val="tx2"/>
                  </a:solidFill>
                  <a:latin typeface="+mn-lt"/>
                </a:endParaRPr>
              </a:p>
            </p:txBody>
          </p:sp>
          <p:pic>
            <p:nvPicPr>
              <p:cNvPr id="186" name="Picture 185" descr="A person walking on a black background&#10;&#10;AI-generated content may be incorrect.">
                <a:extLst>
                  <a:ext uri="{FF2B5EF4-FFF2-40B4-BE49-F238E27FC236}">
                    <a16:creationId xmlns:a16="http://schemas.microsoft.com/office/drawing/2014/main" id="{DBD45D52-0E42-A83B-9254-C9320AE4F914}"/>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grpSp>
        <p:nvGrpSpPr>
          <p:cNvPr id="196" name="Group 195">
            <a:extLst>
              <a:ext uri="{FF2B5EF4-FFF2-40B4-BE49-F238E27FC236}">
                <a16:creationId xmlns:a16="http://schemas.microsoft.com/office/drawing/2014/main" id="{AEFC3182-7723-6607-8748-8124250125E2}"/>
              </a:ext>
            </a:extLst>
          </p:cNvPr>
          <p:cNvGrpSpPr/>
          <p:nvPr/>
        </p:nvGrpSpPr>
        <p:grpSpPr>
          <a:xfrm>
            <a:off x="3378090" y="1544951"/>
            <a:ext cx="3262183" cy="2159279"/>
            <a:chOff x="3378090" y="1544951"/>
            <a:chExt cx="3262183" cy="2159279"/>
          </a:xfrm>
        </p:grpSpPr>
        <p:sp>
          <p:nvSpPr>
            <p:cNvPr id="187" name="TextBox 186">
              <a:extLst>
                <a:ext uri="{FF2B5EF4-FFF2-40B4-BE49-F238E27FC236}">
                  <a16:creationId xmlns:a16="http://schemas.microsoft.com/office/drawing/2014/main" id="{85F481A5-1854-18FE-99E2-7178A3D73AE7}"/>
                </a:ext>
              </a:extLst>
            </p:cNvPr>
            <p:cNvSpPr txBox="1"/>
            <p:nvPr/>
          </p:nvSpPr>
          <p:spPr>
            <a:xfrm>
              <a:off x="3655670" y="1888348"/>
              <a:ext cx="2984603" cy="1815882"/>
            </a:xfrm>
            <a:prstGeom prst="rect">
              <a:avLst/>
            </a:prstGeom>
            <a:solidFill>
              <a:schemeClr val="bg1"/>
            </a:solidFill>
            <a:ln w="25400">
              <a:solidFill>
                <a:schemeClr val="accent5"/>
              </a:solidFill>
            </a:ln>
          </p:spPr>
          <p:txBody>
            <a:bodyPr wrap="square" rtlCol="0">
              <a:spAutoFit/>
            </a:bodyPr>
            <a:lstStyle/>
            <a:p>
              <a:pPr algn="just"/>
              <a:r>
                <a:rPr lang="en-SG" sz="1600" dirty="0">
                  <a:solidFill>
                    <a:srgbClr val="000000"/>
                  </a:solidFill>
                  <a:latin typeface="Arial" panose="020B0604020202020204" pitchFamily="34" charset="0"/>
                  <a:cs typeface="Arial" panose="020B0604020202020204" pitchFamily="34" charset="0"/>
                </a:rPr>
                <a:t>Clicking on any of the cards in the 3 columns will highlight the path in the map below. It will also show detailed descriptions about the destination, related videos, and navigation instructions. </a:t>
              </a:r>
            </a:p>
          </p:txBody>
        </p:sp>
        <p:pic>
          <p:nvPicPr>
            <p:cNvPr id="193" name="Picture 192">
              <a:extLst>
                <a:ext uri="{FF2B5EF4-FFF2-40B4-BE49-F238E27FC236}">
                  <a16:creationId xmlns:a16="http://schemas.microsoft.com/office/drawing/2014/main" id="{BD6A4FD4-6EF9-D583-BCA9-81999B0BDC6E}"/>
                </a:ext>
              </a:extLst>
            </p:cNvPr>
            <p:cNvPicPr>
              <a:picLocks noChangeAspect="1"/>
            </p:cNvPicPr>
            <p:nvPr/>
          </p:nvPicPr>
          <p:blipFill>
            <a:blip r:embed="rId27"/>
            <a:stretch>
              <a:fillRect/>
            </a:stretch>
          </p:blipFill>
          <p:spPr>
            <a:xfrm>
              <a:off x="3378090" y="1544951"/>
              <a:ext cx="555159" cy="555159"/>
            </a:xfrm>
            <a:prstGeom prst="rect">
              <a:avLst/>
            </a:prstGeom>
          </p:spPr>
        </p:pic>
      </p:grpSp>
      <p:sp>
        <p:nvSpPr>
          <p:cNvPr id="188" name="Arrow: Down 187">
            <a:extLst>
              <a:ext uri="{FF2B5EF4-FFF2-40B4-BE49-F238E27FC236}">
                <a16:creationId xmlns:a16="http://schemas.microsoft.com/office/drawing/2014/main" id="{C9C1E6DF-3894-0246-F08D-56D37033AA26}"/>
              </a:ext>
            </a:extLst>
          </p:cNvPr>
          <p:cNvSpPr/>
          <p:nvPr/>
        </p:nvSpPr>
        <p:spPr>
          <a:xfrm>
            <a:off x="4578088" y="3682114"/>
            <a:ext cx="184033" cy="1788189"/>
          </a:xfrm>
          <a:prstGeom prst="downArrow">
            <a:avLst>
              <a:gd name="adj1" fmla="val 33410"/>
              <a:gd name="adj2" fmla="val 99772"/>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9" name="Arrow: Down 188">
            <a:extLst>
              <a:ext uri="{FF2B5EF4-FFF2-40B4-BE49-F238E27FC236}">
                <a16:creationId xmlns:a16="http://schemas.microsoft.com/office/drawing/2014/main" id="{971E52D2-E17C-8FFA-731C-3D1E4F6B40C1}"/>
              </a:ext>
            </a:extLst>
          </p:cNvPr>
          <p:cNvSpPr/>
          <p:nvPr/>
        </p:nvSpPr>
        <p:spPr>
          <a:xfrm rot="17603872">
            <a:off x="7687828" y="2580760"/>
            <a:ext cx="257761" cy="2655917"/>
          </a:xfrm>
          <a:prstGeom prst="downArrow">
            <a:avLst>
              <a:gd name="adj1" fmla="val 33410"/>
              <a:gd name="adj2" fmla="val 99772"/>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213" name="Picture 212" descr="A yellow hand pointing up&#10;&#10;AI-generated content may be incorrect.">
            <a:extLst>
              <a:ext uri="{FF2B5EF4-FFF2-40B4-BE49-F238E27FC236}">
                <a16:creationId xmlns:a16="http://schemas.microsoft.com/office/drawing/2014/main" id="{BEA42520-A4F6-2E91-DCDE-254C0BC271B0}"/>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5080004" y="6185276"/>
            <a:ext cx="638154" cy="638154"/>
          </a:xfrm>
          <a:prstGeom prst="rect">
            <a:avLst/>
          </a:prstGeom>
        </p:spPr>
      </p:pic>
    </p:spTree>
    <p:extLst>
      <p:ext uri="{BB962C8B-B14F-4D97-AF65-F5344CB8AC3E}">
        <p14:creationId xmlns:p14="http://schemas.microsoft.com/office/powerpoint/2010/main" val="5168091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213"/>
                                        </p:tgtEl>
                                        <p:attrNameLst>
                                          <p:attrName>style.visibility</p:attrName>
                                        </p:attrNameLst>
                                      </p:cBhvr>
                                      <p:to>
                                        <p:strVal val="visible"/>
                                      </p:to>
                                    </p:set>
                                  </p:childTnLst>
                                </p:cTn>
                              </p:par>
                            </p:childTnLst>
                          </p:cTn>
                        </p:par>
                        <p:par>
                          <p:cTn id="7" fill="hold">
                            <p:stCondLst>
                              <p:cond delay="500"/>
                            </p:stCondLst>
                            <p:childTnLst>
                              <p:par>
                                <p:cTn id="8" presetID="32" presetClass="emph" presetSubtype="0" fill="hold" nodeType="afterEffect">
                                  <p:stCondLst>
                                    <p:cond delay="0"/>
                                  </p:stCondLst>
                                  <p:childTnLst>
                                    <p:animRot by="120000">
                                      <p:cBhvr>
                                        <p:cTn id="9" dur="100" fill="hold">
                                          <p:stCondLst>
                                            <p:cond delay="0"/>
                                          </p:stCondLst>
                                        </p:cTn>
                                        <p:tgtEl>
                                          <p:spTgt spid="213"/>
                                        </p:tgtEl>
                                        <p:attrNameLst>
                                          <p:attrName>r</p:attrName>
                                        </p:attrNameLst>
                                      </p:cBhvr>
                                    </p:animRot>
                                    <p:animRot by="-240000">
                                      <p:cBhvr>
                                        <p:cTn id="10" dur="200" fill="hold">
                                          <p:stCondLst>
                                            <p:cond delay="200"/>
                                          </p:stCondLst>
                                        </p:cTn>
                                        <p:tgtEl>
                                          <p:spTgt spid="213"/>
                                        </p:tgtEl>
                                        <p:attrNameLst>
                                          <p:attrName>r</p:attrName>
                                        </p:attrNameLst>
                                      </p:cBhvr>
                                    </p:animRot>
                                    <p:animRot by="240000">
                                      <p:cBhvr>
                                        <p:cTn id="11" dur="200" fill="hold">
                                          <p:stCondLst>
                                            <p:cond delay="400"/>
                                          </p:stCondLst>
                                        </p:cTn>
                                        <p:tgtEl>
                                          <p:spTgt spid="213"/>
                                        </p:tgtEl>
                                        <p:attrNameLst>
                                          <p:attrName>r</p:attrName>
                                        </p:attrNameLst>
                                      </p:cBhvr>
                                    </p:animRot>
                                    <p:animRot by="-240000">
                                      <p:cBhvr>
                                        <p:cTn id="12" dur="200" fill="hold">
                                          <p:stCondLst>
                                            <p:cond delay="600"/>
                                          </p:stCondLst>
                                        </p:cTn>
                                        <p:tgtEl>
                                          <p:spTgt spid="213"/>
                                        </p:tgtEl>
                                        <p:attrNameLst>
                                          <p:attrName>r</p:attrName>
                                        </p:attrNameLst>
                                      </p:cBhvr>
                                    </p:animRot>
                                    <p:animRot by="120000">
                                      <p:cBhvr>
                                        <p:cTn id="13" dur="200" fill="hold">
                                          <p:stCondLst>
                                            <p:cond delay="800"/>
                                          </p:stCondLst>
                                        </p:cTn>
                                        <p:tgtEl>
                                          <p:spTgt spid="21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1588A-B929-0D23-1C0F-AC50A2E298D8}"/>
            </a:ext>
          </a:extLst>
        </p:cNvPr>
        <p:cNvGrpSpPr/>
        <p:nvPr/>
      </p:nvGrpSpPr>
      <p:grpSpPr>
        <a:xfrm>
          <a:off x="0" y="0"/>
          <a:ext cx="0" cy="0"/>
          <a:chOff x="0" y="0"/>
          <a:chExt cx="0" cy="0"/>
        </a:xfrm>
      </p:grpSpPr>
      <p:grpSp>
        <p:nvGrpSpPr>
          <p:cNvPr id="166" name="Group 165">
            <a:extLst>
              <a:ext uri="{FF2B5EF4-FFF2-40B4-BE49-F238E27FC236}">
                <a16:creationId xmlns:a16="http://schemas.microsoft.com/office/drawing/2014/main" id="{6059041B-CF70-F5F0-447E-275EBEC83D2C}"/>
              </a:ext>
            </a:extLst>
          </p:cNvPr>
          <p:cNvGrpSpPr/>
          <p:nvPr/>
        </p:nvGrpSpPr>
        <p:grpSpPr>
          <a:xfrm>
            <a:off x="82234" y="5021209"/>
            <a:ext cx="3720247" cy="1331334"/>
            <a:chOff x="107367" y="676770"/>
            <a:chExt cx="3720247" cy="1331334"/>
          </a:xfrm>
        </p:grpSpPr>
        <p:grpSp>
          <p:nvGrpSpPr>
            <p:cNvPr id="167" name="Group 166">
              <a:extLst>
                <a:ext uri="{FF2B5EF4-FFF2-40B4-BE49-F238E27FC236}">
                  <a16:creationId xmlns:a16="http://schemas.microsoft.com/office/drawing/2014/main" id="{8E028B8F-9FB8-31ED-0870-BF1FD66CBC40}"/>
                </a:ext>
              </a:extLst>
            </p:cNvPr>
            <p:cNvGrpSpPr/>
            <p:nvPr/>
          </p:nvGrpSpPr>
          <p:grpSpPr>
            <a:xfrm>
              <a:off x="107367" y="676770"/>
              <a:ext cx="3720247" cy="1331334"/>
              <a:chOff x="78866" y="1588072"/>
              <a:chExt cx="3720247" cy="1331334"/>
            </a:xfrm>
          </p:grpSpPr>
          <p:sp>
            <p:nvSpPr>
              <p:cNvPr id="169" name="Rectangle: Rounded Corners 168">
                <a:extLst>
                  <a:ext uri="{FF2B5EF4-FFF2-40B4-BE49-F238E27FC236}">
                    <a16:creationId xmlns:a16="http://schemas.microsoft.com/office/drawing/2014/main" id="{2380F3DB-0FD8-4A09-ACA2-3467C62EF367}"/>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170" name="Group 169">
                <a:extLst>
                  <a:ext uri="{FF2B5EF4-FFF2-40B4-BE49-F238E27FC236}">
                    <a16:creationId xmlns:a16="http://schemas.microsoft.com/office/drawing/2014/main" id="{955AED49-DF70-EE26-BB27-7E93EEE5C135}"/>
                  </a:ext>
                </a:extLst>
              </p:cNvPr>
              <p:cNvGrpSpPr/>
              <p:nvPr/>
            </p:nvGrpSpPr>
            <p:grpSpPr>
              <a:xfrm>
                <a:off x="137199" y="1612840"/>
                <a:ext cx="3661914" cy="1261007"/>
                <a:chOff x="137199" y="1612840"/>
                <a:chExt cx="3661914" cy="1261007"/>
              </a:xfrm>
            </p:grpSpPr>
            <p:sp>
              <p:nvSpPr>
                <p:cNvPr id="171" name="TextBox 170">
                  <a:extLst>
                    <a:ext uri="{FF2B5EF4-FFF2-40B4-BE49-F238E27FC236}">
                      <a16:creationId xmlns:a16="http://schemas.microsoft.com/office/drawing/2014/main" id="{FA7198D9-E1EA-971A-6AC7-5F7FE7F7E06A}"/>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172" name="Group 171">
                  <a:extLst>
                    <a:ext uri="{FF2B5EF4-FFF2-40B4-BE49-F238E27FC236}">
                      <a16:creationId xmlns:a16="http://schemas.microsoft.com/office/drawing/2014/main" id="{F91FE02B-4230-433C-DBD2-85F329F84777}"/>
                    </a:ext>
                  </a:extLst>
                </p:cNvPr>
                <p:cNvGrpSpPr/>
                <p:nvPr/>
              </p:nvGrpSpPr>
              <p:grpSpPr>
                <a:xfrm>
                  <a:off x="137199" y="1612840"/>
                  <a:ext cx="3230564" cy="1261007"/>
                  <a:chOff x="137199" y="1612840"/>
                  <a:chExt cx="3230564" cy="1261007"/>
                </a:xfrm>
              </p:grpSpPr>
              <p:pic>
                <p:nvPicPr>
                  <p:cNvPr id="173" name="Picture 172">
                    <a:extLst>
                      <a:ext uri="{FF2B5EF4-FFF2-40B4-BE49-F238E27FC236}">
                        <a16:creationId xmlns:a16="http://schemas.microsoft.com/office/drawing/2014/main" id="{9435DA78-1D99-C4D6-1C39-F60FD2D2A37E}"/>
                      </a:ext>
                    </a:extLst>
                  </p:cNvPr>
                  <p:cNvPicPr>
                    <a:picLocks noChangeAspect="1"/>
                  </p:cNvPicPr>
                  <p:nvPr/>
                </p:nvPicPr>
                <p:blipFill>
                  <a:blip r:embed="rId3"/>
                  <a:stretch>
                    <a:fillRect/>
                  </a:stretch>
                </p:blipFill>
                <p:spPr>
                  <a:xfrm>
                    <a:off x="248797" y="2006940"/>
                    <a:ext cx="1605062" cy="805533"/>
                  </a:xfrm>
                  <a:prstGeom prst="rect">
                    <a:avLst/>
                  </a:prstGeom>
                  <a:ln>
                    <a:noFill/>
                  </a:ln>
                </p:spPr>
              </p:pic>
              <p:sp>
                <p:nvSpPr>
                  <p:cNvPr id="174" name="TextBox 173">
                    <a:hlinkClick r:id="rId4" action="ppaction://hlinksldjump"/>
                    <a:extLst>
                      <a:ext uri="{FF2B5EF4-FFF2-40B4-BE49-F238E27FC236}">
                        <a16:creationId xmlns:a16="http://schemas.microsoft.com/office/drawing/2014/main" id="{8990BD34-FC28-AC7F-21F8-BB87C71789E6}"/>
                      </a:ext>
                    </a:extLst>
                  </p:cNvPr>
                  <p:cNvSpPr txBox="1"/>
                  <p:nvPr/>
                </p:nvSpPr>
                <p:spPr>
                  <a:xfrm>
                    <a:off x="137199" y="1612840"/>
                    <a:ext cx="1888340" cy="369332"/>
                  </a:xfrm>
                  <a:prstGeom prst="rect">
                    <a:avLst/>
                  </a:prstGeom>
                  <a:noFill/>
                </p:spPr>
                <p:txBody>
                  <a:bodyPr wrap="square" rtlCol="0">
                    <a:spAutoFit/>
                  </a:bodyPr>
                  <a:lstStyle/>
                  <a:p>
                    <a:r>
                      <a:rPr lang="en-SG" b="1" dirty="0">
                        <a:solidFill>
                          <a:schemeClr val="tx2">
                            <a:lumMod val="50000"/>
                          </a:schemeClr>
                        </a:solidFill>
                      </a:rPr>
                      <a:t>Roaring Thunder</a:t>
                    </a:r>
                  </a:p>
                </p:txBody>
              </p:sp>
              <p:sp>
                <p:nvSpPr>
                  <p:cNvPr id="175" name="TextBox 174">
                    <a:extLst>
                      <a:ext uri="{FF2B5EF4-FFF2-40B4-BE49-F238E27FC236}">
                        <a16:creationId xmlns:a16="http://schemas.microsoft.com/office/drawing/2014/main" id="{529CFAAB-247A-16E5-A1E0-5FAEFD998F1A}"/>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pic>
                <p:nvPicPr>
                  <p:cNvPr id="176" name="Picture 175" descr="A red person silhouette on a black background&#10;&#10;AI-generated content may be incorrect.">
                    <a:extLst>
                      <a:ext uri="{FF2B5EF4-FFF2-40B4-BE49-F238E27FC236}">
                        <a16:creationId xmlns:a16="http://schemas.microsoft.com/office/drawing/2014/main" id="{0600A503-BEF3-503B-F5BD-A801AF1367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16734" y="1900571"/>
                    <a:ext cx="451029" cy="451029"/>
                  </a:xfrm>
                  <a:prstGeom prst="rect">
                    <a:avLst/>
                  </a:prstGeom>
                </p:spPr>
              </p:pic>
              <p:pic>
                <p:nvPicPr>
                  <p:cNvPr id="177" name="Picture 176" descr="A red person silhouette on a black background&#10;&#10;AI-generated content may be incorrect.">
                    <a:extLst>
                      <a:ext uri="{FF2B5EF4-FFF2-40B4-BE49-F238E27FC236}">
                        <a16:creationId xmlns:a16="http://schemas.microsoft.com/office/drawing/2014/main" id="{8F0B32BF-7A58-1425-A171-98C664C988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94573" y="1900572"/>
                    <a:ext cx="451029" cy="451029"/>
                  </a:xfrm>
                  <a:prstGeom prst="rect">
                    <a:avLst/>
                  </a:prstGeom>
                </p:spPr>
              </p:pic>
              <p:pic>
                <p:nvPicPr>
                  <p:cNvPr id="178" name="Picture 177" descr="A red person silhouette on a black background&#10;&#10;AI-generated content may be incorrect.">
                    <a:extLst>
                      <a:ext uri="{FF2B5EF4-FFF2-40B4-BE49-F238E27FC236}">
                        <a16:creationId xmlns:a16="http://schemas.microsoft.com/office/drawing/2014/main" id="{7E58F1E3-5E12-689B-D0A8-A3D9881930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41997" y="1900571"/>
                    <a:ext cx="451029" cy="451029"/>
                  </a:xfrm>
                  <a:prstGeom prst="rect">
                    <a:avLst/>
                  </a:prstGeom>
                </p:spPr>
              </p:pic>
              <p:pic>
                <p:nvPicPr>
                  <p:cNvPr id="179" name="Picture 178" descr="A red person silhouette on a black background&#10;&#10;AI-generated content may be incorrect.">
                    <a:extLst>
                      <a:ext uri="{FF2B5EF4-FFF2-40B4-BE49-F238E27FC236}">
                        <a16:creationId xmlns:a16="http://schemas.microsoft.com/office/drawing/2014/main" id="{E4687B28-89D7-38CC-447F-325181CC68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69310" y="1901767"/>
                    <a:ext cx="451029" cy="451029"/>
                  </a:xfrm>
                  <a:prstGeom prst="rect">
                    <a:avLst/>
                  </a:prstGeom>
                </p:spPr>
              </p:pic>
              <p:sp>
                <p:nvSpPr>
                  <p:cNvPr id="180" name="TextBox 179">
                    <a:extLst>
                      <a:ext uri="{FF2B5EF4-FFF2-40B4-BE49-F238E27FC236}">
                        <a16:creationId xmlns:a16="http://schemas.microsoft.com/office/drawing/2014/main" id="{6F5EC615-D27D-770D-08DC-C0FEC1238EB7}"/>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4"/>
                        </a:solidFill>
                      </a:rPr>
                      <a:t>~ 50 mins</a:t>
                    </a:r>
                  </a:p>
                </p:txBody>
              </p:sp>
            </p:grpSp>
          </p:grpSp>
        </p:grpSp>
        <p:sp>
          <p:nvSpPr>
            <p:cNvPr id="168" name="TextBox 167">
              <a:hlinkClick r:id="rId4" action="ppaction://hlinksldjump"/>
              <a:extLst>
                <a:ext uri="{FF2B5EF4-FFF2-40B4-BE49-F238E27FC236}">
                  <a16:creationId xmlns:a16="http://schemas.microsoft.com/office/drawing/2014/main" id="{F8CC1ADC-C165-3403-5625-F9492B488377}"/>
                </a:ext>
              </a:extLst>
            </p:cNvPr>
            <p:cNvSpPr txBox="1"/>
            <p:nvPr/>
          </p:nvSpPr>
          <p:spPr>
            <a:xfrm>
              <a:off x="277298" y="1070870"/>
              <a:ext cx="1608909" cy="830265"/>
            </a:xfrm>
            <a:prstGeom prst="rect">
              <a:avLst/>
            </a:prstGeom>
            <a:noFill/>
            <a:ln>
              <a:solidFill>
                <a:srgbClr val="2F3C7E"/>
              </a:solidFill>
            </a:ln>
          </p:spPr>
          <p:txBody>
            <a:bodyPr wrap="square" rtlCol="0">
              <a:spAutoFit/>
            </a:bodyPr>
            <a:lstStyle/>
            <a:p>
              <a:endParaRPr lang="en-SG" dirty="0"/>
            </a:p>
          </p:txBody>
        </p:sp>
      </p:grpSp>
      <p:grpSp>
        <p:nvGrpSpPr>
          <p:cNvPr id="343" name="Group 342">
            <a:extLst>
              <a:ext uri="{FF2B5EF4-FFF2-40B4-BE49-F238E27FC236}">
                <a16:creationId xmlns:a16="http://schemas.microsoft.com/office/drawing/2014/main" id="{D1DB2334-ADDD-84E5-365F-CA8795297D42}"/>
              </a:ext>
            </a:extLst>
          </p:cNvPr>
          <p:cNvGrpSpPr/>
          <p:nvPr/>
        </p:nvGrpSpPr>
        <p:grpSpPr>
          <a:xfrm>
            <a:off x="7894507" y="3172316"/>
            <a:ext cx="4297493" cy="1304616"/>
            <a:chOff x="7894507" y="3172316"/>
            <a:chExt cx="4297493" cy="1304616"/>
          </a:xfrm>
        </p:grpSpPr>
        <p:grpSp>
          <p:nvGrpSpPr>
            <p:cNvPr id="324" name="Group 323">
              <a:extLst>
                <a:ext uri="{FF2B5EF4-FFF2-40B4-BE49-F238E27FC236}">
                  <a16:creationId xmlns:a16="http://schemas.microsoft.com/office/drawing/2014/main" id="{A677C2FD-DA62-3F09-91F4-828DB1B05A3F}"/>
                </a:ext>
              </a:extLst>
            </p:cNvPr>
            <p:cNvGrpSpPr/>
            <p:nvPr/>
          </p:nvGrpSpPr>
          <p:grpSpPr>
            <a:xfrm>
              <a:off x="7894507" y="3172316"/>
              <a:ext cx="4297493" cy="1304616"/>
              <a:chOff x="7894507" y="560614"/>
              <a:chExt cx="4297493" cy="1304616"/>
            </a:xfrm>
          </p:grpSpPr>
          <p:sp>
            <p:nvSpPr>
              <p:cNvPr id="325" name="Rectangle 324">
                <a:extLst>
                  <a:ext uri="{FF2B5EF4-FFF2-40B4-BE49-F238E27FC236}">
                    <a16:creationId xmlns:a16="http://schemas.microsoft.com/office/drawing/2014/main" id="{A2168A42-E8A4-B958-A9D4-88365FA07FBF}"/>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26" name="Group 325">
                <a:extLst>
                  <a:ext uri="{FF2B5EF4-FFF2-40B4-BE49-F238E27FC236}">
                    <a16:creationId xmlns:a16="http://schemas.microsoft.com/office/drawing/2014/main" id="{9E21CD5C-BA5A-00FC-D07A-CA4AAA7C8993}"/>
                  </a:ext>
                </a:extLst>
              </p:cNvPr>
              <p:cNvGrpSpPr/>
              <p:nvPr/>
            </p:nvGrpSpPr>
            <p:grpSpPr>
              <a:xfrm>
                <a:off x="7930586" y="614285"/>
                <a:ext cx="3353441" cy="1177732"/>
                <a:chOff x="7930586" y="614285"/>
                <a:chExt cx="3353441" cy="1177732"/>
              </a:xfrm>
            </p:grpSpPr>
            <p:sp>
              <p:nvSpPr>
                <p:cNvPr id="327" name="TextBox 326">
                  <a:extLst>
                    <a:ext uri="{FF2B5EF4-FFF2-40B4-BE49-F238E27FC236}">
                      <a16:creationId xmlns:a16="http://schemas.microsoft.com/office/drawing/2014/main" id="{A180A8FB-B0A7-A710-D0D1-7B73E571193F}"/>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sp>
              <p:nvSpPr>
                <p:cNvPr id="329" name="TextBox 328">
                  <a:extLst>
                    <a:ext uri="{FF2B5EF4-FFF2-40B4-BE49-F238E27FC236}">
                      <a16:creationId xmlns:a16="http://schemas.microsoft.com/office/drawing/2014/main" id="{29D67A86-D5BD-080A-57E2-778ECF61A3A4}"/>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330" name="TextBox 329">
                  <a:extLst>
                    <a:ext uri="{FF2B5EF4-FFF2-40B4-BE49-F238E27FC236}">
                      <a16:creationId xmlns:a16="http://schemas.microsoft.com/office/drawing/2014/main" id="{4AC90AE5-8A56-B8FF-4065-55D534FBDE71}"/>
                    </a:ext>
                  </a:extLst>
                </p:cNvPr>
                <p:cNvSpPr txBox="1"/>
                <p:nvPr/>
              </p:nvSpPr>
              <p:spPr>
                <a:xfrm>
                  <a:off x="7930586" y="614285"/>
                  <a:ext cx="1826192" cy="646331"/>
                </a:xfrm>
                <a:prstGeom prst="rect">
                  <a:avLst/>
                </a:prstGeom>
                <a:noFill/>
              </p:spPr>
              <p:txBody>
                <a:bodyPr wrap="square" rtlCol="0">
                  <a:spAutoFit/>
                </a:bodyPr>
                <a:lstStyle/>
                <a:p>
                  <a:r>
                    <a:rPr lang="en-SG" b="1" dirty="0">
                      <a:solidFill>
                        <a:schemeClr val="tx2">
                          <a:lumMod val="50000"/>
                        </a:schemeClr>
                      </a:solidFill>
                    </a:rPr>
                    <a:t>Cirque Du Lune</a:t>
                  </a:r>
                </a:p>
                <a:p>
                  <a:endParaRPr lang="en-SG" b="1" dirty="0">
                    <a:solidFill>
                      <a:schemeClr val="tx2">
                        <a:lumMod val="50000"/>
                      </a:schemeClr>
                    </a:solidFill>
                  </a:endParaRPr>
                </a:p>
              </p:txBody>
            </p:sp>
            <p:sp>
              <p:nvSpPr>
                <p:cNvPr id="331" name="TextBox 330">
                  <a:extLst>
                    <a:ext uri="{FF2B5EF4-FFF2-40B4-BE49-F238E27FC236}">
                      <a16:creationId xmlns:a16="http://schemas.microsoft.com/office/drawing/2014/main" id="{83B2CC35-4BB6-0F43-585A-B147D5E4FC4B}"/>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332" name="TextBox 331">
                  <a:extLst>
                    <a:ext uri="{FF2B5EF4-FFF2-40B4-BE49-F238E27FC236}">
                      <a16:creationId xmlns:a16="http://schemas.microsoft.com/office/drawing/2014/main" id="{6530A20A-F14E-A164-080E-9CFE328B3EEE}"/>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12:00 PM</a:t>
                  </a:r>
                </a:p>
              </p:txBody>
            </p:sp>
            <p:sp>
              <p:nvSpPr>
                <p:cNvPr id="333" name="TextBox 332">
                  <a:extLst>
                    <a:ext uri="{FF2B5EF4-FFF2-40B4-BE49-F238E27FC236}">
                      <a16:creationId xmlns:a16="http://schemas.microsoft.com/office/drawing/2014/main" id="{A9582BBF-5C09-F070-9CD4-422AAF95C2C7}"/>
                    </a:ext>
                  </a:extLst>
                </p:cNvPr>
                <p:cNvSpPr txBox="1"/>
                <p:nvPr/>
              </p:nvSpPr>
              <p:spPr>
                <a:xfrm>
                  <a:off x="10046183" y="1449798"/>
                  <a:ext cx="1237844" cy="307777"/>
                </a:xfrm>
                <a:prstGeom prst="rect">
                  <a:avLst/>
                </a:prstGeom>
                <a:noFill/>
              </p:spPr>
              <p:txBody>
                <a:bodyPr wrap="square" rtlCol="0">
                  <a:spAutoFit/>
                </a:bodyPr>
                <a:lstStyle/>
                <a:p>
                  <a:r>
                    <a:rPr lang="en-SG" sz="1400" b="1" dirty="0">
                      <a:solidFill>
                        <a:schemeClr val="accent1"/>
                      </a:solidFill>
                    </a:rPr>
                    <a:t>Circus Circle</a:t>
                  </a:r>
                </a:p>
              </p:txBody>
            </p:sp>
          </p:grpSp>
        </p:grpSp>
        <p:pic>
          <p:nvPicPr>
            <p:cNvPr id="342" name="Picture 341">
              <a:extLst>
                <a:ext uri="{FF2B5EF4-FFF2-40B4-BE49-F238E27FC236}">
                  <a16:creationId xmlns:a16="http://schemas.microsoft.com/office/drawing/2014/main" id="{15C89D48-A811-D620-9B11-425088F41053}"/>
                </a:ext>
              </a:extLst>
            </p:cNvPr>
            <p:cNvPicPr>
              <a:picLocks noChangeAspect="1"/>
            </p:cNvPicPr>
            <p:nvPr/>
          </p:nvPicPr>
          <p:blipFill>
            <a:blip r:embed="rId6"/>
            <a:stretch>
              <a:fillRect/>
            </a:stretch>
          </p:blipFill>
          <p:spPr>
            <a:xfrm>
              <a:off x="8417093" y="3594914"/>
              <a:ext cx="813824" cy="813824"/>
            </a:xfrm>
            <a:prstGeom prst="rect">
              <a:avLst/>
            </a:prstGeom>
          </p:spPr>
        </p:pic>
      </p:grpSp>
      <p:grpSp>
        <p:nvGrpSpPr>
          <p:cNvPr id="284" name="Group 283">
            <a:extLst>
              <a:ext uri="{FF2B5EF4-FFF2-40B4-BE49-F238E27FC236}">
                <a16:creationId xmlns:a16="http://schemas.microsoft.com/office/drawing/2014/main" id="{2CC153B5-8671-F225-9888-1B333D858DAF}"/>
              </a:ext>
            </a:extLst>
          </p:cNvPr>
          <p:cNvGrpSpPr/>
          <p:nvPr/>
        </p:nvGrpSpPr>
        <p:grpSpPr>
          <a:xfrm>
            <a:off x="4064481" y="3594815"/>
            <a:ext cx="3720247" cy="1331334"/>
            <a:chOff x="4205770" y="3536881"/>
            <a:chExt cx="3720247" cy="1331334"/>
          </a:xfrm>
        </p:grpSpPr>
        <p:grpSp>
          <p:nvGrpSpPr>
            <p:cNvPr id="267" name="Group 266">
              <a:extLst>
                <a:ext uri="{FF2B5EF4-FFF2-40B4-BE49-F238E27FC236}">
                  <a16:creationId xmlns:a16="http://schemas.microsoft.com/office/drawing/2014/main" id="{227116FA-E5FC-E5E4-2A35-5889803F4E6E}"/>
                </a:ext>
              </a:extLst>
            </p:cNvPr>
            <p:cNvGrpSpPr/>
            <p:nvPr/>
          </p:nvGrpSpPr>
          <p:grpSpPr>
            <a:xfrm>
              <a:off x="4205770" y="3536881"/>
              <a:ext cx="3720247" cy="1331334"/>
              <a:chOff x="4100301" y="701538"/>
              <a:chExt cx="3720247" cy="1331334"/>
            </a:xfrm>
          </p:grpSpPr>
          <p:grpSp>
            <p:nvGrpSpPr>
              <p:cNvPr id="269" name="Group 268">
                <a:extLst>
                  <a:ext uri="{FF2B5EF4-FFF2-40B4-BE49-F238E27FC236}">
                    <a16:creationId xmlns:a16="http://schemas.microsoft.com/office/drawing/2014/main" id="{43DE2FDA-EB71-5FAE-9897-159C0EE7DF29}"/>
                  </a:ext>
                </a:extLst>
              </p:cNvPr>
              <p:cNvGrpSpPr/>
              <p:nvPr/>
            </p:nvGrpSpPr>
            <p:grpSpPr>
              <a:xfrm>
                <a:off x="4100301" y="701538"/>
                <a:ext cx="3720247" cy="1331334"/>
                <a:chOff x="107367" y="676770"/>
                <a:chExt cx="3720247" cy="1331334"/>
              </a:xfrm>
            </p:grpSpPr>
            <p:grpSp>
              <p:nvGrpSpPr>
                <p:cNvPr id="271" name="Group 270">
                  <a:extLst>
                    <a:ext uri="{FF2B5EF4-FFF2-40B4-BE49-F238E27FC236}">
                      <a16:creationId xmlns:a16="http://schemas.microsoft.com/office/drawing/2014/main" id="{1C812E3D-F3D5-5DC6-4DD9-BCCE71F754CC}"/>
                    </a:ext>
                  </a:extLst>
                </p:cNvPr>
                <p:cNvGrpSpPr/>
                <p:nvPr/>
              </p:nvGrpSpPr>
              <p:grpSpPr>
                <a:xfrm>
                  <a:off x="107367" y="676770"/>
                  <a:ext cx="3720247" cy="1331334"/>
                  <a:chOff x="78866" y="1588072"/>
                  <a:chExt cx="3720247" cy="1331334"/>
                </a:xfrm>
              </p:grpSpPr>
              <p:sp>
                <p:nvSpPr>
                  <p:cNvPr id="273" name="Rectangle: Rounded Corners 272">
                    <a:extLst>
                      <a:ext uri="{FF2B5EF4-FFF2-40B4-BE49-F238E27FC236}">
                        <a16:creationId xmlns:a16="http://schemas.microsoft.com/office/drawing/2014/main" id="{CBFC1242-8CC2-439A-99DC-96A57889C381}"/>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a:t>`</a:t>
                    </a:r>
                    <a:endParaRPr lang="en-SG" dirty="0"/>
                  </a:p>
                </p:txBody>
              </p:sp>
              <p:grpSp>
                <p:nvGrpSpPr>
                  <p:cNvPr id="274" name="Group 273">
                    <a:extLst>
                      <a:ext uri="{FF2B5EF4-FFF2-40B4-BE49-F238E27FC236}">
                        <a16:creationId xmlns:a16="http://schemas.microsoft.com/office/drawing/2014/main" id="{E0C6164E-0DB9-D1B0-9453-6A2E20B23528}"/>
                      </a:ext>
                    </a:extLst>
                  </p:cNvPr>
                  <p:cNvGrpSpPr/>
                  <p:nvPr/>
                </p:nvGrpSpPr>
                <p:grpSpPr>
                  <a:xfrm>
                    <a:off x="159359" y="1612729"/>
                    <a:ext cx="3639754" cy="1261118"/>
                    <a:chOff x="159359" y="1612729"/>
                    <a:chExt cx="3639754" cy="1261118"/>
                  </a:xfrm>
                </p:grpSpPr>
                <p:sp>
                  <p:nvSpPr>
                    <p:cNvPr id="275" name="TextBox 274">
                      <a:extLst>
                        <a:ext uri="{FF2B5EF4-FFF2-40B4-BE49-F238E27FC236}">
                          <a16:creationId xmlns:a16="http://schemas.microsoft.com/office/drawing/2014/main" id="{D4FE9639-AF90-B71E-4011-F49C954A3DAB}"/>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76" name="Group 275">
                      <a:extLst>
                        <a:ext uri="{FF2B5EF4-FFF2-40B4-BE49-F238E27FC236}">
                          <a16:creationId xmlns:a16="http://schemas.microsoft.com/office/drawing/2014/main" id="{973DA5EA-4F04-574E-1FD4-135DEAF0C584}"/>
                        </a:ext>
                      </a:extLst>
                    </p:cNvPr>
                    <p:cNvGrpSpPr/>
                    <p:nvPr/>
                  </p:nvGrpSpPr>
                  <p:grpSpPr>
                    <a:xfrm>
                      <a:off x="159359" y="1612729"/>
                      <a:ext cx="2971657" cy="1261118"/>
                      <a:chOff x="159359" y="1612729"/>
                      <a:chExt cx="2971657" cy="1261118"/>
                    </a:xfrm>
                  </p:grpSpPr>
                  <p:sp>
                    <p:nvSpPr>
                      <p:cNvPr id="277" name="TextBox 276">
                        <a:extLst>
                          <a:ext uri="{FF2B5EF4-FFF2-40B4-BE49-F238E27FC236}">
                            <a16:creationId xmlns:a16="http://schemas.microsoft.com/office/drawing/2014/main" id="{522D90FB-CBDF-84FB-E279-67A1F825F09B}"/>
                          </a:ext>
                        </a:extLst>
                      </p:cNvPr>
                      <p:cNvSpPr txBox="1"/>
                      <p:nvPr/>
                    </p:nvSpPr>
                    <p:spPr>
                      <a:xfrm>
                        <a:off x="159359" y="1612729"/>
                        <a:ext cx="1556953" cy="369332"/>
                      </a:xfrm>
                      <a:prstGeom prst="rect">
                        <a:avLst/>
                      </a:prstGeom>
                      <a:noFill/>
                    </p:spPr>
                    <p:txBody>
                      <a:bodyPr wrap="square" rtlCol="0">
                        <a:spAutoFit/>
                      </a:bodyPr>
                      <a:lstStyle/>
                      <a:p>
                        <a:r>
                          <a:rPr lang="en-SG" b="1" dirty="0">
                            <a:solidFill>
                              <a:schemeClr val="tx2">
                                <a:lumMod val="50000"/>
                              </a:schemeClr>
                            </a:solidFill>
                          </a:rPr>
                          <a:t>Bakes n Love</a:t>
                        </a:r>
                      </a:p>
                    </p:txBody>
                  </p:sp>
                  <p:sp>
                    <p:nvSpPr>
                      <p:cNvPr id="278" name="TextBox 277">
                        <a:extLst>
                          <a:ext uri="{FF2B5EF4-FFF2-40B4-BE49-F238E27FC236}">
                            <a16:creationId xmlns:a16="http://schemas.microsoft.com/office/drawing/2014/main" id="{626B25E4-D22F-B564-5E67-E39B25645534}"/>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79" name="TextBox 278">
                        <a:extLst>
                          <a:ext uri="{FF2B5EF4-FFF2-40B4-BE49-F238E27FC236}">
                            <a16:creationId xmlns:a16="http://schemas.microsoft.com/office/drawing/2014/main" id="{665F5DD4-DF6E-DA2B-D24C-0DEAA7410EBB}"/>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&lt;1 min</a:t>
                        </a:r>
                      </a:p>
                    </p:txBody>
                  </p:sp>
                </p:grpSp>
              </p:grpSp>
            </p:grpSp>
            <p:sp>
              <p:nvSpPr>
                <p:cNvPr id="272" name="TextBox 271">
                  <a:extLst>
                    <a:ext uri="{FF2B5EF4-FFF2-40B4-BE49-F238E27FC236}">
                      <a16:creationId xmlns:a16="http://schemas.microsoft.com/office/drawing/2014/main" id="{1135B624-0BA1-7853-5F82-64D55F20D3E0}"/>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270" name="Picture 269" descr="A green person silhouette on a black background&#10;&#10;AI-generated content may be incorrect.">
                <a:extLst>
                  <a:ext uri="{FF2B5EF4-FFF2-40B4-BE49-F238E27FC236}">
                    <a16:creationId xmlns:a16="http://schemas.microsoft.com/office/drawing/2014/main" id="{A97BE9F6-822C-A2F7-0BB9-4F08AC658E6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283" name="Picture 282">
              <a:extLst>
                <a:ext uri="{FF2B5EF4-FFF2-40B4-BE49-F238E27FC236}">
                  <a16:creationId xmlns:a16="http://schemas.microsoft.com/office/drawing/2014/main" id="{E20461F3-3E22-C1C9-660F-5E3FDF52D7A4}"/>
                </a:ext>
              </a:extLst>
            </p:cNvPr>
            <p:cNvPicPr>
              <a:picLocks noChangeAspect="1"/>
            </p:cNvPicPr>
            <p:nvPr/>
          </p:nvPicPr>
          <p:blipFill>
            <a:blip r:embed="rId8"/>
            <a:stretch>
              <a:fillRect/>
            </a:stretch>
          </p:blipFill>
          <p:spPr>
            <a:xfrm>
              <a:off x="4788294" y="4008502"/>
              <a:ext cx="724368" cy="724368"/>
            </a:xfrm>
            <a:prstGeom prst="rect">
              <a:avLst/>
            </a:prstGeom>
          </p:spPr>
        </p:pic>
      </p:grpSp>
      <p:grpSp>
        <p:nvGrpSpPr>
          <p:cNvPr id="246" name="Group 245">
            <a:extLst>
              <a:ext uri="{FF2B5EF4-FFF2-40B4-BE49-F238E27FC236}">
                <a16:creationId xmlns:a16="http://schemas.microsoft.com/office/drawing/2014/main" id="{FE340287-C971-E961-505B-FD6927D83C3E}"/>
              </a:ext>
            </a:extLst>
          </p:cNvPr>
          <p:cNvGrpSpPr/>
          <p:nvPr/>
        </p:nvGrpSpPr>
        <p:grpSpPr>
          <a:xfrm>
            <a:off x="107367" y="3598419"/>
            <a:ext cx="3720247" cy="1331334"/>
            <a:chOff x="107367" y="3598419"/>
            <a:chExt cx="3720247" cy="1331334"/>
          </a:xfrm>
        </p:grpSpPr>
        <p:grpSp>
          <p:nvGrpSpPr>
            <p:cNvPr id="245" name="Group 244">
              <a:extLst>
                <a:ext uri="{FF2B5EF4-FFF2-40B4-BE49-F238E27FC236}">
                  <a16:creationId xmlns:a16="http://schemas.microsoft.com/office/drawing/2014/main" id="{A9A2E2CB-16F7-8A88-06C1-B4928886E0CA}"/>
                </a:ext>
              </a:extLst>
            </p:cNvPr>
            <p:cNvGrpSpPr/>
            <p:nvPr/>
          </p:nvGrpSpPr>
          <p:grpSpPr>
            <a:xfrm>
              <a:off x="107367" y="3598419"/>
              <a:ext cx="3720247" cy="1331334"/>
              <a:chOff x="107367" y="3598419"/>
              <a:chExt cx="3720247" cy="1331334"/>
            </a:xfrm>
          </p:grpSpPr>
          <p:grpSp>
            <p:nvGrpSpPr>
              <p:cNvPr id="225" name="Group 224">
                <a:extLst>
                  <a:ext uri="{FF2B5EF4-FFF2-40B4-BE49-F238E27FC236}">
                    <a16:creationId xmlns:a16="http://schemas.microsoft.com/office/drawing/2014/main" id="{0C0F8A82-E901-A056-1A4A-00EADA479ECB}"/>
                  </a:ext>
                </a:extLst>
              </p:cNvPr>
              <p:cNvGrpSpPr/>
              <p:nvPr/>
            </p:nvGrpSpPr>
            <p:grpSpPr>
              <a:xfrm>
                <a:off x="107367" y="3598419"/>
                <a:ext cx="3720247" cy="1331334"/>
                <a:chOff x="4100301" y="701538"/>
                <a:chExt cx="3720247" cy="1331334"/>
              </a:xfrm>
            </p:grpSpPr>
            <p:grpSp>
              <p:nvGrpSpPr>
                <p:cNvPr id="227" name="Group 226">
                  <a:extLst>
                    <a:ext uri="{FF2B5EF4-FFF2-40B4-BE49-F238E27FC236}">
                      <a16:creationId xmlns:a16="http://schemas.microsoft.com/office/drawing/2014/main" id="{39684021-9DDE-1797-8A88-1EF2B3F03F14}"/>
                    </a:ext>
                  </a:extLst>
                </p:cNvPr>
                <p:cNvGrpSpPr/>
                <p:nvPr/>
              </p:nvGrpSpPr>
              <p:grpSpPr>
                <a:xfrm>
                  <a:off x="4100301" y="701538"/>
                  <a:ext cx="3720247" cy="1331334"/>
                  <a:chOff x="107367" y="676770"/>
                  <a:chExt cx="3720247" cy="1331334"/>
                </a:xfrm>
              </p:grpSpPr>
              <p:grpSp>
                <p:nvGrpSpPr>
                  <p:cNvPr id="229" name="Group 228">
                    <a:extLst>
                      <a:ext uri="{FF2B5EF4-FFF2-40B4-BE49-F238E27FC236}">
                        <a16:creationId xmlns:a16="http://schemas.microsoft.com/office/drawing/2014/main" id="{D91BEFB3-7688-79B1-168F-5B0FA1760256}"/>
                      </a:ext>
                    </a:extLst>
                  </p:cNvPr>
                  <p:cNvGrpSpPr/>
                  <p:nvPr/>
                </p:nvGrpSpPr>
                <p:grpSpPr>
                  <a:xfrm>
                    <a:off x="107367" y="676770"/>
                    <a:ext cx="3720247" cy="1331334"/>
                    <a:chOff x="78866" y="1588072"/>
                    <a:chExt cx="3720247" cy="1331334"/>
                  </a:xfrm>
                </p:grpSpPr>
                <p:sp>
                  <p:nvSpPr>
                    <p:cNvPr id="231" name="Rectangle: Rounded Corners 230">
                      <a:extLst>
                        <a:ext uri="{FF2B5EF4-FFF2-40B4-BE49-F238E27FC236}">
                          <a16:creationId xmlns:a16="http://schemas.microsoft.com/office/drawing/2014/main" id="{E00BF6E6-9676-8DE1-64DA-F9244D7AB3DA}"/>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232" name="Group 231">
                      <a:extLst>
                        <a:ext uri="{FF2B5EF4-FFF2-40B4-BE49-F238E27FC236}">
                          <a16:creationId xmlns:a16="http://schemas.microsoft.com/office/drawing/2014/main" id="{3BFF6FAB-D309-009B-0898-FD447B50D887}"/>
                        </a:ext>
                      </a:extLst>
                    </p:cNvPr>
                    <p:cNvGrpSpPr/>
                    <p:nvPr/>
                  </p:nvGrpSpPr>
                  <p:grpSpPr>
                    <a:xfrm>
                      <a:off x="155765" y="1613114"/>
                      <a:ext cx="3643348" cy="1260733"/>
                      <a:chOff x="155765" y="1613114"/>
                      <a:chExt cx="3643348" cy="1260733"/>
                    </a:xfrm>
                  </p:grpSpPr>
                  <p:sp>
                    <p:nvSpPr>
                      <p:cNvPr id="233" name="TextBox 232">
                        <a:extLst>
                          <a:ext uri="{FF2B5EF4-FFF2-40B4-BE49-F238E27FC236}">
                            <a16:creationId xmlns:a16="http://schemas.microsoft.com/office/drawing/2014/main" id="{0A322000-AFD3-7449-734F-1D52796ABD93}"/>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34" name="Group 233">
                        <a:extLst>
                          <a:ext uri="{FF2B5EF4-FFF2-40B4-BE49-F238E27FC236}">
                            <a16:creationId xmlns:a16="http://schemas.microsoft.com/office/drawing/2014/main" id="{7F37D012-3BF3-3FBE-8B79-7DE202BCBFCA}"/>
                          </a:ext>
                        </a:extLst>
                      </p:cNvPr>
                      <p:cNvGrpSpPr/>
                      <p:nvPr/>
                    </p:nvGrpSpPr>
                    <p:grpSpPr>
                      <a:xfrm>
                        <a:off x="155765" y="1613114"/>
                        <a:ext cx="2975251" cy="1260733"/>
                        <a:chOff x="155765" y="1613114"/>
                        <a:chExt cx="2975251" cy="1260733"/>
                      </a:xfrm>
                    </p:grpSpPr>
                    <p:sp>
                      <p:nvSpPr>
                        <p:cNvPr id="235" name="TextBox 234">
                          <a:extLst>
                            <a:ext uri="{FF2B5EF4-FFF2-40B4-BE49-F238E27FC236}">
                              <a16:creationId xmlns:a16="http://schemas.microsoft.com/office/drawing/2014/main" id="{A1593A55-01AD-777E-CF07-8A7A04F99D28}"/>
                            </a:ext>
                          </a:extLst>
                        </p:cNvPr>
                        <p:cNvSpPr txBox="1"/>
                        <p:nvPr/>
                      </p:nvSpPr>
                      <p:spPr>
                        <a:xfrm>
                          <a:off x="155765" y="1613114"/>
                          <a:ext cx="1927117" cy="369332"/>
                        </a:xfrm>
                        <a:prstGeom prst="rect">
                          <a:avLst/>
                        </a:prstGeom>
                        <a:noFill/>
                      </p:spPr>
                      <p:txBody>
                        <a:bodyPr wrap="square" rtlCol="0">
                          <a:spAutoFit/>
                        </a:bodyPr>
                        <a:lstStyle/>
                        <a:p>
                          <a:r>
                            <a:rPr lang="en-SG" b="1" dirty="0">
                              <a:solidFill>
                                <a:schemeClr val="tx2">
                                  <a:lumMod val="50000"/>
                                </a:schemeClr>
                              </a:solidFill>
                            </a:rPr>
                            <a:t>Merry Go Round</a:t>
                          </a:r>
                        </a:p>
                      </p:txBody>
                    </p:sp>
                    <p:sp>
                      <p:nvSpPr>
                        <p:cNvPr id="236" name="TextBox 235">
                          <a:extLst>
                            <a:ext uri="{FF2B5EF4-FFF2-40B4-BE49-F238E27FC236}">
                              <a16:creationId xmlns:a16="http://schemas.microsoft.com/office/drawing/2014/main" id="{721FE9F2-CB41-D135-904B-E23BFF9D5C2E}"/>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37" name="TextBox 236">
                          <a:extLst>
                            <a:ext uri="{FF2B5EF4-FFF2-40B4-BE49-F238E27FC236}">
                              <a16:creationId xmlns:a16="http://schemas.microsoft.com/office/drawing/2014/main" id="{1E2EF3D4-43E8-2E52-8BFF-D661EB35CE0D}"/>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~10 mins</a:t>
                          </a:r>
                        </a:p>
                      </p:txBody>
                    </p:sp>
                  </p:grpSp>
                </p:grpSp>
              </p:grpSp>
              <p:sp>
                <p:nvSpPr>
                  <p:cNvPr id="230" name="TextBox 229">
                    <a:extLst>
                      <a:ext uri="{FF2B5EF4-FFF2-40B4-BE49-F238E27FC236}">
                        <a16:creationId xmlns:a16="http://schemas.microsoft.com/office/drawing/2014/main" id="{28A01FFA-3797-8EC1-70D3-FFE53AB4EC2C}"/>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228" name="Picture 227" descr="A green person silhouette on a black background&#10;&#10;AI-generated content may be incorrect.">
                  <a:extLst>
                    <a:ext uri="{FF2B5EF4-FFF2-40B4-BE49-F238E27FC236}">
                      <a16:creationId xmlns:a16="http://schemas.microsoft.com/office/drawing/2014/main" id="{E85EC697-99BD-A627-61C6-4598A35F9D1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242" name="Picture 241">
                <a:extLst>
                  <a:ext uri="{FF2B5EF4-FFF2-40B4-BE49-F238E27FC236}">
                    <a16:creationId xmlns:a16="http://schemas.microsoft.com/office/drawing/2014/main" id="{CD831B5C-B03D-4C32-4803-4A3674174A34}"/>
                  </a:ext>
                </a:extLst>
              </p:cNvPr>
              <p:cNvPicPr>
                <a:picLocks noChangeAspect="1"/>
              </p:cNvPicPr>
              <p:nvPr/>
            </p:nvPicPr>
            <p:blipFill>
              <a:blip r:embed="rId9"/>
              <a:stretch>
                <a:fillRect/>
              </a:stretch>
            </p:blipFill>
            <p:spPr>
              <a:xfrm>
                <a:off x="678545" y="4022645"/>
                <a:ext cx="782190" cy="782190"/>
              </a:xfrm>
              <a:prstGeom prst="rect">
                <a:avLst/>
              </a:prstGeom>
            </p:spPr>
          </p:pic>
        </p:grpSp>
        <p:pic>
          <p:nvPicPr>
            <p:cNvPr id="238" name="Picture 237" descr="A green person silhouette on a black background&#10;&#10;AI-generated content may be incorrect.">
              <a:extLst>
                <a:ext uri="{FF2B5EF4-FFF2-40B4-BE49-F238E27FC236}">
                  <a16:creationId xmlns:a16="http://schemas.microsoft.com/office/drawing/2014/main" id="{5106A779-316F-7F82-488A-921C0F54309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03386" y="3912607"/>
              <a:ext cx="449084" cy="449084"/>
            </a:xfrm>
            <a:prstGeom prst="rect">
              <a:avLst/>
            </a:prstGeom>
          </p:spPr>
        </p:pic>
      </p:grpSp>
      <p:sp>
        <p:nvSpPr>
          <p:cNvPr id="205" name="Rectangle 204">
            <a:extLst>
              <a:ext uri="{FF2B5EF4-FFF2-40B4-BE49-F238E27FC236}">
                <a16:creationId xmlns:a16="http://schemas.microsoft.com/office/drawing/2014/main" id="{4B982FF3-73AE-4A4A-0DC9-DC0AC490DEDB}"/>
              </a:ext>
            </a:extLst>
          </p:cNvPr>
          <p:cNvSpPr/>
          <p:nvPr/>
        </p:nvSpPr>
        <p:spPr>
          <a:xfrm>
            <a:off x="3216648" y="421166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5" name="TextBox 84">
            <a:extLst>
              <a:ext uri="{FF2B5EF4-FFF2-40B4-BE49-F238E27FC236}">
                <a16:creationId xmlns:a16="http://schemas.microsoft.com/office/drawing/2014/main" id="{4CF87825-5CD7-70E8-342F-1911B28CDF3D}"/>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grpSp>
        <p:nvGrpSpPr>
          <p:cNvPr id="93" name="Group 92">
            <a:extLst>
              <a:ext uri="{FF2B5EF4-FFF2-40B4-BE49-F238E27FC236}">
                <a16:creationId xmlns:a16="http://schemas.microsoft.com/office/drawing/2014/main" id="{ABA90843-5175-80D4-C424-6115657D7813}"/>
              </a:ext>
            </a:extLst>
          </p:cNvPr>
          <p:cNvGrpSpPr/>
          <p:nvPr/>
        </p:nvGrpSpPr>
        <p:grpSpPr>
          <a:xfrm>
            <a:off x="107367" y="676770"/>
            <a:ext cx="3720247" cy="1331334"/>
            <a:chOff x="107367" y="676770"/>
            <a:chExt cx="3720247" cy="1331334"/>
          </a:xfrm>
        </p:grpSpPr>
        <p:grpSp>
          <p:nvGrpSpPr>
            <p:cNvPr id="33" name="Group 32">
              <a:extLst>
                <a:ext uri="{FF2B5EF4-FFF2-40B4-BE49-F238E27FC236}">
                  <a16:creationId xmlns:a16="http://schemas.microsoft.com/office/drawing/2014/main" id="{A963AC41-C8DC-D476-5BC2-DC7109576B9D}"/>
                </a:ext>
              </a:extLst>
            </p:cNvPr>
            <p:cNvGrpSpPr/>
            <p:nvPr/>
          </p:nvGrpSpPr>
          <p:grpSpPr>
            <a:xfrm>
              <a:off x="107367" y="676770"/>
              <a:ext cx="3720247" cy="1331334"/>
              <a:chOff x="78866" y="1588072"/>
              <a:chExt cx="3720247" cy="1331334"/>
            </a:xfrm>
          </p:grpSpPr>
          <p:sp>
            <p:nvSpPr>
              <p:cNvPr id="13" name="Rectangle: Rounded Corners 12">
                <a:extLst>
                  <a:ext uri="{FF2B5EF4-FFF2-40B4-BE49-F238E27FC236}">
                    <a16:creationId xmlns:a16="http://schemas.microsoft.com/office/drawing/2014/main" id="{9AAA2BBC-8951-DB12-C1BE-678F355D2CC6}"/>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32" name="Group 31">
                <a:extLst>
                  <a:ext uri="{FF2B5EF4-FFF2-40B4-BE49-F238E27FC236}">
                    <a16:creationId xmlns:a16="http://schemas.microsoft.com/office/drawing/2014/main" id="{7440BD87-F347-0F19-7E0D-EDBCB3FF8810}"/>
                  </a:ext>
                </a:extLst>
              </p:cNvPr>
              <p:cNvGrpSpPr/>
              <p:nvPr/>
            </p:nvGrpSpPr>
            <p:grpSpPr>
              <a:xfrm>
                <a:off x="156250" y="1612840"/>
                <a:ext cx="3642863" cy="1261007"/>
                <a:chOff x="156250" y="1612840"/>
                <a:chExt cx="3642863" cy="1261007"/>
              </a:xfrm>
            </p:grpSpPr>
            <p:sp>
              <p:nvSpPr>
                <p:cNvPr id="25" name="TextBox 24">
                  <a:extLst>
                    <a:ext uri="{FF2B5EF4-FFF2-40B4-BE49-F238E27FC236}">
                      <a16:creationId xmlns:a16="http://schemas.microsoft.com/office/drawing/2014/main" id="{1BBF84DE-DF4C-CCC6-2430-E23E20453DF7}"/>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30" name="Group 29">
                  <a:extLst>
                    <a:ext uri="{FF2B5EF4-FFF2-40B4-BE49-F238E27FC236}">
                      <a16:creationId xmlns:a16="http://schemas.microsoft.com/office/drawing/2014/main" id="{974EFD0D-9245-803B-0024-24CFFB391B77}"/>
                    </a:ext>
                  </a:extLst>
                </p:cNvPr>
                <p:cNvGrpSpPr/>
                <p:nvPr/>
              </p:nvGrpSpPr>
              <p:grpSpPr>
                <a:xfrm>
                  <a:off x="156250" y="1612840"/>
                  <a:ext cx="3486250" cy="1261007"/>
                  <a:chOff x="156250" y="1612840"/>
                  <a:chExt cx="3486250" cy="1261007"/>
                </a:xfrm>
              </p:grpSpPr>
              <p:pic>
                <p:nvPicPr>
                  <p:cNvPr id="14" name="Picture 13">
                    <a:extLst>
                      <a:ext uri="{FF2B5EF4-FFF2-40B4-BE49-F238E27FC236}">
                        <a16:creationId xmlns:a16="http://schemas.microsoft.com/office/drawing/2014/main" id="{EB71F4B3-21C5-7917-7D26-28EDF1CDFFA6}"/>
                      </a:ext>
                    </a:extLst>
                  </p:cNvPr>
                  <p:cNvPicPr>
                    <a:picLocks noChangeAspect="1"/>
                  </p:cNvPicPr>
                  <p:nvPr/>
                </p:nvPicPr>
                <p:blipFill>
                  <a:blip r:embed="rId3"/>
                  <a:stretch>
                    <a:fillRect/>
                  </a:stretch>
                </p:blipFill>
                <p:spPr>
                  <a:xfrm>
                    <a:off x="248797" y="2006940"/>
                    <a:ext cx="1605062" cy="805533"/>
                  </a:xfrm>
                  <a:prstGeom prst="rect">
                    <a:avLst/>
                  </a:prstGeom>
                  <a:ln>
                    <a:noFill/>
                  </a:ln>
                </p:spPr>
              </p:pic>
              <p:sp>
                <p:nvSpPr>
                  <p:cNvPr id="15" name="TextBox 14">
                    <a:hlinkClick r:id="rId4" action="ppaction://hlinksldjump"/>
                    <a:extLst>
                      <a:ext uri="{FF2B5EF4-FFF2-40B4-BE49-F238E27FC236}">
                        <a16:creationId xmlns:a16="http://schemas.microsoft.com/office/drawing/2014/main" id="{078ECF48-86AF-EA70-6AEE-1B0412A823F6}"/>
                      </a:ext>
                    </a:extLst>
                  </p:cNvPr>
                  <p:cNvSpPr txBox="1"/>
                  <p:nvPr/>
                </p:nvSpPr>
                <p:spPr>
                  <a:xfrm>
                    <a:off x="156250" y="1612840"/>
                    <a:ext cx="1605061" cy="369332"/>
                  </a:xfrm>
                  <a:prstGeom prst="rect">
                    <a:avLst/>
                  </a:prstGeom>
                  <a:noFill/>
                </p:spPr>
                <p:txBody>
                  <a:bodyPr wrap="square" rtlCol="0">
                    <a:spAutoFit/>
                  </a:bodyPr>
                  <a:lstStyle/>
                  <a:p>
                    <a:r>
                      <a:rPr lang="en-SG" b="1" dirty="0">
                        <a:solidFill>
                          <a:schemeClr val="tx2">
                            <a:lumMod val="50000"/>
                          </a:schemeClr>
                        </a:solidFill>
                      </a:rPr>
                      <a:t>Dragon Roller</a:t>
                    </a:r>
                  </a:p>
                </p:txBody>
              </p:sp>
              <p:sp>
                <p:nvSpPr>
                  <p:cNvPr id="41" name="TextBox 40">
                    <a:extLst>
                      <a:ext uri="{FF2B5EF4-FFF2-40B4-BE49-F238E27FC236}">
                        <a16:creationId xmlns:a16="http://schemas.microsoft.com/office/drawing/2014/main" id="{27530B05-DFBF-0DC6-E0FD-4812FE46030A}"/>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pic>
                <p:nvPicPr>
                  <p:cNvPr id="17" name="Picture 16" descr="A red person silhouette on a black background&#10;&#10;AI-generated content may be incorrect.">
                    <a:extLst>
                      <a:ext uri="{FF2B5EF4-FFF2-40B4-BE49-F238E27FC236}">
                        <a16:creationId xmlns:a16="http://schemas.microsoft.com/office/drawing/2014/main" id="{E314E281-27CC-36CA-CCA0-F70697AB88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16734" y="1900571"/>
                    <a:ext cx="451029" cy="451029"/>
                  </a:xfrm>
                  <a:prstGeom prst="rect">
                    <a:avLst/>
                  </a:prstGeom>
                </p:spPr>
              </p:pic>
              <p:pic>
                <p:nvPicPr>
                  <p:cNvPr id="22" name="Picture 21" descr="A red person silhouette on a black background&#10;&#10;AI-generated content may be incorrect.">
                    <a:extLst>
                      <a:ext uri="{FF2B5EF4-FFF2-40B4-BE49-F238E27FC236}">
                        <a16:creationId xmlns:a16="http://schemas.microsoft.com/office/drawing/2014/main" id="{189D67D5-B64C-4785-84D4-548E69BF71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94573" y="1900572"/>
                    <a:ext cx="451029" cy="451029"/>
                  </a:xfrm>
                  <a:prstGeom prst="rect">
                    <a:avLst/>
                  </a:prstGeom>
                </p:spPr>
              </p:pic>
              <p:pic>
                <p:nvPicPr>
                  <p:cNvPr id="23" name="Picture 22" descr="A red person silhouette on a black background&#10;&#10;AI-generated content may be incorrect.">
                    <a:extLst>
                      <a:ext uri="{FF2B5EF4-FFF2-40B4-BE49-F238E27FC236}">
                        <a16:creationId xmlns:a16="http://schemas.microsoft.com/office/drawing/2014/main" id="{63AFEB85-E47B-EF52-9210-488ED986EA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41997" y="1900571"/>
                    <a:ext cx="451029" cy="451029"/>
                  </a:xfrm>
                  <a:prstGeom prst="rect">
                    <a:avLst/>
                  </a:prstGeom>
                </p:spPr>
              </p:pic>
              <p:pic>
                <p:nvPicPr>
                  <p:cNvPr id="24" name="Picture 23" descr="A red person silhouette on a black background&#10;&#10;AI-generated content may be incorrect.">
                    <a:extLst>
                      <a:ext uri="{FF2B5EF4-FFF2-40B4-BE49-F238E27FC236}">
                        <a16:creationId xmlns:a16="http://schemas.microsoft.com/office/drawing/2014/main" id="{99059D05-B025-E441-F957-C7861E90EF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69310" y="1901767"/>
                    <a:ext cx="451029" cy="451029"/>
                  </a:xfrm>
                  <a:prstGeom prst="rect">
                    <a:avLst/>
                  </a:prstGeom>
                </p:spPr>
              </p:pic>
              <p:sp>
                <p:nvSpPr>
                  <p:cNvPr id="27" name="TextBox 26">
                    <a:extLst>
                      <a:ext uri="{FF2B5EF4-FFF2-40B4-BE49-F238E27FC236}">
                        <a16:creationId xmlns:a16="http://schemas.microsoft.com/office/drawing/2014/main" id="{499D7ABD-066D-E2B7-2DBE-B374A17E1B84}"/>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4"/>
                        </a:solidFill>
                      </a:rPr>
                      <a:t>~ 50 mins</a:t>
                    </a:r>
                  </a:p>
                </p:txBody>
              </p:sp>
              <p:pic>
                <p:nvPicPr>
                  <p:cNvPr id="29" name="Picture 28" descr="A red person silhouette on a black background&#10;&#10;AI-generated content may be incorrect.">
                    <a:extLst>
                      <a:ext uri="{FF2B5EF4-FFF2-40B4-BE49-F238E27FC236}">
                        <a16:creationId xmlns:a16="http://schemas.microsoft.com/office/drawing/2014/main" id="{722B2657-F368-E575-F2DE-F38A302D616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91471" y="1900571"/>
                    <a:ext cx="451029" cy="451029"/>
                  </a:xfrm>
                  <a:prstGeom prst="rect">
                    <a:avLst/>
                  </a:prstGeom>
                </p:spPr>
              </p:pic>
            </p:grpSp>
          </p:grpSp>
        </p:grpSp>
        <p:sp>
          <p:nvSpPr>
            <p:cNvPr id="91" name="TextBox 90">
              <a:hlinkClick r:id="rId4" action="ppaction://hlinksldjump"/>
              <a:extLst>
                <a:ext uri="{FF2B5EF4-FFF2-40B4-BE49-F238E27FC236}">
                  <a16:creationId xmlns:a16="http://schemas.microsoft.com/office/drawing/2014/main" id="{91EB8525-58F9-5F0D-FE64-C1667C1AFA5E}"/>
                </a:ext>
              </a:extLst>
            </p:cNvPr>
            <p:cNvSpPr txBox="1"/>
            <p:nvPr/>
          </p:nvSpPr>
          <p:spPr>
            <a:xfrm>
              <a:off x="277298" y="1070870"/>
              <a:ext cx="1608909" cy="830265"/>
            </a:xfrm>
            <a:prstGeom prst="rect">
              <a:avLst/>
            </a:prstGeom>
            <a:noFill/>
            <a:ln>
              <a:solidFill>
                <a:srgbClr val="2F3C7E"/>
              </a:solidFill>
            </a:ln>
          </p:spPr>
          <p:txBody>
            <a:bodyPr wrap="square" rtlCol="0">
              <a:spAutoFit/>
            </a:bodyPr>
            <a:lstStyle/>
            <a:p>
              <a:endParaRPr lang="en-SG" dirty="0"/>
            </a:p>
          </p:txBody>
        </p:sp>
      </p:grpSp>
      <p:grpSp>
        <p:nvGrpSpPr>
          <p:cNvPr id="194" name="Group 193">
            <a:extLst>
              <a:ext uri="{FF2B5EF4-FFF2-40B4-BE49-F238E27FC236}">
                <a16:creationId xmlns:a16="http://schemas.microsoft.com/office/drawing/2014/main" id="{CB0B7135-AA6E-0D9C-3E45-B50CB53F4FD2}"/>
              </a:ext>
            </a:extLst>
          </p:cNvPr>
          <p:cNvGrpSpPr/>
          <p:nvPr/>
        </p:nvGrpSpPr>
        <p:grpSpPr>
          <a:xfrm>
            <a:off x="107367" y="2142193"/>
            <a:ext cx="3720247" cy="1331334"/>
            <a:chOff x="107367" y="2142193"/>
            <a:chExt cx="3720247" cy="1331334"/>
          </a:xfrm>
        </p:grpSpPr>
        <p:grpSp>
          <p:nvGrpSpPr>
            <p:cNvPr id="94" name="Group 93">
              <a:extLst>
                <a:ext uri="{FF2B5EF4-FFF2-40B4-BE49-F238E27FC236}">
                  <a16:creationId xmlns:a16="http://schemas.microsoft.com/office/drawing/2014/main" id="{42F7440E-FEB3-108F-D5B6-C9E31F4A1713}"/>
                </a:ext>
              </a:extLst>
            </p:cNvPr>
            <p:cNvGrpSpPr/>
            <p:nvPr/>
          </p:nvGrpSpPr>
          <p:grpSpPr>
            <a:xfrm>
              <a:off x="107367" y="2142193"/>
              <a:ext cx="3720247" cy="1331334"/>
              <a:chOff x="107367" y="2142193"/>
              <a:chExt cx="3720247" cy="1331334"/>
            </a:xfrm>
          </p:grpSpPr>
          <p:grpSp>
            <p:nvGrpSpPr>
              <p:cNvPr id="69" name="Group 68">
                <a:extLst>
                  <a:ext uri="{FF2B5EF4-FFF2-40B4-BE49-F238E27FC236}">
                    <a16:creationId xmlns:a16="http://schemas.microsoft.com/office/drawing/2014/main" id="{DC0F1FC0-11A2-F7DE-04B8-B0DC2F3DFBAA}"/>
                  </a:ext>
                </a:extLst>
              </p:cNvPr>
              <p:cNvGrpSpPr/>
              <p:nvPr/>
            </p:nvGrpSpPr>
            <p:grpSpPr>
              <a:xfrm>
                <a:off x="107367" y="2142193"/>
                <a:ext cx="3720247" cy="1331334"/>
                <a:chOff x="107366" y="2104595"/>
                <a:chExt cx="3720247" cy="1331334"/>
              </a:xfrm>
            </p:grpSpPr>
            <p:grpSp>
              <p:nvGrpSpPr>
                <p:cNvPr id="34" name="Group 33">
                  <a:extLst>
                    <a:ext uri="{FF2B5EF4-FFF2-40B4-BE49-F238E27FC236}">
                      <a16:creationId xmlns:a16="http://schemas.microsoft.com/office/drawing/2014/main" id="{BA73A03A-4F15-AEF2-02AF-89F92E49AD3A}"/>
                    </a:ext>
                  </a:extLst>
                </p:cNvPr>
                <p:cNvGrpSpPr/>
                <p:nvPr/>
              </p:nvGrpSpPr>
              <p:grpSpPr>
                <a:xfrm>
                  <a:off x="107366" y="2104595"/>
                  <a:ext cx="3720247" cy="1331334"/>
                  <a:chOff x="78866" y="1588072"/>
                  <a:chExt cx="3720247" cy="1331334"/>
                </a:xfrm>
              </p:grpSpPr>
              <p:sp>
                <p:nvSpPr>
                  <p:cNvPr id="35" name="Rectangle: Rounded Corners 34">
                    <a:extLst>
                      <a:ext uri="{FF2B5EF4-FFF2-40B4-BE49-F238E27FC236}">
                        <a16:creationId xmlns:a16="http://schemas.microsoft.com/office/drawing/2014/main" id="{DF049449-84D9-E35F-E1F7-0CA7C4438DC0}"/>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36" name="Group 35">
                    <a:extLst>
                      <a:ext uri="{FF2B5EF4-FFF2-40B4-BE49-F238E27FC236}">
                        <a16:creationId xmlns:a16="http://schemas.microsoft.com/office/drawing/2014/main" id="{1E507931-FD6A-44B6-F31D-17FE62981237}"/>
                      </a:ext>
                    </a:extLst>
                  </p:cNvPr>
                  <p:cNvGrpSpPr/>
                  <p:nvPr/>
                </p:nvGrpSpPr>
                <p:grpSpPr>
                  <a:xfrm>
                    <a:off x="173207" y="1610398"/>
                    <a:ext cx="3625906" cy="1263449"/>
                    <a:chOff x="173207" y="1610398"/>
                    <a:chExt cx="3625906" cy="1263449"/>
                  </a:xfrm>
                </p:grpSpPr>
                <p:sp>
                  <p:nvSpPr>
                    <p:cNvPr id="37" name="TextBox 36">
                      <a:extLst>
                        <a:ext uri="{FF2B5EF4-FFF2-40B4-BE49-F238E27FC236}">
                          <a16:creationId xmlns:a16="http://schemas.microsoft.com/office/drawing/2014/main" id="{6211A39F-88A8-BCDA-79CC-832C43545C15}"/>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38" name="Group 37">
                      <a:extLst>
                        <a:ext uri="{FF2B5EF4-FFF2-40B4-BE49-F238E27FC236}">
                          <a16:creationId xmlns:a16="http://schemas.microsoft.com/office/drawing/2014/main" id="{E5F0060D-2F9D-BB99-24EF-7658EF60776E}"/>
                        </a:ext>
                      </a:extLst>
                    </p:cNvPr>
                    <p:cNvGrpSpPr/>
                    <p:nvPr/>
                  </p:nvGrpSpPr>
                  <p:grpSpPr>
                    <a:xfrm>
                      <a:off x="173207" y="1610398"/>
                      <a:ext cx="2957809" cy="1263449"/>
                      <a:chOff x="173207" y="1610398"/>
                      <a:chExt cx="2957809" cy="1263449"/>
                    </a:xfrm>
                  </p:grpSpPr>
                  <p:sp>
                    <p:nvSpPr>
                      <p:cNvPr id="40" name="TextBox 39">
                        <a:extLst>
                          <a:ext uri="{FF2B5EF4-FFF2-40B4-BE49-F238E27FC236}">
                            <a16:creationId xmlns:a16="http://schemas.microsoft.com/office/drawing/2014/main" id="{61DD7771-7E00-6E99-419C-75E561542A07}"/>
                          </a:ext>
                        </a:extLst>
                      </p:cNvPr>
                      <p:cNvSpPr txBox="1"/>
                      <p:nvPr/>
                    </p:nvSpPr>
                    <p:spPr>
                      <a:xfrm>
                        <a:off x="173207" y="1610398"/>
                        <a:ext cx="1102790" cy="369332"/>
                      </a:xfrm>
                      <a:prstGeom prst="rect">
                        <a:avLst/>
                      </a:prstGeom>
                      <a:noFill/>
                    </p:spPr>
                    <p:txBody>
                      <a:bodyPr wrap="square" rtlCol="0">
                        <a:spAutoFit/>
                      </a:bodyPr>
                      <a:lstStyle/>
                      <a:p>
                        <a:r>
                          <a:rPr lang="en-SG" b="1" dirty="0">
                            <a:solidFill>
                              <a:schemeClr val="tx2">
                                <a:lumMod val="50000"/>
                              </a:schemeClr>
                            </a:solidFill>
                          </a:rPr>
                          <a:t>Typhoon</a:t>
                        </a:r>
                      </a:p>
                    </p:txBody>
                  </p:sp>
                  <p:sp>
                    <p:nvSpPr>
                      <p:cNvPr id="43" name="TextBox 42">
                        <a:extLst>
                          <a:ext uri="{FF2B5EF4-FFF2-40B4-BE49-F238E27FC236}">
                            <a16:creationId xmlns:a16="http://schemas.microsoft.com/office/drawing/2014/main" id="{A157D3E2-CA1B-1CDD-668B-D807C5F435E1}"/>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48" name="TextBox 47">
                        <a:extLst>
                          <a:ext uri="{FF2B5EF4-FFF2-40B4-BE49-F238E27FC236}">
                            <a16:creationId xmlns:a16="http://schemas.microsoft.com/office/drawing/2014/main" id="{C5553677-8025-E8BB-2130-A662622B88D3}"/>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3"/>
                            </a:solidFill>
                          </a:rPr>
                          <a:t>~ 25 mins</a:t>
                        </a:r>
                      </a:p>
                    </p:txBody>
                  </p:sp>
                </p:grpSp>
              </p:grpSp>
            </p:grpSp>
            <p:pic>
              <p:nvPicPr>
                <p:cNvPr id="68" name="Picture 67" descr="A yellow person silhouette on a black background&#10;&#10;AI-generated content may be incorrect.">
                  <a:extLst>
                    <a:ext uri="{FF2B5EF4-FFF2-40B4-BE49-F238E27FC236}">
                      <a16:creationId xmlns:a16="http://schemas.microsoft.com/office/drawing/2014/main" id="{C6DE01A9-FF4E-5A6A-11A0-978E4678CFF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71468" y="2412758"/>
                  <a:ext cx="449085" cy="449085"/>
                </a:xfrm>
                <a:prstGeom prst="rect">
                  <a:avLst/>
                </a:prstGeom>
              </p:spPr>
            </p:pic>
            <p:pic>
              <p:nvPicPr>
                <p:cNvPr id="67" name="Picture 66" descr="A yellow person silhouette on a black background&#10;&#10;AI-generated content may be incorrect.">
                  <a:extLst>
                    <a:ext uri="{FF2B5EF4-FFF2-40B4-BE49-F238E27FC236}">
                      <a16:creationId xmlns:a16="http://schemas.microsoft.com/office/drawing/2014/main" id="{9DB45516-1BA9-A812-E187-18521F44156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96732" y="2415898"/>
                  <a:ext cx="449085" cy="449085"/>
                </a:xfrm>
                <a:prstGeom prst="rect">
                  <a:avLst/>
                </a:prstGeom>
              </p:spPr>
            </p:pic>
            <p:pic>
              <p:nvPicPr>
                <p:cNvPr id="21" name="Picture 20" descr="A yellow person silhouette on a black background&#10;&#10;AI-generated content may be incorrect.">
                  <a:extLst>
                    <a:ext uri="{FF2B5EF4-FFF2-40B4-BE49-F238E27FC236}">
                      <a16:creationId xmlns:a16="http://schemas.microsoft.com/office/drawing/2014/main" id="{E91A9EDE-F471-C25E-8002-C8EDC6B5070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24044" y="2415900"/>
                  <a:ext cx="449085" cy="449085"/>
                </a:xfrm>
                <a:prstGeom prst="rect">
                  <a:avLst/>
                </a:prstGeom>
              </p:spPr>
            </p:pic>
          </p:grpSp>
          <p:sp>
            <p:nvSpPr>
              <p:cNvPr id="92" name="TextBox 91">
                <a:extLst>
                  <a:ext uri="{FF2B5EF4-FFF2-40B4-BE49-F238E27FC236}">
                    <a16:creationId xmlns:a16="http://schemas.microsoft.com/office/drawing/2014/main" id="{9755BE00-30DF-E99D-9D16-397DD2A93257}"/>
                  </a:ext>
                </a:extLst>
              </p:cNvPr>
              <p:cNvSpPr txBox="1"/>
              <p:nvPr/>
            </p:nvSpPr>
            <p:spPr>
              <a:xfrm>
                <a:off x="281771" y="2534198"/>
                <a:ext cx="1605062" cy="830265"/>
              </a:xfrm>
              <a:prstGeom prst="rect">
                <a:avLst/>
              </a:prstGeom>
              <a:noFill/>
              <a:ln>
                <a:solidFill>
                  <a:srgbClr val="2F3C7E"/>
                </a:solidFill>
              </a:ln>
            </p:spPr>
            <p:txBody>
              <a:bodyPr wrap="square" rtlCol="0">
                <a:spAutoFit/>
              </a:bodyPr>
              <a:lstStyle/>
              <a:p>
                <a:endParaRPr lang="en-SG" dirty="0"/>
              </a:p>
            </p:txBody>
          </p:sp>
        </p:grpSp>
        <p:pic>
          <p:nvPicPr>
            <p:cNvPr id="90" name="Picture 89">
              <a:extLst>
                <a:ext uri="{FF2B5EF4-FFF2-40B4-BE49-F238E27FC236}">
                  <a16:creationId xmlns:a16="http://schemas.microsoft.com/office/drawing/2014/main" id="{67A967D6-BE0F-2AFD-B1B7-BDF28EF2A1BC}"/>
                </a:ext>
              </a:extLst>
            </p:cNvPr>
            <p:cNvPicPr>
              <a:picLocks noChangeAspect="1"/>
            </p:cNvPicPr>
            <p:nvPr/>
          </p:nvPicPr>
          <p:blipFill>
            <a:blip r:embed="rId11"/>
            <a:stretch>
              <a:fillRect/>
            </a:stretch>
          </p:blipFill>
          <p:spPr>
            <a:xfrm>
              <a:off x="662055" y="2543705"/>
              <a:ext cx="852090" cy="814520"/>
            </a:xfrm>
            <a:prstGeom prst="rect">
              <a:avLst/>
            </a:prstGeom>
            <a:ln>
              <a:noFill/>
            </a:ln>
          </p:spPr>
        </p:pic>
      </p:grpSp>
      <p:grpSp>
        <p:nvGrpSpPr>
          <p:cNvPr id="191" name="Group 190">
            <a:extLst>
              <a:ext uri="{FF2B5EF4-FFF2-40B4-BE49-F238E27FC236}">
                <a16:creationId xmlns:a16="http://schemas.microsoft.com/office/drawing/2014/main" id="{18715337-924F-3DF1-A96C-B751A3AD35EA}"/>
              </a:ext>
            </a:extLst>
          </p:cNvPr>
          <p:cNvGrpSpPr/>
          <p:nvPr/>
        </p:nvGrpSpPr>
        <p:grpSpPr>
          <a:xfrm>
            <a:off x="4064481" y="2147454"/>
            <a:ext cx="3720247" cy="1331334"/>
            <a:chOff x="4100301" y="2166961"/>
            <a:chExt cx="3720247" cy="1331334"/>
          </a:xfrm>
        </p:grpSpPr>
        <p:grpSp>
          <p:nvGrpSpPr>
            <p:cNvPr id="149" name="Group 148">
              <a:extLst>
                <a:ext uri="{FF2B5EF4-FFF2-40B4-BE49-F238E27FC236}">
                  <a16:creationId xmlns:a16="http://schemas.microsoft.com/office/drawing/2014/main" id="{F5C064E7-385E-1E22-C482-2B652AA99E15}"/>
                </a:ext>
              </a:extLst>
            </p:cNvPr>
            <p:cNvGrpSpPr/>
            <p:nvPr/>
          </p:nvGrpSpPr>
          <p:grpSpPr>
            <a:xfrm>
              <a:off x="4100301" y="2166961"/>
              <a:ext cx="3720247" cy="1331334"/>
              <a:chOff x="4100301" y="701538"/>
              <a:chExt cx="3720247" cy="1331334"/>
            </a:xfrm>
          </p:grpSpPr>
          <p:grpSp>
            <p:nvGrpSpPr>
              <p:cNvPr id="150" name="Group 149">
                <a:extLst>
                  <a:ext uri="{FF2B5EF4-FFF2-40B4-BE49-F238E27FC236}">
                    <a16:creationId xmlns:a16="http://schemas.microsoft.com/office/drawing/2014/main" id="{64C63C33-0E83-F030-A1E1-E9AB1CEBE7CC}"/>
                  </a:ext>
                </a:extLst>
              </p:cNvPr>
              <p:cNvGrpSpPr/>
              <p:nvPr/>
            </p:nvGrpSpPr>
            <p:grpSpPr>
              <a:xfrm>
                <a:off x="4100301" y="701538"/>
                <a:ext cx="3720247" cy="1331334"/>
                <a:chOff x="107367" y="676770"/>
                <a:chExt cx="3720247" cy="1331334"/>
              </a:xfrm>
            </p:grpSpPr>
            <p:grpSp>
              <p:nvGrpSpPr>
                <p:cNvPr id="152" name="Group 151">
                  <a:extLst>
                    <a:ext uri="{FF2B5EF4-FFF2-40B4-BE49-F238E27FC236}">
                      <a16:creationId xmlns:a16="http://schemas.microsoft.com/office/drawing/2014/main" id="{D924103C-683B-C454-7513-48EA1C64288E}"/>
                    </a:ext>
                  </a:extLst>
                </p:cNvPr>
                <p:cNvGrpSpPr/>
                <p:nvPr/>
              </p:nvGrpSpPr>
              <p:grpSpPr>
                <a:xfrm>
                  <a:off x="107367" y="676770"/>
                  <a:ext cx="3720247" cy="1331334"/>
                  <a:chOff x="78866" y="1588072"/>
                  <a:chExt cx="3720247" cy="1331334"/>
                </a:xfrm>
              </p:grpSpPr>
              <p:sp>
                <p:nvSpPr>
                  <p:cNvPr id="154" name="Rectangle: Rounded Corners 153">
                    <a:extLst>
                      <a:ext uri="{FF2B5EF4-FFF2-40B4-BE49-F238E27FC236}">
                        <a16:creationId xmlns:a16="http://schemas.microsoft.com/office/drawing/2014/main" id="{7B3E4E4B-C33D-5D99-2B17-0253A62A55B8}"/>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155" name="Group 154">
                    <a:extLst>
                      <a:ext uri="{FF2B5EF4-FFF2-40B4-BE49-F238E27FC236}">
                        <a16:creationId xmlns:a16="http://schemas.microsoft.com/office/drawing/2014/main" id="{1BB0EBE7-D0DC-4ED2-1EAD-CEBB9AD5EF8D}"/>
                      </a:ext>
                    </a:extLst>
                  </p:cNvPr>
                  <p:cNvGrpSpPr/>
                  <p:nvPr/>
                </p:nvGrpSpPr>
                <p:grpSpPr>
                  <a:xfrm>
                    <a:off x="145454" y="1610398"/>
                    <a:ext cx="3653659" cy="1263449"/>
                    <a:chOff x="145454" y="1610398"/>
                    <a:chExt cx="3653659" cy="1263449"/>
                  </a:xfrm>
                </p:grpSpPr>
                <p:sp>
                  <p:nvSpPr>
                    <p:cNvPr id="156" name="TextBox 155">
                      <a:extLst>
                        <a:ext uri="{FF2B5EF4-FFF2-40B4-BE49-F238E27FC236}">
                          <a16:creationId xmlns:a16="http://schemas.microsoft.com/office/drawing/2014/main" id="{A4E43626-0503-014C-18E3-15D971D2D8CE}"/>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157" name="Group 156">
                      <a:extLst>
                        <a:ext uri="{FF2B5EF4-FFF2-40B4-BE49-F238E27FC236}">
                          <a16:creationId xmlns:a16="http://schemas.microsoft.com/office/drawing/2014/main" id="{7100BCFB-467B-03AD-7502-5BA7BF31F560}"/>
                        </a:ext>
                      </a:extLst>
                    </p:cNvPr>
                    <p:cNvGrpSpPr/>
                    <p:nvPr/>
                  </p:nvGrpSpPr>
                  <p:grpSpPr>
                    <a:xfrm>
                      <a:off x="145454" y="1610398"/>
                      <a:ext cx="2985562" cy="1263449"/>
                      <a:chOff x="145454" y="1610398"/>
                      <a:chExt cx="2985562" cy="1263449"/>
                    </a:xfrm>
                  </p:grpSpPr>
                  <p:sp>
                    <p:nvSpPr>
                      <p:cNvPr id="158" name="TextBox 157">
                        <a:extLst>
                          <a:ext uri="{FF2B5EF4-FFF2-40B4-BE49-F238E27FC236}">
                            <a16:creationId xmlns:a16="http://schemas.microsoft.com/office/drawing/2014/main" id="{BBA83272-43D6-551D-E1CF-DE767E92CCA1}"/>
                          </a:ext>
                        </a:extLst>
                      </p:cNvPr>
                      <p:cNvSpPr txBox="1"/>
                      <p:nvPr/>
                    </p:nvSpPr>
                    <p:spPr>
                      <a:xfrm>
                        <a:off x="145454" y="1610398"/>
                        <a:ext cx="1437410" cy="369332"/>
                      </a:xfrm>
                      <a:prstGeom prst="rect">
                        <a:avLst/>
                      </a:prstGeom>
                      <a:noFill/>
                    </p:spPr>
                    <p:txBody>
                      <a:bodyPr wrap="square" rtlCol="0">
                        <a:spAutoFit/>
                      </a:bodyPr>
                      <a:lstStyle/>
                      <a:p>
                        <a:r>
                          <a:rPr lang="en-SG" b="1" dirty="0">
                            <a:solidFill>
                              <a:schemeClr val="tx2">
                                <a:lumMod val="50000"/>
                              </a:schemeClr>
                            </a:solidFill>
                          </a:rPr>
                          <a:t>Green Bites</a:t>
                        </a:r>
                      </a:p>
                    </p:txBody>
                  </p:sp>
                  <p:sp>
                    <p:nvSpPr>
                      <p:cNvPr id="159" name="TextBox 158">
                        <a:extLst>
                          <a:ext uri="{FF2B5EF4-FFF2-40B4-BE49-F238E27FC236}">
                            <a16:creationId xmlns:a16="http://schemas.microsoft.com/office/drawing/2014/main" id="{0245FC4C-C691-D8B3-0052-435659F13D28}"/>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160" name="TextBox 159">
                        <a:extLst>
                          <a:ext uri="{FF2B5EF4-FFF2-40B4-BE49-F238E27FC236}">
                            <a16:creationId xmlns:a16="http://schemas.microsoft.com/office/drawing/2014/main" id="{75BA4BDB-15E6-3969-16CF-46A15517291B}"/>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 5 mins</a:t>
                        </a:r>
                      </a:p>
                    </p:txBody>
                  </p:sp>
                </p:grpSp>
              </p:grpSp>
            </p:grpSp>
            <p:sp>
              <p:nvSpPr>
                <p:cNvPr id="153" name="TextBox 152">
                  <a:extLst>
                    <a:ext uri="{FF2B5EF4-FFF2-40B4-BE49-F238E27FC236}">
                      <a16:creationId xmlns:a16="http://schemas.microsoft.com/office/drawing/2014/main" id="{AD50AE6E-4A45-D005-1E11-366037D72695}"/>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151" name="Picture 150" descr="A green person silhouette on a black background&#10;&#10;AI-generated content may be incorrect.">
                <a:extLst>
                  <a:ext uri="{FF2B5EF4-FFF2-40B4-BE49-F238E27FC236}">
                    <a16:creationId xmlns:a16="http://schemas.microsoft.com/office/drawing/2014/main" id="{434BC932-2DC1-51D7-58B9-307E2F01ACD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190" name="Picture 189">
              <a:extLst>
                <a:ext uri="{FF2B5EF4-FFF2-40B4-BE49-F238E27FC236}">
                  <a16:creationId xmlns:a16="http://schemas.microsoft.com/office/drawing/2014/main" id="{7FBBE62B-0D06-2A1E-8A06-82BA6A2F5D17}"/>
                </a:ext>
              </a:extLst>
            </p:cNvPr>
            <p:cNvPicPr>
              <a:picLocks noChangeAspect="1"/>
            </p:cNvPicPr>
            <p:nvPr/>
          </p:nvPicPr>
          <p:blipFill>
            <a:blip r:embed="rId12"/>
            <a:stretch>
              <a:fillRect/>
            </a:stretch>
          </p:blipFill>
          <p:spPr>
            <a:xfrm>
              <a:off x="4788793" y="2790287"/>
              <a:ext cx="567938" cy="567938"/>
            </a:xfrm>
            <a:prstGeom prst="rect">
              <a:avLst/>
            </a:prstGeom>
          </p:spPr>
        </p:pic>
      </p:grpSp>
      <p:sp>
        <p:nvSpPr>
          <p:cNvPr id="204" name="Rectangle 203">
            <a:extLst>
              <a:ext uri="{FF2B5EF4-FFF2-40B4-BE49-F238E27FC236}">
                <a16:creationId xmlns:a16="http://schemas.microsoft.com/office/drawing/2014/main" id="{4F0D9A63-C72F-4E7A-C4D8-6E00C5CD10C6}"/>
              </a:ext>
            </a:extLst>
          </p:cNvPr>
          <p:cNvSpPr/>
          <p:nvPr/>
        </p:nvSpPr>
        <p:spPr>
          <a:xfrm>
            <a:off x="8973206" y="4211670"/>
            <a:ext cx="3216643" cy="2646330"/>
          </a:xfrm>
          <a:prstGeom prst="rect">
            <a:avLst/>
          </a:prstGeom>
          <a:solidFill>
            <a:schemeClr val="bg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7" name="Rectangle 206">
            <a:extLst>
              <a:ext uri="{FF2B5EF4-FFF2-40B4-BE49-F238E27FC236}">
                <a16:creationId xmlns:a16="http://schemas.microsoft.com/office/drawing/2014/main" id="{042D4304-6F1B-2FC5-A98D-8BC0BE7C1368}"/>
              </a:ext>
            </a:extLst>
          </p:cNvPr>
          <p:cNvSpPr/>
          <p:nvPr/>
        </p:nvSpPr>
        <p:spPr>
          <a:xfrm>
            <a:off x="0" y="4211669"/>
            <a:ext cx="3216643" cy="2646331"/>
          </a:xfrm>
          <a:prstGeom prst="rect">
            <a:avLst/>
          </a:prstGeom>
          <a:solidFill>
            <a:schemeClr val="bg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70" name="Group 69">
            <a:extLst>
              <a:ext uri="{FF2B5EF4-FFF2-40B4-BE49-F238E27FC236}">
                <a16:creationId xmlns:a16="http://schemas.microsoft.com/office/drawing/2014/main" id="{CA0500C0-B60C-0C67-F0EC-1EC748BF2C98}"/>
              </a:ext>
            </a:extLst>
          </p:cNvPr>
          <p:cNvGrpSpPr/>
          <p:nvPr/>
        </p:nvGrpSpPr>
        <p:grpSpPr>
          <a:xfrm>
            <a:off x="143591" y="6086943"/>
            <a:ext cx="1808128" cy="523220"/>
            <a:chOff x="107750" y="5908742"/>
            <a:chExt cx="1890270" cy="541337"/>
          </a:xfrm>
        </p:grpSpPr>
        <p:sp>
          <p:nvSpPr>
            <p:cNvPr id="71" name="TextBox 70">
              <a:extLst>
                <a:ext uri="{FF2B5EF4-FFF2-40B4-BE49-F238E27FC236}">
                  <a16:creationId xmlns:a16="http://schemas.microsoft.com/office/drawing/2014/main" id="{B8BCF52D-76DC-D4AE-07F3-8AE93DE77943}"/>
                </a:ext>
              </a:extLst>
            </p:cNvPr>
            <p:cNvSpPr txBox="1"/>
            <p:nvPr userDrawn="1"/>
          </p:nvSpPr>
          <p:spPr>
            <a:xfrm>
              <a:off x="107750" y="5908742"/>
              <a:ext cx="1890270" cy="541337"/>
            </a:xfrm>
            <a:prstGeom prst="rect">
              <a:avLst/>
            </a:prstGeom>
            <a:noFill/>
            <a:ln w="12700">
              <a:solidFill>
                <a:srgbClr val="1C252E"/>
              </a:solidFill>
            </a:ln>
          </p:spPr>
          <p:txBody>
            <a:bodyPr wrap="square" rtlCol="0">
              <a:spAutoFit/>
            </a:bodyPr>
            <a:lstStyle/>
            <a:p>
              <a:r>
                <a:rPr lang="en-SG" sz="1400" dirty="0">
                  <a:solidFill>
                    <a:schemeClr val="tx2">
                      <a:lumMod val="50000"/>
                    </a:schemeClr>
                  </a:solidFill>
                </a:rPr>
                <a:t>Accessibility</a:t>
              </a:r>
            </a:p>
            <a:p>
              <a:r>
                <a:rPr lang="en-SG" sz="1400" dirty="0">
                  <a:solidFill>
                    <a:schemeClr val="tx2">
                      <a:lumMod val="50000"/>
                    </a:schemeClr>
                  </a:solidFill>
                </a:rPr>
                <a:t>Mode</a:t>
              </a:r>
            </a:p>
          </p:txBody>
        </p:sp>
        <p:pic>
          <p:nvPicPr>
            <p:cNvPr id="72" name="Picture 71" descr="A black and grey symbol of a wheelchair&#10;&#10;AI-generated content may be incorrect.">
              <a:extLst>
                <a:ext uri="{FF2B5EF4-FFF2-40B4-BE49-F238E27FC236}">
                  <a16:creationId xmlns:a16="http://schemas.microsoft.com/office/drawing/2014/main" id="{747E9650-634C-D78C-1F55-2BA4C29C1B45}"/>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463695" y="5968337"/>
              <a:ext cx="422146" cy="422146"/>
            </a:xfrm>
            <a:prstGeom prst="rect">
              <a:avLst/>
            </a:prstGeom>
          </p:spPr>
        </p:pic>
      </p:grpSp>
      <p:grpSp>
        <p:nvGrpSpPr>
          <p:cNvPr id="73" name="Group 72">
            <a:extLst>
              <a:ext uri="{FF2B5EF4-FFF2-40B4-BE49-F238E27FC236}">
                <a16:creationId xmlns:a16="http://schemas.microsoft.com/office/drawing/2014/main" id="{DA4BA0A5-FCEF-0BC8-B0C7-A98EF3A9CF34}"/>
              </a:ext>
            </a:extLst>
          </p:cNvPr>
          <p:cNvGrpSpPr/>
          <p:nvPr/>
        </p:nvGrpSpPr>
        <p:grpSpPr>
          <a:xfrm>
            <a:off x="1951719" y="6106155"/>
            <a:ext cx="1405699" cy="514863"/>
            <a:chOff x="1949087" y="6024499"/>
            <a:chExt cx="1405699" cy="514863"/>
          </a:xfrm>
        </p:grpSpPr>
        <p:pic>
          <p:nvPicPr>
            <p:cNvPr id="74" name="Picture 73" descr="A globe with a black background&#10;&#10;AI-generated content may be incorrect.">
              <a:extLst>
                <a:ext uri="{FF2B5EF4-FFF2-40B4-BE49-F238E27FC236}">
                  <a16:creationId xmlns:a16="http://schemas.microsoft.com/office/drawing/2014/main" id="{BAD9F0BF-6960-804D-7FCB-20CAF67D0DFE}"/>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2530738" y="6024499"/>
              <a:ext cx="242398" cy="242398"/>
            </a:xfrm>
            <a:prstGeom prst="rect">
              <a:avLst/>
            </a:prstGeom>
          </p:spPr>
        </p:pic>
        <p:sp>
          <p:nvSpPr>
            <p:cNvPr id="75" name="TextBox 74">
              <a:extLst>
                <a:ext uri="{FF2B5EF4-FFF2-40B4-BE49-F238E27FC236}">
                  <a16:creationId xmlns:a16="http://schemas.microsoft.com/office/drawing/2014/main" id="{26FBB3A0-9F09-795E-9DC0-642D07D08150}"/>
                </a:ext>
              </a:extLst>
            </p:cNvPr>
            <p:cNvSpPr txBox="1"/>
            <p:nvPr userDrawn="1"/>
          </p:nvSpPr>
          <p:spPr>
            <a:xfrm>
              <a:off x="1949087" y="6231585"/>
              <a:ext cx="1405699" cy="307777"/>
            </a:xfrm>
            <a:prstGeom prst="rect">
              <a:avLst/>
            </a:prstGeom>
            <a:noFill/>
          </p:spPr>
          <p:txBody>
            <a:bodyPr wrap="square" rtlCol="0">
              <a:spAutoFit/>
            </a:bodyPr>
            <a:lstStyle/>
            <a:p>
              <a:pPr algn="ctr"/>
              <a:r>
                <a:rPr lang="en-SG" sz="1400" dirty="0">
                  <a:solidFill>
                    <a:schemeClr val="tx2">
                      <a:lumMod val="50000"/>
                    </a:schemeClr>
                  </a:solidFill>
                </a:rPr>
                <a:t>Language</a:t>
              </a:r>
            </a:p>
          </p:txBody>
        </p:sp>
      </p:grpSp>
      <p:sp>
        <p:nvSpPr>
          <p:cNvPr id="77" name="TextBox 76">
            <a:extLst>
              <a:ext uri="{FF2B5EF4-FFF2-40B4-BE49-F238E27FC236}">
                <a16:creationId xmlns:a16="http://schemas.microsoft.com/office/drawing/2014/main" id="{5C672FBE-8E95-FEA2-F58C-596062C50641}"/>
              </a:ext>
            </a:extLst>
          </p:cNvPr>
          <p:cNvSpPr txBox="1"/>
          <p:nvPr/>
        </p:nvSpPr>
        <p:spPr>
          <a:xfrm>
            <a:off x="153156" y="4372078"/>
            <a:ext cx="2910328" cy="369332"/>
          </a:xfrm>
          <a:prstGeom prst="rect">
            <a:avLst/>
          </a:prstGeom>
          <a:noFill/>
        </p:spPr>
        <p:txBody>
          <a:bodyPr wrap="square" rtlCol="0">
            <a:spAutoFit/>
          </a:bodyPr>
          <a:lstStyle/>
          <a:p>
            <a:pPr algn="ctr"/>
            <a:r>
              <a:rPr lang="en-SG" sz="1800" dirty="0">
                <a:solidFill>
                  <a:schemeClr val="tx2">
                    <a:lumMod val="50000"/>
                  </a:schemeClr>
                </a:solidFill>
              </a:rPr>
              <a:t>Touch here to start planning</a:t>
            </a:r>
          </a:p>
        </p:txBody>
      </p:sp>
      <p:grpSp>
        <p:nvGrpSpPr>
          <p:cNvPr id="264" name="Group 263">
            <a:extLst>
              <a:ext uri="{FF2B5EF4-FFF2-40B4-BE49-F238E27FC236}">
                <a16:creationId xmlns:a16="http://schemas.microsoft.com/office/drawing/2014/main" id="{58F4CD1A-F774-BA66-B95E-4F5B42151057}"/>
              </a:ext>
            </a:extLst>
          </p:cNvPr>
          <p:cNvGrpSpPr/>
          <p:nvPr/>
        </p:nvGrpSpPr>
        <p:grpSpPr>
          <a:xfrm>
            <a:off x="4064481" y="677213"/>
            <a:ext cx="3720247" cy="1331334"/>
            <a:chOff x="7183616" y="2200118"/>
            <a:chExt cx="3720247" cy="1331334"/>
          </a:xfrm>
        </p:grpSpPr>
        <p:grpSp>
          <p:nvGrpSpPr>
            <p:cNvPr id="248" name="Group 247">
              <a:extLst>
                <a:ext uri="{FF2B5EF4-FFF2-40B4-BE49-F238E27FC236}">
                  <a16:creationId xmlns:a16="http://schemas.microsoft.com/office/drawing/2014/main" id="{905FE2D4-1B09-D244-7C01-266159A71C5F}"/>
                </a:ext>
              </a:extLst>
            </p:cNvPr>
            <p:cNvGrpSpPr/>
            <p:nvPr/>
          </p:nvGrpSpPr>
          <p:grpSpPr>
            <a:xfrm>
              <a:off x="7183616" y="2200118"/>
              <a:ext cx="3720247" cy="1331334"/>
              <a:chOff x="107367" y="2142193"/>
              <a:chExt cx="3720247" cy="1331334"/>
            </a:xfrm>
          </p:grpSpPr>
          <p:grpSp>
            <p:nvGrpSpPr>
              <p:cNvPr id="250" name="Group 249">
                <a:extLst>
                  <a:ext uri="{FF2B5EF4-FFF2-40B4-BE49-F238E27FC236}">
                    <a16:creationId xmlns:a16="http://schemas.microsoft.com/office/drawing/2014/main" id="{8AA2E1B6-7C95-EFE5-5E12-60762F1A3A13}"/>
                  </a:ext>
                </a:extLst>
              </p:cNvPr>
              <p:cNvGrpSpPr/>
              <p:nvPr/>
            </p:nvGrpSpPr>
            <p:grpSpPr>
              <a:xfrm>
                <a:off x="107367" y="2142193"/>
                <a:ext cx="3720247" cy="1331334"/>
                <a:chOff x="107366" y="2104595"/>
                <a:chExt cx="3720247" cy="1331334"/>
              </a:xfrm>
            </p:grpSpPr>
            <p:grpSp>
              <p:nvGrpSpPr>
                <p:cNvPr id="252" name="Group 251">
                  <a:extLst>
                    <a:ext uri="{FF2B5EF4-FFF2-40B4-BE49-F238E27FC236}">
                      <a16:creationId xmlns:a16="http://schemas.microsoft.com/office/drawing/2014/main" id="{9BF35199-E7E8-14ED-CE4F-E0DE9F33E948}"/>
                    </a:ext>
                  </a:extLst>
                </p:cNvPr>
                <p:cNvGrpSpPr/>
                <p:nvPr/>
              </p:nvGrpSpPr>
              <p:grpSpPr>
                <a:xfrm>
                  <a:off x="107366" y="2104595"/>
                  <a:ext cx="3720247" cy="1331334"/>
                  <a:chOff x="78866" y="1588072"/>
                  <a:chExt cx="3720247" cy="1331334"/>
                </a:xfrm>
              </p:grpSpPr>
              <p:sp>
                <p:nvSpPr>
                  <p:cNvPr id="256" name="Rectangle: Rounded Corners 255">
                    <a:extLst>
                      <a:ext uri="{FF2B5EF4-FFF2-40B4-BE49-F238E27FC236}">
                        <a16:creationId xmlns:a16="http://schemas.microsoft.com/office/drawing/2014/main" id="{4BA64B26-7B8C-49FD-1153-A87A3322BD4F}"/>
                      </a:ext>
                    </a:extLst>
                  </p:cNvPr>
                  <p:cNvSpPr/>
                  <p:nvPr/>
                </p:nvSpPr>
                <p:spPr>
                  <a:xfrm>
                    <a:off x="78866" y="1588072"/>
                    <a:ext cx="3720247" cy="1331334"/>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257" name="Group 256">
                    <a:extLst>
                      <a:ext uri="{FF2B5EF4-FFF2-40B4-BE49-F238E27FC236}">
                        <a16:creationId xmlns:a16="http://schemas.microsoft.com/office/drawing/2014/main" id="{E9DC45EA-9F09-C88A-1288-192B63C37A78}"/>
                      </a:ext>
                    </a:extLst>
                  </p:cNvPr>
                  <p:cNvGrpSpPr/>
                  <p:nvPr/>
                </p:nvGrpSpPr>
                <p:grpSpPr>
                  <a:xfrm>
                    <a:off x="173206" y="1610398"/>
                    <a:ext cx="3625907" cy="1263449"/>
                    <a:chOff x="173206" y="1610398"/>
                    <a:chExt cx="3625907" cy="1263449"/>
                  </a:xfrm>
                </p:grpSpPr>
                <p:sp>
                  <p:nvSpPr>
                    <p:cNvPr id="258" name="TextBox 257">
                      <a:extLst>
                        <a:ext uri="{FF2B5EF4-FFF2-40B4-BE49-F238E27FC236}">
                          <a16:creationId xmlns:a16="http://schemas.microsoft.com/office/drawing/2014/main" id="{F0D91AF3-D523-CD3E-E3A7-DD7C281AAEF5}"/>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59" name="Group 258">
                      <a:extLst>
                        <a:ext uri="{FF2B5EF4-FFF2-40B4-BE49-F238E27FC236}">
                          <a16:creationId xmlns:a16="http://schemas.microsoft.com/office/drawing/2014/main" id="{E92E5977-C20A-4A8A-144B-3DD0910562AE}"/>
                        </a:ext>
                      </a:extLst>
                    </p:cNvPr>
                    <p:cNvGrpSpPr/>
                    <p:nvPr/>
                  </p:nvGrpSpPr>
                  <p:grpSpPr>
                    <a:xfrm>
                      <a:off x="173206" y="1610398"/>
                      <a:ext cx="2957810" cy="1263449"/>
                      <a:chOff x="173206" y="1610398"/>
                      <a:chExt cx="2957810" cy="1263449"/>
                    </a:xfrm>
                  </p:grpSpPr>
                  <p:sp>
                    <p:nvSpPr>
                      <p:cNvPr id="260" name="TextBox 259">
                        <a:extLst>
                          <a:ext uri="{FF2B5EF4-FFF2-40B4-BE49-F238E27FC236}">
                            <a16:creationId xmlns:a16="http://schemas.microsoft.com/office/drawing/2014/main" id="{AE678469-24AD-C5C0-59DA-D758C238BD55}"/>
                          </a:ext>
                        </a:extLst>
                      </p:cNvPr>
                      <p:cNvSpPr txBox="1"/>
                      <p:nvPr/>
                    </p:nvSpPr>
                    <p:spPr>
                      <a:xfrm>
                        <a:off x="173206" y="1610398"/>
                        <a:ext cx="1647601" cy="646331"/>
                      </a:xfrm>
                      <a:prstGeom prst="rect">
                        <a:avLst/>
                      </a:prstGeom>
                      <a:noFill/>
                    </p:spPr>
                    <p:txBody>
                      <a:bodyPr wrap="square" rtlCol="0">
                        <a:spAutoFit/>
                      </a:bodyPr>
                      <a:lstStyle/>
                      <a:p>
                        <a:r>
                          <a:rPr lang="en-SG" b="1" dirty="0">
                            <a:solidFill>
                              <a:schemeClr val="tx2">
                                <a:lumMod val="50000"/>
                              </a:schemeClr>
                            </a:solidFill>
                          </a:rPr>
                          <a:t>Jake &amp; Marks</a:t>
                        </a:r>
                      </a:p>
                      <a:p>
                        <a:endParaRPr lang="en-SG" b="1" dirty="0">
                          <a:solidFill>
                            <a:schemeClr val="tx2">
                              <a:lumMod val="50000"/>
                            </a:schemeClr>
                          </a:solidFill>
                        </a:endParaRPr>
                      </a:p>
                    </p:txBody>
                  </p:sp>
                  <p:sp>
                    <p:nvSpPr>
                      <p:cNvPr id="261" name="TextBox 260">
                        <a:extLst>
                          <a:ext uri="{FF2B5EF4-FFF2-40B4-BE49-F238E27FC236}">
                            <a16:creationId xmlns:a16="http://schemas.microsoft.com/office/drawing/2014/main" id="{CDF6BEA8-F308-84E7-1FF8-8804A6305826}"/>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62" name="TextBox 261">
                        <a:extLst>
                          <a:ext uri="{FF2B5EF4-FFF2-40B4-BE49-F238E27FC236}">
                            <a16:creationId xmlns:a16="http://schemas.microsoft.com/office/drawing/2014/main" id="{8E199F5B-6FA1-88BF-1467-4337D11E4442}"/>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3"/>
                            </a:solidFill>
                          </a:rPr>
                          <a:t>~ 15 mins</a:t>
                        </a:r>
                      </a:p>
                    </p:txBody>
                  </p:sp>
                </p:grpSp>
              </p:grpSp>
            </p:grpSp>
            <p:pic>
              <p:nvPicPr>
                <p:cNvPr id="253" name="Picture 252" descr="A yellow person silhouette on a black background&#10;&#10;AI-generated content may be incorrect.">
                  <a:extLst>
                    <a:ext uri="{FF2B5EF4-FFF2-40B4-BE49-F238E27FC236}">
                      <a16:creationId xmlns:a16="http://schemas.microsoft.com/office/drawing/2014/main" id="{EE60559D-0E09-ED9C-0107-AA849F46828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71468" y="2412758"/>
                  <a:ext cx="449085" cy="449085"/>
                </a:xfrm>
                <a:prstGeom prst="rect">
                  <a:avLst/>
                </a:prstGeom>
              </p:spPr>
            </p:pic>
            <p:pic>
              <p:nvPicPr>
                <p:cNvPr id="254" name="Picture 253" descr="A yellow person silhouette on a black background&#10;&#10;AI-generated content may be incorrect.">
                  <a:extLst>
                    <a:ext uri="{FF2B5EF4-FFF2-40B4-BE49-F238E27FC236}">
                      <a16:creationId xmlns:a16="http://schemas.microsoft.com/office/drawing/2014/main" id="{3FD35918-69D4-F7A5-AFC3-F2C02D05892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96732" y="2415898"/>
                  <a:ext cx="449085" cy="449085"/>
                </a:xfrm>
                <a:prstGeom prst="rect">
                  <a:avLst/>
                </a:prstGeom>
              </p:spPr>
            </p:pic>
            <p:pic>
              <p:nvPicPr>
                <p:cNvPr id="255" name="Picture 254" descr="A yellow person silhouette on a black background&#10;&#10;AI-generated content may be incorrect.">
                  <a:extLst>
                    <a:ext uri="{FF2B5EF4-FFF2-40B4-BE49-F238E27FC236}">
                      <a16:creationId xmlns:a16="http://schemas.microsoft.com/office/drawing/2014/main" id="{7757DA34-1675-84D2-81E7-13FABD3C008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24044" y="2415900"/>
                  <a:ext cx="449085" cy="449085"/>
                </a:xfrm>
                <a:prstGeom prst="rect">
                  <a:avLst/>
                </a:prstGeom>
              </p:spPr>
            </p:pic>
          </p:grpSp>
          <p:sp>
            <p:nvSpPr>
              <p:cNvPr id="251" name="TextBox 250">
                <a:extLst>
                  <a:ext uri="{FF2B5EF4-FFF2-40B4-BE49-F238E27FC236}">
                    <a16:creationId xmlns:a16="http://schemas.microsoft.com/office/drawing/2014/main" id="{9466A8E0-FA09-5CCC-7473-2633B0CCEA79}"/>
                  </a:ext>
                </a:extLst>
              </p:cNvPr>
              <p:cNvSpPr txBox="1"/>
              <p:nvPr/>
            </p:nvSpPr>
            <p:spPr>
              <a:xfrm>
                <a:off x="281771" y="2534198"/>
                <a:ext cx="1605062" cy="830265"/>
              </a:xfrm>
              <a:prstGeom prst="rect">
                <a:avLst/>
              </a:prstGeom>
              <a:noFill/>
              <a:ln>
                <a:solidFill>
                  <a:srgbClr val="2F3C7E"/>
                </a:solidFill>
              </a:ln>
            </p:spPr>
            <p:txBody>
              <a:bodyPr wrap="square" rtlCol="0">
                <a:spAutoFit/>
              </a:bodyPr>
              <a:lstStyle/>
              <a:p>
                <a:endParaRPr lang="en-SG" dirty="0"/>
              </a:p>
            </p:txBody>
          </p:sp>
        </p:grpSp>
        <p:pic>
          <p:nvPicPr>
            <p:cNvPr id="263" name="Picture 262">
              <a:extLst>
                <a:ext uri="{FF2B5EF4-FFF2-40B4-BE49-F238E27FC236}">
                  <a16:creationId xmlns:a16="http://schemas.microsoft.com/office/drawing/2014/main" id="{F8535C48-FDFB-C22E-70D2-E36C9608D5C4}"/>
                </a:ext>
              </a:extLst>
            </p:cNvPr>
            <p:cNvPicPr>
              <a:picLocks noChangeAspect="1"/>
            </p:cNvPicPr>
            <p:nvPr/>
          </p:nvPicPr>
          <p:blipFill>
            <a:blip r:embed="rId15"/>
            <a:stretch>
              <a:fillRect/>
            </a:stretch>
          </p:blipFill>
          <p:spPr>
            <a:xfrm>
              <a:off x="7777020" y="2629546"/>
              <a:ext cx="778200" cy="778200"/>
            </a:xfrm>
            <a:prstGeom prst="rect">
              <a:avLst/>
            </a:prstGeom>
          </p:spPr>
        </p:pic>
      </p:grpSp>
      <p:grpSp>
        <p:nvGrpSpPr>
          <p:cNvPr id="311" name="Group 310">
            <a:extLst>
              <a:ext uri="{FF2B5EF4-FFF2-40B4-BE49-F238E27FC236}">
                <a16:creationId xmlns:a16="http://schemas.microsoft.com/office/drawing/2014/main" id="{717BD82E-5694-6027-2339-F075C10990FD}"/>
              </a:ext>
            </a:extLst>
          </p:cNvPr>
          <p:cNvGrpSpPr/>
          <p:nvPr/>
        </p:nvGrpSpPr>
        <p:grpSpPr>
          <a:xfrm>
            <a:off x="7894507" y="560614"/>
            <a:ext cx="4297493" cy="1304616"/>
            <a:chOff x="7894507" y="560614"/>
            <a:chExt cx="4297493" cy="1304616"/>
          </a:xfrm>
        </p:grpSpPr>
        <p:sp>
          <p:nvSpPr>
            <p:cNvPr id="195" name="Rectangle 194">
              <a:extLst>
                <a:ext uri="{FF2B5EF4-FFF2-40B4-BE49-F238E27FC236}">
                  <a16:creationId xmlns:a16="http://schemas.microsoft.com/office/drawing/2014/main" id="{D3FCE408-7BA3-054C-B0C2-2426278C8E7B}"/>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296" name="Group 295">
              <a:extLst>
                <a:ext uri="{FF2B5EF4-FFF2-40B4-BE49-F238E27FC236}">
                  <a16:creationId xmlns:a16="http://schemas.microsoft.com/office/drawing/2014/main" id="{CB580171-1271-69A3-A5CE-2C8F768C9BB4}"/>
                </a:ext>
              </a:extLst>
            </p:cNvPr>
            <p:cNvGrpSpPr/>
            <p:nvPr/>
          </p:nvGrpSpPr>
          <p:grpSpPr>
            <a:xfrm>
              <a:off x="7930588" y="626794"/>
              <a:ext cx="3160336" cy="1176250"/>
              <a:chOff x="7930588" y="626794"/>
              <a:chExt cx="3160336" cy="1176250"/>
            </a:xfrm>
          </p:grpSpPr>
          <p:sp>
            <p:nvSpPr>
              <p:cNvPr id="287" name="TextBox 286">
                <a:extLst>
                  <a:ext uri="{FF2B5EF4-FFF2-40B4-BE49-F238E27FC236}">
                    <a16:creationId xmlns:a16="http://schemas.microsoft.com/office/drawing/2014/main" id="{155C677E-ED21-2BE1-59BE-83A7C0D7FE60}"/>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grpSp>
            <p:nvGrpSpPr>
              <p:cNvPr id="289" name="Group 288">
                <a:extLst>
                  <a:ext uri="{FF2B5EF4-FFF2-40B4-BE49-F238E27FC236}">
                    <a16:creationId xmlns:a16="http://schemas.microsoft.com/office/drawing/2014/main" id="{07C08EA0-D4CA-4094-DBF8-D41CAEE66581}"/>
                  </a:ext>
                </a:extLst>
              </p:cNvPr>
              <p:cNvGrpSpPr/>
              <p:nvPr/>
            </p:nvGrpSpPr>
            <p:grpSpPr>
              <a:xfrm>
                <a:off x="7982250" y="1022704"/>
                <a:ext cx="1222466" cy="780340"/>
                <a:chOff x="7982250" y="1022704"/>
                <a:chExt cx="1222466" cy="780340"/>
              </a:xfrm>
            </p:grpSpPr>
            <p:pic>
              <p:nvPicPr>
                <p:cNvPr id="286" name="Picture 285">
                  <a:extLst>
                    <a:ext uri="{FF2B5EF4-FFF2-40B4-BE49-F238E27FC236}">
                      <a16:creationId xmlns:a16="http://schemas.microsoft.com/office/drawing/2014/main" id="{F7CB19A4-835A-F1FF-2765-B89CD00F5072}"/>
                    </a:ext>
                  </a:extLst>
                </p:cNvPr>
                <p:cNvPicPr>
                  <a:picLocks noChangeAspect="1"/>
                </p:cNvPicPr>
                <p:nvPr/>
              </p:nvPicPr>
              <p:blipFill>
                <a:blip r:embed="rId16"/>
                <a:stretch>
                  <a:fillRect/>
                </a:stretch>
              </p:blipFill>
              <p:spPr>
                <a:xfrm>
                  <a:off x="7982250" y="1022704"/>
                  <a:ext cx="772868" cy="772868"/>
                </a:xfrm>
                <a:prstGeom prst="rect">
                  <a:avLst/>
                </a:prstGeom>
              </p:spPr>
            </p:pic>
            <p:pic>
              <p:nvPicPr>
                <p:cNvPr id="288" name="Picture 287">
                  <a:extLst>
                    <a:ext uri="{FF2B5EF4-FFF2-40B4-BE49-F238E27FC236}">
                      <a16:creationId xmlns:a16="http://schemas.microsoft.com/office/drawing/2014/main" id="{A35D8FB1-138D-C274-D79D-F4ECC9A91C76}"/>
                    </a:ext>
                  </a:extLst>
                </p:cNvPr>
                <p:cNvPicPr>
                  <a:picLocks noChangeAspect="1"/>
                </p:cNvPicPr>
                <p:nvPr/>
              </p:nvPicPr>
              <p:blipFill>
                <a:blip r:embed="rId17"/>
                <a:srcRect t="60238"/>
                <a:stretch>
                  <a:fillRect/>
                </a:stretch>
              </p:blipFill>
              <p:spPr>
                <a:xfrm>
                  <a:off x="8431848" y="1487261"/>
                  <a:ext cx="772868" cy="315783"/>
                </a:xfrm>
                <a:prstGeom prst="rect">
                  <a:avLst/>
                </a:prstGeom>
              </p:spPr>
            </p:pic>
          </p:grpSp>
          <p:sp>
            <p:nvSpPr>
              <p:cNvPr id="290" name="TextBox 289">
                <a:extLst>
                  <a:ext uri="{FF2B5EF4-FFF2-40B4-BE49-F238E27FC236}">
                    <a16:creationId xmlns:a16="http://schemas.microsoft.com/office/drawing/2014/main" id="{8B60BDAA-CBE7-BDE7-9C48-BFBF66E05F79}"/>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291" name="TextBox 290">
                <a:extLst>
                  <a:ext uri="{FF2B5EF4-FFF2-40B4-BE49-F238E27FC236}">
                    <a16:creationId xmlns:a16="http://schemas.microsoft.com/office/drawing/2014/main" id="{6E998641-4563-7E39-C9A5-4E7C62506C5D}"/>
                  </a:ext>
                </a:extLst>
              </p:cNvPr>
              <p:cNvSpPr txBox="1"/>
              <p:nvPr/>
            </p:nvSpPr>
            <p:spPr>
              <a:xfrm>
                <a:off x="7930588" y="626794"/>
                <a:ext cx="1647601" cy="646331"/>
              </a:xfrm>
              <a:prstGeom prst="rect">
                <a:avLst/>
              </a:prstGeom>
              <a:noFill/>
            </p:spPr>
            <p:txBody>
              <a:bodyPr wrap="square" rtlCol="0">
                <a:spAutoFit/>
              </a:bodyPr>
              <a:lstStyle/>
              <a:p>
                <a:r>
                  <a:rPr lang="en-SG" b="1" dirty="0">
                    <a:solidFill>
                      <a:schemeClr val="tx2">
                        <a:lumMod val="50000"/>
                      </a:schemeClr>
                    </a:solidFill>
                  </a:rPr>
                  <a:t>Musical B’</a:t>
                </a:r>
              </a:p>
              <a:p>
                <a:endParaRPr lang="en-SG" b="1" dirty="0">
                  <a:solidFill>
                    <a:schemeClr val="tx2">
                      <a:lumMod val="50000"/>
                    </a:schemeClr>
                  </a:solidFill>
                </a:endParaRPr>
              </a:p>
            </p:txBody>
          </p:sp>
          <p:sp>
            <p:nvSpPr>
              <p:cNvPr id="292" name="TextBox 291">
                <a:extLst>
                  <a:ext uri="{FF2B5EF4-FFF2-40B4-BE49-F238E27FC236}">
                    <a16:creationId xmlns:a16="http://schemas.microsoft.com/office/drawing/2014/main" id="{311A0C10-1656-5BE2-B4F1-96D7BD478933}"/>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293" name="TextBox 292">
                <a:extLst>
                  <a:ext uri="{FF2B5EF4-FFF2-40B4-BE49-F238E27FC236}">
                    <a16:creationId xmlns:a16="http://schemas.microsoft.com/office/drawing/2014/main" id="{156D8D3D-6DE2-5C39-E4C5-5FB51C02BD1B}"/>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11:00 AM</a:t>
                </a:r>
              </a:p>
            </p:txBody>
          </p:sp>
          <p:sp>
            <p:nvSpPr>
              <p:cNvPr id="295" name="TextBox 294">
                <a:extLst>
                  <a:ext uri="{FF2B5EF4-FFF2-40B4-BE49-F238E27FC236}">
                    <a16:creationId xmlns:a16="http://schemas.microsoft.com/office/drawing/2014/main" id="{BA9EDF78-7E96-A12A-A6BC-EC9B3D2D46E5}"/>
                  </a:ext>
                </a:extLst>
              </p:cNvPr>
              <p:cNvSpPr txBox="1"/>
              <p:nvPr/>
            </p:nvSpPr>
            <p:spPr>
              <a:xfrm>
                <a:off x="10046183" y="1449798"/>
                <a:ext cx="1044741" cy="307777"/>
              </a:xfrm>
              <a:prstGeom prst="rect">
                <a:avLst/>
              </a:prstGeom>
              <a:noFill/>
            </p:spPr>
            <p:txBody>
              <a:bodyPr wrap="square" rtlCol="0">
                <a:spAutoFit/>
              </a:bodyPr>
              <a:lstStyle/>
              <a:p>
                <a:r>
                  <a:rPr lang="en-SG" sz="1400" b="1" dirty="0">
                    <a:solidFill>
                      <a:schemeClr val="accent1"/>
                    </a:solidFill>
                  </a:rPr>
                  <a:t>Theatre</a:t>
                </a:r>
              </a:p>
            </p:txBody>
          </p:sp>
        </p:grpSp>
      </p:grpSp>
      <p:grpSp>
        <p:nvGrpSpPr>
          <p:cNvPr id="340" name="Group 339">
            <a:extLst>
              <a:ext uri="{FF2B5EF4-FFF2-40B4-BE49-F238E27FC236}">
                <a16:creationId xmlns:a16="http://schemas.microsoft.com/office/drawing/2014/main" id="{EE09DAA6-EB94-0956-A798-A27835BAA91E}"/>
              </a:ext>
            </a:extLst>
          </p:cNvPr>
          <p:cNvGrpSpPr/>
          <p:nvPr/>
        </p:nvGrpSpPr>
        <p:grpSpPr>
          <a:xfrm>
            <a:off x="7894505" y="1865917"/>
            <a:ext cx="4297493" cy="1304616"/>
            <a:chOff x="7894505" y="1865917"/>
            <a:chExt cx="4297493" cy="1304616"/>
          </a:xfrm>
        </p:grpSpPr>
        <p:grpSp>
          <p:nvGrpSpPr>
            <p:cNvPr id="312" name="Group 311">
              <a:extLst>
                <a:ext uri="{FF2B5EF4-FFF2-40B4-BE49-F238E27FC236}">
                  <a16:creationId xmlns:a16="http://schemas.microsoft.com/office/drawing/2014/main" id="{F49560AC-9371-D033-06A0-07ED9AC9C455}"/>
                </a:ext>
              </a:extLst>
            </p:cNvPr>
            <p:cNvGrpSpPr/>
            <p:nvPr/>
          </p:nvGrpSpPr>
          <p:grpSpPr>
            <a:xfrm>
              <a:off x="7894505" y="1865917"/>
              <a:ext cx="4297493" cy="1304616"/>
              <a:chOff x="7894507" y="560614"/>
              <a:chExt cx="4297493" cy="1304616"/>
            </a:xfrm>
          </p:grpSpPr>
          <p:sp>
            <p:nvSpPr>
              <p:cNvPr id="313" name="Rectangle 312">
                <a:extLst>
                  <a:ext uri="{FF2B5EF4-FFF2-40B4-BE49-F238E27FC236}">
                    <a16:creationId xmlns:a16="http://schemas.microsoft.com/office/drawing/2014/main" id="{EC3265B7-6614-11AA-D753-4BDBEEE78C76}"/>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14" name="Group 313">
                <a:extLst>
                  <a:ext uri="{FF2B5EF4-FFF2-40B4-BE49-F238E27FC236}">
                    <a16:creationId xmlns:a16="http://schemas.microsoft.com/office/drawing/2014/main" id="{2210828D-1FD9-9E0B-2DB9-325DCFA99551}"/>
                  </a:ext>
                </a:extLst>
              </p:cNvPr>
              <p:cNvGrpSpPr/>
              <p:nvPr/>
            </p:nvGrpSpPr>
            <p:grpSpPr>
              <a:xfrm>
                <a:off x="7930588" y="626794"/>
                <a:ext cx="3160336" cy="1165223"/>
                <a:chOff x="7930588" y="626794"/>
                <a:chExt cx="3160336" cy="1165223"/>
              </a:xfrm>
            </p:grpSpPr>
            <p:sp>
              <p:nvSpPr>
                <p:cNvPr id="315" name="TextBox 314">
                  <a:extLst>
                    <a:ext uri="{FF2B5EF4-FFF2-40B4-BE49-F238E27FC236}">
                      <a16:creationId xmlns:a16="http://schemas.microsoft.com/office/drawing/2014/main" id="{CCD2018F-9BFA-E641-2311-71A05434736B}"/>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sp>
              <p:nvSpPr>
                <p:cNvPr id="317" name="TextBox 316">
                  <a:extLst>
                    <a:ext uri="{FF2B5EF4-FFF2-40B4-BE49-F238E27FC236}">
                      <a16:creationId xmlns:a16="http://schemas.microsoft.com/office/drawing/2014/main" id="{564599EF-4003-707C-FC1A-32F3311816DE}"/>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318" name="TextBox 317">
                  <a:extLst>
                    <a:ext uri="{FF2B5EF4-FFF2-40B4-BE49-F238E27FC236}">
                      <a16:creationId xmlns:a16="http://schemas.microsoft.com/office/drawing/2014/main" id="{355FCA94-B7CF-8DB4-06E9-988C5EDCD2D2}"/>
                    </a:ext>
                  </a:extLst>
                </p:cNvPr>
                <p:cNvSpPr txBox="1"/>
                <p:nvPr/>
              </p:nvSpPr>
              <p:spPr>
                <a:xfrm>
                  <a:off x="7930588" y="626794"/>
                  <a:ext cx="1743694" cy="646331"/>
                </a:xfrm>
                <a:prstGeom prst="rect">
                  <a:avLst/>
                </a:prstGeom>
                <a:noFill/>
              </p:spPr>
              <p:txBody>
                <a:bodyPr wrap="square" rtlCol="0">
                  <a:spAutoFit/>
                </a:bodyPr>
                <a:lstStyle/>
                <a:p>
                  <a:r>
                    <a:rPr lang="en-SG" b="1" dirty="0">
                      <a:solidFill>
                        <a:schemeClr val="tx2">
                          <a:lumMod val="50000"/>
                        </a:schemeClr>
                      </a:solidFill>
                    </a:rPr>
                    <a:t>Ocean Fantasy</a:t>
                  </a:r>
                </a:p>
                <a:p>
                  <a:endParaRPr lang="en-SG" b="1" dirty="0">
                    <a:solidFill>
                      <a:schemeClr val="tx2">
                        <a:lumMod val="50000"/>
                      </a:schemeClr>
                    </a:solidFill>
                  </a:endParaRPr>
                </a:p>
              </p:txBody>
            </p:sp>
            <p:sp>
              <p:nvSpPr>
                <p:cNvPr id="319" name="TextBox 318">
                  <a:extLst>
                    <a:ext uri="{FF2B5EF4-FFF2-40B4-BE49-F238E27FC236}">
                      <a16:creationId xmlns:a16="http://schemas.microsoft.com/office/drawing/2014/main" id="{6E2FDDA8-E54B-878D-C1D9-4EEEA3F39E2D}"/>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320" name="TextBox 319">
                  <a:extLst>
                    <a:ext uri="{FF2B5EF4-FFF2-40B4-BE49-F238E27FC236}">
                      <a16:creationId xmlns:a16="http://schemas.microsoft.com/office/drawing/2014/main" id="{EB872862-5741-28C6-5EBC-2390427A05EC}"/>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12:00 PM</a:t>
                  </a:r>
                </a:p>
              </p:txBody>
            </p:sp>
            <p:sp>
              <p:nvSpPr>
                <p:cNvPr id="321" name="TextBox 320">
                  <a:extLst>
                    <a:ext uri="{FF2B5EF4-FFF2-40B4-BE49-F238E27FC236}">
                      <a16:creationId xmlns:a16="http://schemas.microsoft.com/office/drawing/2014/main" id="{C7C2E2E5-3DED-2073-9DCC-F9A3799E6243}"/>
                    </a:ext>
                  </a:extLst>
                </p:cNvPr>
                <p:cNvSpPr txBox="1"/>
                <p:nvPr/>
              </p:nvSpPr>
              <p:spPr>
                <a:xfrm>
                  <a:off x="10046183" y="1449798"/>
                  <a:ext cx="1044741" cy="307777"/>
                </a:xfrm>
                <a:prstGeom prst="rect">
                  <a:avLst/>
                </a:prstGeom>
                <a:noFill/>
              </p:spPr>
              <p:txBody>
                <a:bodyPr wrap="square" rtlCol="0">
                  <a:spAutoFit/>
                </a:bodyPr>
                <a:lstStyle/>
                <a:p>
                  <a:r>
                    <a:rPr lang="en-SG" sz="1400" b="1" dirty="0">
                      <a:solidFill>
                        <a:schemeClr val="accent1"/>
                      </a:solidFill>
                    </a:rPr>
                    <a:t>Sea World</a:t>
                  </a:r>
                </a:p>
              </p:txBody>
            </p:sp>
          </p:grpSp>
        </p:grpSp>
        <p:grpSp>
          <p:nvGrpSpPr>
            <p:cNvPr id="339" name="Group 338">
              <a:extLst>
                <a:ext uri="{FF2B5EF4-FFF2-40B4-BE49-F238E27FC236}">
                  <a16:creationId xmlns:a16="http://schemas.microsoft.com/office/drawing/2014/main" id="{69B862BD-3A1C-58D8-180A-E354B266963F}"/>
                </a:ext>
              </a:extLst>
            </p:cNvPr>
            <p:cNvGrpSpPr/>
            <p:nvPr/>
          </p:nvGrpSpPr>
          <p:grpSpPr>
            <a:xfrm>
              <a:off x="8012883" y="2287713"/>
              <a:ext cx="1546800" cy="795567"/>
              <a:chOff x="8012883" y="2287713"/>
              <a:chExt cx="1546800" cy="795567"/>
            </a:xfrm>
          </p:grpSpPr>
          <p:pic>
            <p:nvPicPr>
              <p:cNvPr id="337" name="Picture 336">
                <a:extLst>
                  <a:ext uri="{FF2B5EF4-FFF2-40B4-BE49-F238E27FC236}">
                    <a16:creationId xmlns:a16="http://schemas.microsoft.com/office/drawing/2014/main" id="{A8F54F33-D311-EA85-7EEF-7B4B44EBAABA}"/>
                  </a:ext>
                </a:extLst>
              </p:cNvPr>
              <p:cNvPicPr>
                <a:picLocks noChangeAspect="1"/>
              </p:cNvPicPr>
              <p:nvPr/>
            </p:nvPicPr>
            <p:blipFill>
              <a:blip r:embed="rId18"/>
              <a:stretch>
                <a:fillRect/>
              </a:stretch>
            </p:blipFill>
            <p:spPr>
              <a:xfrm>
                <a:off x="8012883" y="2287713"/>
                <a:ext cx="1031200" cy="795567"/>
              </a:xfrm>
              <a:prstGeom prst="rect">
                <a:avLst/>
              </a:prstGeom>
            </p:spPr>
          </p:pic>
          <p:pic>
            <p:nvPicPr>
              <p:cNvPr id="338" name="Picture 337">
                <a:extLst>
                  <a:ext uri="{FF2B5EF4-FFF2-40B4-BE49-F238E27FC236}">
                    <a16:creationId xmlns:a16="http://schemas.microsoft.com/office/drawing/2014/main" id="{7DD31294-D187-E04F-113C-BEE9C9929D07}"/>
                  </a:ext>
                </a:extLst>
              </p:cNvPr>
              <p:cNvPicPr>
                <a:picLocks noChangeAspect="1"/>
              </p:cNvPicPr>
              <p:nvPr/>
            </p:nvPicPr>
            <p:blipFill>
              <a:blip r:embed="rId18"/>
              <a:srcRect t="67150"/>
              <a:stretch>
                <a:fillRect/>
              </a:stretch>
            </p:blipFill>
            <p:spPr>
              <a:xfrm>
                <a:off x="8528483" y="2819155"/>
                <a:ext cx="1031200" cy="261342"/>
              </a:xfrm>
              <a:prstGeom prst="rect">
                <a:avLst/>
              </a:prstGeom>
            </p:spPr>
          </p:pic>
        </p:grpSp>
      </p:grpSp>
      <p:sp>
        <p:nvSpPr>
          <p:cNvPr id="18" name="Freeform: Shape 17">
            <a:extLst>
              <a:ext uri="{FF2B5EF4-FFF2-40B4-BE49-F238E27FC236}">
                <a16:creationId xmlns:a16="http://schemas.microsoft.com/office/drawing/2014/main" id="{83EA7D84-9747-823A-20E7-A8030F0475CE}"/>
              </a:ext>
            </a:extLst>
          </p:cNvPr>
          <p:cNvSpPr/>
          <p:nvPr/>
        </p:nvSpPr>
        <p:spPr>
          <a:xfrm>
            <a:off x="3230991" y="423128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7" name="Group 6">
            <a:extLst>
              <a:ext uri="{FF2B5EF4-FFF2-40B4-BE49-F238E27FC236}">
                <a16:creationId xmlns:a16="http://schemas.microsoft.com/office/drawing/2014/main" id="{EE0183B0-FBFA-E6B7-27CF-8A0B448194FA}"/>
              </a:ext>
            </a:extLst>
          </p:cNvPr>
          <p:cNvGrpSpPr/>
          <p:nvPr/>
        </p:nvGrpSpPr>
        <p:grpSpPr>
          <a:xfrm>
            <a:off x="1133665" y="4827572"/>
            <a:ext cx="949311" cy="936585"/>
            <a:chOff x="1133665" y="4827572"/>
            <a:chExt cx="949311" cy="936585"/>
          </a:xfrm>
        </p:grpSpPr>
        <p:grpSp>
          <p:nvGrpSpPr>
            <p:cNvPr id="78" name="Group 77">
              <a:extLst>
                <a:ext uri="{FF2B5EF4-FFF2-40B4-BE49-F238E27FC236}">
                  <a16:creationId xmlns:a16="http://schemas.microsoft.com/office/drawing/2014/main" id="{1FA4ABF1-AE83-6F92-F3C0-042B39415F58}"/>
                </a:ext>
              </a:extLst>
            </p:cNvPr>
            <p:cNvGrpSpPr/>
            <p:nvPr/>
          </p:nvGrpSpPr>
          <p:grpSpPr>
            <a:xfrm>
              <a:off x="1133665" y="4827572"/>
              <a:ext cx="949311" cy="936585"/>
              <a:chOff x="929362" y="4727466"/>
              <a:chExt cx="1128802" cy="1113670"/>
            </a:xfrm>
          </p:grpSpPr>
          <p:sp>
            <p:nvSpPr>
              <p:cNvPr id="80" name="L-Shape 79">
                <a:extLst>
                  <a:ext uri="{FF2B5EF4-FFF2-40B4-BE49-F238E27FC236}">
                    <a16:creationId xmlns:a16="http://schemas.microsoft.com/office/drawing/2014/main" id="{CED87983-D52E-BF34-239C-D0DAFE8CB23C}"/>
                  </a:ext>
                </a:extLst>
              </p:cNvPr>
              <p:cNvSpPr/>
              <p:nvPr userDrawn="1"/>
            </p:nvSpPr>
            <p:spPr>
              <a:xfrm>
                <a:off x="929363" y="5480272"/>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1" name="L-Shape 80">
                <a:extLst>
                  <a:ext uri="{FF2B5EF4-FFF2-40B4-BE49-F238E27FC236}">
                    <a16:creationId xmlns:a16="http://schemas.microsoft.com/office/drawing/2014/main" id="{B6DB9A40-E197-3900-FCFC-92EDC62F95F2}"/>
                  </a:ext>
                </a:extLst>
              </p:cNvPr>
              <p:cNvSpPr/>
              <p:nvPr userDrawn="1"/>
            </p:nvSpPr>
            <p:spPr>
              <a:xfrm flipH="1">
                <a:off x="1698163" y="5508839"/>
                <a:ext cx="360001" cy="332297"/>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2" name="L-Shape 81">
                <a:extLst>
                  <a:ext uri="{FF2B5EF4-FFF2-40B4-BE49-F238E27FC236}">
                    <a16:creationId xmlns:a16="http://schemas.microsoft.com/office/drawing/2014/main" id="{10CC1CF0-8778-5E0F-7684-1C8335EB9573}"/>
                  </a:ext>
                </a:extLst>
              </p:cNvPr>
              <p:cNvSpPr/>
              <p:nvPr userDrawn="1"/>
            </p:nvSpPr>
            <p:spPr>
              <a:xfrm rot="5400000">
                <a:off x="929363" y="4728190"/>
                <a:ext cx="360000" cy="360001"/>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3" name="L-Shape 82">
                <a:extLst>
                  <a:ext uri="{FF2B5EF4-FFF2-40B4-BE49-F238E27FC236}">
                    <a16:creationId xmlns:a16="http://schemas.microsoft.com/office/drawing/2014/main" id="{6B6EC1DB-63DC-2EE8-21A9-7816C947A723}"/>
                  </a:ext>
                </a:extLst>
              </p:cNvPr>
              <p:cNvSpPr/>
              <p:nvPr userDrawn="1"/>
            </p:nvSpPr>
            <p:spPr>
              <a:xfrm rot="10800000">
                <a:off x="1698161" y="4727466"/>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pic>
          <p:nvPicPr>
            <p:cNvPr id="6" name="Picture 5">
              <a:extLst>
                <a:ext uri="{FF2B5EF4-FFF2-40B4-BE49-F238E27FC236}">
                  <a16:creationId xmlns:a16="http://schemas.microsoft.com/office/drawing/2014/main" id="{82D41341-BB04-5D8F-B16E-35945317B00C}"/>
                </a:ext>
              </a:extLst>
            </p:cNvPr>
            <p:cNvPicPr>
              <a:picLocks noChangeAspect="1"/>
            </p:cNvPicPr>
            <p:nvPr/>
          </p:nvPicPr>
          <p:blipFill>
            <a:blip r:embed="rId19"/>
            <a:stretch>
              <a:fillRect/>
            </a:stretch>
          </p:blipFill>
          <p:spPr>
            <a:xfrm>
              <a:off x="1234217" y="4922668"/>
              <a:ext cx="748205" cy="748205"/>
            </a:xfrm>
            <a:prstGeom prst="rect">
              <a:avLst/>
            </a:prstGeom>
            <a:ln>
              <a:noFill/>
            </a:ln>
          </p:spPr>
        </p:pic>
      </p:grpSp>
      <p:grpSp>
        <p:nvGrpSpPr>
          <p:cNvPr id="31" name="Group 30">
            <a:extLst>
              <a:ext uri="{FF2B5EF4-FFF2-40B4-BE49-F238E27FC236}">
                <a16:creationId xmlns:a16="http://schemas.microsoft.com/office/drawing/2014/main" id="{BC8151D8-72AB-384A-7388-EFACCA6F0412}"/>
              </a:ext>
            </a:extLst>
          </p:cNvPr>
          <p:cNvGrpSpPr/>
          <p:nvPr/>
        </p:nvGrpSpPr>
        <p:grpSpPr>
          <a:xfrm>
            <a:off x="3216645" y="4215089"/>
            <a:ext cx="971932" cy="552452"/>
            <a:chOff x="3216645" y="4215089"/>
            <a:chExt cx="971932" cy="552452"/>
          </a:xfrm>
        </p:grpSpPr>
        <p:sp>
          <p:nvSpPr>
            <p:cNvPr id="200" name="Rectangle 199">
              <a:extLst>
                <a:ext uri="{FF2B5EF4-FFF2-40B4-BE49-F238E27FC236}">
                  <a16:creationId xmlns:a16="http://schemas.microsoft.com/office/drawing/2014/main" id="{61BFE953-B4A5-86EA-57CE-59D16E4E36A5}"/>
                </a:ext>
              </a:extLst>
            </p:cNvPr>
            <p:cNvSpPr/>
            <p:nvPr userDrawn="1"/>
          </p:nvSpPr>
          <p:spPr>
            <a:xfrm>
              <a:off x="3216645" y="4215089"/>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199" name="TextBox 198">
              <a:extLst>
                <a:ext uri="{FF2B5EF4-FFF2-40B4-BE49-F238E27FC236}">
                  <a16:creationId xmlns:a16="http://schemas.microsoft.com/office/drawing/2014/main" id="{9A822A8E-E3CE-0778-A754-438ADB3CDFCA}"/>
                </a:ext>
              </a:extLst>
            </p:cNvPr>
            <p:cNvSpPr txBox="1"/>
            <p:nvPr userDrawn="1"/>
          </p:nvSpPr>
          <p:spPr>
            <a:xfrm>
              <a:off x="3216645" y="4260482"/>
              <a:ext cx="971930" cy="461665"/>
            </a:xfrm>
            <a:prstGeom prst="rect">
              <a:avLst/>
            </a:prstGeom>
            <a:noFill/>
            <a:ln>
              <a:noFill/>
            </a:ln>
          </p:spPr>
          <p:txBody>
            <a:bodyPr wrap="square" rtlCol="0">
              <a:spAutoFit/>
            </a:bodyPr>
            <a:lstStyle/>
            <a:p>
              <a:pPr algn="ctr"/>
              <a:r>
                <a:rPr lang="en-SG" sz="2400" b="1" dirty="0">
                  <a:solidFill>
                    <a:srgbClr val="2F3C7E"/>
                  </a:solidFill>
                  <a:latin typeface="+mj-lt"/>
                </a:rPr>
                <a:t>MAP</a:t>
              </a:r>
            </a:p>
          </p:txBody>
        </p:sp>
      </p:grpSp>
      <p:pic>
        <p:nvPicPr>
          <p:cNvPr id="346" name="Picture 345">
            <a:extLst>
              <a:ext uri="{FF2B5EF4-FFF2-40B4-BE49-F238E27FC236}">
                <a16:creationId xmlns:a16="http://schemas.microsoft.com/office/drawing/2014/main" id="{C3F1FC2F-CC0D-6008-DACA-EC4ECCD9948E}"/>
              </a:ext>
            </a:extLst>
          </p:cNvPr>
          <p:cNvPicPr>
            <a:picLocks noChangeAspect="1"/>
          </p:cNvPicPr>
          <p:nvPr/>
        </p:nvPicPr>
        <p:blipFill>
          <a:blip r:embed="rId20"/>
          <a:srcRect l="16117" r="13552"/>
          <a:stretch>
            <a:fillRect/>
          </a:stretch>
        </p:blipFill>
        <p:spPr>
          <a:xfrm>
            <a:off x="5948005" y="5268685"/>
            <a:ext cx="334895" cy="476171"/>
          </a:xfrm>
          <a:prstGeom prst="rect">
            <a:avLst/>
          </a:prstGeom>
        </p:spPr>
      </p:pic>
      <p:pic>
        <p:nvPicPr>
          <p:cNvPr id="347" name="Picture 346">
            <a:extLst>
              <a:ext uri="{FF2B5EF4-FFF2-40B4-BE49-F238E27FC236}">
                <a16:creationId xmlns:a16="http://schemas.microsoft.com/office/drawing/2014/main" id="{CA812CA1-B27F-F981-77FE-F925AAE1748B}"/>
              </a:ext>
            </a:extLst>
          </p:cNvPr>
          <p:cNvPicPr>
            <a:picLocks noChangeAspect="1"/>
          </p:cNvPicPr>
          <p:nvPr/>
        </p:nvPicPr>
        <p:blipFill>
          <a:blip r:embed="rId15"/>
          <a:stretch>
            <a:fillRect/>
          </a:stretch>
        </p:blipFill>
        <p:spPr>
          <a:xfrm>
            <a:off x="4757445" y="6000662"/>
            <a:ext cx="347891" cy="347891"/>
          </a:xfrm>
          <a:prstGeom prst="rect">
            <a:avLst/>
          </a:prstGeom>
        </p:spPr>
      </p:pic>
      <p:pic>
        <p:nvPicPr>
          <p:cNvPr id="350" name="Picture 349">
            <a:extLst>
              <a:ext uri="{FF2B5EF4-FFF2-40B4-BE49-F238E27FC236}">
                <a16:creationId xmlns:a16="http://schemas.microsoft.com/office/drawing/2014/main" id="{57DEC73B-8EA5-E9D5-5D25-77DB4F54223D}"/>
              </a:ext>
            </a:extLst>
          </p:cNvPr>
          <p:cNvPicPr>
            <a:picLocks noChangeAspect="1"/>
          </p:cNvPicPr>
          <p:nvPr/>
        </p:nvPicPr>
        <p:blipFill>
          <a:blip r:embed="rId3"/>
          <a:stretch>
            <a:fillRect/>
          </a:stretch>
        </p:blipFill>
        <p:spPr>
          <a:xfrm>
            <a:off x="3478261" y="5305504"/>
            <a:ext cx="778291" cy="390601"/>
          </a:xfrm>
          <a:prstGeom prst="rect">
            <a:avLst/>
          </a:prstGeom>
          <a:ln>
            <a:noFill/>
          </a:ln>
        </p:spPr>
      </p:pic>
      <p:grpSp>
        <p:nvGrpSpPr>
          <p:cNvPr id="19" name="Group 18">
            <a:extLst>
              <a:ext uri="{FF2B5EF4-FFF2-40B4-BE49-F238E27FC236}">
                <a16:creationId xmlns:a16="http://schemas.microsoft.com/office/drawing/2014/main" id="{0A1CFDF7-7ECA-B24C-F186-3D798F93DEC5}"/>
              </a:ext>
            </a:extLst>
          </p:cNvPr>
          <p:cNvGrpSpPr/>
          <p:nvPr/>
        </p:nvGrpSpPr>
        <p:grpSpPr>
          <a:xfrm>
            <a:off x="5587919" y="4217828"/>
            <a:ext cx="1016161" cy="353526"/>
            <a:chOff x="5586845" y="4846215"/>
            <a:chExt cx="1016161" cy="353526"/>
          </a:xfrm>
        </p:grpSpPr>
        <p:sp>
          <p:nvSpPr>
            <p:cNvPr id="203" name="Rectangle 202">
              <a:extLst>
                <a:ext uri="{FF2B5EF4-FFF2-40B4-BE49-F238E27FC236}">
                  <a16:creationId xmlns:a16="http://schemas.microsoft.com/office/drawing/2014/main" id="{2B982E8E-FFDB-0CDE-763E-E4AFBE0402EC}"/>
                </a:ext>
              </a:extLst>
            </p:cNvPr>
            <p:cNvSpPr/>
            <p:nvPr userDrawn="1"/>
          </p:nvSpPr>
          <p:spPr>
            <a:xfrm>
              <a:off x="5588996" y="4846215"/>
              <a:ext cx="1014010" cy="353526"/>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202" name="TextBox 201">
              <a:extLst>
                <a:ext uri="{FF2B5EF4-FFF2-40B4-BE49-F238E27FC236}">
                  <a16:creationId xmlns:a16="http://schemas.microsoft.com/office/drawing/2014/main" id="{9CC727B9-AB43-11B6-5330-BEBBE972E312}"/>
                </a:ext>
              </a:extLst>
            </p:cNvPr>
            <p:cNvSpPr txBox="1"/>
            <p:nvPr userDrawn="1"/>
          </p:nvSpPr>
          <p:spPr>
            <a:xfrm>
              <a:off x="5586845" y="4869089"/>
              <a:ext cx="1014010" cy="307777"/>
            </a:xfrm>
            <a:prstGeom prst="rect">
              <a:avLst/>
            </a:prstGeom>
            <a:noFill/>
            <a:ln>
              <a:noFill/>
            </a:ln>
          </p:spPr>
          <p:txBody>
            <a:bodyPr wrap="square" rtlCol="0">
              <a:spAutoFit/>
            </a:bodyPr>
            <a:lstStyle/>
            <a:p>
              <a:pPr algn="ctr"/>
              <a:r>
                <a:rPr lang="en-SG" sz="1400" b="1" dirty="0">
                  <a:solidFill>
                    <a:srgbClr val="2F3C7E"/>
                  </a:solidFill>
                  <a:latin typeface="+mn-lt"/>
                </a:rPr>
                <a:t>Touch Me!</a:t>
              </a:r>
            </a:p>
          </p:txBody>
        </p:sp>
      </p:grpSp>
      <p:grpSp>
        <p:nvGrpSpPr>
          <p:cNvPr id="28" name="Group 27">
            <a:extLst>
              <a:ext uri="{FF2B5EF4-FFF2-40B4-BE49-F238E27FC236}">
                <a16:creationId xmlns:a16="http://schemas.microsoft.com/office/drawing/2014/main" id="{8AC1B50C-B4B2-EB7D-1948-3448D30ECCF7}"/>
              </a:ext>
            </a:extLst>
          </p:cNvPr>
          <p:cNvGrpSpPr/>
          <p:nvPr/>
        </p:nvGrpSpPr>
        <p:grpSpPr>
          <a:xfrm>
            <a:off x="7620370" y="4729264"/>
            <a:ext cx="1014010" cy="693309"/>
            <a:chOff x="7620370" y="4729264"/>
            <a:chExt cx="1014010" cy="693309"/>
          </a:xfrm>
        </p:grpSpPr>
        <p:pic>
          <p:nvPicPr>
            <p:cNvPr id="354" name="Picture 353">
              <a:extLst>
                <a:ext uri="{FF2B5EF4-FFF2-40B4-BE49-F238E27FC236}">
                  <a16:creationId xmlns:a16="http://schemas.microsoft.com/office/drawing/2014/main" id="{2388A7B9-6B19-3F92-4463-AA4B90373C09}"/>
                </a:ext>
              </a:extLst>
            </p:cNvPr>
            <p:cNvPicPr>
              <a:picLocks noChangeAspect="1"/>
            </p:cNvPicPr>
            <p:nvPr/>
          </p:nvPicPr>
          <p:blipFill>
            <a:blip r:embed="rId21"/>
            <a:stretch>
              <a:fillRect/>
            </a:stretch>
          </p:blipFill>
          <p:spPr>
            <a:xfrm>
              <a:off x="7884122" y="4729264"/>
              <a:ext cx="446487" cy="446487"/>
            </a:xfrm>
            <a:prstGeom prst="rect">
              <a:avLst/>
            </a:prstGeom>
          </p:spPr>
        </p:pic>
        <p:sp>
          <p:nvSpPr>
            <p:cNvPr id="20" name="TextBox 19">
              <a:extLst>
                <a:ext uri="{FF2B5EF4-FFF2-40B4-BE49-F238E27FC236}">
                  <a16:creationId xmlns:a16="http://schemas.microsoft.com/office/drawing/2014/main" id="{57F4F98B-07ED-6D6C-AC9D-0EF2827BD64E}"/>
                </a:ext>
              </a:extLst>
            </p:cNvPr>
            <p:cNvSpPr txBox="1"/>
            <p:nvPr/>
          </p:nvSpPr>
          <p:spPr>
            <a:xfrm>
              <a:off x="7620370" y="5114796"/>
              <a:ext cx="1014010" cy="307777"/>
            </a:xfrm>
            <a:prstGeom prst="rect">
              <a:avLst/>
            </a:prstGeom>
            <a:noFill/>
            <a:ln>
              <a:noFill/>
            </a:ln>
          </p:spPr>
          <p:txBody>
            <a:bodyPr wrap="square" rtlCol="0">
              <a:spAutoFit/>
            </a:bodyPr>
            <a:lstStyle/>
            <a:p>
              <a:pPr algn="ctr"/>
              <a:r>
                <a:rPr lang="en-SG" sz="1400" b="1" dirty="0">
                  <a:solidFill>
                    <a:schemeClr val="tx2"/>
                  </a:solidFill>
                  <a:latin typeface="+mn-lt"/>
                </a:rPr>
                <a:t>Entrance</a:t>
              </a:r>
            </a:p>
          </p:txBody>
        </p:sp>
      </p:grpSp>
      <p:sp>
        <p:nvSpPr>
          <p:cNvPr id="39" name="Rectangle: Rounded Corners 38">
            <a:extLst>
              <a:ext uri="{FF2B5EF4-FFF2-40B4-BE49-F238E27FC236}">
                <a16:creationId xmlns:a16="http://schemas.microsoft.com/office/drawing/2014/main" id="{3293CF70-F958-5CF1-7175-13483F67FAF2}"/>
              </a:ext>
            </a:extLst>
          </p:cNvPr>
          <p:cNvSpPr/>
          <p:nvPr/>
        </p:nvSpPr>
        <p:spPr>
          <a:xfrm>
            <a:off x="5478219" y="4975182"/>
            <a:ext cx="1274465" cy="292399"/>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You Are Here</a:t>
            </a:r>
          </a:p>
        </p:txBody>
      </p:sp>
      <p:sp>
        <p:nvSpPr>
          <p:cNvPr id="42" name="TextBox 41">
            <a:extLst>
              <a:ext uri="{FF2B5EF4-FFF2-40B4-BE49-F238E27FC236}">
                <a16:creationId xmlns:a16="http://schemas.microsoft.com/office/drawing/2014/main" id="{0ADC033B-DF79-B6B1-6F16-079495785D5A}"/>
              </a:ext>
            </a:extLst>
          </p:cNvPr>
          <p:cNvSpPr txBox="1"/>
          <p:nvPr/>
        </p:nvSpPr>
        <p:spPr>
          <a:xfrm>
            <a:off x="3277630" y="5670873"/>
            <a:ext cx="1215496" cy="276999"/>
          </a:xfrm>
          <a:prstGeom prst="rect">
            <a:avLst/>
          </a:prstGeom>
          <a:noFill/>
          <a:ln>
            <a:noFill/>
          </a:ln>
        </p:spPr>
        <p:txBody>
          <a:bodyPr wrap="square" rtlCol="0">
            <a:spAutoFit/>
          </a:bodyPr>
          <a:lstStyle/>
          <a:p>
            <a:pPr algn="ctr"/>
            <a:r>
              <a:rPr lang="en-SG" sz="1200" b="1" dirty="0">
                <a:solidFill>
                  <a:schemeClr val="tx2"/>
                </a:solidFill>
              </a:rPr>
              <a:t>Dragon Roller</a:t>
            </a:r>
          </a:p>
        </p:txBody>
      </p:sp>
      <p:sp>
        <p:nvSpPr>
          <p:cNvPr id="44" name="Freeform: Shape 43">
            <a:extLst>
              <a:ext uri="{FF2B5EF4-FFF2-40B4-BE49-F238E27FC236}">
                <a16:creationId xmlns:a16="http://schemas.microsoft.com/office/drawing/2014/main" id="{00AE4716-81EA-4AED-86AB-7F1C39DFEE96}"/>
              </a:ext>
            </a:extLst>
          </p:cNvPr>
          <p:cNvSpPr/>
          <p:nvPr/>
        </p:nvSpPr>
        <p:spPr>
          <a:xfrm>
            <a:off x="4316186" y="5524500"/>
            <a:ext cx="1763485" cy="299357"/>
          </a:xfrm>
          <a:custGeom>
            <a:avLst/>
            <a:gdLst>
              <a:gd name="connsiteX0" fmla="*/ 1763485 w 1763485"/>
              <a:gd name="connsiteY0" fmla="*/ 206829 h 299357"/>
              <a:gd name="connsiteX1" fmla="*/ 1540328 w 1763485"/>
              <a:gd name="connsiteY1" fmla="*/ 299357 h 299357"/>
              <a:gd name="connsiteX2" fmla="*/ 1409700 w 1763485"/>
              <a:gd name="connsiteY2" fmla="*/ 272143 h 299357"/>
              <a:gd name="connsiteX3" fmla="*/ 1322614 w 1763485"/>
              <a:gd name="connsiteY3" fmla="*/ 190500 h 299357"/>
              <a:gd name="connsiteX4" fmla="*/ 1306285 w 1763485"/>
              <a:gd name="connsiteY4" fmla="*/ 157843 h 299357"/>
              <a:gd name="connsiteX5" fmla="*/ 1284514 w 1763485"/>
              <a:gd name="connsiteY5" fmla="*/ 130629 h 299357"/>
              <a:gd name="connsiteX6" fmla="*/ 1273628 w 1763485"/>
              <a:gd name="connsiteY6" fmla="*/ 92529 h 299357"/>
              <a:gd name="connsiteX7" fmla="*/ 1268185 w 1763485"/>
              <a:gd name="connsiteY7" fmla="*/ 76200 h 299357"/>
              <a:gd name="connsiteX8" fmla="*/ 1191985 w 1763485"/>
              <a:gd name="connsiteY8" fmla="*/ 16329 h 299357"/>
              <a:gd name="connsiteX9" fmla="*/ 1028700 w 1763485"/>
              <a:gd name="connsiteY9" fmla="*/ 0 h 299357"/>
              <a:gd name="connsiteX10" fmla="*/ 849085 w 1763485"/>
              <a:gd name="connsiteY10" fmla="*/ 10886 h 299357"/>
              <a:gd name="connsiteX11" fmla="*/ 800100 w 1763485"/>
              <a:gd name="connsiteY11" fmla="*/ 43543 h 299357"/>
              <a:gd name="connsiteX12" fmla="*/ 685800 w 1763485"/>
              <a:gd name="connsiteY12" fmla="*/ 119743 h 299357"/>
              <a:gd name="connsiteX13" fmla="*/ 658585 w 1763485"/>
              <a:gd name="connsiteY13" fmla="*/ 136071 h 299357"/>
              <a:gd name="connsiteX14" fmla="*/ 544285 w 1763485"/>
              <a:gd name="connsiteY14" fmla="*/ 163286 h 299357"/>
              <a:gd name="connsiteX15" fmla="*/ 511628 w 1763485"/>
              <a:gd name="connsiteY15" fmla="*/ 174171 h 299357"/>
              <a:gd name="connsiteX16" fmla="*/ 255814 w 1763485"/>
              <a:gd name="connsiteY16" fmla="*/ 130629 h 299357"/>
              <a:gd name="connsiteX17" fmla="*/ 239485 w 1763485"/>
              <a:gd name="connsiteY17" fmla="*/ 119743 h 299357"/>
              <a:gd name="connsiteX18" fmla="*/ 217714 w 1763485"/>
              <a:gd name="connsiteY18" fmla="*/ 114300 h 299357"/>
              <a:gd name="connsiteX19" fmla="*/ 168728 w 1763485"/>
              <a:gd name="connsiteY19" fmla="*/ 76200 h 299357"/>
              <a:gd name="connsiteX20" fmla="*/ 54428 w 1763485"/>
              <a:gd name="connsiteY20" fmla="*/ 43543 h 299357"/>
              <a:gd name="connsiteX21" fmla="*/ 0 w 1763485"/>
              <a:gd name="connsiteY21" fmla="*/ 43543 h 29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3485" h="299357">
                <a:moveTo>
                  <a:pt x="1763485" y="206829"/>
                </a:moveTo>
                <a:cubicBezTo>
                  <a:pt x="1614475" y="277785"/>
                  <a:pt x="1689015" y="247316"/>
                  <a:pt x="1540328" y="299357"/>
                </a:cubicBezTo>
                <a:cubicBezTo>
                  <a:pt x="1496785" y="290286"/>
                  <a:pt x="1452266" y="285042"/>
                  <a:pt x="1409700" y="272143"/>
                </a:cubicBezTo>
                <a:cubicBezTo>
                  <a:pt x="1360103" y="257114"/>
                  <a:pt x="1349198" y="233034"/>
                  <a:pt x="1322614" y="190500"/>
                </a:cubicBezTo>
                <a:cubicBezTo>
                  <a:pt x="1316164" y="180179"/>
                  <a:pt x="1312819" y="168111"/>
                  <a:pt x="1306285" y="157843"/>
                </a:cubicBezTo>
                <a:cubicBezTo>
                  <a:pt x="1300048" y="148042"/>
                  <a:pt x="1291771" y="139700"/>
                  <a:pt x="1284514" y="130629"/>
                </a:cubicBezTo>
                <a:cubicBezTo>
                  <a:pt x="1280885" y="117929"/>
                  <a:pt x="1277423" y="105180"/>
                  <a:pt x="1273628" y="92529"/>
                </a:cubicBezTo>
                <a:cubicBezTo>
                  <a:pt x="1271979" y="87034"/>
                  <a:pt x="1271858" y="80608"/>
                  <a:pt x="1268185" y="76200"/>
                </a:cubicBezTo>
                <a:cubicBezTo>
                  <a:pt x="1250833" y="55378"/>
                  <a:pt x="1224333" y="20950"/>
                  <a:pt x="1191985" y="16329"/>
                </a:cubicBezTo>
                <a:cubicBezTo>
                  <a:pt x="1137835" y="8593"/>
                  <a:pt x="1028700" y="0"/>
                  <a:pt x="1028700" y="0"/>
                </a:cubicBezTo>
                <a:cubicBezTo>
                  <a:pt x="968828" y="3629"/>
                  <a:pt x="908007" y="-337"/>
                  <a:pt x="849085" y="10886"/>
                </a:cubicBezTo>
                <a:cubicBezTo>
                  <a:pt x="829807" y="14558"/>
                  <a:pt x="817184" y="33887"/>
                  <a:pt x="800100" y="43543"/>
                </a:cubicBezTo>
                <a:cubicBezTo>
                  <a:pt x="628196" y="140706"/>
                  <a:pt x="794349" y="29288"/>
                  <a:pt x="685800" y="119743"/>
                </a:cubicBezTo>
                <a:cubicBezTo>
                  <a:pt x="677673" y="126516"/>
                  <a:pt x="668445" y="132237"/>
                  <a:pt x="658585" y="136071"/>
                </a:cubicBezTo>
                <a:cubicBezTo>
                  <a:pt x="599918" y="158886"/>
                  <a:pt x="596861" y="156714"/>
                  <a:pt x="544285" y="163286"/>
                </a:cubicBezTo>
                <a:cubicBezTo>
                  <a:pt x="533399" y="166914"/>
                  <a:pt x="523087" y="174759"/>
                  <a:pt x="511628" y="174171"/>
                </a:cubicBezTo>
                <a:cubicBezTo>
                  <a:pt x="367189" y="166764"/>
                  <a:pt x="363109" y="161284"/>
                  <a:pt x="255814" y="130629"/>
                </a:cubicBezTo>
                <a:cubicBezTo>
                  <a:pt x="250371" y="127000"/>
                  <a:pt x="245498" y="122320"/>
                  <a:pt x="239485" y="119743"/>
                </a:cubicBezTo>
                <a:cubicBezTo>
                  <a:pt x="232609" y="116796"/>
                  <a:pt x="223003" y="119589"/>
                  <a:pt x="217714" y="114300"/>
                </a:cubicBezTo>
                <a:cubicBezTo>
                  <a:pt x="170934" y="67520"/>
                  <a:pt x="236527" y="87500"/>
                  <a:pt x="168728" y="76200"/>
                </a:cubicBezTo>
                <a:cubicBezTo>
                  <a:pt x="117113" y="55554"/>
                  <a:pt x="111054" y="48936"/>
                  <a:pt x="54428" y="43543"/>
                </a:cubicBezTo>
                <a:cubicBezTo>
                  <a:pt x="36367" y="41823"/>
                  <a:pt x="18143" y="43543"/>
                  <a:pt x="0" y="435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TextBox 45">
            <a:extLst>
              <a:ext uri="{FF2B5EF4-FFF2-40B4-BE49-F238E27FC236}">
                <a16:creationId xmlns:a16="http://schemas.microsoft.com/office/drawing/2014/main" id="{1260973D-3AF0-1551-C109-C99202B6CF19}"/>
              </a:ext>
            </a:extLst>
          </p:cNvPr>
          <p:cNvSpPr txBox="1"/>
          <p:nvPr/>
        </p:nvSpPr>
        <p:spPr>
          <a:xfrm>
            <a:off x="4342067" y="6291269"/>
            <a:ext cx="1215496" cy="276999"/>
          </a:xfrm>
          <a:prstGeom prst="rect">
            <a:avLst/>
          </a:prstGeom>
          <a:noFill/>
          <a:ln>
            <a:noFill/>
          </a:ln>
        </p:spPr>
        <p:txBody>
          <a:bodyPr wrap="square" rtlCol="0">
            <a:spAutoFit/>
          </a:bodyPr>
          <a:lstStyle/>
          <a:p>
            <a:pPr algn="ctr"/>
            <a:r>
              <a:rPr lang="en-SG" sz="1200" b="1" dirty="0">
                <a:solidFill>
                  <a:schemeClr val="accent5"/>
                </a:solidFill>
                <a:latin typeface="+mn-lt"/>
              </a:rPr>
              <a:t>Jake &amp; Marks</a:t>
            </a:r>
          </a:p>
        </p:txBody>
      </p:sp>
      <p:sp>
        <p:nvSpPr>
          <p:cNvPr id="47" name="Freeform: Shape 46">
            <a:extLst>
              <a:ext uri="{FF2B5EF4-FFF2-40B4-BE49-F238E27FC236}">
                <a16:creationId xmlns:a16="http://schemas.microsoft.com/office/drawing/2014/main" id="{BBF32C37-4229-60C8-3E2F-4ACB01FA40A6}"/>
              </a:ext>
            </a:extLst>
          </p:cNvPr>
          <p:cNvSpPr/>
          <p:nvPr/>
        </p:nvSpPr>
        <p:spPr>
          <a:xfrm>
            <a:off x="5165271" y="5731329"/>
            <a:ext cx="914400" cy="538842"/>
          </a:xfrm>
          <a:custGeom>
            <a:avLst/>
            <a:gdLst>
              <a:gd name="connsiteX0" fmla="*/ 914400 w 914400"/>
              <a:gd name="connsiteY0" fmla="*/ 0 h 538842"/>
              <a:gd name="connsiteX1" fmla="*/ 892629 w 914400"/>
              <a:gd name="connsiteY1" fmla="*/ 27214 h 538842"/>
              <a:gd name="connsiteX2" fmla="*/ 849086 w 914400"/>
              <a:gd name="connsiteY2" fmla="*/ 141514 h 538842"/>
              <a:gd name="connsiteX3" fmla="*/ 810986 w 914400"/>
              <a:gd name="connsiteY3" fmla="*/ 195942 h 538842"/>
              <a:gd name="connsiteX4" fmla="*/ 723900 w 914400"/>
              <a:gd name="connsiteY4" fmla="*/ 283028 h 538842"/>
              <a:gd name="connsiteX5" fmla="*/ 702129 w 914400"/>
              <a:gd name="connsiteY5" fmla="*/ 299357 h 538842"/>
              <a:gd name="connsiteX6" fmla="*/ 647700 w 914400"/>
              <a:gd name="connsiteY6" fmla="*/ 310242 h 538842"/>
              <a:gd name="connsiteX7" fmla="*/ 457200 w 914400"/>
              <a:gd name="connsiteY7" fmla="*/ 321128 h 538842"/>
              <a:gd name="connsiteX8" fmla="*/ 239486 w 914400"/>
              <a:gd name="connsiteY8" fmla="*/ 332014 h 538842"/>
              <a:gd name="connsiteX9" fmla="*/ 163286 w 914400"/>
              <a:gd name="connsiteY9" fmla="*/ 375557 h 538842"/>
              <a:gd name="connsiteX10" fmla="*/ 152400 w 914400"/>
              <a:gd name="connsiteY10" fmla="*/ 413657 h 538842"/>
              <a:gd name="connsiteX11" fmla="*/ 87086 w 914400"/>
              <a:gd name="connsiteY11" fmla="*/ 446314 h 538842"/>
              <a:gd name="connsiteX12" fmla="*/ 38100 w 914400"/>
              <a:gd name="connsiteY12" fmla="*/ 484414 h 538842"/>
              <a:gd name="connsiteX13" fmla="*/ 27215 w 914400"/>
              <a:gd name="connsiteY13" fmla="*/ 500742 h 538842"/>
              <a:gd name="connsiteX14" fmla="*/ 0 w 914400"/>
              <a:gd name="connsiteY14" fmla="*/ 538842 h 538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4400" h="538842">
                <a:moveTo>
                  <a:pt x="914400" y="0"/>
                </a:moveTo>
                <a:cubicBezTo>
                  <a:pt x="907143" y="9071"/>
                  <a:pt x="897542" y="16687"/>
                  <a:pt x="892629" y="27214"/>
                </a:cubicBezTo>
                <a:cubicBezTo>
                  <a:pt x="836127" y="148290"/>
                  <a:pt x="923342" y="11565"/>
                  <a:pt x="849086" y="141514"/>
                </a:cubicBezTo>
                <a:cubicBezTo>
                  <a:pt x="838099" y="160742"/>
                  <a:pt x="825659" y="179355"/>
                  <a:pt x="810986" y="195942"/>
                </a:cubicBezTo>
                <a:cubicBezTo>
                  <a:pt x="783785" y="226690"/>
                  <a:pt x="756742" y="258396"/>
                  <a:pt x="723900" y="283028"/>
                </a:cubicBezTo>
                <a:cubicBezTo>
                  <a:pt x="716643" y="288471"/>
                  <a:pt x="710672" y="296306"/>
                  <a:pt x="702129" y="299357"/>
                </a:cubicBezTo>
                <a:cubicBezTo>
                  <a:pt x="684705" y="305580"/>
                  <a:pt x="666130" y="308604"/>
                  <a:pt x="647700" y="310242"/>
                </a:cubicBezTo>
                <a:cubicBezTo>
                  <a:pt x="584346" y="315873"/>
                  <a:pt x="520713" y="317741"/>
                  <a:pt x="457200" y="321128"/>
                </a:cubicBezTo>
                <a:lnTo>
                  <a:pt x="239486" y="332014"/>
                </a:lnTo>
                <a:cubicBezTo>
                  <a:pt x="214086" y="346528"/>
                  <a:pt x="171323" y="347428"/>
                  <a:pt x="163286" y="375557"/>
                </a:cubicBezTo>
                <a:cubicBezTo>
                  <a:pt x="159657" y="388257"/>
                  <a:pt x="160764" y="403434"/>
                  <a:pt x="152400" y="413657"/>
                </a:cubicBezTo>
                <a:cubicBezTo>
                  <a:pt x="132543" y="437926"/>
                  <a:pt x="110029" y="431565"/>
                  <a:pt x="87086" y="446314"/>
                </a:cubicBezTo>
                <a:cubicBezTo>
                  <a:pt x="69685" y="457500"/>
                  <a:pt x="49574" y="467202"/>
                  <a:pt x="38100" y="484414"/>
                </a:cubicBezTo>
                <a:cubicBezTo>
                  <a:pt x="34472" y="489857"/>
                  <a:pt x="31017" y="495419"/>
                  <a:pt x="27215" y="500742"/>
                </a:cubicBezTo>
                <a:cubicBezTo>
                  <a:pt x="-6559" y="548026"/>
                  <a:pt x="25667" y="500344"/>
                  <a:pt x="0" y="538842"/>
                </a:cubicBezTo>
              </a:path>
            </a:pathLst>
          </a:custGeom>
          <a:noFill/>
          <a:ln w="857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9" name="Picture 48">
            <a:extLst>
              <a:ext uri="{FF2B5EF4-FFF2-40B4-BE49-F238E27FC236}">
                <a16:creationId xmlns:a16="http://schemas.microsoft.com/office/drawing/2014/main" id="{2CE624DA-5C33-2F0E-EC51-76878696FF15}"/>
              </a:ext>
            </a:extLst>
          </p:cNvPr>
          <p:cNvPicPr>
            <a:picLocks noChangeAspect="1"/>
          </p:cNvPicPr>
          <p:nvPr/>
        </p:nvPicPr>
        <p:blipFill>
          <a:blip r:embed="rId16"/>
          <a:stretch>
            <a:fillRect/>
          </a:stretch>
        </p:blipFill>
        <p:spPr>
          <a:xfrm>
            <a:off x="7138853" y="5648409"/>
            <a:ext cx="598926" cy="598926"/>
          </a:xfrm>
          <a:prstGeom prst="rect">
            <a:avLst/>
          </a:prstGeom>
        </p:spPr>
      </p:pic>
      <p:sp>
        <p:nvSpPr>
          <p:cNvPr id="52" name="TextBox 51">
            <a:extLst>
              <a:ext uri="{FF2B5EF4-FFF2-40B4-BE49-F238E27FC236}">
                <a16:creationId xmlns:a16="http://schemas.microsoft.com/office/drawing/2014/main" id="{B1565486-E05E-F251-D8F3-61FBAB6D7AA5}"/>
              </a:ext>
            </a:extLst>
          </p:cNvPr>
          <p:cNvSpPr txBox="1"/>
          <p:nvPr/>
        </p:nvSpPr>
        <p:spPr>
          <a:xfrm>
            <a:off x="6852839" y="6227354"/>
            <a:ext cx="1215496" cy="276999"/>
          </a:xfrm>
          <a:prstGeom prst="rect">
            <a:avLst/>
          </a:prstGeom>
          <a:noFill/>
          <a:ln>
            <a:noFill/>
          </a:ln>
        </p:spPr>
        <p:txBody>
          <a:bodyPr wrap="square" rtlCol="0">
            <a:spAutoFit/>
          </a:bodyPr>
          <a:lstStyle/>
          <a:p>
            <a:pPr algn="ctr"/>
            <a:r>
              <a:rPr lang="en-SG" sz="1200" b="1" dirty="0">
                <a:solidFill>
                  <a:schemeClr val="tx2"/>
                </a:solidFill>
                <a:latin typeface="+mn-lt"/>
              </a:rPr>
              <a:t>Musical B’</a:t>
            </a:r>
          </a:p>
        </p:txBody>
      </p:sp>
      <p:sp>
        <p:nvSpPr>
          <p:cNvPr id="53" name="Freeform: Shape 52">
            <a:extLst>
              <a:ext uri="{FF2B5EF4-FFF2-40B4-BE49-F238E27FC236}">
                <a16:creationId xmlns:a16="http://schemas.microsoft.com/office/drawing/2014/main" id="{6DCB4F02-AE61-4836-8746-65B20B578A33}"/>
              </a:ext>
            </a:extLst>
          </p:cNvPr>
          <p:cNvSpPr/>
          <p:nvPr/>
        </p:nvSpPr>
        <p:spPr>
          <a:xfrm>
            <a:off x="6123190" y="5715000"/>
            <a:ext cx="1034167" cy="593271"/>
          </a:xfrm>
          <a:custGeom>
            <a:avLst/>
            <a:gdLst>
              <a:gd name="connsiteX0" fmla="*/ 10910 w 1034167"/>
              <a:gd name="connsiteY0" fmla="*/ 0 h 593271"/>
              <a:gd name="connsiteX1" fmla="*/ 24 w 1034167"/>
              <a:gd name="connsiteY1" fmla="*/ 27214 h 593271"/>
              <a:gd name="connsiteX2" fmla="*/ 32681 w 1034167"/>
              <a:gd name="connsiteY2" fmla="*/ 141514 h 593271"/>
              <a:gd name="connsiteX3" fmla="*/ 119767 w 1034167"/>
              <a:gd name="connsiteY3" fmla="*/ 217714 h 593271"/>
              <a:gd name="connsiteX4" fmla="*/ 185081 w 1034167"/>
              <a:gd name="connsiteY4" fmla="*/ 250371 h 593271"/>
              <a:gd name="connsiteX5" fmla="*/ 283053 w 1034167"/>
              <a:gd name="connsiteY5" fmla="*/ 288471 h 593271"/>
              <a:gd name="connsiteX6" fmla="*/ 402796 w 1034167"/>
              <a:gd name="connsiteY6" fmla="*/ 293914 h 593271"/>
              <a:gd name="connsiteX7" fmla="*/ 604181 w 1034167"/>
              <a:gd name="connsiteY7" fmla="*/ 353786 h 593271"/>
              <a:gd name="connsiteX8" fmla="*/ 615067 w 1034167"/>
              <a:gd name="connsiteY8" fmla="*/ 370114 h 593271"/>
              <a:gd name="connsiteX9" fmla="*/ 631396 w 1034167"/>
              <a:gd name="connsiteY9" fmla="*/ 429986 h 593271"/>
              <a:gd name="connsiteX10" fmla="*/ 642281 w 1034167"/>
              <a:gd name="connsiteY10" fmla="*/ 533400 h 593271"/>
              <a:gd name="connsiteX11" fmla="*/ 680381 w 1034167"/>
              <a:gd name="connsiteY11" fmla="*/ 555171 h 593271"/>
              <a:gd name="connsiteX12" fmla="*/ 778353 w 1034167"/>
              <a:gd name="connsiteY12" fmla="*/ 593271 h 593271"/>
              <a:gd name="connsiteX13" fmla="*/ 881767 w 1034167"/>
              <a:gd name="connsiteY13" fmla="*/ 587829 h 593271"/>
              <a:gd name="connsiteX14" fmla="*/ 930753 w 1034167"/>
              <a:gd name="connsiteY14" fmla="*/ 549729 h 593271"/>
              <a:gd name="connsiteX15" fmla="*/ 1034167 w 1034167"/>
              <a:gd name="connsiteY15" fmla="*/ 538843 h 59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4167" h="593271">
                <a:moveTo>
                  <a:pt x="10910" y="0"/>
                </a:moveTo>
                <a:cubicBezTo>
                  <a:pt x="7281" y="9071"/>
                  <a:pt x="-490" y="17457"/>
                  <a:pt x="24" y="27214"/>
                </a:cubicBezTo>
                <a:cubicBezTo>
                  <a:pt x="423" y="34790"/>
                  <a:pt x="16134" y="123225"/>
                  <a:pt x="32681" y="141514"/>
                </a:cubicBezTo>
                <a:cubicBezTo>
                  <a:pt x="58560" y="170117"/>
                  <a:pt x="85267" y="200464"/>
                  <a:pt x="119767" y="217714"/>
                </a:cubicBezTo>
                <a:cubicBezTo>
                  <a:pt x="141538" y="228600"/>
                  <a:pt x="164016" y="238175"/>
                  <a:pt x="185081" y="250371"/>
                </a:cubicBezTo>
                <a:cubicBezTo>
                  <a:pt x="244050" y="284512"/>
                  <a:pt x="202154" y="281117"/>
                  <a:pt x="283053" y="288471"/>
                </a:cubicBezTo>
                <a:cubicBezTo>
                  <a:pt x="322844" y="292088"/>
                  <a:pt x="362882" y="292100"/>
                  <a:pt x="402796" y="293914"/>
                </a:cubicBezTo>
                <a:cubicBezTo>
                  <a:pt x="506337" y="314622"/>
                  <a:pt x="542016" y="298529"/>
                  <a:pt x="604181" y="353786"/>
                </a:cubicBezTo>
                <a:cubicBezTo>
                  <a:pt x="609070" y="358132"/>
                  <a:pt x="611438" y="364671"/>
                  <a:pt x="615067" y="370114"/>
                </a:cubicBezTo>
                <a:cubicBezTo>
                  <a:pt x="623153" y="394372"/>
                  <a:pt x="628319" y="405367"/>
                  <a:pt x="631396" y="429986"/>
                </a:cubicBezTo>
                <a:cubicBezTo>
                  <a:pt x="635695" y="464380"/>
                  <a:pt x="629650" y="501121"/>
                  <a:pt x="642281" y="533400"/>
                </a:cubicBezTo>
                <a:cubicBezTo>
                  <a:pt x="647611" y="547021"/>
                  <a:pt x="667298" y="548630"/>
                  <a:pt x="680381" y="555171"/>
                </a:cubicBezTo>
                <a:cubicBezTo>
                  <a:pt x="737030" y="583496"/>
                  <a:pt x="728360" y="578988"/>
                  <a:pt x="778353" y="593271"/>
                </a:cubicBezTo>
                <a:lnTo>
                  <a:pt x="881767" y="587829"/>
                </a:lnTo>
                <a:cubicBezTo>
                  <a:pt x="901657" y="582146"/>
                  <a:pt x="910209" y="552146"/>
                  <a:pt x="930753" y="549729"/>
                </a:cubicBezTo>
                <a:cubicBezTo>
                  <a:pt x="1026885" y="538419"/>
                  <a:pt x="992226" y="538843"/>
                  <a:pt x="1034167" y="5388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60" name="Group 59">
            <a:extLst>
              <a:ext uri="{FF2B5EF4-FFF2-40B4-BE49-F238E27FC236}">
                <a16:creationId xmlns:a16="http://schemas.microsoft.com/office/drawing/2014/main" id="{EA3F3AB2-16F6-6772-6109-45ECCE1D9B3F}"/>
              </a:ext>
            </a:extLst>
          </p:cNvPr>
          <p:cNvGrpSpPr/>
          <p:nvPr/>
        </p:nvGrpSpPr>
        <p:grpSpPr>
          <a:xfrm>
            <a:off x="6262885" y="5837206"/>
            <a:ext cx="776731" cy="378714"/>
            <a:chOff x="4579693" y="5139808"/>
            <a:chExt cx="776731" cy="378714"/>
          </a:xfrm>
        </p:grpSpPr>
        <p:sp>
          <p:nvSpPr>
            <p:cNvPr id="61" name="Rectangle: Rounded Corners 60">
              <a:extLst>
                <a:ext uri="{FF2B5EF4-FFF2-40B4-BE49-F238E27FC236}">
                  <a16:creationId xmlns:a16="http://schemas.microsoft.com/office/drawing/2014/main" id="{355A6168-774D-1F01-E233-5F78F253E7BA}"/>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1.0 KM</a:t>
              </a:r>
            </a:p>
          </p:txBody>
        </p:sp>
        <p:grpSp>
          <p:nvGrpSpPr>
            <p:cNvPr id="62" name="Group 61">
              <a:extLst>
                <a:ext uri="{FF2B5EF4-FFF2-40B4-BE49-F238E27FC236}">
                  <a16:creationId xmlns:a16="http://schemas.microsoft.com/office/drawing/2014/main" id="{5F3831FD-4A3C-761B-36FF-6469DB6BB0C9}"/>
                </a:ext>
              </a:extLst>
            </p:cNvPr>
            <p:cNvGrpSpPr/>
            <p:nvPr/>
          </p:nvGrpSpPr>
          <p:grpSpPr>
            <a:xfrm>
              <a:off x="4579693" y="5287690"/>
              <a:ext cx="776731" cy="230832"/>
              <a:chOff x="4622782" y="5567706"/>
              <a:chExt cx="776731" cy="230832"/>
            </a:xfrm>
          </p:grpSpPr>
          <p:sp>
            <p:nvSpPr>
              <p:cNvPr id="63" name="TextBox 62">
                <a:extLst>
                  <a:ext uri="{FF2B5EF4-FFF2-40B4-BE49-F238E27FC236}">
                    <a16:creationId xmlns:a16="http://schemas.microsoft.com/office/drawing/2014/main" id="{AF82FB4F-0450-8F5F-896E-13FAC7DF7741}"/>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10 mins</a:t>
                </a:r>
                <a:endParaRPr lang="en-SG" sz="900" dirty="0">
                  <a:solidFill>
                    <a:schemeClr val="tx2"/>
                  </a:solidFill>
                  <a:latin typeface="+mn-lt"/>
                </a:endParaRPr>
              </a:p>
            </p:txBody>
          </p:sp>
          <p:pic>
            <p:nvPicPr>
              <p:cNvPr id="64" name="Picture 63" descr="A person walking on a black background&#10;&#10;AI-generated content may be incorrect.">
                <a:extLst>
                  <a:ext uri="{FF2B5EF4-FFF2-40B4-BE49-F238E27FC236}">
                    <a16:creationId xmlns:a16="http://schemas.microsoft.com/office/drawing/2014/main" id="{EDBAAE69-C5C7-1C01-81BF-E2CCC7F10E37}"/>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grpSp>
        <p:nvGrpSpPr>
          <p:cNvPr id="65" name="Group 64">
            <a:extLst>
              <a:ext uri="{FF2B5EF4-FFF2-40B4-BE49-F238E27FC236}">
                <a16:creationId xmlns:a16="http://schemas.microsoft.com/office/drawing/2014/main" id="{7A0FD1C9-E986-A847-72B6-D0371AAB1952}"/>
              </a:ext>
            </a:extLst>
          </p:cNvPr>
          <p:cNvGrpSpPr/>
          <p:nvPr/>
        </p:nvGrpSpPr>
        <p:grpSpPr>
          <a:xfrm>
            <a:off x="5362875" y="5985250"/>
            <a:ext cx="776731" cy="378714"/>
            <a:chOff x="4579693" y="5139808"/>
            <a:chExt cx="776731" cy="378714"/>
          </a:xfrm>
        </p:grpSpPr>
        <p:sp>
          <p:nvSpPr>
            <p:cNvPr id="66" name="Rectangle: Rounded Corners 65">
              <a:extLst>
                <a:ext uri="{FF2B5EF4-FFF2-40B4-BE49-F238E27FC236}">
                  <a16:creationId xmlns:a16="http://schemas.microsoft.com/office/drawing/2014/main" id="{A8A100E1-8E7A-306E-4450-7652431B76EA}"/>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500 m</a:t>
              </a:r>
            </a:p>
          </p:txBody>
        </p:sp>
        <p:grpSp>
          <p:nvGrpSpPr>
            <p:cNvPr id="76" name="Group 75">
              <a:extLst>
                <a:ext uri="{FF2B5EF4-FFF2-40B4-BE49-F238E27FC236}">
                  <a16:creationId xmlns:a16="http://schemas.microsoft.com/office/drawing/2014/main" id="{683D6C47-D578-6136-D7D3-91B48EAD9B35}"/>
                </a:ext>
              </a:extLst>
            </p:cNvPr>
            <p:cNvGrpSpPr/>
            <p:nvPr/>
          </p:nvGrpSpPr>
          <p:grpSpPr>
            <a:xfrm>
              <a:off x="4579693" y="5287690"/>
              <a:ext cx="776731" cy="230832"/>
              <a:chOff x="4622782" y="5567706"/>
              <a:chExt cx="776731" cy="230832"/>
            </a:xfrm>
          </p:grpSpPr>
          <p:sp>
            <p:nvSpPr>
              <p:cNvPr id="84" name="TextBox 83">
                <a:extLst>
                  <a:ext uri="{FF2B5EF4-FFF2-40B4-BE49-F238E27FC236}">
                    <a16:creationId xmlns:a16="http://schemas.microsoft.com/office/drawing/2014/main" id="{5AEAAA78-4914-BD82-0B63-87CF15466308}"/>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5 mins</a:t>
                </a:r>
                <a:endParaRPr lang="en-SG" sz="900" dirty="0">
                  <a:solidFill>
                    <a:schemeClr val="tx2"/>
                  </a:solidFill>
                  <a:latin typeface="+mn-lt"/>
                </a:endParaRPr>
              </a:p>
            </p:txBody>
          </p:sp>
          <p:pic>
            <p:nvPicPr>
              <p:cNvPr id="86" name="Picture 85" descr="A person walking on a black background&#10;&#10;AI-generated content may be incorrect.">
                <a:extLst>
                  <a:ext uri="{FF2B5EF4-FFF2-40B4-BE49-F238E27FC236}">
                    <a16:creationId xmlns:a16="http://schemas.microsoft.com/office/drawing/2014/main" id="{B170F518-A1A2-DB78-5549-2DFB39F18964}"/>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sp>
        <p:nvSpPr>
          <p:cNvPr id="97" name="Rectangle 96">
            <a:extLst>
              <a:ext uri="{FF2B5EF4-FFF2-40B4-BE49-F238E27FC236}">
                <a16:creationId xmlns:a16="http://schemas.microsoft.com/office/drawing/2014/main" id="{CFC8C162-F1C6-89B9-A582-2F345440CEDE}"/>
              </a:ext>
            </a:extLst>
          </p:cNvPr>
          <p:cNvSpPr/>
          <p:nvPr/>
        </p:nvSpPr>
        <p:spPr>
          <a:xfrm>
            <a:off x="8967452" y="4211670"/>
            <a:ext cx="1466386" cy="2646330"/>
          </a:xfrm>
          <a:prstGeom prst="rect">
            <a:avLst/>
          </a:prstGeom>
          <a:solidFill>
            <a:schemeClr val="bg1"/>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8" name="TextBox 97">
            <a:extLst>
              <a:ext uri="{FF2B5EF4-FFF2-40B4-BE49-F238E27FC236}">
                <a16:creationId xmlns:a16="http://schemas.microsoft.com/office/drawing/2014/main" id="{97344063-FFFE-69CA-CC94-445CA9141CA2}"/>
              </a:ext>
            </a:extLst>
          </p:cNvPr>
          <p:cNvSpPr txBox="1"/>
          <p:nvPr/>
        </p:nvSpPr>
        <p:spPr>
          <a:xfrm>
            <a:off x="8950972" y="4381184"/>
            <a:ext cx="1605061" cy="307777"/>
          </a:xfrm>
          <a:prstGeom prst="rect">
            <a:avLst/>
          </a:prstGeom>
          <a:noFill/>
        </p:spPr>
        <p:txBody>
          <a:bodyPr wrap="square" rtlCol="0">
            <a:spAutoFit/>
          </a:bodyPr>
          <a:lstStyle/>
          <a:p>
            <a:r>
              <a:rPr lang="en-SG" sz="1400" b="1" dirty="0">
                <a:solidFill>
                  <a:schemeClr val="tx2">
                    <a:lumMod val="50000"/>
                  </a:schemeClr>
                </a:solidFill>
              </a:rPr>
              <a:t>Jake &amp; Marks</a:t>
            </a:r>
          </a:p>
        </p:txBody>
      </p:sp>
      <p:sp>
        <p:nvSpPr>
          <p:cNvPr id="99" name="TextBox 98">
            <a:extLst>
              <a:ext uri="{FF2B5EF4-FFF2-40B4-BE49-F238E27FC236}">
                <a16:creationId xmlns:a16="http://schemas.microsoft.com/office/drawing/2014/main" id="{0BA669CB-3E50-CD42-F291-9EED2C40BDB5}"/>
              </a:ext>
            </a:extLst>
          </p:cNvPr>
          <p:cNvSpPr txBox="1"/>
          <p:nvPr/>
        </p:nvSpPr>
        <p:spPr>
          <a:xfrm>
            <a:off x="9078864" y="4907207"/>
            <a:ext cx="1227849" cy="633622"/>
          </a:xfrm>
          <a:prstGeom prst="rect">
            <a:avLst/>
          </a:prstGeom>
          <a:noFill/>
          <a:ln>
            <a:solidFill>
              <a:srgbClr val="2F3C7E"/>
            </a:solidFill>
          </a:ln>
        </p:spPr>
        <p:txBody>
          <a:bodyPr wrap="square" rtlCol="0">
            <a:spAutoFit/>
          </a:bodyPr>
          <a:lstStyle/>
          <a:p>
            <a:endParaRPr lang="en-SG" dirty="0"/>
          </a:p>
        </p:txBody>
      </p:sp>
      <p:sp>
        <p:nvSpPr>
          <p:cNvPr id="113" name="TextBox 112">
            <a:extLst>
              <a:ext uri="{FF2B5EF4-FFF2-40B4-BE49-F238E27FC236}">
                <a16:creationId xmlns:a16="http://schemas.microsoft.com/office/drawing/2014/main" id="{7EDCD8EE-3C52-CBD3-56FE-F32131B69B82}"/>
              </a:ext>
            </a:extLst>
          </p:cNvPr>
          <p:cNvSpPr txBox="1"/>
          <p:nvPr/>
        </p:nvSpPr>
        <p:spPr>
          <a:xfrm>
            <a:off x="10433837" y="4215089"/>
            <a:ext cx="1756011" cy="307777"/>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2700">
            <a:solidFill>
              <a:schemeClr val="tx1"/>
            </a:solidFill>
          </a:ln>
        </p:spPr>
        <p:txBody>
          <a:bodyPr wrap="square" rtlCol="0">
            <a:spAutoFit/>
          </a:bodyPr>
          <a:lstStyle/>
          <a:p>
            <a:r>
              <a:rPr lang="en-SG" sz="1400" b="1" dirty="0"/>
              <a:t>About</a:t>
            </a:r>
          </a:p>
        </p:txBody>
      </p:sp>
      <p:sp>
        <p:nvSpPr>
          <p:cNvPr id="114" name="TextBox 113">
            <a:extLst>
              <a:ext uri="{FF2B5EF4-FFF2-40B4-BE49-F238E27FC236}">
                <a16:creationId xmlns:a16="http://schemas.microsoft.com/office/drawing/2014/main" id="{2C4FA733-584A-4FEA-6E84-3EB13B024512}"/>
              </a:ext>
            </a:extLst>
          </p:cNvPr>
          <p:cNvSpPr txBox="1"/>
          <p:nvPr/>
        </p:nvSpPr>
        <p:spPr>
          <a:xfrm>
            <a:off x="10434912" y="4526271"/>
            <a:ext cx="1749183" cy="784830"/>
          </a:xfrm>
          <a:prstGeom prst="rect">
            <a:avLst/>
          </a:prstGeom>
          <a:noFill/>
          <a:ln>
            <a:solidFill>
              <a:schemeClr val="tx1"/>
            </a:solidFill>
          </a:ln>
        </p:spPr>
        <p:txBody>
          <a:bodyPr wrap="square" rtlCol="0">
            <a:spAutoFit/>
          </a:bodyPr>
          <a:lstStyle/>
          <a:p>
            <a:r>
              <a:rPr lang="en-SG" sz="900" dirty="0"/>
              <a:t>Lorem ipsum </a:t>
            </a:r>
            <a:r>
              <a:rPr lang="en-SG" sz="900" dirty="0" err="1"/>
              <a:t>dolor</a:t>
            </a:r>
            <a:r>
              <a:rPr lang="en-SG" sz="900" dirty="0"/>
              <a:t> sit </a:t>
            </a:r>
            <a:r>
              <a:rPr lang="en-SG" sz="900" dirty="0" err="1"/>
              <a:t>amet</a:t>
            </a:r>
            <a:r>
              <a:rPr lang="en-SG" sz="900" dirty="0"/>
              <a:t>, </a:t>
            </a:r>
            <a:r>
              <a:rPr lang="en-SG" sz="900" dirty="0" err="1"/>
              <a:t>consectetur</a:t>
            </a:r>
            <a:r>
              <a:rPr lang="en-SG" sz="900" dirty="0"/>
              <a:t> </a:t>
            </a:r>
            <a:r>
              <a:rPr lang="en-SG" sz="900" dirty="0" err="1"/>
              <a:t>adipiscing</a:t>
            </a:r>
            <a:r>
              <a:rPr lang="en-SG" sz="900" dirty="0"/>
              <a:t> </a:t>
            </a:r>
            <a:r>
              <a:rPr lang="en-SG" sz="900" dirty="0" err="1"/>
              <a:t>elit</a:t>
            </a:r>
            <a:r>
              <a:rPr lang="en-SG" sz="900" dirty="0"/>
              <a:t>, </a:t>
            </a:r>
            <a:r>
              <a:rPr lang="en-SG" sz="900" dirty="0" err="1"/>
              <a:t>sed</a:t>
            </a:r>
            <a:r>
              <a:rPr lang="en-SG" sz="900" dirty="0"/>
              <a:t> do </a:t>
            </a:r>
            <a:r>
              <a:rPr lang="en-SG" sz="900" dirty="0" err="1"/>
              <a:t>eiusmod</a:t>
            </a:r>
            <a:r>
              <a:rPr lang="en-SG" sz="900" dirty="0"/>
              <a:t> </a:t>
            </a:r>
            <a:r>
              <a:rPr lang="en-SG" sz="900" dirty="0" err="1"/>
              <a:t>tempor</a:t>
            </a:r>
            <a:r>
              <a:rPr lang="en-SG" sz="900" dirty="0"/>
              <a:t> </a:t>
            </a:r>
            <a:r>
              <a:rPr lang="en-SG" sz="900" dirty="0" err="1"/>
              <a:t>incididunt</a:t>
            </a:r>
            <a:r>
              <a:rPr lang="en-SG" sz="900" dirty="0"/>
              <a:t> </a:t>
            </a:r>
            <a:r>
              <a:rPr lang="en-SG" sz="900" dirty="0" err="1"/>
              <a:t>ut</a:t>
            </a:r>
            <a:r>
              <a:rPr lang="en-SG" sz="900" dirty="0"/>
              <a:t> labore et dolore magna </a:t>
            </a:r>
            <a:r>
              <a:rPr lang="en-SG" sz="900" dirty="0" err="1"/>
              <a:t>aliqua</a:t>
            </a:r>
            <a:r>
              <a:rPr lang="en-SG" sz="900" dirty="0"/>
              <a:t>. </a:t>
            </a:r>
          </a:p>
        </p:txBody>
      </p:sp>
      <p:sp>
        <p:nvSpPr>
          <p:cNvPr id="115" name="TextBox 114">
            <a:extLst>
              <a:ext uri="{FF2B5EF4-FFF2-40B4-BE49-F238E27FC236}">
                <a16:creationId xmlns:a16="http://schemas.microsoft.com/office/drawing/2014/main" id="{F0CEA1C4-5BC4-6E86-7C41-E72E8A8A2AF2}"/>
              </a:ext>
            </a:extLst>
          </p:cNvPr>
          <p:cNvSpPr txBox="1"/>
          <p:nvPr/>
        </p:nvSpPr>
        <p:spPr>
          <a:xfrm>
            <a:off x="10434913" y="5311814"/>
            <a:ext cx="1756011" cy="307777"/>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2700">
            <a:solidFill>
              <a:schemeClr val="tx1"/>
            </a:solidFill>
          </a:ln>
        </p:spPr>
        <p:txBody>
          <a:bodyPr wrap="square" rtlCol="0">
            <a:spAutoFit/>
          </a:bodyPr>
          <a:lstStyle/>
          <a:p>
            <a:r>
              <a:rPr lang="en-SG" sz="1400" b="1" dirty="0"/>
              <a:t>How to get there</a:t>
            </a:r>
          </a:p>
        </p:txBody>
      </p:sp>
      <p:sp>
        <p:nvSpPr>
          <p:cNvPr id="116" name="TextBox 115">
            <a:extLst>
              <a:ext uri="{FF2B5EF4-FFF2-40B4-BE49-F238E27FC236}">
                <a16:creationId xmlns:a16="http://schemas.microsoft.com/office/drawing/2014/main" id="{A955D5B4-CBA5-1681-52C9-EA3BEA2D3FA5}"/>
              </a:ext>
            </a:extLst>
          </p:cNvPr>
          <p:cNvSpPr txBox="1"/>
          <p:nvPr/>
        </p:nvSpPr>
        <p:spPr>
          <a:xfrm>
            <a:off x="10437251" y="5623709"/>
            <a:ext cx="1749183" cy="230832"/>
          </a:xfrm>
          <a:prstGeom prst="rect">
            <a:avLst/>
          </a:prstGeom>
          <a:noFill/>
          <a:ln>
            <a:solidFill>
              <a:schemeClr val="tx1"/>
            </a:solidFill>
          </a:ln>
        </p:spPr>
        <p:txBody>
          <a:bodyPr wrap="square" rtlCol="0">
            <a:spAutoFit/>
          </a:bodyPr>
          <a:lstStyle/>
          <a:p>
            <a:r>
              <a:rPr lang="en-SG" sz="900" dirty="0"/>
              <a:t>Walk straight for 200m.</a:t>
            </a:r>
          </a:p>
        </p:txBody>
      </p:sp>
      <p:sp>
        <p:nvSpPr>
          <p:cNvPr id="117" name="TextBox 116">
            <a:extLst>
              <a:ext uri="{FF2B5EF4-FFF2-40B4-BE49-F238E27FC236}">
                <a16:creationId xmlns:a16="http://schemas.microsoft.com/office/drawing/2014/main" id="{F53E974F-7087-DDF1-FC1E-DB99D6E3F00B}"/>
              </a:ext>
            </a:extLst>
          </p:cNvPr>
          <p:cNvSpPr txBox="1"/>
          <p:nvPr/>
        </p:nvSpPr>
        <p:spPr>
          <a:xfrm>
            <a:off x="10434911" y="5860138"/>
            <a:ext cx="1749183" cy="230832"/>
          </a:xfrm>
          <a:prstGeom prst="rect">
            <a:avLst/>
          </a:prstGeom>
          <a:noFill/>
          <a:ln>
            <a:solidFill>
              <a:schemeClr val="tx1"/>
            </a:solidFill>
          </a:ln>
        </p:spPr>
        <p:txBody>
          <a:bodyPr wrap="square" rtlCol="0">
            <a:spAutoFit/>
          </a:bodyPr>
          <a:lstStyle/>
          <a:p>
            <a:r>
              <a:rPr lang="en-SG" sz="900" dirty="0"/>
              <a:t>Turn right.</a:t>
            </a:r>
          </a:p>
        </p:txBody>
      </p:sp>
      <p:sp>
        <p:nvSpPr>
          <p:cNvPr id="118" name="TextBox 117">
            <a:extLst>
              <a:ext uri="{FF2B5EF4-FFF2-40B4-BE49-F238E27FC236}">
                <a16:creationId xmlns:a16="http://schemas.microsoft.com/office/drawing/2014/main" id="{0B26EA03-BF6A-A35D-7C2C-6EA4762FB35A}"/>
              </a:ext>
            </a:extLst>
          </p:cNvPr>
          <p:cNvSpPr txBox="1"/>
          <p:nvPr/>
        </p:nvSpPr>
        <p:spPr>
          <a:xfrm>
            <a:off x="10434911" y="6093349"/>
            <a:ext cx="1749183" cy="230832"/>
          </a:xfrm>
          <a:prstGeom prst="rect">
            <a:avLst/>
          </a:prstGeom>
          <a:noFill/>
          <a:ln>
            <a:solidFill>
              <a:schemeClr val="tx1"/>
            </a:solidFill>
          </a:ln>
        </p:spPr>
        <p:txBody>
          <a:bodyPr wrap="square" rtlCol="0">
            <a:spAutoFit/>
          </a:bodyPr>
          <a:lstStyle/>
          <a:p>
            <a:r>
              <a:rPr lang="en-SG" sz="900" dirty="0"/>
              <a:t>Continue for 300m.</a:t>
            </a:r>
          </a:p>
        </p:txBody>
      </p:sp>
      <p:sp>
        <p:nvSpPr>
          <p:cNvPr id="120" name="TextBox 119">
            <a:extLst>
              <a:ext uri="{FF2B5EF4-FFF2-40B4-BE49-F238E27FC236}">
                <a16:creationId xmlns:a16="http://schemas.microsoft.com/office/drawing/2014/main" id="{320AD854-4589-AECC-0652-1BD02B3DC01C}"/>
              </a:ext>
            </a:extLst>
          </p:cNvPr>
          <p:cNvSpPr txBox="1"/>
          <p:nvPr/>
        </p:nvSpPr>
        <p:spPr>
          <a:xfrm>
            <a:off x="10434911" y="6321730"/>
            <a:ext cx="1749183" cy="230832"/>
          </a:xfrm>
          <a:prstGeom prst="rect">
            <a:avLst/>
          </a:prstGeom>
          <a:noFill/>
          <a:ln>
            <a:solidFill>
              <a:schemeClr val="tx1"/>
            </a:solidFill>
          </a:ln>
        </p:spPr>
        <p:txBody>
          <a:bodyPr wrap="square" rtlCol="0">
            <a:spAutoFit/>
          </a:bodyPr>
          <a:lstStyle/>
          <a:p>
            <a:r>
              <a:rPr lang="en-SG" sz="900" dirty="0"/>
              <a:t>Destination is on the left.</a:t>
            </a:r>
          </a:p>
        </p:txBody>
      </p:sp>
      <p:sp>
        <p:nvSpPr>
          <p:cNvPr id="122" name="Rectangle: Rounded Corners 121">
            <a:extLst>
              <a:ext uri="{FF2B5EF4-FFF2-40B4-BE49-F238E27FC236}">
                <a16:creationId xmlns:a16="http://schemas.microsoft.com/office/drawing/2014/main" id="{3A4982BE-B48A-6992-7D1C-1A4373CD377C}"/>
              </a:ext>
            </a:extLst>
          </p:cNvPr>
          <p:cNvSpPr/>
          <p:nvPr/>
        </p:nvSpPr>
        <p:spPr>
          <a:xfrm rot="5400000">
            <a:off x="11970550" y="5822130"/>
            <a:ext cx="336725"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6" name="Rectangle: Rounded Corners 125">
            <a:extLst>
              <a:ext uri="{FF2B5EF4-FFF2-40B4-BE49-F238E27FC236}">
                <a16:creationId xmlns:a16="http://schemas.microsoft.com/office/drawing/2014/main" id="{12C2ECF0-4C63-9FC5-9A4A-1B781F61504D}"/>
              </a:ext>
            </a:extLst>
          </p:cNvPr>
          <p:cNvSpPr/>
          <p:nvPr/>
        </p:nvSpPr>
        <p:spPr>
          <a:xfrm rot="5400000">
            <a:off x="11970550" y="4724556"/>
            <a:ext cx="336725"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7" name="Rectangle: Rounded Corners 126">
            <a:extLst>
              <a:ext uri="{FF2B5EF4-FFF2-40B4-BE49-F238E27FC236}">
                <a16:creationId xmlns:a16="http://schemas.microsoft.com/office/drawing/2014/main" id="{84E6979D-CBF0-F15F-3204-81CB9678AA46}"/>
              </a:ext>
            </a:extLst>
          </p:cNvPr>
          <p:cNvSpPr/>
          <p:nvPr/>
        </p:nvSpPr>
        <p:spPr>
          <a:xfrm rot="5400000">
            <a:off x="11663175" y="986565"/>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8" name="Rectangle: Rounded Corners 127">
            <a:extLst>
              <a:ext uri="{FF2B5EF4-FFF2-40B4-BE49-F238E27FC236}">
                <a16:creationId xmlns:a16="http://schemas.microsoft.com/office/drawing/2014/main" id="{1431422A-8766-8CF0-C6B5-80FEBACDC46D}"/>
              </a:ext>
            </a:extLst>
          </p:cNvPr>
          <p:cNvSpPr/>
          <p:nvPr/>
        </p:nvSpPr>
        <p:spPr>
          <a:xfrm rot="5400000">
            <a:off x="7368109" y="971118"/>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9" name="Rectangle: Rounded Corners 128">
            <a:hlinkClick r:id="rId23" action="ppaction://hlinksldjump"/>
            <a:extLst>
              <a:ext uri="{FF2B5EF4-FFF2-40B4-BE49-F238E27FC236}">
                <a16:creationId xmlns:a16="http://schemas.microsoft.com/office/drawing/2014/main" id="{5BA3DB32-1238-3A92-48EA-0E4CC312BBAF}"/>
              </a:ext>
            </a:extLst>
          </p:cNvPr>
          <p:cNvSpPr/>
          <p:nvPr/>
        </p:nvSpPr>
        <p:spPr>
          <a:xfrm rot="5400000">
            <a:off x="3406156" y="995610"/>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30" name="TextBox 129">
            <a:extLst>
              <a:ext uri="{FF2B5EF4-FFF2-40B4-BE49-F238E27FC236}">
                <a16:creationId xmlns:a16="http://schemas.microsoft.com/office/drawing/2014/main" id="{AC6C8B26-6D59-579F-E6CC-AB1CBF97BDCB}"/>
              </a:ext>
            </a:extLst>
          </p:cNvPr>
          <p:cNvSpPr txBox="1"/>
          <p:nvPr/>
        </p:nvSpPr>
        <p:spPr>
          <a:xfrm>
            <a:off x="10441203" y="6550111"/>
            <a:ext cx="1749183" cy="230832"/>
          </a:xfrm>
          <a:prstGeom prst="rect">
            <a:avLst/>
          </a:prstGeom>
          <a:noFill/>
          <a:ln>
            <a:solidFill>
              <a:schemeClr val="tx1"/>
            </a:solidFill>
          </a:ln>
        </p:spPr>
        <p:txBody>
          <a:bodyPr wrap="square" rtlCol="0">
            <a:spAutoFit/>
          </a:bodyPr>
          <a:lstStyle/>
          <a:p>
            <a:pPr algn="ctr"/>
            <a:endParaRPr lang="en-SG" sz="900" b="1" dirty="0"/>
          </a:p>
        </p:txBody>
      </p:sp>
      <p:grpSp>
        <p:nvGrpSpPr>
          <p:cNvPr id="182" name="Group 181">
            <a:extLst>
              <a:ext uri="{FF2B5EF4-FFF2-40B4-BE49-F238E27FC236}">
                <a16:creationId xmlns:a16="http://schemas.microsoft.com/office/drawing/2014/main" id="{9BC10E06-B1EA-BC10-A4C4-8EC51DC0D875}"/>
              </a:ext>
            </a:extLst>
          </p:cNvPr>
          <p:cNvGrpSpPr/>
          <p:nvPr/>
        </p:nvGrpSpPr>
        <p:grpSpPr>
          <a:xfrm>
            <a:off x="4648576" y="5564302"/>
            <a:ext cx="776731" cy="378714"/>
            <a:chOff x="4579693" y="5139808"/>
            <a:chExt cx="776731" cy="378714"/>
          </a:xfrm>
        </p:grpSpPr>
        <p:sp>
          <p:nvSpPr>
            <p:cNvPr id="183" name="Rectangle: Rounded Corners 182">
              <a:extLst>
                <a:ext uri="{FF2B5EF4-FFF2-40B4-BE49-F238E27FC236}">
                  <a16:creationId xmlns:a16="http://schemas.microsoft.com/office/drawing/2014/main" id="{CD1E08CC-3D13-4721-3020-5038ABF0E563}"/>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2.4 KM</a:t>
              </a:r>
            </a:p>
          </p:txBody>
        </p:sp>
        <p:grpSp>
          <p:nvGrpSpPr>
            <p:cNvPr id="184" name="Group 183">
              <a:extLst>
                <a:ext uri="{FF2B5EF4-FFF2-40B4-BE49-F238E27FC236}">
                  <a16:creationId xmlns:a16="http://schemas.microsoft.com/office/drawing/2014/main" id="{8835DEE3-A1BF-C3C7-4B20-89EB096C9442}"/>
                </a:ext>
              </a:extLst>
            </p:cNvPr>
            <p:cNvGrpSpPr/>
            <p:nvPr/>
          </p:nvGrpSpPr>
          <p:grpSpPr>
            <a:xfrm>
              <a:off x="4579693" y="5287690"/>
              <a:ext cx="776731" cy="230832"/>
              <a:chOff x="4622782" y="5567706"/>
              <a:chExt cx="776731" cy="230832"/>
            </a:xfrm>
          </p:grpSpPr>
          <p:sp>
            <p:nvSpPr>
              <p:cNvPr id="185" name="TextBox 184">
                <a:extLst>
                  <a:ext uri="{FF2B5EF4-FFF2-40B4-BE49-F238E27FC236}">
                    <a16:creationId xmlns:a16="http://schemas.microsoft.com/office/drawing/2014/main" id="{6B776FF6-1AA6-8F1D-D8B5-63C6A7EBB986}"/>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20 mins</a:t>
                </a:r>
                <a:endParaRPr lang="en-SG" sz="900" dirty="0">
                  <a:solidFill>
                    <a:schemeClr val="tx2"/>
                  </a:solidFill>
                  <a:latin typeface="+mn-lt"/>
                </a:endParaRPr>
              </a:p>
            </p:txBody>
          </p:sp>
          <p:pic>
            <p:nvPicPr>
              <p:cNvPr id="186" name="Picture 185" descr="A person walking on a black background&#10;&#10;AI-generated content may be incorrect.">
                <a:extLst>
                  <a:ext uri="{FF2B5EF4-FFF2-40B4-BE49-F238E27FC236}">
                    <a16:creationId xmlns:a16="http://schemas.microsoft.com/office/drawing/2014/main" id="{E0BC9765-9494-1A66-E81C-D353072080DF}"/>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pic>
        <p:nvPicPr>
          <p:cNvPr id="9" name="Picture 8">
            <a:extLst>
              <a:ext uri="{FF2B5EF4-FFF2-40B4-BE49-F238E27FC236}">
                <a16:creationId xmlns:a16="http://schemas.microsoft.com/office/drawing/2014/main" id="{46505A3E-F691-51D2-F716-DF8D64B32B9D}"/>
              </a:ext>
            </a:extLst>
          </p:cNvPr>
          <p:cNvPicPr>
            <a:picLocks noChangeAspect="1"/>
          </p:cNvPicPr>
          <p:nvPr/>
        </p:nvPicPr>
        <p:blipFill>
          <a:blip r:embed="rId15"/>
          <a:stretch>
            <a:fillRect/>
          </a:stretch>
        </p:blipFill>
        <p:spPr>
          <a:xfrm>
            <a:off x="9381511" y="4944495"/>
            <a:ext cx="590339" cy="590339"/>
          </a:xfrm>
          <a:prstGeom prst="rect">
            <a:avLst/>
          </a:prstGeom>
        </p:spPr>
      </p:pic>
      <p:sp>
        <p:nvSpPr>
          <p:cNvPr id="16" name="TextBox 15">
            <a:extLst>
              <a:ext uri="{FF2B5EF4-FFF2-40B4-BE49-F238E27FC236}">
                <a16:creationId xmlns:a16="http://schemas.microsoft.com/office/drawing/2014/main" id="{99045908-C3B4-894A-E6C1-1C89DB6A2350}"/>
              </a:ext>
            </a:extLst>
          </p:cNvPr>
          <p:cNvSpPr txBox="1"/>
          <p:nvPr/>
        </p:nvSpPr>
        <p:spPr>
          <a:xfrm>
            <a:off x="9080628" y="5741516"/>
            <a:ext cx="1227849" cy="633622"/>
          </a:xfrm>
          <a:prstGeom prst="rect">
            <a:avLst/>
          </a:prstGeom>
          <a:noFill/>
          <a:ln>
            <a:solidFill>
              <a:srgbClr val="2F3C7E"/>
            </a:solidFill>
          </a:ln>
        </p:spPr>
        <p:txBody>
          <a:bodyPr wrap="square" rtlCol="0">
            <a:spAutoFit/>
          </a:bodyPr>
          <a:lstStyle/>
          <a:p>
            <a:endParaRPr lang="en-SG" dirty="0"/>
          </a:p>
        </p:txBody>
      </p:sp>
      <p:pic>
        <p:nvPicPr>
          <p:cNvPr id="26" name="Picture 25">
            <a:extLst>
              <a:ext uri="{FF2B5EF4-FFF2-40B4-BE49-F238E27FC236}">
                <a16:creationId xmlns:a16="http://schemas.microsoft.com/office/drawing/2014/main" id="{0710D85C-D09A-DCC9-E73D-811D247FF0F9}"/>
              </a:ext>
            </a:extLst>
          </p:cNvPr>
          <p:cNvPicPr>
            <a:picLocks noChangeAspect="1"/>
          </p:cNvPicPr>
          <p:nvPr/>
        </p:nvPicPr>
        <p:blipFill>
          <a:blip r:embed="rId24"/>
          <a:stretch>
            <a:fillRect/>
          </a:stretch>
        </p:blipFill>
        <p:spPr>
          <a:xfrm>
            <a:off x="9432990" y="5809372"/>
            <a:ext cx="570438" cy="570438"/>
          </a:xfrm>
          <a:prstGeom prst="rect">
            <a:avLst/>
          </a:prstGeom>
        </p:spPr>
      </p:pic>
      <p:pic>
        <p:nvPicPr>
          <p:cNvPr id="45" name="Picture 44">
            <a:extLst>
              <a:ext uri="{FF2B5EF4-FFF2-40B4-BE49-F238E27FC236}">
                <a16:creationId xmlns:a16="http://schemas.microsoft.com/office/drawing/2014/main" id="{6661630C-9A64-09F5-34DD-46CEBB5DB7C8}"/>
              </a:ext>
            </a:extLst>
          </p:cNvPr>
          <p:cNvPicPr>
            <a:picLocks noChangeAspect="1"/>
          </p:cNvPicPr>
          <p:nvPr/>
        </p:nvPicPr>
        <p:blipFill>
          <a:blip r:embed="rId25"/>
          <a:stretch>
            <a:fillRect/>
          </a:stretch>
        </p:blipFill>
        <p:spPr>
          <a:xfrm>
            <a:off x="9588892" y="5985250"/>
            <a:ext cx="223506" cy="223506"/>
          </a:xfrm>
          <a:prstGeom prst="rect">
            <a:avLst/>
          </a:prstGeom>
        </p:spPr>
      </p:pic>
      <p:grpSp>
        <p:nvGrpSpPr>
          <p:cNvPr id="4" name="Group 3">
            <a:extLst>
              <a:ext uri="{FF2B5EF4-FFF2-40B4-BE49-F238E27FC236}">
                <a16:creationId xmlns:a16="http://schemas.microsoft.com/office/drawing/2014/main" id="{A34005FD-DBFB-AD58-6F7E-22E956DBD583}"/>
              </a:ext>
            </a:extLst>
          </p:cNvPr>
          <p:cNvGrpSpPr/>
          <p:nvPr/>
        </p:nvGrpSpPr>
        <p:grpSpPr>
          <a:xfrm>
            <a:off x="6101250" y="5516340"/>
            <a:ext cx="3262183" cy="1174394"/>
            <a:chOff x="3378090" y="1544951"/>
            <a:chExt cx="3262183" cy="1174394"/>
          </a:xfrm>
        </p:grpSpPr>
        <p:sp>
          <p:nvSpPr>
            <p:cNvPr id="5" name="TextBox 4">
              <a:extLst>
                <a:ext uri="{FF2B5EF4-FFF2-40B4-BE49-F238E27FC236}">
                  <a16:creationId xmlns:a16="http://schemas.microsoft.com/office/drawing/2014/main" id="{73146C20-88A7-3AEB-B34D-DD8B851A45CC}"/>
                </a:ext>
              </a:extLst>
            </p:cNvPr>
            <p:cNvSpPr txBox="1"/>
            <p:nvPr/>
          </p:nvSpPr>
          <p:spPr>
            <a:xfrm>
              <a:off x="3655670" y="1888348"/>
              <a:ext cx="2984603" cy="830997"/>
            </a:xfrm>
            <a:prstGeom prst="rect">
              <a:avLst/>
            </a:prstGeom>
            <a:solidFill>
              <a:schemeClr val="bg1"/>
            </a:solidFill>
            <a:ln w="25400">
              <a:solidFill>
                <a:schemeClr val="accent5"/>
              </a:solidFill>
            </a:ln>
          </p:spPr>
          <p:txBody>
            <a:bodyPr wrap="square" rtlCol="0">
              <a:spAutoFit/>
            </a:bodyPr>
            <a:lstStyle/>
            <a:p>
              <a:pPr algn="just"/>
              <a:r>
                <a:rPr lang="en-SG" sz="1600" dirty="0">
                  <a:solidFill>
                    <a:srgbClr val="000000"/>
                  </a:solidFill>
                  <a:latin typeface="Arial" panose="020B0604020202020204" pitchFamily="34" charset="0"/>
                  <a:cs typeface="Arial" panose="020B0604020202020204" pitchFamily="34" charset="0"/>
                </a:rPr>
                <a:t>Clicking on a destination icon on map will also highlight the location and show details</a:t>
              </a:r>
            </a:p>
          </p:txBody>
        </p:sp>
        <p:pic>
          <p:nvPicPr>
            <p:cNvPr id="8" name="Picture 7">
              <a:extLst>
                <a:ext uri="{FF2B5EF4-FFF2-40B4-BE49-F238E27FC236}">
                  <a16:creationId xmlns:a16="http://schemas.microsoft.com/office/drawing/2014/main" id="{830C843A-674C-8635-48CD-7189D1F9425C}"/>
                </a:ext>
              </a:extLst>
            </p:cNvPr>
            <p:cNvPicPr>
              <a:picLocks noChangeAspect="1"/>
            </p:cNvPicPr>
            <p:nvPr/>
          </p:nvPicPr>
          <p:blipFill>
            <a:blip r:embed="rId26"/>
            <a:stretch>
              <a:fillRect/>
            </a:stretch>
          </p:blipFill>
          <p:spPr>
            <a:xfrm>
              <a:off x="3378090" y="1544951"/>
              <a:ext cx="555159" cy="555159"/>
            </a:xfrm>
            <a:prstGeom prst="rect">
              <a:avLst/>
            </a:prstGeom>
          </p:spPr>
        </p:pic>
      </p:grpSp>
      <p:pic>
        <p:nvPicPr>
          <p:cNvPr id="55" name="Picture 54" descr="A yellow hand pointing up&#10;&#10;AI-generated content may be incorrect.">
            <a:extLst>
              <a:ext uri="{FF2B5EF4-FFF2-40B4-BE49-F238E27FC236}">
                <a16:creationId xmlns:a16="http://schemas.microsoft.com/office/drawing/2014/main" id="{07C04562-650C-CB3A-E524-044A321A54EE}"/>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3730380" y="1291425"/>
            <a:ext cx="877361" cy="877361"/>
          </a:xfrm>
          <a:prstGeom prst="rect">
            <a:avLst/>
          </a:prstGeom>
        </p:spPr>
      </p:pic>
    </p:spTree>
    <p:extLst>
      <p:ext uri="{BB962C8B-B14F-4D97-AF65-F5344CB8AC3E}">
        <p14:creationId xmlns:p14="http://schemas.microsoft.com/office/powerpoint/2010/main" val="2121454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55"/>
                                        </p:tgtEl>
                                        <p:attrNameLst>
                                          <p:attrName>style.visibility</p:attrName>
                                        </p:attrNameLst>
                                      </p:cBhvr>
                                      <p:to>
                                        <p:strVal val="visible"/>
                                      </p:to>
                                    </p:set>
                                  </p:childTnLst>
                                </p:cTn>
                              </p:par>
                            </p:childTnLst>
                          </p:cTn>
                        </p:par>
                        <p:par>
                          <p:cTn id="7" fill="hold">
                            <p:stCondLst>
                              <p:cond delay="500"/>
                            </p:stCondLst>
                            <p:childTnLst>
                              <p:par>
                                <p:cTn id="8" presetID="32" presetClass="emph" presetSubtype="0" fill="hold" nodeType="afterEffect">
                                  <p:stCondLst>
                                    <p:cond delay="0"/>
                                  </p:stCondLst>
                                  <p:childTnLst>
                                    <p:animRot by="120000">
                                      <p:cBhvr>
                                        <p:cTn id="9" dur="100" fill="hold">
                                          <p:stCondLst>
                                            <p:cond delay="0"/>
                                          </p:stCondLst>
                                        </p:cTn>
                                        <p:tgtEl>
                                          <p:spTgt spid="55"/>
                                        </p:tgtEl>
                                        <p:attrNameLst>
                                          <p:attrName>r</p:attrName>
                                        </p:attrNameLst>
                                      </p:cBhvr>
                                    </p:animRot>
                                    <p:animRot by="-240000">
                                      <p:cBhvr>
                                        <p:cTn id="10" dur="200" fill="hold">
                                          <p:stCondLst>
                                            <p:cond delay="200"/>
                                          </p:stCondLst>
                                        </p:cTn>
                                        <p:tgtEl>
                                          <p:spTgt spid="55"/>
                                        </p:tgtEl>
                                        <p:attrNameLst>
                                          <p:attrName>r</p:attrName>
                                        </p:attrNameLst>
                                      </p:cBhvr>
                                    </p:animRot>
                                    <p:animRot by="240000">
                                      <p:cBhvr>
                                        <p:cTn id="11" dur="200" fill="hold">
                                          <p:stCondLst>
                                            <p:cond delay="400"/>
                                          </p:stCondLst>
                                        </p:cTn>
                                        <p:tgtEl>
                                          <p:spTgt spid="55"/>
                                        </p:tgtEl>
                                        <p:attrNameLst>
                                          <p:attrName>r</p:attrName>
                                        </p:attrNameLst>
                                      </p:cBhvr>
                                    </p:animRot>
                                    <p:animRot by="-240000">
                                      <p:cBhvr>
                                        <p:cTn id="12" dur="200" fill="hold">
                                          <p:stCondLst>
                                            <p:cond delay="600"/>
                                          </p:stCondLst>
                                        </p:cTn>
                                        <p:tgtEl>
                                          <p:spTgt spid="55"/>
                                        </p:tgtEl>
                                        <p:attrNameLst>
                                          <p:attrName>r</p:attrName>
                                        </p:attrNameLst>
                                      </p:cBhvr>
                                    </p:animRot>
                                    <p:animRot by="120000">
                                      <p:cBhvr>
                                        <p:cTn id="13" dur="200" fill="hold">
                                          <p:stCondLst>
                                            <p:cond delay="800"/>
                                          </p:stCondLst>
                                        </p:cTn>
                                        <p:tgtEl>
                                          <p:spTgt spid="5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5D592-007C-08B6-3761-E28AF043AAC7}"/>
            </a:ext>
          </a:extLst>
        </p:cNvPr>
        <p:cNvGrpSpPr/>
        <p:nvPr/>
      </p:nvGrpSpPr>
      <p:grpSpPr>
        <a:xfrm>
          <a:off x="0" y="0"/>
          <a:ext cx="0" cy="0"/>
          <a:chOff x="0" y="0"/>
          <a:chExt cx="0" cy="0"/>
        </a:xfrm>
      </p:grpSpPr>
      <p:grpSp>
        <p:nvGrpSpPr>
          <p:cNvPr id="166" name="Group 165">
            <a:extLst>
              <a:ext uri="{FF2B5EF4-FFF2-40B4-BE49-F238E27FC236}">
                <a16:creationId xmlns:a16="http://schemas.microsoft.com/office/drawing/2014/main" id="{623E0C04-F559-CFA3-110F-2714569F7691}"/>
              </a:ext>
            </a:extLst>
          </p:cNvPr>
          <p:cNvGrpSpPr/>
          <p:nvPr/>
        </p:nvGrpSpPr>
        <p:grpSpPr>
          <a:xfrm>
            <a:off x="107366" y="3611407"/>
            <a:ext cx="3720247" cy="1331334"/>
            <a:chOff x="132499" y="675272"/>
            <a:chExt cx="3720247" cy="1331334"/>
          </a:xfrm>
        </p:grpSpPr>
        <p:grpSp>
          <p:nvGrpSpPr>
            <p:cNvPr id="167" name="Group 166">
              <a:extLst>
                <a:ext uri="{FF2B5EF4-FFF2-40B4-BE49-F238E27FC236}">
                  <a16:creationId xmlns:a16="http://schemas.microsoft.com/office/drawing/2014/main" id="{05E137D6-69EB-DE16-2DB8-6A7D53DD1ECB}"/>
                </a:ext>
              </a:extLst>
            </p:cNvPr>
            <p:cNvGrpSpPr/>
            <p:nvPr/>
          </p:nvGrpSpPr>
          <p:grpSpPr>
            <a:xfrm>
              <a:off x="132499" y="675272"/>
              <a:ext cx="3720247" cy="1331334"/>
              <a:chOff x="103998" y="1586574"/>
              <a:chExt cx="3720247" cy="1331334"/>
            </a:xfrm>
          </p:grpSpPr>
          <p:sp>
            <p:nvSpPr>
              <p:cNvPr id="169" name="Rectangle: Rounded Corners 168">
                <a:extLst>
                  <a:ext uri="{FF2B5EF4-FFF2-40B4-BE49-F238E27FC236}">
                    <a16:creationId xmlns:a16="http://schemas.microsoft.com/office/drawing/2014/main" id="{51BD2839-7A52-6088-D3C4-3873E6A86245}"/>
                  </a:ext>
                </a:extLst>
              </p:cNvPr>
              <p:cNvSpPr/>
              <p:nvPr/>
            </p:nvSpPr>
            <p:spPr>
              <a:xfrm>
                <a:off x="103998" y="1586574"/>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170" name="Group 169">
                <a:extLst>
                  <a:ext uri="{FF2B5EF4-FFF2-40B4-BE49-F238E27FC236}">
                    <a16:creationId xmlns:a16="http://schemas.microsoft.com/office/drawing/2014/main" id="{B033B80A-CE29-E1CF-E343-33590FADED90}"/>
                  </a:ext>
                </a:extLst>
              </p:cNvPr>
              <p:cNvGrpSpPr/>
              <p:nvPr/>
            </p:nvGrpSpPr>
            <p:grpSpPr>
              <a:xfrm>
                <a:off x="137199" y="1612840"/>
                <a:ext cx="3661914" cy="1261007"/>
                <a:chOff x="137199" y="1612840"/>
                <a:chExt cx="3661914" cy="1261007"/>
              </a:xfrm>
            </p:grpSpPr>
            <p:sp>
              <p:nvSpPr>
                <p:cNvPr id="171" name="TextBox 170">
                  <a:extLst>
                    <a:ext uri="{FF2B5EF4-FFF2-40B4-BE49-F238E27FC236}">
                      <a16:creationId xmlns:a16="http://schemas.microsoft.com/office/drawing/2014/main" id="{712A9723-365F-C646-562E-953D8A79BACC}"/>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172" name="Group 171">
                  <a:extLst>
                    <a:ext uri="{FF2B5EF4-FFF2-40B4-BE49-F238E27FC236}">
                      <a16:creationId xmlns:a16="http://schemas.microsoft.com/office/drawing/2014/main" id="{E2A38425-6158-A68C-BF25-4E0EC8FA7CF5}"/>
                    </a:ext>
                  </a:extLst>
                </p:cNvPr>
                <p:cNvGrpSpPr/>
                <p:nvPr/>
              </p:nvGrpSpPr>
              <p:grpSpPr>
                <a:xfrm>
                  <a:off x="137199" y="1612840"/>
                  <a:ext cx="3230564" cy="1261007"/>
                  <a:chOff x="137199" y="1612840"/>
                  <a:chExt cx="3230564" cy="1261007"/>
                </a:xfrm>
              </p:grpSpPr>
              <p:pic>
                <p:nvPicPr>
                  <p:cNvPr id="173" name="Picture 172">
                    <a:extLst>
                      <a:ext uri="{FF2B5EF4-FFF2-40B4-BE49-F238E27FC236}">
                        <a16:creationId xmlns:a16="http://schemas.microsoft.com/office/drawing/2014/main" id="{1E44E7B5-4E90-6BD0-7F57-46E5DE90B914}"/>
                      </a:ext>
                    </a:extLst>
                  </p:cNvPr>
                  <p:cNvPicPr>
                    <a:picLocks noChangeAspect="1"/>
                  </p:cNvPicPr>
                  <p:nvPr/>
                </p:nvPicPr>
                <p:blipFill>
                  <a:blip r:embed="rId3"/>
                  <a:stretch>
                    <a:fillRect/>
                  </a:stretch>
                </p:blipFill>
                <p:spPr>
                  <a:xfrm>
                    <a:off x="248797" y="2006940"/>
                    <a:ext cx="1605062" cy="805533"/>
                  </a:xfrm>
                  <a:prstGeom prst="rect">
                    <a:avLst/>
                  </a:prstGeom>
                  <a:ln>
                    <a:noFill/>
                  </a:ln>
                </p:spPr>
              </p:pic>
              <p:sp>
                <p:nvSpPr>
                  <p:cNvPr id="174" name="TextBox 173">
                    <a:hlinkClick r:id="rId4" action="ppaction://hlinksldjump"/>
                    <a:extLst>
                      <a:ext uri="{FF2B5EF4-FFF2-40B4-BE49-F238E27FC236}">
                        <a16:creationId xmlns:a16="http://schemas.microsoft.com/office/drawing/2014/main" id="{F6054D15-4187-7A9A-E343-6BF4241F7F57}"/>
                      </a:ext>
                    </a:extLst>
                  </p:cNvPr>
                  <p:cNvSpPr txBox="1"/>
                  <p:nvPr/>
                </p:nvSpPr>
                <p:spPr>
                  <a:xfrm>
                    <a:off x="137199" y="1612840"/>
                    <a:ext cx="1888340" cy="369332"/>
                  </a:xfrm>
                  <a:prstGeom prst="rect">
                    <a:avLst/>
                  </a:prstGeom>
                  <a:noFill/>
                </p:spPr>
                <p:txBody>
                  <a:bodyPr wrap="square" rtlCol="0">
                    <a:spAutoFit/>
                  </a:bodyPr>
                  <a:lstStyle/>
                  <a:p>
                    <a:r>
                      <a:rPr lang="en-SG" b="1" dirty="0">
                        <a:solidFill>
                          <a:schemeClr val="tx2">
                            <a:lumMod val="50000"/>
                          </a:schemeClr>
                        </a:solidFill>
                      </a:rPr>
                      <a:t>Roaring Thunder</a:t>
                    </a:r>
                  </a:p>
                </p:txBody>
              </p:sp>
              <p:sp>
                <p:nvSpPr>
                  <p:cNvPr id="175" name="TextBox 174">
                    <a:extLst>
                      <a:ext uri="{FF2B5EF4-FFF2-40B4-BE49-F238E27FC236}">
                        <a16:creationId xmlns:a16="http://schemas.microsoft.com/office/drawing/2014/main" id="{4AA5AC4E-FAFF-E416-3EF5-D8A35ED077FD}"/>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pic>
                <p:nvPicPr>
                  <p:cNvPr id="176" name="Picture 175" descr="A red person silhouette on a black background&#10;&#10;AI-generated content may be incorrect.">
                    <a:extLst>
                      <a:ext uri="{FF2B5EF4-FFF2-40B4-BE49-F238E27FC236}">
                        <a16:creationId xmlns:a16="http://schemas.microsoft.com/office/drawing/2014/main" id="{C0D57662-696E-9039-E431-C190733ABE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16734" y="1900571"/>
                    <a:ext cx="451029" cy="451029"/>
                  </a:xfrm>
                  <a:prstGeom prst="rect">
                    <a:avLst/>
                  </a:prstGeom>
                </p:spPr>
              </p:pic>
              <p:pic>
                <p:nvPicPr>
                  <p:cNvPr id="177" name="Picture 176" descr="A red person silhouette on a black background&#10;&#10;AI-generated content may be incorrect.">
                    <a:extLst>
                      <a:ext uri="{FF2B5EF4-FFF2-40B4-BE49-F238E27FC236}">
                        <a16:creationId xmlns:a16="http://schemas.microsoft.com/office/drawing/2014/main" id="{9FB4F24E-86B5-456E-2DA2-391FA26703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94573" y="1900572"/>
                    <a:ext cx="451029" cy="451029"/>
                  </a:xfrm>
                  <a:prstGeom prst="rect">
                    <a:avLst/>
                  </a:prstGeom>
                </p:spPr>
              </p:pic>
              <p:pic>
                <p:nvPicPr>
                  <p:cNvPr id="178" name="Picture 177" descr="A red person silhouette on a black background&#10;&#10;AI-generated content may be incorrect.">
                    <a:extLst>
                      <a:ext uri="{FF2B5EF4-FFF2-40B4-BE49-F238E27FC236}">
                        <a16:creationId xmlns:a16="http://schemas.microsoft.com/office/drawing/2014/main" id="{9006601B-65B2-6BBF-6C6C-91471D7182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41997" y="1900571"/>
                    <a:ext cx="451029" cy="451029"/>
                  </a:xfrm>
                  <a:prstGeom prst="rect">
                    <a:avLst/>
                  </a:prstGeom>
                </p:spPr>
              </p:pic>
              <p:pic>
                <p:nvPicPr>
                  <p:cNvPr id="179" name="Picture 178" descr="A red person silhouette on a black background&#10;&#10;AI-generated content may be incorrect.">
                    <a:extLst>
                      <a:ext uri="{FF2B5EF4-FFF2-40B4-BE49-F238E27FC236}">
                        <a16:creationId xmlns:a16="http://schemas.microsoft.com/office/drawing/2014/main" id="{242F5025-4D2D-6992-68A4-0DFA5CBEEA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69310" y="1901767"/>
                    <a:ext cx="451029" cy="451029"/>
                  </a:xfrm>
                  <a:prstGeom prst="rect">
                    <a:avLst/>
                  </a:prstGeom>
                </p:spPr>
              </p:pic>
              <p:sp>
                <p:nvSpPr>
                  <p:cNvPr id="180" name="TextBox 179">
                    <a:extLst>
                      <a:ext uri="{FF2B5EF4-FFF2-40B4-BE49-F238E27FC236}">
                        <a16:creationId xmlns:a16="http://schemas.microsoft.com/office/drawing/2014/main" id="{1763354E-2873-DCCD-496F-8594C303A352}"/>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4"/>
                        </a:solidFill>
                      </a:rPr>
                      <a:t>~ 50 mins</a:t>
                    </a:r>
                  </a:p>
                </p:txBody>
              </p:sp>
            </p:grpSp>
          </p:grpSp>
        </p:grpSp>
        <p:sp>
          <p:nvSpPr>
            <p:cNvPr id="168" name="TextBox 167">
              <a:hlinkClick r:id="rId4" action="ppaction://hlinksldjump"/>
              <a:extLst>
                <a:ext uri="{FF2B5EF4-FFF2-40B4-BE49-F238E27FC236}">
                  <a16:creationId xmlns:a16="http://schemas.microsoft.com/office/drawing/2014/main" id="{6FB63939-CB46-634C-CE1B-6389BC85A8FB}"/>
                </a:ext>
              </a:extLst>
            </p:cNvPr>
            <p:cNvSpPr txBox="1"/>
            <p:nvPr/>
          </p:nvSpPr>
          <p:spPr>
            <a:xfrm>
              <a:off x="277298" y="1070870"/>
              <a:ext cx="1608909" cy="830265"/>
            </a:xfrm>
            <a:prstGeom prst="rect">
              <a:avLst/>
            </a:prstGeom>
            <a:noFill/>
            <a:ln>
              <a:solidFill>
                <a:srgbClr val="2F3C7E"/>
              </a:solidFill>
            </a:ln>
          </p:spPr>
          <p:txBody>
            <a:bodyPr wrap="square" rtlCol="0">
              <a:spAutoFit/>
            </a:bodyPr>
            <a:lstStyle/>
            <a:p>
              <a:endParaRPr lang="en-SG" dirty="0"/>
            </a:p>
          </p:txBody>
        </p:sp>
      </p:grpSp>
      <p:sp>
        <p:nvSpPr>
          <p:cNvPr id="207" name="Rectangle 206">
            <a:extLst>
              <a:ext uri="{FF2B5EF4-FFF2-40B4-BE49-F238E27FC236}">
                <a16:creationId xmlns:a16="http://schemas.microsoft.com/office/drawing/2014/main" id="{EA9D4302-E359-FFFA-BD7B-F2330685E63A}"/>
              </a:ext>
            </a:extLst>
          </p:cNvPr>
          <p:cNvSpPr/>
          <p:nvPr/>
        </p:nvSpPr>
        <p:spPr>
          <a:xfrm>
            <a:off x="0" y="4211669"/>
            <a:ext cx="3216643" cy="2646331"/>
          </a:xfrm>
          <a:prstGeom prst="rect">
            <a:avLst/>
          </a:prstGeom>
          <a:solidFill>
            <a:schemeClr val="bg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43" name="Group 342">
            <a:extLst>
              <a:ext uri="{FF2B5EF4-FFF2-40B4-BE49-F238E27FC236}">
                <a16:creationId xmlns:a16="http://schemas.microsoft.com/office/drawing/2014/main" id="{6E42E146-7823-CBF3-A2A9-2D260A816C33}"/>
              </a:ext>
            </a:extLst>
          </p:cNvPr>
          <p:cNvGrpSpPr/>
          <p:nvPr/>
        </p:nvGrpSpPr>
        <p:grpSpPr>
          <a:xfrm>
            <a:off x="7894507" y="3172316"/>
            <a:ext cx="4297493" cy="1304616"/>
            <a:chOff x="7894507" y="3172316"/>
            <a:chExt cx="4297493" cy="1304616"/>
          </a:xfrm>
        </p:grpSpPr>
        <p:grpSp>
          <p:nvGrpSpPr>
            <p:cNvPr id="324" name="Group 323">
              <a:extLst>
                <a:ext uri="{FF2B5EF4-FFF2-40B4-BE49-F238E27FC236}">
                  <a16:creationId xmlns:a16="http://schemas.microsoft.com/office/drawing/2014/main" id="{A0234128-8D4B-5A23-1327-9342E4BC35D9}"/>
                </a:ext>
              </a:extLst>
            </p:cNvPr>
            <p:cNvGrpSpPr/>
            <p:nvPr/>
          </p:nvGrpSpPr>
          <p:grpSpPr>
            <a:xfrm>
              <a:off x="7894507" y="3172316"/>
              <a:ext cx="4297493" cy="1304616"/>
              <a:chOff x="7894507" y="560614"/>
              <a:chExt cx="4297493" cy="1304616"/>
            </a:xfrm>
          </p:grpSpPr>
          <p:sp>
            <p:nvSpPr>
              <p:cNvPr id="325" name="Rectangle 324">
                <a:extLst>
                  <a:ext uri="{FF2B5EF4-FFF2-40B4-BE49-F238E27FC236}">
                    <a16:creationId xmlns:a16="http://schemas.microsoft.com/office/drawing/2014/main" id="{5BFF1053-B9B6-D749-542E-9B3789A93EA9}"/>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26" name="Group 325">
                <a:extLst>
                  <a:ext uri="{FF2B5EF4-FFF2-40B4-BE49-F238E27FC236}">
                    <a16:creationId xmlns:a16="http://schemas.microsoft.com/office/drawing/2014/main" id="{31DF5158-E24F-BB31-2566-02E5845953B6}"/>
                  </a:ext>
                </a:extLst>
              </p:cNvPr>
              <p:cNvGrpSpPr/>
              <p:nvPr/>
            </p:nvGrpSpPr>
            <p:grpSpPr>
              <a:xfrm>
                <a:off x="7930586" y="614285"/>
                <a:ext cx="3353441" cy="1177732"/>
                <a:chOff x="7930586" y="614285"/>
                <a:chExt cx="3353441" cy="1177732"/>
              </a:xfrm>
            </p:grpSpPr>
            <p:sp>
              <p:nvSpPr>
                <p:cNvPr id="327" name="TextBox 326">
                  <a:extLst>
                    <a:ext uri="{FF2B5EF4-FFF2-40B4-BE49-F238E27FC236}">
                      <a16:creationId xmlns:a16="http://schemas.microsoft.com/office/drawing/2014/main" id="{CAD928A8-9E92-FC17-EDA3-9D49723897A1}"/>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sp>
              <p:nvSpPr>
                <p:cNvPr id="329" name="TextBox 328">
                  <a:extLst>
                    <a:ext uri="{FF2B5EF4-FFF2-40B4-BE49-F238E27FC236}">
                      <a16:creationId xmlns:a16="http://schemas.microsoft.com/office/drawing/2014/main" id="{452623DE-5A24-6DC7-588A-A7F0F4C665A9}"/>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330" name="TextBox 329">
                  <a:extLst>
                    <a:ext uri="{FF2B5EF4-FFF2-40B4-BE49-F238E27FC236}">
                      <a16:creationId xmlns:a16="http://schemas.microsoft.com/office/drawing/2014/main" id="{8D5DE72D-C474-8D8D-BD00-36F13489B56D}"/>
                    </a:ext>
                  </a:extLst>
                </p:cNvPr>
                <p:cNvSpPr txBox="1"/>
                <p:nvPr/>
              </p:nvSpPr>
              <p:spPr>
                <a:xfrm>
                  <a:off x="7930586" y="614285"/>
                  <a:ext cx="1826192" cy="646331"/>
                </a:xfrm>
                <a:prstGeom prst="rect">
                  <a:avLst/>
                </a:prstGeom>
                <a:noFill/>
              </p:spPr>
              <p:txBody>
                <a:bodyPr wrap="square" rtlCol="0">
                  <a:spAutoFit/>
                </a:bodyPr>
                <a:lstStyle/>
                <a:p>
                  <a:r>
                    <a:rPr lang="en-SG" b="1" dirty="0">
                      <a:solidFill>
                        <a:schemeClr val="tx2">
                          <a:lumMod val="50000"/>
                        </a:schemeClr>
                      </a:solidFill>
                    </a:rPr>
                    <a:t>Cirque Du Lune</a:t>
                  </a:r>
                </a:p>
                <a:p>
                  <a:endParaRPr lang="en-SG" b="1" dirty="0">
                    <a:solidFill>
                      <a:schemeClr val="tx2">
                        <a:lumMod val="50000"/>
                      </a:schemeClr>
                    </a:solidFill>
                  </a:endParaRPr>
                </a:p>
              </p:txBody>
            </p:sp>
            <p:sp>
              <p:nvSpPr>
                <p:cNvPr id="331" name="TextBox 330">
                  <a:extLst>
                    <a:ext uri="{FF2B5EF4-FFF2-40B4-BE49-F238E27FC236}">
                      <a16:creationId xmlns:a16="http://schemas.microsoft.com/office/drawing/2014/main" id="{D865C41E-64FB-149F-ABF9-F12C14DE1EF1}"/>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332" name="TextBox 331">
                  <a:extLst>
                    <a:ext uri="{FF2B5EF4-FFF2-40B4-BE49-F238E27FC236}">
                      <a16:creationId xmlns:a16="http://schemas.microsoft.com/office/drawing/2014/main" id="{BA0F1D5C-60DB-46D3-7CC2-47DC3B2668B9}"/>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12:00 PM</a:t>
                  </a:r>
                </a:p>
              </p:txBody>
            </p:sp>
            <p:sp>
              <p:nvSpPr>
                <p:cNvPr id="333" name="TextBox 332">
                  <a:extLst>
                    <a:ext uri="{FF2B5EF4-FFF2-40B4-BE49-F238E27FC236}">
                      <a16:creationId xmlns:a16="http://schemas.microsoft.com/office/drawing/2014/main" id="{26544387-3135-04A5-1FF7-8D31EEA83242}"/>
                    </a:ext>
                  </a:extLst>
                </p:cNvPr>
                <p:cNvSpPr txBox="1"/>
                <p:nvPr/>
              </p:nvSpPr>
              <p:spPr>
                <a:xfrm>
                  <a:off x="10046183" y="1449798"/>
                  <a:ext cx="1237844" cy="307777"/>
                </a:xfrm>
                <a:prstGeom prst="rect">
                  <a:avLst/>
                </a:prstGeom>
                <a:noFill/>
              </p:spPr>
              <p:txBody>
                <a:bodyPr wrap="square" rtlCol="0">
                  <a:spAutoFit/>
                </a:bodyPr>
                <a:lstStyle/>
                <a:p>
                  <a:r>
                    <a:rPr lang="en-SG" sz="1400" b="1" dirty="0">
                      <a:solidFill>
                        <a:schemeClr val="accent1"/>
                      </a:solidFill>
                    </a:rPr>
                    <a:t>Circus Circle</a:t>
                  </a:r>
                </a:p>
              </p:txBody>
            </p:sp>
          </p:grpSp>
        </p:grpSp>
        <p:pic>
          <p:nvPicPr>
            <p:cNvPr id="342" name="Picture 341">
              <a:extLst>
                <a:ext uri="{FF2B5EF4-FFF2-40B4-BE49-F238E27FC236}">
                  <a16:creationId xmlns:a16="http://schemas.microsoft.com/office/drawing/2014/main" id="{5470B0F9-E14C-269F-4CEE-717649E75064}"/>
                </a:ext>
              </a:extLst>
            </p:cNvPr>
            <p:cNvPicPr>
              <a:picLocks noChangeAspect="1"/>
            </p:cNvPicPr>
            <p:nvPr/>
          </p:nvPicPr>
          <p:blipFill>
            <a:blip r:embed="rId6"/>
            <a:stretch>
              <a:fillRect/>
            </a:stretch>
          </p:blipFill>
          <p:spPr>
            <a:xfrm>
              <a:off x="8417093" y="3594914"/>
              <a:ext cx="813824" cy="813824"/>
            </a:xfrm>
            <a:prstGeom prst="rect">
              <a:avLst/>
            </a:prstGeom>
          </p:spPr>
        </p:pic>
      </p:grpSp>
      <p:grpSp>
        <p:nvGrpSpPr>
          <p:cNvPr id="284" name="Group 283">
            <a:extLst>
              <a:ext uri="{FF2B5EF4-FFF2-40B4-BE49-F238E27FC236}">
                <a16:creationId xmlns:a16="http://schemas.microsoft.com/office/drawing/2014/main" id="{E7BDD71F-E7EC-1842-74CD-577E0D7F2283}"/>
              </a:ext>
            </a:extLst>
          </p:cNvPr>
          <p:cNvGrpSpPr/>
          <p:nvPr/>
        </p:nvGrpSpPr>
        <p:grpSpPr>
          <a:xfrm>
            <a:off x="4064481" y="3594815"/>
            <a:ext cx="3720247" cy="1331334"/>
            <a:chOff x="4205770" y="3536881"/>
            <a:chExt cx="3720247" cy="1331334"/>
          </a:xfrm>
        </p:grpSpPr>
        <p:grpSp>
          <p:nvGrpSpPr>
            <p:cNvPr id="267" name="Group 266">
              <a:extLst>
                <a:ext uri="{FF2B5EF4-FFF2-40B4-BE49-F238E27FC236}">
                  <a16:creationId xmlns:a16="http://schemas.microsoft.com/office/drawing/2014/main" id="{08764C3B-B769-DCD3-E8AA-EDC83687B7AE}"/>
                </a:ext>
              </a:extLst>
            </p:cNvPr>
            <p:cNvGrpSpPr/>
            <p:nvPr/>
          </p:nvGrpSpPr>
          <p:grpSpPr>
            <a:xfrm>
              <a:off x="4205770" y="3536881"/>
              <a:ext cx="3720247" cy="1331334"/>
              <a:chOff x="4100301" y="701538"/>
              <a:chExt cx="3720247" cy="1331334"/>
            </a:xfrm>
          </p:grpSpPr>
          <p:grpSp>
            <p:nvGrpSpPr>
              <p:cNvPr id="269" name="Group 268">
                <a:extLst>
                  <a:ext uri="{FF2B5EF4-FFF2-40B4-BE49-F238E27FC236}">
                    <a16:creationId xmlns:a16="http://schemas.microsoft.com/office/drawing/2014/main" id="{0A4E7607-6071-6719-E219-8229A4983CE2}"/>
                  </a:ext>
                </a:extLst>
              </p:cNvPr>
              <p:cNvGrpSpPr/>
              <p:nvPr/>
            </p:nvGrpSpPr>
            <p:grpSpPr>
              <a:xfrm>
                <a:off x="4100301" y="701538"/>
                <a:ext cx="3720247" cy="1331334"/>
                <a:chOff x="107367" y="676770"/>
                <a:chExt cx="3720247" cy="1331334"/>
              </a:xfrm>
            </p:grpSpPr>
            <p:grpSp>
              <p:nvGrpSpPr>
                <p:cNvPr id="271" name="Group 270">
                  <a:extLst>
                    <a:ext uri="{FF2B5EF4-FFF2-40B4-BE49-F238E27FC236}">
                      <a16:creationId xmlns:a16="http://schemas.microsoft.com/office/drawing/2014/main" id="{D0511BBE-BD5A-6A0B-C38D-41B063F43B0C}"/>
                    </a:ext>
                  </a:extLst>
                </p:cNvPr>
                <p:cNvGrpSpPr/>
                <p:nvPr/>
              </p:nvGrpSpPr>
              <p:grpSpPr>
                <a:xfrm>
                  <a:off x="107367" y="676770"/>
                  <a:ext cx="3720247" cy="1331334"/>
                  <a:chOff x="78866" y="1588072"/>
                  <a:chExt cx="3720247" cy="1331334"/>
                </a:xfrm>
              </p:grpSpPr>
              <p:sp>
                <p:nvSpPr>
                  <p:cNvPr id="273" name="Rectangle: Rounded Corners 272">
                    <a:extLst>
                      <a:ext uri="{FF2B5EF4-FFF2-40B4-BE49-F238E27FC236}">
                        <a16:creationId xmlns:a16="http://schemas.microsoft.com/office/drawing/2014/main" id="{2974C8E3-F2CA-5243-610B-4FF13A779828}"/>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a:t>`</a:t>
                    </a:r>
                    <a:endParaRPr lang="en-SG" dirty="0"/>
                  </a:p>
                </p:txBody>
              </p:sp>
              <p:grpSp>
                <p:nvGrpSpPr>
                  <p:cNvPr id="274" name="Group 273">
                    <a:extLst>
                      <a:ext uri="{FF2B5EF4-FFF2-40B4-BE49-F238E27FC236}">
                        <a16:creationId xmlns:a16="http://schemas.microsoft.com/office/drawing/2014/main" id="{5B42C617-68E2-AFD0-0029-7404CD64D82B}"/>
                      </a:ext>
                    </a:extLst>
                  </p:cNvPr>
                  <p:cNvGrpSpPr/>
                  <p:nvPr/>
                </p:nvGrpSpPr>
                <p:grpSpPr>
                  <a:xfrm>
                    <a:off x="159359" y="1612729"/>
                    <a:ext cx="3639754" cy="1261118"/>
                    <a:chOff x="159359" y="1612729"/>
                    <a:chExt cx="3639754" cy="1261118"/>
                  </a:xfrm>
                </p:grpSpPr>
                <p:sp>
                  <p:nvSpPr>
                    <p:cNvPr id="275" name="TextBox 274">
                      <a:extLst>
                        <a:ext uri="{FF2B5EF4-FFF2-40B4-BE49-F238E27FC236}">
                          <a16:creationId xmlns:a16="http://schemas.microsoft.com/office/drawing/2014/main" id="{3900F36A-A8B5-36C1-2C4F-6C8E83E39C08}"/>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76" name="Group 275">
                      <a:extLst>
                        <a:ext uri="{FF2B5EF4-FFF2-40B4-BE49-F238E27FC236}">
                          <a16:creationId xmlns:a16="http://schemas.microsoft.com/office/drawing/2014/main" id="{B7D5E36F-6858-3596-F77C-1A9E77CA2BCC}"/>
                        </a:ext>
                      </a:extLst>
                    </p:cNvPr>
                    <p:cNvGrpSpPr/>
                    <p:nvPr/>
                  </p:nvGrpSpPr>
                  <p:grpSpPr>
                    <a:xfrm>
                      <a:off x="159359" y="1612729"/>
                      <a:ext cx="2971657" cy="1261118"/>
                      <a:chOff x="159359" y="1612729"/>
                      <a:chExt cx="2971657" cy="1261118"/>
                    </a:xfrm>
                  </p:grpSpPr>
                  <p:sp>
                    <p:nvSpPr>
                      <p:cNvPr id="277" name="TextBox 276">
                        <a:extLst>
                          <a:ext uri="{FF2B5EF4-FFF2-40B4-BE49-F238E27FC236}">
                            <a16:creationId xmlns:a16="http://schemas.microsoft.com/office/drawing/2014/main" id="{C7563D7F-E339-6BC3-FD21-BC85BAEE00AD}"/>
                          </a:ext>
                        </a:extLst>
                      </p:cNvPr>
                      <p:cNvSpPr txBox="1"/>
                      <p:nvPr/>
                    </p:nvSpPr>
                    <p:spPr>
                      <a:xfrm>
                        <a:off x="159359" y="1612729"/>
                        <a:ext cx="1556953" cy="369332"/>
                      </a:xfrm>
                      <a:prstGeom prst="rect">
                        <a:avLst/>
                      </a:prstGeom>
                      <a:noFill/>
                    </p:spPr>
                    <p:txBody>
                      <a:bodyPr wrap="square" rtlCol="0">
                        <a:spAutoFit/>
                      </a:bodyPr>
                      <a:lstStyle/>
                      <a:p>
                        <a:r>
                          <a:rPr lang="en-SG" b="1" dirty="0">
                            <a:solidFill>
                              <a:schemeClr val="tx2">
                                <a:lumMod val="50000"/>
                              </a:schemeClr>
                            </a:solidFill>
                          </a:rPr>
                          <a:t>Bakes n Love</a:t>
                        </a:r>
                      </a:p>
                    </p:txBody>
                  </p:sp>
                  <p:sp>
                    <p:nvSpPr>
                      <p:cNvPr id="278" name="TextBox 277">
                        <a:extLst>
                          <a:ext uri="{FF2B5EF4-FFF2-40B4-BE49-F238E27FC236}">
                            <a16:creationId xmlns:a16="http://schemas.microsoft.com/office/drawing/2014/main" id="{BC38E52A-91ED-D18F-D201-638749E57833}"/>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79" name="TextBox 278">
                        <a:extLst>
                          <a:ext uri="{FF2B5EF4-FFF2-40B4-BE49-F238E27FC236}">
                            <a16:creationId xmlns:a16="http://schemas.microsoft.com/office/drawing/2014/main" id="{53E7C67B-6427-3C8F-F4C9-0EE692AC9F90}"/>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&lt;1 min</a:t>
                        </a:r>
                      </a:p>
                    </p:txBody>
                  </p:sp>
                </p:grpSp>
              </p:grpSp>
            </p:grpSp>
            <p:sp>
              <p:nvSpPr>
                <p:cNvPr id="272" name="TextBox 271">
                  <a:extLst>
                    <a:ext uri="{FF2B5EF4-FFF2-40B4-BE49-F238E27FC236}">
                      <a16:creationId xmlns:a16="http://schemas.microsoft.com/office/drawing/2014/main" id="{B6A5CD5B-91BA-1C77-68F6-463FB6940996}"/>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270" name="Picture 269" descr="A green person silhouette on a black background&#10;&#10;AI-generated content may be incorrect.">
                <a:extLst>
                  <a:ext uri="{FF2B5EF4-FFF2-40B4-BE49-F238E27FC236}">
                    <a16:creationId xmlns:a16="http://schemas.microsoft.com/office/drawing/2014/main" id="{77A5D074-0412-1E5B-0109-9FD6D82580A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283" name="Picture 282">
              <a:extLst>
                <a:ext uri="{FF2B5EF4-FFF2-40B4-BE49-F238E27FC236}">
                  <a16:creationId xmlns:a16="http://schemas.microsoft.com/office/drawing/2014/main" id="{1ED908F4-59A1-585A-2C73-763CDF0B3F27}"/>
                </a:ext>
              </a:extLst>
            </p:cNvPr>
            <p:cNvPicPr>
              <a:picLocks noChangeAspect="1"/>
            </p:cNvPicPr>
            <p:nvPr/>
          </p:nvPicPr>
          <p:blipFill>
            <a:blip r:embed="rId8"/>
            <a:stretch>
              <a:fillRect/>
            </a:stretch>
          </p:blipFill>
          <p:spPr>
            <a:xfrm>
              <a:off x="4788294" y="4008502"/>
              <a:ext cx="724368" cy="724368"/>
            </a:xfrm>
            <a:prstGeom prst="rect">
              <a:avLst/>
            </a:prstGeom>
          </p:spPr>
        </p:pic>
      </p:grpSp>
      <p:grpSp>
        <p:nvGrpSpPr>
          <p:cNvPr id="246" name="Group 245">
            <a:extLst>
              <a:ext uri="{FF2B5EF4-FFF2-40B4-BE49-F238E27FC236}">
                <a16:creationId xmlns:a16="http://schemas.microsoft.com/office/drawing/2014/main" id="{DBDC25B4-024D-F65A-D065-1B9E9A0BE82F}"/>
              </a:ext>
            </a:extLst>
          </p:cNvPr>
          <p:cNvGrpSpPr/>
          <p:nvPr/>
        </p:nvGrpSpPr>
        <p:grpSpPr>
          <a:xfrm>
            <a:off x="107367" y="2156298"/>
            <a:ext cx="3720247" cy="1331334"/>
            <a:chOff x="107367" y="3598419"/>
            <a:chExt cx="3720247" cy="1331334"/>
          </a:xfrm>
        </p:grpSpPr>
        <p:grpSp>
          <p:nvGrpSpPr>
            <p:cNvPr id="245" name="Group 244">
              <a:extLst>
                <a:ext uri="{FF2B5EF4-FFF2-40B4-BE49-F238E27FC236}">
                  <a16:creationId xmlns:a16="http://schemas.microsoft.com/office/drawing/2014/main" id="{CA8E4642-66C4-17A5-2F3E-AD9792E59E15}"/>
                </a:ext>
              </a:extLst>
            </p:cNvPr>
            <p:cNvGrpSpPr/>
            <p:nvPr/>
          </p:nvGrpSpPr>
          <p:grpSpPr>
            <a:xfrm>
              <a:off x="107367" y="3598419"/>
              <a:ext cx="3720247" cy="1331334"/>
              <a:chOff x="107367" y="3598419"/>
              <a:chExt cx="3720247" cy="1331334"/>
            </a:xfrm>
          </p:grpSpPr>
          <p:grpSp>
            <p:nvGrpSpPr>
              <p:cNvPr id="225" name="Group 224">
                <a:extLst>
                  <a:ext uri="{FF2B5EF4-FFF2-40B4-BE49-F238E27FC236}">
                    <a16:creationId xmlns:a16="http://schemas.microsoft.com/office/drawing/2014/main" id="{34B85C31-7D5C-71A7-E2CE-940D068FDB40}"/>
                  </a:ext>
                </a:extLst>
              </p:cNvPr>
              <p:cNvGrpSpPr/>
              <p:nvPr/>
            </p:nvGrpSpPr>
            <p:grpSpPr>
              <a:xfrm>
                <a:off x="107367" y="3598419"/>
                <a:ext cx="3720247" cy="1331334"/>
                <a:chOff x="4100301" y="701538"/>
                <a:chExt cx="3720247" cy="1331334"/>
              </a:xfrm>
            </p:grpSpPr>
            <p:grpSp>
              <p:nvGrpSpPr>
                <p:cNvPr id="227" name="Group 226">
                  <a:extLst>
                    <a:ext uri="{FF2B5EF4-FFF2-40B4-BE49-F238E27FC236}">
                      <a16:creationId xmlns:a16="http://schemas.microsoft.com/office/drawing/2014/main" id="{1AB646BD-E6D8-B20F-5829-1643D9402063}"/>
                    </a:ext>
                  </a:extLst>
                </p:cNvPr>
                <p:cNvGrpSpPr/>
                <p:nvPr/>
              </p:nvGrpSpPr>
              <p:grpSpPr>
                <a:xfrm>
                  <a:off x="4100301" y="701538"/>
                  <a:ext cx="3720247" cy="1331334"/>
                  <a:chOff x="107367" y="676770"/>
                  <a:chExt cx="3720247" cy="1331334"/>
                </a:xfrm>
              </p:grpSpPr>
              <p:grpSp>
                <p:nvGrpSpPr>
                  <p:cNvPr id="229" name="Group 228">
                    <a:extLst>
                      <a:ext uri="{FF2B5EF4-FFF2-40B4-BE49-F238E27FC236}">
                        <a16:creationId xmlns:a16="http://schemas.microsoft.com/office/drawing/2014/main" id="{CBCAF9C5-57F5-9FC1-14FD-F49335203065}"/>
                      </a:ext>
                    </a:extLst>
                  </p:cNvPr>
                  <p:cNvGrpSpPr/>
                  <p:nvPr/>
                </p:nvGrpSpPr>
                <p:grpSpPr>
                  <a:xfrm>
                    <a:off x="107367" y="676770"/>
                    <a:ext cx="3720247" cy="1331334"/>
                    <a:chOff x="78866" y="1588072"/>
                    <a:chExt cx="3720247" cy="1331334"/>
                  </a:xfrm>
                </p:grpSpPr>
                <p:sp>
                  <p:nvSpPr>
                    <p:cNvPr id="231" name="Rectangle: Rounded Corners 230">
                      <a:extLst>
                        <a:ext uri="{FF2B5EF4-FFF2-40B4-BE49-F238E27FC236}">
                          <a16:creationId xmlns:a16="http://schemas.microsoft.com/office/drawing/2014/main" id="{12E54E61-E3AC-3644-ADC3-FC72613010EC}"/>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232" name="Group 231">
                      <a:extLst>
                        <a:ext uri="{FF2B5EF4-FFF2-40B4-BE49-F238E27FC236}">
                          <a16:creationId xmlns:a16="http://schemas.microsoft.com/office/drawing/2014/main" id="{088B765B-2C11-7B5A-B7E7-8E5A96829141}"/>
                        </a:ext>
                      </a:extLst>
                    </p:cNvPr>
                    <p:cNvGrpSpPr/>
                    <p:nvPr/>
                  </p:nvGrpSpPr>
                  <p:grpSpPr>
                    <a:xfrm>
                      <a:off x="155765" y="1613114"/>
                      <a:ext cx="3643348" cy="1260733"/>
                      <a:chOff x="155765" y="1613114"/>
                      <a:chExt cx="3643348" cy="1260733"/>
                    </a:xfrm>
                  </p:grpSpPr>
                  <p:sp>
                    <p:nvSpPr>
                      <p:cNvPr id="233" name="TextBox 232">
                        <a:extLst>
                          <a:ext uri="{FF2B5EF4-FFF2-40B4-BE49-F238E27FC236}">
                            <a16:creationId xmlns:a16="http://schemas.microsoft.com/office/drawing/2014/main" id="{0EC6EDFA-683D-7CF8-1D30-5E330DE2C87A}"/>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34" name="Group 233">
                        <a:extLst>
                          <a:ext uri="{FF2B5EF4-FFF2-40B4-BE49-F238E27FC236}">
                            <a16:creationId xmlns:a16="http://schemas.microsoft.com/office/drawing/2014/main" id="{22D83B98-441B-F5FF-E576-FA337305D5E1}"/>
                          </a:ext>
                        </a:extLst>
                      </p:cNvPr>
                      <p:cNvGrpSpPr/>
                      <p:nvPr/>
                    </p:nvGrpSpPr>
                    <p:grpSpPr>
                      <a:xfrm>
                        <a:off x="155765" y="1613114"/>
                        <a:ext cx="2975251" cy="1260733"/>
                        <a:chOff x="155765" y="1613114"/>
                        <a:chExt cx="2975251" cy="1260733"/>
                      </a:xfrm>
                    </p:grpSpPr>
                    <p:sp>
                      <p:nvSpPr>
                        <p:cNvPr id="235" name="TextBox 234">
                          <a:extLst>
                            <a:ext uri="{FF2B5EF4-FFF2-40B4-BE49-F238E27FC236}">
                              <a16:creationId xmlns:a16="http://schemas.microsoft.com/office/drawing/2014/main" id="{68B6433F-96BB-6EDB-19DD-24363027A02C}"/>
                            </a:ext>
                          </a:extLst>
                        </p:cNvPr>
                        <p:cNvSpPr txBox="1"/>
                        <p:nvPr/>
                      </p:nvSpPr>
                      <p:spPr>
                        <a:xfrm>
                          <a:off x="155765" y="1613114"/>
                          <a:ext cx="1927117" cy="369332"/>
                        </a:xfrm>
                        <a:prstGeom prst="rect">
                          <a:avLst/>
                        </a:prstGeom>
                        <a:noFill/>
                      </p:spPr>
                      <p:txBody>
                        <a:bodyPr wrap="square" rtlCol="0">
                          <a:spAutoFit/>
                        </a:bodyPr>
                        <a:lstStyle/>
                        <a:p>
                          <a:r>
                            <a:rPr lang="en-SG" b="1" dirty="0">
                              <a:solidFill>
                                <a:schemeClr val="tx2">
                                  <a:lumMod val="50000"/>
                                </a:schemeClr>
                              </a:solidFill>
                            </a:rPr>
                            <a:t>Merry Go Round</a:t>
                          </a:r>
                        </a:p>
                      </p:txBody>
                    </p:sp>
                    <p:sp>
                      <p:nvSpPr>
                        <p:cNvPr id="236" name="TextBox 235">
                          <a:extLst>
                            <a:ext uri="{FF2B5EF4-FFF2-40B4-BE49-F238E27FC236}">
                              <a16:creationId xmlns:a16="http://schemas.microsoft.com/office/drawing/2014/main" id="{EE6ECAA8-4FE2-4B2D-E2C3-42FB9566BB1A}"/>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37" name="TextBox 236">
                          <a:extLst>
                            <a:ext uri="{FF2B5EF4-FFF2-40B4-BE49-F238E27FC236}">
                              <a16:creationId xmlns:a16="http://schemas.microsoft.com/office/drawing/2014/main" id="{F87DE127-249F-191D-D47D-4E0CBEB6EE04}"/>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~10 mins</a:t>
                          </a:r>
                        </a:p>
                      </p:txBody>
                    </p:sp>
                  </p:grpSp>
                </p:grpSp>
              </p:grpSp>
              <p:sp>
                <p:nvSpPr>
                  <p:cNvPr id="230" name="TextBox 229">
                    <a:extLst>
                      <a:ext uri="{FF2B5EF4-FFF2-40B4-BE49-F238E27FC236}">
                        <a16:creationId xmlns:a16="http://schemas.microsoft.com/office/drawing/2014/main" id="{0E31BE75-870B-A8A7-D2DD-905DEFE1B570}"/>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228" name="Picture 227" descr="A green person silhouette on a black background&#10;&#10;AI-generated content may be incorrect.">
                  <a:extLst>
                    <a:ext uri="{FF2B5EF4-FFF2-40B4-BE49-F238E27FC236}">
                      <a16:creationId xmlns:a16="http://schemas.microsoft.com/office/drawing/2014/main" id="{F8727AB3-7A78-1D96-CF94-87D21837F69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242" name="Picture 241">
                <a:extLst>
                  <a:ext uri="{FF2B5EF4-FFF2-40B4-BE49-F238E27FC236}">
                    <a16:creationId xmlns:a16="http://schemas.microsoft.com/office/drawing/2014/main" id="{A2371C21-4412-DAA5-E1FF-A01D79386476}"/>
                  </a:ext>
                </a:extLst>
              </p:cNvPr>
              <p:cNvPicPr>
                <a:picLocks noChangeAspect="1"/>
              </p:cNvPicPr>
              <p:nvPr/>
            </p:nvPicPr>
            <p:blipFill>
              <a:blip r:embed="rId9"/>
              <a:stretch>
                <a:fillRect/>
              </a:stretch>
            </p:blipFill>
            <p:spPr>
              <a:xfrm>
                <a:off x="678545" y="4022645"/>
                <a:ext cx="782190" cy="782190"/>
              </a:xfrm>
              <a:prstGeom prst="rect">
                <a:avLst/>
              </a:prstGeom>
            </p:spPr>
          </p:pic>
        </p:grpSp>
        <p:pic>
          <p:nvPicPr>
            <p:cNvPr id="238" name="Picture 237" descr="A green person silhouette on a black background&#10;&#10;AI-generated content may be incorrect.">
              <a:extLst>
                <a:ext uri="{FF2B5EF4-FFF2-40B4-BE49-F238E27FC236}">
                  <a16:creationId xmlns:a16="http://schemas.microsoft.com/office/drawing/2014/main" id="{DA7BA7B5-537A-B63B-26F9-01D6A2FA87E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03386" y="3912607"/>
              <a:ext cx="449084" cy="449084"/>
            </a:xfrm>
            <a:prstGeom prst="rect">
              <a:avLst/>
            </a:prstGeom>
          </p:spPr>
        </p:pic>
      </p:grpSp>
      <p:sp>
        <p:nvSpPr>
          <p:cNvPr id="205" name="Rectangle 204">
            <a:extLst>
              <a:ext uri="{FF2B5EF4-FFF2-40B4-BE49-F238E27FC236}">
                <a16:creationId xmlns:a16="http://schemas.microsoft.com/office/drawing/2014/main" id="{9021BDFB-E08C-0ECF-5777-049493AE69C2}"/>
              </a:ext>
            </a:extLst>
          </p:cNvPr>
          <p:cNvSpPr/>
          <p:nvPr/>
        </p:nvSpPr>
        <p:spPr>
          <a:xfrm>
            <a:off x="3216648" y="421166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5" name="TextBox 84">
            <a:extLst>
              <a:ext uri="{FF2B5EF4-FFF2-40B4-BE49-F238E27FC236}">
                <a16:creationId xmlns:a16="http://schemas.microsoft.com/office/drawing/2014/main" id="{555A9C3C-F5D9-B324-1159-452F6D702279}"/>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11:01 AM</a:t>
            </a:r>
          </a:p>
        </p:txBody>
      </p:sp>
      <p:grpSp>
        <p:nvGrpSpPr>
          <p:cNvPr id="194" name="Group 193">
            <a:extLst>
              <a:ext uri="{FF2B5EF4-FFF2-40B4-BE49-F238E27FC236}">
                <a16:creationId xmlns:a16="http://schemas.microsoft.com/office/drawing/2014/main" id="{97F52FB8-2511-261B-3DDA-00BB104AAC3F}"/>
              </a:ext>
            </a:extLst>
          </p:cNvPr>
          <p:cNvGrpSpPr/>
          <p:nvPr/>
        </p:nvGrpSpPr>
        <p:grpSpPr>
          <a:xfrm>
            <a:off x="107367" y="689416"/>
            <a:ext cx="3720247" cy="1331334"/>
            <a:chOff x="107367" y="2142193"/>
            <a:chExt cx="3720247" cy="1331334"/>
          </a:xfrm>
        </p:grpSpPr>
        <p:grpSp>
          <p:nvGrpSpPr>
            <p:cNvPr id="94" name="Group 93">
              <a:extLst>
                <a:ext uri="{FF2B5EF4-FFF2-40B4-BE49-F238E27FC236}">
                  <a16:creationId xmlns:a16="http://schemas.microsoft.com/office/drawing/2014/main" id="{33437D9B-C6C4-21F8-9B69-EE94E7FD1824}"/>
                </a:ext>
              </a:extLst>
            </p:cNvPr>
            <p:cNvGrpSpPr/>
            <p:nvPr/>
          </p:nvGrpSpPr>
          <p:grpSpPr>
            <a:xfrm>
              <a:off x="107367" y="2142193"/>
              <a:ext cx="3720247" cy="1331334"/>
              <a:chOff x="107367" y="2142193"/>
              <a:chExt cx="3720247" cy="1331334"/>
            </a:xfrm>
          </p:grpSpPr>
          <p:grpSp>
            <p:nvGrpSpPr>
              <p:cNvPr id="69" name="Group 68">
                <a:extLst>
                  <a:ext uri="{FF2B5EF4-FFF2-40B4-BE49-F238E27FC236}">
                    <a16:creationId xmlns:a16="http://schemas.microsoft.com/office/drawing/2014/main" id="{108628D2-37E6-2F74-0694-320F6D5A64FD}"/>
                  </a:ext>
                </a:extLst>
              </p:cNvPr>
              <p:cNvGrpSpPr/>
              <p:nvPr/>
            </p:nvGrpSpPr>
            <p:grpSpPr>
              <a:xfrm>
                <a:off x="107367" y="2142193"/>
                <a:ext cx="3720247" cy="1331334"/>
                <a:chOff x="107366" y="2104595"/>
                <a:chExt cx="3720247" cy="1331334"/>
              </a:xfrm>
            </p:grpSpPr>
            <p:grpSp>
              <p:nvGrpSpPr>
                <p:cNvPr id="34" name="Group 33">
                  <a:extLst>
                    <a:ext uri="{FF2B5EF4-FFF2-40B4-BE49-F238E27FC236}">
                      <a16:creationId xmlns:a16="http://schemas.microsoft.com/office/drawing/2014/main" id="{791C394D-4505-4C84-B445-0D3C6BB96BC4}"/>
                    </a:ext>
                  </a:extLst>
                </p:cNvPr>
                <p:cNvGrpSpPr/>
                <p:nvPr/>
              </p:nvGrpSpPr>
              <p:grpSpPr>
                <a:xfrm>
                  <a:off x="107366" y="2104595"/>
                  <a:ext cx="3720247" cy="1331334"/>
                  <a:chOff x="78866" y="1588072"/>
                  <a:chExt cx="3720247" cy="1331334"/>
                </a:xfrm>
              </p:grpSpPr>
              <p:sp>
                <p:nvSpPr>
                  <p:cNvPr id="35" name="Rectangle: Rounded Corners 34">
                    <a:extLst>
                      <a:ext uri="{FF2B5EF4-FFF2-40B4-BE49-F238E27FC236}">
                        <a16:creationId xmlns:a16="http://schemas.microsoft.com/office/drawing/2014/main" id="{5223C738-A92D-7187-60DB-502980BDF305}"/>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36" name="Group 35">
                    <a:extLst>
                      <a:ext uri="{FF2B5EF4-FFF2-40B4-BE49-F238E27FC236}">
                        <a16:creationId xmlns:a16="http://schemas.microsoft.com/office/drawing/2014/main" id="{99E817EB-10B3-CB70-59A9-78950E26680F}"/>
                      </a:ext>
                    </a:extLst>
                  </p:cNvPr>
                  <p:cNvGrpSpPr/>
                  <p:nvPr/>
                </p:nvGrpSpPr>
                <p:grpSpPr>
                  <a:xfrm>
                    <a:off x="173207" y="1610398"/>
                    <a:ext cx="3625906" cy="1263449"/>
                    <a:chOff x="173207" y="1610398"/>
                    <a:chExt cx="3625906" cy="1263449"/>
                  </a:xfrm>
                </p:grpSpPr>
                <p:sp>
                  <p:nvSpPr>
                    <p:cNvPr id="37" name="TextBox 36">
                      <a:extLst>
                        <a:ext uri="{FF2B5EF4-FFF2-40B4-BE49-F238E27FC236}">
                          <a16:creationId xmlns:a16="http://schemas.microsoft.com/office/drawing/2014/main" id="{F99AA456-4D00-A312-4C78-D85F12836BD9}"/>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38" name="Group 37">
                      <a:extLst>
                        <a:ext uri="{FF2B5EF4-FFF2-40B4-BE49-F238E27FC236}">
                          <a16:creationId xmlns:a16="http://schemas.microsoft.com/office/drawing/2014/main" id="{31D81F43-8286-A531-F078-21271673A2A9}"/>
                        </a:ext>
                      </a:extLst>
                    </p:cNvPr>
                    <p:cNvGrpSpPr/>
                    <p:nvPr/>
                  </p:nvGrpSpPr>
                  <p:grpSpPr>
                    <a:xfrm>
                      <a:off x="173207" y="1610398"/>
                      <a:ext cx="2957809" cy="1263449"/>
                      <a:chOff x="173207" y="1610398"/>
                      <a:chExt cx="2957809" cy="1263449"/>
                    </a:xfrm>
                  </p:grpSpPr>
                  <p:sp>
                    <p:nvSpPr>
                      <p:cNvPr id="40" name="TextBox 39">
                        <a:extLst>
                          <a:ext uri="{FF2B5EF4-FFF2-40B4-BE49-F238E27FC236}">
                            <a16:creationId xmlns:a16="http://schemas.microsoft.com/office/drawing/2014/main" id="{8951E38B-EE4C-6CAB-40C8-62CECEB52D7E}"/>
                          </a:ext>
                        </a:extLst>
                      </p:cNvPr>
                      <p:cNvSpPr txBox="1"/>
                      <p:nvPr/>
                    </p:nvSpPr>
                    <p:spPr>
                      <a:xfrm>
                        <a:off x="173207" y="1610398"/>
                        <a:ext cx="1102790" cy="369332"/>
                      </a:xfrm>
                      <a:prstGeom prst="rect">
                        <a:avLst/>
                      </a:prstGeom>
                      <a:noFill/>
                    </p:spPr>
                    <p:txBody>
                      <a:bodyPr wrap="square" rtlCol="0">
                        <a:spAutoFit/>
                      </a:bodyPr>
                      <a:lstStyle/>
                      <a:p>
                        <a:r>
                          <a:rPr lang="en-SG" b="1" dirty="0">
                            <a:solidFill>
                              <a:schemeClr val="tx2">
                                <a:lumMod val="50000"/>
                              </a:schemeClr>
                            </a:solidFill>
                          </a:rPr>
                          <a:t>Typhoon</a:t>
                        </a:r>
                      </a:p>
                    </p:txBody>
                  </p:sp>
                  <p:sp>
                    <p:nvSpPr>
                      <p:cNvPr id="43" name="TextBox 42">
                        <a:extLst>
                          <a:ext uri="{FF2B5EF4-FFF2-40B4-BE49-F238E27FC236}">
                            <a16:creationId xmlns:a16="http://schemas.microsoft.com/office/drawing/2014/main" id="{57B7A22A-1A51-E3F6-9D64-0EE0B3732518}"/>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48" name="TextBox 47">
                        <a:extLst>
                          <a:ext uri="{FF2B5EF4-FFF2-40B4-BE49-F238E27FC236}">
                            <a16:creationId xmlns:a16="http://schemas.microsoft.com/office/drawing/2014/main" id="{CC150393-0F2B-D9FD-9F63-7A4F9467F31C}"/>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3"/>
                            </a:solidFill>
                          </a:rPr>
                          <a:t>~ 25 mins</a:t>
                        </a:r>
                      </a:p>
                    </p:txBody>
                  </p:sp>
                </p:grpSp>
              </p:grpSp>
            </p:grpSp>
            <p:pic>
              <p:nvPicPr>
                <p:cNvPr id="68" name="Picture 67" descr="A yellow person silhouette on a black background&#10;&#10;AI-generated content may be incorrect.">
                  <a:extLst>
                    <a:ext uri="{FF2B5EF4-FFF2-40B4-BE49-F238E27FC236}">
                      <a16:creationId xmlns:a16="http://schemas.microsoft.com/office/drawing/2014/main" id="{B8487CC1-706D-5B6F-3F03-F6F92AB5CCB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71468" y="2412758"/>
                  <a:ext cx="449085" cy="449085"/>
                </a:xfrm>
                <a:prstGeom prst="rect">
                  <a:avLst/>
                </a:prstGeom>
              </p:spPr>
            </p:pic>
            <p:pic>
              <p:nvPicPr>
                <p:cNvPr id="67" name="Picture 66" descr="A yellow person silhouette on a black background&#10;&#10;AI-generated content may be incorrect.">
                  <a:extLst>
                    <a:ext uri="{FF2B5EF4-FFF2-40B4-BE49-F238E27FC236}">
                      <a16:creationId xmlns:a16="http://schemas.microsoft.com/office/drawing/2014/main" id="{99FBFB4A-427C-A593-3033-AA86C18C997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96732" y="2415898"/>
                  <a:ext cx="449085" cy="449085"/>
                </a:xfrm>
                <a:prstGeom prst="rect">
                  <a:avLst/>
                </a:prstGeom>
              </p:spPr>
            </p:pic>
            <p:pic>
              <p:nvPicPr>
                <p:cNvPr id="21" name="Picture 20" descr="A yellow person silhouette on a black background&#10;&#10;AI-generated content may be incorrect.">
                  <a:extLst>
                    <a:ext uri="{FF2B5EF4-FFF2-40B4-BE49-F238E27FC236}">
                      <a16:creationId xmlns:a16="http://schemas.microsoft.com/office/drawing/2014/main" id="{C9DEC659-617F-F7D9-AD63-65A00EAAE80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24044" y="2415900"/>
                  <a:ext cx="449085" cy="449085"/>
                </a:xfrm>
                <a:prstGeom prst="rect">
                  <a:avLst/>
                </a:prstGeom>
              </p:spPr>
            </p:pic>
          </p:grpSp>
          <p:sp>
            <p:nvSpPr>
              <p:cNvPr id="92" name="TextBox 91">
                <a:extLst>
                  <a:ext uri="{FF2B5EF4-FFF2-40B4-BE49-F238E27FC236}">
                    <a16:creationId xmlns:a16="http://schemas.microsoft.com/office/drawing/2014/main" id="{76737F59-FCD4-776A-4FED-2AD4BCB85F65}"/>
                  </a:ext>
                </a:extLst>
              </p:cNvPr>
              <p:cNvSpPr txBox="1"/>
              <p:nvPr/>
            </p:nvSpPr>
            <p:spPr>
              <a:xfrm>
                <a:off x="281771" y="2534198"/>
                <a:ext cx="1605062" cy="830265"/>
              </a:xfrm>
              <a:prstGeom prst="rect">
                <a:avLst/>
              </a:prstGeom>
              <a:noFill/>
              <a:ln>
                <a:solidFill>
                  <a:srgbClr val="2F3C7E"/>
                </a:solidFill>
              </a:ln>
            </p:spPr>
            <p:txBody>
              <a:bodyPr wrap="square" rtlCol="0">
                <a:spAutoFit/>
              </a:bodyPr>
              <a:lstStyle/>
              <a:p>
                <a:endParaRPr lang="en-SG" dirty="0"/>
              </a:p>
            </p:txBody>
          </p:sp>
        </p:grpSp>
        <p:pic>
          <p:nvPicPr>
            <p:cNvPr id="90" name="Picture 89">
              <a:extLst>
                <a:ext uri="{FF2B5EF4-FFF2-40B4-BE49-F238E27FC236}">
                  <a16:creationId xmlns:a16="http://schemas.microsoft.com/office/drawing/2014/main" id="{C6792B43-F566-1579-DB3A-FF782A4F30EB}"/>
                </a:ext>
              </a:extLst>
            </p:cNvPr>
            <p:cNvPicPr>
              <a:picLocks noChangeAspect="1"/>
            </p:cNvPicPr>
            <p:nvPr/>
          </p:nvPicPr>
          <p:blipFill>
            <a:blip r:embed="rId11"/>
            <a:stretch>
              <a:fillRect/>
            </a:stretch>
          </p:blipFill>
          <p:spPr>
            <a:xfrm>
              <a:off x="662055" y="2543705"/>
              <a:ext cx="852090" cy="814520"/>
            </a:xfrm>
            <a:prstGeom prst="rect">
              <a:avLst/>
            </a:prstGeom>
            <a:ln>
              <a:noFill/>
            </a:ln>
          </p:spPr>
        </p:pic>
      </p:grpSp>
      <p:grpSp>
        <p:nvGrpSpPr>
          <p:cNvPr id="191" name="Group 190">
            <a:extLst>
              <a:ext uri="{FF2B5EF4-FFF2-40B4-BE49-F238E27FC236}">
                <a16:creationId xmlns:a16="http://schemas.microsoft.com/office/drawing/2014/main" id="{98DC13BF-3FEF-BB18-18D9-99F3843DBBB4}"/>
              </a:ext>
            </a:extLst>
          </p:cNvPr>
          <p:cNvGrpSpPr/>
          <p:nvPr/>
        </p:nvGrpSpPr>
        <p:grpSpPr>
          <a:xfrm>
            <a:off x="4064481" y="2147454"/>
            <a:ext cx="3720247" cy="1331334"/>
            <a:chOff x="4100301" y="2166961"/>
            <a:chExt cx="3720247" cy="1331334"/>
          </a:xfrm>
        </p:grpSpPr>
        <p:grpSp>
          <p:nvGrpSpPr>
            <p:cNvPr id="149" name="Group 148">
              <a:extLst>
                <a:ext uri="{FF2B5EF4-FFF2-40B4-BE49-F238E27FC236}">
                  <a16:creationId xmlns:a16="http://schemas.microsoft.com/office/drawing/2014/main" id="{061D0B36-5DDE-8031-A00B-017349A34211}"/>
                </a:ext>
              </a:extLst>
            </p:cNvPr>
            <p:cNvGrpSpPr/>
            <p:nvPr/>
          </p:nvGrpSpPr>
          <p:grpSpPr>
            <a:xfrm>
              <a:off x="4100301" y="2166961"/>
              <a:ext cx="3720247" cy="1331334"/>
              <a:chOff x="4100301" y="701538"/>
              <a:chExt cx="3720247" cy="1331334"/>
            </a:xfrm>
          </p:grpSpPr>
          <p:grpSp>
            <p:nvGrpSpPr>
              <p:cNvPr id="150" name="Group 149">
                <a:extLst>
                  <a:ext uri="{FF2B5EF4-FFF2-40B4-BE49-F238E27FC236}">
                    <a16:creationId xmlns:a16="http://schemas.microsoft.com/office/drawing/2014/main" id="{D29DD477-161E-58FC-548D-8943F8D35C41}"/>
                  </a:ext>
                </a:extLst>
              </p:cNvPr>
              <p:cNvGrpSpPr/>
              <p:nvPr/>
            </p:nvGrpSpPr>
            <p:grpSpPr>
              <a:xfrm>
                <a:off x="4100301" y="701538"/>
                <a:ext cx="3720247" cy="1331334"/>
                <a:chOff x="107367" y="676770"/>
                <a:chExt cx="3720247" cy="1331334"/>
              </a:xfrm>
            </p:grpSpPr>
            <p:grpSp>
              <p:nvGrpSpPr>
                <p:cNvPr id="152" name="Group 151">
                  <a:extLst>
                    <a:ext uri="{FF2B5EF4-FFF2-40B4-BE49-F238E27FC236}">
                      <a16:creationId xmlns:a16="http://schemas.microsoft.com/office/drawing/2014/main" id="{40C0922F-385B-A3A8-86D9-2DF4A9BBA195}"/>
                    </a:ext>
                  </a:extLst>
                </p:cNvPr>
                <p:cNvGrpSpPr/>
                <p:nvPr/>
              </p:nvGrpSpPr>
              <p:grpSpPr>
                <a:xfrm>
                  <a:off x="107367" y="676770"/>
                  <a:ext cx="3720247" cy="1331334"/>
                  <a:chOff x="78866" y="1588072"/>
                  <a:chExt cx="3720247" cy="1331334"/>
                </a:xfrm>
              </p:grpSpPr>
              <p:sp>
                <p:nvSpPr>
                  <p:cNvPr id="154" name="Rectangle: Rounded Corners 153">
                    <a:extLst>
                      <a:ext uri="{FF2B5EF4-FFF2-40B4-BE49-F238E27FC236}">
                        <a16:creationId xmlns:a16="http://schemas.microsoft.com/office/drawing/2014/main" id="{F2E4F481-21BE-F2C9-FF15-5DA90C9C4B3E}"/>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155" name="Group 154">
                    <a:extLst>
                      <a:ext uri="{FF2B5EF4-FFF2-40B4-BE49-F238E27FC236}">
                        <a16:creationId xmlns:a16="http://schemas.microsoft.com/office/drawing/2014/main" id="{26D29100-6F1B-01E5-457D-AE35F9F7EFE9}"/>
                      </a:ext>
                    </a:extLst>
                  </p:cNvPr>
                  <p:cNvGrpSpPr/>
                  <p:nvPr/>
                </p:nvGrpSpPr>
                <p:grpSpPr>
                  <a:xfrm>
                    <a:off x="145454" y="1610398"/>
                    <a:ext cx="3653659" cy="1263449"/>
                    <a:chOff x="145454" y="1610398"/>
                    <a:chExt cx="3653659" cy="1263449"/>
                  </a:xfrm>
                </p:grpSpPr>
                <p:sp>
                  <p:nvSpPr>
                    <p:cNvPr id="156" name="TextBox 155">
                      <a:extLst>
                        <a:ext uri="{FF2B5EF4-FFF2-40B4-BE49-F238E27FC236}">
                          <a16:creationId xmlns:a16="http://schemas.microsoft.com/office/drawing/2014/main" id="{23BEBA4B-417C-98B2-3891-24CB22DC2FDA}"/>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157" name="Group 156">
                      <a:extLst>
                        <a:ext uri="{FF2B5EF4-FFF2-40B4-BE49-F238E27FC236}">
                          <a16:creationId xmlns:a16="http://schemas.microsoft.com/office/drawing/2014/main" id="{02650BE5-A200-3EE3-745F-B42804A2FF9C}"/>
                        </a:ext>
                      </a:extLst>
                    </p:cNvPr>
                    <p:cNvGrpSpPr/>
                    <p:nvPr/>
                  </p:nvGrpSpPr>
                  <p:grpSpPr>
                    <a:xfrm>
                      <a:off x="145454" y="1610398"/>
                      <a:ext cx="2985562" cy="1263449"/>
                      <a:chOff x="145454" y="1610398"/>
                      <a:chExt cx="2985562" cy="1263449"/>
                    </a:xfrm>
                  </p:grpSpPr>
                  <p:sp>
                    <p:nvSpPr>
                      <p:cNvPr id="158" name="TextBox 157">
                        <a:extLst>
                          <a:ext uri="{FF2B5EF4-FFF2-40B4-BE49-F238E27FC236}">
                            <a16:creationId xmlns:a16="http://schemas.microsoft.com/office/drawing/2014/main" id="{5AECEB60-92A1-CD93-70B2-4774FA174CB4}"/>
                          </a:ext>
                        </a:extLst>
                      </p:cNvPr>
                      <p:cNvSpPr txBox="1"/>
                      <p:nvPr/>
                    </p:nvSpPr>
                    <p:spPr>
                      <a:xfrm>
                        <a:off x="145454" y="1610398"/>
                        <a:ext cx="1437410" cy="369332"/>
                      </a:xfrm>
                      <a:prstGeom prst="rect">
                        <a:avLst/>
                      </a:prstGeom>
                      <a:noFill/>
                    </p:spPr>
                    <p:txBody>
                      <a:bodyPr wrap="square" rtlCol="0">
                        <a:spAutoFit/>
                      </a:bodyPr>
                      <a:lstStyle/>
                      <a:p>
                        <a:r>
                          <a:rPr lang="en-SG" b="1" dirty="0">
                            <a:solidFill>
                              <a:schemeClr val="tx2">
                                <a:lumMod val="50000"/>
                              </a:schemeClr>
                            </a:solidFill>
                          </a:rPr>
                          <a:t>Green Bites</a:t>
                        </a:r>
                      </a:p>
                    </p:txBody>
                  </p:sp>
                  <p:sp>
                    <p:nvSpPr>
                      <p:cNvPr id="159" name="TextBox 158">
                        <a:extLst>
                          <a:ext uri="{FF2B5EF4-FFF2-40B4-BE49-F238E27FC236}">
                            <a16:creationId xmlns:a16="http://schemas.microsoft.com/office/drawing/2014/main" id="{100A29AC-9148-ADD1-0B4D-134968C3D3CD}"/>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160" name="TextBox 159">
                        <a:extLst>
                          <a:ext uri="{FF2B5EF4-FFF2-40B4-BE49-F238E27FC236}">
                            <a16:creationId xmlns:a16="http://schemas.microsoft.com/office/drawing/2014/main" id="{EBD68220-33A2-2E7F-9077-B1F54BBB8576}"/>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 5 mins</a:t>
                        </a:r>
                      </a:p>
                    </p:txBody>
                  </p:sp>
                </p:grpSp>
              </p:grpSp>
            </p:grpSp>
            <p:sp>
              <p:nvSpPr>
                <p:cNvPr id="153" name="TextBox 152">
                  <a:extLst>
                    <a:ext uri="{FF2B5EF4-FFF2-40B4-BE49-F238E27FC236}">
                      <a16:creationId xmlns:a16="http://schemas.microsoft.com/office/drawing/2014/main" id="{F2BCEB97-75AF-E24F-38F1-8DA06B48AE8F}"/>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151" name="Picture 150" descr="A green person silhouette on a black background&#10;&#10;AI-generated content may be incorrect.">
                <a:extLst>
                  <a:ext uri="{FF2B5EF4-FFF2-40B4-BE49-F238E27FC236}">
                    <a16:creationId xmlns:a16="http://schemas.microsoft.com/office/drawing/2014/main" id="{4A08915F-0BC6-53B0-9D87-F4C239EF6C0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190" name="Picture 189">
              <a:extLst>
                <a:ext uri="{FF2B5EF4-FFF2-40B4-BE49-F238E27FC236}">
                  <a16:creationId xmlns:a16="http://schemas.microsoft.com/office/drawing/2014/main" id="{39FDD386-C0E3-CE4D-6E75-DE4094D8DDC0}"/>
                </a:ext>
              </a:extLst>
            </p:cNvPr>
            <p:cNvPicPr>
              <a:picLocks noChangeAspect="1"/>
            </p:cNvPicPr>
            <p:nvPr/>
          </p:nvPicPr>
          <p:blipFill>
            <a:blip r:embed="rId12"/>
            <a:stretch>
              <a:fillRect/>
            </a:stretch>
          </p:blipFill>
          <p:spPr>
            <a:xfrm>
              <a:off x="4788793" y="2790287"/>
              <a:ext cx="567938" cy="567938"/>
            </a:xfrm>
            <a:prstGeom prst="rect">
              <a:avLst/>
            </a:prstGeom>
          </p:spPr>
        </p:pic>
      </p:grpSp>
      <p:sp>
        <p:nvSpPr>
          <p:cNvPr id="204" name="Rectangle 203">
            <a:extLst>
              <a:ext uri="{FF2B5EF4-FFF2-40B4-BE49-F238E27FC236}">
                <a16:creationId xmlns:a16="http://schemas.microsoft.com/office/drawing/2014/main" id="{CCFE1DBF-53A5-F21E-4528-925843C631F2}"/>
              </a:ext>
            </a:extLst>
          </p:cNvPr>
          <p:cNvSpPr/>
          <p:nvPr/>
        </p:nvSpPr>
        <p:spPr>
          <a:xfrm>
            <a:off x="8973206" y="4211670"/>
            <a:ext cx="3216643" cy="2646330"/>
          </a:xfrm>
          <a:prstGeom prst="rect">
            <a:avLst/>
          </a:prstGeom>
          <a:solidFill>
            <a:schemeClr val="bg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70" name="Group 69">
            <a:extLst>
              <a:ext uri="{FF2B5EF4-FFF2-40B4-BE49-F238E27FC236}">
                <a16:creationId xmlns:a16="http://schemas.microsoft.com/office/drawing/2014/main" id="{9C0891B6-B887-F569-4A75-199370BE5602}"/>
              </a:ext>
            </a:extLst>
          </p:cNvPr>
          <p:cNvGrpSpPr/>
          <p:nvPr/>
        </p:nvGrpSpPr>
        <p:grpSpPr>
          <a:xfrm>
            <a:off x="143591" y="6086943"/>
            <a:ext cx="1808128" cy="523220"/>
            <a:chOff x="107750" y="5908742"/>
            <a:chExt cx="1890270" cy="541337"/>
          </a:xfrm>
        </p:grpSpPr>
        <p:sp>
          <p:nvSpPr>
            <p:cNvPr id="71" name="TextBox 70">
              <a:hlinkClick r:id="rId13" action="ppaction://hlinksldjump"/>
              <a:extLst>
                <a:ext uri="{FF2B5EF4-FFF2-40B4-BE49-F238E27FC236}">
                  <a16:creationId xmlns:a16="http://schemas.microsoft.com/office/drawing/2014/main" id="{FE871E5F-66D1-3175-D31B-2C2B0525EE04}"/>
                </a:ext>
              </a:extLst>
            </p:cNvPr>
            <p:cNvSpPr txBox="1"/>
            <p:nvPr userDrawn="1"/>
          </p:nvSpPr>
          <p:spPr>
            <a:xfrm>
              <a:off x="107750" y="5908742"/>
              <a:ext cx="1890270" cy="541337"/>
            </a:xfrm>
            <a:prstGeom prst="rect">
              <a:avLst/>
            </a:prstGeom>
            <a:noFill/>
            <a:ln w="12700">
              <a:solidFill>
                <a:srgbClr val="1C252E"/>
              </a:solidFill>
            </a:ln>
          </p:spPr>
          <p:txBody>
            <a:bodyPr wrap="square" rtlCol="0">
              <a:spAutoFit/>
            </a:bodyPr>
            <a:lstStyle/>
            <a:p>
              <a:r>
                <a:rPr lang="en-SG" sz="1400" dirty="0">
                  <a:solidFill>
                    <a:schemeClr val="tx2">
                      <a:lumMod val="50000"/>
                    </a:schemeClr>
                  </a:solidFill>
                </a:rPr>
                <a:t>Accessibility</a:t>
              </a:r>
            </a:p>
            <a:p>
              <a:r>
                <a:rPr lang="en-SG" sz="1400" dirty="0">
                  <a:solidFill>
                    <a:schemeClr val="tx2">
                      <a:lumMod val="50000"/>
                    </a:schemeClr>
                  </a:solidFill>
                </a:rPr>
                <a:t>Mode</a:t>
              </a:r>
            </a:p>
          </p:txBody>
        </p:sp>
        <p:pic>
          <p:nvPicPr>
            <p:cNvPr id="72" name="Picture 71" descr="A black and grey symbol of a wheelchair&#10;&#10;AI-generated content may be incorrect.">
              <a:hlinkClick r:id="rId13" action="ppaction://hlinksldjump"/>
              <a:extLst>
                <a:ext uri="{FF2B5EF4-FFF2-40B4-BE49-F238E27FC236}">
                  <a16:creationId xmlns:a16="http://schemas.microsoft.com/office/drawing/2014/main" id="{E1F9B29F-6788-512A-DCBD-A30CCA4CA08D}"/>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463695" y="5968337"/>
              <a:ext cx="422146" cy="422146"/>
            </a:xfrm>
            <a:prstGeom prst="rect">
              <a:avLst/>
            </a:prstGeom>
          </p:spPr>
        </p:pic>
      </p:grpSp>
      <p:grpSp>
        <p:nvGrpSpPr>
          <p:cNvPr id="73" name="Group 72">
            <a:extLst>
              <a:ext uri="{FF2B5EF4-FFF2-40B4-BE49-F238E27FC236}">
                <a16:creationId xmlns:a16="http://schemas.microsoft.com/office/drawing/2014/main" id="{B64236F1-7CD2-FB41-B73A-371EE53733FD}"/>
              </a:ext>
            </a:extLst>
          </p:cNvPr>
          <p:cNvGrpSpPr/>
          <p:nvPr/>
        </p:nvGrpSpPr>
        <p:grpSpPr>
          <a:xfrm>
            <a:off x="1951719" y="6106155"/>
            <a:ext cx="1405699" cy="514863"/>
            <a:chOff x="1949087" y="6024499"/>
            <a:chExt cx="1405699" cy="514863"/>
          </a:xfrm>
        </p:grpSpPr>
        <p:pic>
          <p:nvPicPr>
            <p:cNvPr id="74" name="Picture 73" descr="A globe with a black background&#10;&#10;AI-generated content may be incorrect.">
              <a:extLst>
                <a:ext uri="{FF2B5EF4-FFF2-40B4-BE49-F238E27FC236}">
                  <a16:creationId xmlns:a16="http://schemas.microsoft.com/office/drawing/2014/main" id="{6D2259B7-41C8-82CE-B711-856FA89B6D3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2530738" y="6024499"/>
              <a:ext cx="242398" cy="242398"/>
            </a:xfrm>
            <a:prstGeom prst="rect">
              <a:avLst/>
            </a:prstGeom>
          </p:spPr>
        </p:pic>
        <p:sp>
          <p:nvSpPr>
            <p:cNvPr id="75" name="TextBox 74">
              <a:extLst>
                <a:ext uri="{FF2B5EF4-FFF2-40B4-BE49-F238E27FC236}">
                  <a16:creationId xmlns:a16="http://schemas.microsoft.com/office/drawing/2014/main" id="{8CEB318F-6A17-E1E7-9EE3-F969351E32D6}"/>
                </a:ext>
              </a:extLst>
            </p:cNvPr>
            <p:cNvSpPr txBox="1"/>
            <p:nvPr userDrawn="1"/>
          </p:nvSpPr>
          <p:spPr>
            <a:xfrm>
              <a:off x="1949087" y="6231585"/>
              <a:ext cx="1405699" cy="307777"/>
            </a:xfrm>
            <a:prstGeom prst="rect">
              <a:avLst/>
            </a:prstGeom>
            <a:noFill/>
          </p:spPr>
          <p:txBody>
            <a:bodyPr wrap="square" rtlCol="0">
              <a:spAutoFit/>
            </a:bodyPr>
            <a:lstStyle/>
            <a:p>
              <a:pPr algn="ctr"/>
              <a:r>
                <a:rPr lang="en-SG" sz="1400" dirty="0">
                  <a:solidFill>
                    <a:schemeClr val="tx2">
                      <a:lumMod val="50000"/>
                    </a:schemeClr>
                  </a:solidFill>
                </a:rPr>
                <a:t>Language</a:t>
              </a:r>
            </a:p>
          </p:txBody>
        </p:sp>
      </p:grpSp>
      <p:sp>
        <p:nvSpPr>
          <p:cNvPr id="77" name="TextBox 76">
            <a:extLst>
              <a:ext uri="{FF2B5EF4-FFF2-40B4-BE49-F238E27FC236}">
                <a16:creationId xmlns:a16="http://schemas.microsoft.com/office/drawing/2014/main" id="{D6590847-6055-4532-7ABE-20E171BD8168}"/>
              </a:ext>
            </a:extLst>
          </p:cNvPr>
          <p:cNvSpPr txBox="1"/>
          <p:nvPr/>
        </p:nvSpPr>
        <p:spPr>
          <a:xfrm>
            <a:off x="153156" y="4372078"/>
            <a:ext cx="2910328" cy="369332"/>
          </a:xfrm>
          <a:prstGeom prst="rect">
            <a:avLst/>
          </a:prstGeom>
          <a:noFill/>
        </p:spPr>
        <p:txBody>
          <a:bodyPr wrap="square" rtlCol="0">
            <a:spAutoFit/>
          </a:bodyPr>
          <a:lstStyle/>
          <a:p>
            <a:pPr algn="ctr"/>
            <a:r>
              <a:rPr lang="en-SG" sz="1800" dirty="0">
                <a:solidFill>
                  <a:schemeClr val="tx2">
                    <a:lumMod val="50000"/>
                  </a:schemeClr>
                </a:solidFill>
              </a:rPr>
              <a:t>Touch here to start planning</a:t>
            </a:r>
          </a:p>
        </p:txBody>
      </p:sp>
      <p:grpSp>
        <p:nvGrpSpPr>
          <p:cNvPr id="264" name="Group 263">
            <a:extLst>
              <a:ext uri="{FF2B5EF4-FFF2-40B4-BE49-F238E27FC236}">
                <a16:creationId xmlns:a16="http://schemas.microsoft.com/office/drawing/2014/main" id="{C6C3A3E3-3AFA-229A-20FC-D819D787B7AA}"/>
              </a:ext>
            </a:extLst>
          </p:cNvPr>
          <p:cNvGrpSpPr/>
          <p:nvPr/>
        </p:nvGrpSpPr>
        <p:grpSpPr>
          <a:xfrm>
            <a:off x="4064481" y="677213"/>
            <a:ext cx="3720247" cy="1331334"/>
            <a:chOff x="7183616" y="2200118"/>
            <a:chExt cx="3720247" cy="1331334"/>
          </a:xfrm>
        </p:grpSpPr>
        <p:grpSp>
          <p:nvGrpSpPr>
            <p:cNvPr id="248" name="Group 247">
              <a:extLst>
                <a:ext uri="{FF2B5EF4-FFF2-40B4-BE49-F238E27FC236}">
                  <a16:creationId xmlns:a16="http://schemas.microsoft.com/office/drawing/2014/main" id="{B40F6739-7277-563C-D49B-4E41EC00C583}"/>
                </a:ext>
              </a:extLst>
            </p:cNvPr>
            <p:cNvGrpSpPr/>
            <p:nvPr/>
          </p:nvGrpSpPr>
          <p:grpSpPr>
            <a:xfrm>
              <a:off x="7183616" y="2200118"/>
              <a:ext cx="3720247" cy="1331334"/>
              <a:chOff x="107367" y="2142193"/>
              <a:chExt cx="3720247" cy="1331334"/>
            </a:xfrm>
          </p:grpSpPr>
          <p:grpSp>
            <p:nvGrpSpPr>
              <p:cNvPr id="250" name="Group 249">
                <a:extLst>
                  <a:ext uri="{FF2B5EF4-FFF2-40B4-BE49-F238E27FC236}">
                    <a16:creationId xmlns:a16="http://schemas.microsoft.com/office/drawing/2014/main" id="{F3C8697B-72F3-9D23-8655-2B2BAB6F167D}"/>
                  </a:ext>
                </a:extLst>
              </p:cNvPr>
              <p:cNvGrpSpPr/>
              <p:nvPr/>
            </p:nvGrpSpPr>
            <p:grpSpPr>
              <a:xfrm>
                <a:off x="107367" y="2142193"/>
                <a:ext cx="3720247" cy="1331334"/>
                <a:chOff x="107366" y="2104595"/>
                <a:chExt cx="3720247" cy="1331334"/>
              </a:xfrm>
            </p:grpSpPr>
            <p:grpSp>
              <p:nvGrpSpPr>
                <p:cNvPr id="252" name="Group 251">
                  <a:extLst>
                    <a:ext uri="{FF2B5EF4-FFF2-40B4-BE49-F238E27FC236}">
                      <a16:creationId xmlns:a16="http://schemas.microsoft.com/office/drawing/2014/main" id="{B17BB3C1-477A-A541-B8D5-7E77ADD92DBF}"/>
                    </a:ext>
                  </a:extLst>
                </p:cNvPr>
                <p:cNvGrpSpPr/>
                <p:nvPr/>
              </p:nvGrpSpPr>
              <p:grpSpPr>
                <a:xfrm>
                  <a:off x="107366" y="2104595"/>
                  <a:ext cx="3720247" cy="1331334"/>
                  <a:chOff x="78866" y="1588072"/>
                  <a:chExt cx="3720247" cy="1331334"/>
                </a:xfrm>
              </p:grpSpPr>
              <p:sp>
                <p:nvSpPr>
                  <p:cNvPr id="256" name="Rectangle: Rounded Corners 255">
                    <a:extLst>
                      <a:ext uri="{FF2B5EF4-FFF2-40B4-BE49-F238E27FC236}">
                        <a16:creationId xmlns:a16="http://schemas.microsoft.com/office/drawing/2014/main" id="{FC3B6112-0683-6795-780C-0BD17EC2BD2D}"/>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257" name="Group 256">
                    <a:extLst>
                      <a:ext uri="{FF2B5EF4-FFF2-40B4-BE49-F238E27FC236}">
                        <a16:creationId xmlns:a16="http://schemas.microsoft.com/office/drawing/2014/main" id="{53927454-79E9-A47E-4F0A-EDA39C3B680F}"/>
                      </a:ext>
                    </a:extLst>
                  </p:cNvPr>
                  <p:cNvGrpSpPr/>
                  <p:nvPr/>
                </p:nvGrpSpPr>
                <p:grpSpPr>
                  <a:xfrm>
                    <a:off x="173206" y="1610398"/>
                    <a:ext cx="3625907" cy="1263449"/>
                    <a:chOff x="173206" y="1610398"/>
                    <a:chExt cx="3625907" cy="1263449"/>
                  </a:xfrm>
                </p:grpSpPr>
                <p:sp>
                  <p:nvSpPr>
                    <p:cNvPr id="258" name="TextBox 257">
                      <a:extLst>
                        <a:ext uri="{FF2B5EF4-FFF2-40B4-BE49-F238E27FC236}">
                          <a16:creationId xmlns:a16="http://schemas.microsoft.com/office/drawing/2014/main" id="{9403B019-9A13-3091-5F11-CFF9D1319B70}"/>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59" name="Group 258">
                      <a:extLst>
                        <a:ext uri="{FF2B5EF4-FFF2-40B4-BE49-F238E27FC236}">
                          <a16:creationId xmlns:a16="http://schemas.microsoft.com/office/drawing/2014/main" id="{8EB8E866-7E12-C409-0FEE-9656E1C5E67C}"/>
                        </a:ext>
                      </a:extLst>
                    </p:cNvPr>
                    <p:cNvGrpSpPr/>
                    <p:nvPr/>
                  </p:nvGrpSpPr>
                  <p:grpSpPr>
                    <a:xfrm>
                      <a:off x="173206" y="1610398"/>
                      <a:ext cx="2957810" cy="1263449"/>
                      <a:chOff x="173206" y="1610398"/>
                      <a:chExt cx="2957810" cy="1263449"/>
                    </a:xfrm>
                  </p:grpSpPr>
                  <p:sp>
                    <p:nvSpPr>
                      <p:cNvPr id="260" name="TextBox 259">
                        <a:extLst>
                          <a:ext uri="{FF2B5EF4-FFF2-40B4-BE49-F238E27FC236}">
                            <a16:creationId xmlns:a16="http://schemas.microsoft.com/office/drawing/2014/main" id="{64B7BAE3-B700-DFE8-1FCF-A7D683D37DC2}"/>
                          </a:ext>
                        </a:extLst>
                      </p:cNvPr>
                      <p:cNvSpPr txBox="1"/>
                      <p:nvPr/>
                    </p:nvSpPr>
                    <p:spPr>
                      <a:xfrm>
                        <a:off x="173206" y="1610398"/>
                        <a:ext cx="1647601" cy="646331"/>
                      </a:xfrm>
                      <a:prstGeom prst="rect">
                        <a:avLst/>
                      </a:prstGeom>
                      <a:noFill/>
                    </p:spPr>
                    <p:txBody>
                      <a:bodyPr wrap="square" rtlCol="0">
                        <a:spAutoFit/>
                      </a:bodyPr>
                      <a:lstStyle/>
                      <a:p>
                        <a:r>
                          <a:rPr lang="en-SG" b="1" dirty="0">
                            <a:solidFill>
                              <a:schemeClr val="tx2">
                                <a:lumMod val="50000"/>
                              </a:schemeClr>
                            </a:solidFill>
                          </a:rPr>
                          <a:t>Jake &amp; Marks</a:t>
                        </a:r>
                      </a:p>
                      <a:p>
                        <a:endParaRPr lang="en-SG" b="1" dirty="0">
                          <a:solidFill>
                            <a:schemeClr val="tx2">
                              <a:lumMod val="50000"/>
                            </a:schemeClr>
                          </a:solidFill>
                        </a:endParaRPr>
                      </a:p>
                    </p:txBody>
                  </p:sp>
                  <p:sp>
                    <p:nvSpPr>
                      <p:cNvPr id="261" name="TextBox 260">
                        <a:extLst>
                          <a:ext uri="{FF2B5EF4-FFF2-40B4-BE49-F238E27FC236}">
                            <a16:creationId xmlns:a16="http://schemas.microsoft.com/office/drawing/2014/main" id="{C47FEFF1-E829-5316-C73C-F42CA07D5BA6}"/>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62" name="TextBox 261">
                        <a:extLst>
                          <a:ext uri="{FF2B5EF4-FFF2-40B4-BE49-F238E27FC236}">
                            <a16:creationId xmlns:a16="http://schemas.microsoft.com/office/drawing/2014/main" id="{975DAC82-6897-8246-FB0E-E2D621C318E3}"/>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3"/>
                            </a:solidFill>
                          </a:rPr>
                          <a:t>~ 15 mins</a:t>
                        </a:r>
                      </a:p>
                    </p:txBody>
                  </p:sp>
                </p:grpSp>
              </p:grpSp>
            </p:grpSp>
            <p:pic>
              <p:nvPicPr>
                <p:cNvPr id="253" name="Picture 252" descr="A yellow person silhouette on a black background&#10;&#10;AI-generated content may be incorrect.">
                  <a:extLst>
                    <a:ext uri="{FF2B5EF4-FFF2-40B4-BE49-F238E27FC236}">
                      <a16:creationId xmlns:a16="http://schemas.microsoft.com/office/drawing/2014/main" id="{3A0E8393-5521-116A-B620-2A1D7B65FAB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71468" y="2412758"/>
                  <a:ext cx="449085" cy="449085"/>
                </a:xfrm>
                <a:prstGeom prst="rect">
                  <a:avLst/>
                </a:prstGeom>
              </p:spPr>
            </p:pic>
            <p:pic>
              <p:nvPicPr>
                <p:cNvPr id="254" name="Picture 253" descr="A yellow person silhouette on a black background&#10;&#10;AI-generated content may be incorrect.">
                  <a:extLst>
                    <a:ext uri="{FF2B5EF4-FFF2-40B4-BE49-F238E27FC236}">
                      <a16:creationId xmlns:a16="http://schemas.microsoft.com/office/drawing/2014/main" id="{561B13BF-A64B-7CA4-5C78-D883068409C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96732" y="2415898"/>
                  <a:ext cx="449085" cy="449085"/>
                </a:xfrm>
                <a:prstGeom prst="rect">
                  <a:avLst/>
                </a:prstGeom>
              </p:spPr>
            </p:pic>
            <p:pic>
              <p:nvPicPr>
                <p:cNvPr id="255" name="Picture 254" descr="A yellow person silhouette on a black background&#10;&#10;AI-generated content may be incorrect.">
                  <a:extLst>
                    <a:ext uri="{FF2B5EF4-FFF2-40B4-BE49-F238E27FC236}">
                      <a16:creationId xmlns:a16="http://schemas.microsoft.com/office/drawing/2014/main" id="{E3934D53-903B-2D6B-9C2C-62AC0358B5B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24044" y="2415900"/>
                  <a:ext cx="449085" cy="449085"/>
                </a:xfrm>
                <a:prstGeom prst="rect">
                  <a:avLst/>
                </a:prstGeom>
              </p:spPr>
            </p:pic>
          </p:grpSp>
          <p:sp>
            <p:nvSpPr>
              <p:cNvPr id="251" name="TextBox 250">
                <a:extLst>
                  <a:ext uri="{FF2B5EF4-FFF2-40B4-BE49-F238E27FC236}">
                    <a16:creationId xmlns:a16="http://schemas.microsoft.com/office/drawing/2014/main" id="{ADE5B293-6E66-345E-B856-414AE51CC608}"/>
                  </a:ext>
                </a:extLst>
              </p:cNvPr>
              <p:cNvSpPr txBox="1"/>
              <p:nvPr/>
            </p:nvSpPr>
            <p:spPr>
              <a:xfrm>
                <a:off x="281771" y="2534198"/>
                <a:ext cx="1605062" cy="830265"/>
              </a:xfrm>
              <a:prstGeom prst="rect">
                <a:avLst/>
              </a:prstGeom>
              <a:noFill/>
              <a:ln>
                <a:solidFill>
                  <a:srgbClr val="2F3C7E"/>
                </a:solidFill>
              </a:ln>
            </p:spPr>
            <p:txBody>
              <a:bodyPr wrap="square" rtlCol="0">
                <a:spAutoFit/>
              </a:bodyPr>
              <a:lstStyle/>
              <a:p>
                <a:endParaRPr lang="en-SG" dirty="0"/>
              </a:p>
            </p:txBody>
          </p:sp>
        </p:grpSp>
        <p:pic>
          <p:nvPicPr>
            <p:cNvPr id="263" name="Picture 262">
              <a:extLst>
                <a:ext uri="{FF2B5EF4-FFF2-40B4-BE49-F238E27FC236}">
                  <a16:creationId xmlns:a16="http://schemas.microsoft.com/office/drawing/2014/main" id="{EC1FE7AC-D027-4D5D-B008-B5DCCDDE3907}"/>
                </a:ext>
              </a:extLst>
            </p:cNvPr>
            <p:cNvPicPr>
              <a:picLocks noChangeAspect="1"/>
            </p:cNvPicPr>
            <p:nvPr/>
          </p:nvPicPr>
          <p:blipFill>
            <a:blip r:embed="rId16"/>
            <a:stretch>
              <a:fillRect/>
            </a:stretch>
          </p:blipFill>
          <p:spPr>
            <a:xfrm>
              <a:off x="7777020" y="2629546"/>
              <a:ext cx="778200" cy="778200"/>
            </a:xfrm>
            <a:prstGeom prst="rect">
              <a:avLst/>
            </a:prstGeom>
          </p:spPr>
        </p:pic>
      </p:grpSp>
      <p:grpSp>
        <p:nvGrpSpPr>
          <p:cNvPr id="311" name="Group 310">
            <a:extLst>
              <a:ext uri="{FF2B5EF4-FFF2-40B4-BE49-F238E27FC236}">
                <a16:creationId xmlns:a16="http://schemas.microsoft.com/office/drawing/2014/main" id="{F1EC0160-1481-9FB3-3CD1-ACE4DB3FAE78}"/>
              </a:ext>
            </a:extLst>
          </p:cNvPr>
          <p:cNvGrpSpPr/>
          <p:nvPr/>
        </p:nvGrpSpPr>
        <p:grpSpPr>
          <a:xfrm>
            <a:off x="7894507" y="560614"/>
            <a:ext cx="4297493" cy="1304616"/>
            <a:chOff x="7894507" y="560614"/>
            <a:chExt cx="4297493" cy="1304616"/>
          </a:xfrm>
        </p:grpSpPr>
        <p:sp>
          <p:nvSpPr>
            <p:cNvPr id="195" name="Rectangle 194">
              <a:extLst>
                <a:ext uri="{FF2B5EF4-FFF2-40B4-BE49-F238E27FC236}">
                  <a16:creationId xmlns:a16="http://schemas.microsoft.com/office/drawing/2014/main" id="{B69994C3-C3BE-2424-7342-D88D3581C736}"/>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296" name="Group 295">
              <a:extLst>
                <a:ext uri="{FF2B5EF4-FFF2-40B4-BE49-F238E27FC236}">
                  <a16:creationId xmlns:a16="http://schemas.microsoft.com/office/drawing/2014/main" id="{7930FF58-D6A7-21DA-879C-23E9C81E44C6}"/>
                </a:ext>
              </a:extLst>
            </p:cNvPr>
            <p:cNvGrpSpPr/>
            <p:nvPr/>
          </p:nvGrpSpPr>
          <p:grpSpPr>
            <a:xfrm>
              <a:off x="7930588" y="626794"/>
              <a:ext cx="3160336" cy="1176250"/>
              <a:chOff x="7930588" y="626794"/>
              <a:chExt cx="3160336" cy="1176250"/>
            </a:xfrm>
          </p:grpSpPr>
          <p:sp>
            <p:nvSpPr>
              <p:cNvPr id="287" name="TextBox 286">
                <a:extLst>
                  <a:ext uri="{FF2B5EF4-FFF2-40B4-BE49-F238E27FC236}">
                    <a16:creationId xmlns:a16="http://schemas.microsoft.com/office/drawing/2014/main" id="{4654D90A-24B4-DCD8-5012-A210E817514A}"/>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grpSp>
            <p:nvGrpSpPr>
              <p:cNvPr id="289" name="Group 288">
                <a:extLst>
                  <a:ext uri="{FF2B5EF4-FFF2-40B4-BE49-F238E27FC236}">
                    <a16:creationId xmlns:a16="http://schemas.microsoft.com/office/drawing/2014/main" id="{3DC0D45C-85F5-0ED6-04E9-9185B49FFAF1}"/>
                  </a:ext>
                </a:extLst>
              </p:cNvPr>
              <p:cNvGrpSpPr/>
              <p:nvPr/>
            </p:nvGrpSpPr>
            <p:grpSpPr>
              <a:xfrm>
                <a:off x="7982250" y="1022704"/>
                <a:ext cx="1222466" cy="780340"/>
                <a:chOff x="7982250" y="1022704"/>
                <a:chExt cx="1222466" cy="780340"/>
              </a:xfrm>
            </p:grpSpPr>
            <p:pic>
              <p:nvPicPr>
                <p:cNvPr id="286" name="Picture 285">
                  <a:extLst>
                    <a:ext uri="{FF2B5EF4-FFF2-40B4-BE49-F238E27FC236}">
                      <a16:creationId xmlns:a16="http://schemas.microsoft.com/office/drawing/2014/main" id="{5DFCA15E-8BF3-1BC3-AB82-5C94DC78CBBD}"/>
                    </a:ext>
                  </a:extLst>
                </p:cNvPr>
                <p:cNvPicPr>
                  <a:picLocks noChangeAspect="1"/>
                </p:cNvPicPr>
                <p:nvPr/>
              </p:nvPicPr>
              <p:blipFill>
                <a:blip r:embed="rId17"/>
                <a:stretch>
                  <a:fillRect/>
                </a:stretch>
              </p:blipFill>
              <p:spPr>
                <a:xfrm>
                  <a:off x="7982250" y="1022704"/>
                  <a:ext cx="772868" cy="772868"/>
                </a:xfrm>
                <a:prstGeom prst="rect">
                  <a:avLst/>
                </a:prstGeom>
              </p:spPr>
            </p:pic>
            <p:pic>
              <p:nvPicPr>
                <p:cNvPr id="288" name="Picture 287">
                  <a:extLst>
                    <a:ext uri="{FF2B5EF4-FFF2-40B4-BE49-F238E27FC236}">
                      <a16:creationId xmlns:a16="http://schemas.microsoft.com/office/drawing/2014/main" id="{06C9DA94-0045-C451-54B2-A12FD58F3E32}"/>
                    </a:ext>
                  </a:extLst>
                </p:cNvPr>
                <p:cNvPicPr>
                  <a:picLocks noChangeAspect="1"/>
                </p:cNvPicPr>
                <p:nvPr/>
              </p:nvPicPr>
              <p:blipFill>
                <a:blip r:embed="rId18"/>
                <a:srcRect t="60238"/>
                <a:stretch>
                  <a:fillRect/>
                </a:stretch>
              </p:blipFill>
              <p:spPr>
                <a:xfrm>
                  <a:off x="8431848" y="1487261"/>
                  <a:ext cx="772868" cy="315783"/>
                </a:xfrm>
                <a:prstGeom prst="rect">
                  <a:avLst/>
                </a:prstGeom>
              </p:spPr>
            </p:pic>
          </p:grpSp>
          <p:sp>
            <p:nvSpPr>
              <p:cNvPr id="290" name="TextBox 289">
                <a:extLst>
                  <a:ext uri="{FF2B5EF4-FFF2-40B4-BE49-F238E27FC236}">
                    <a16:creationId xmlns:a16="http://schemas.microsoft.com/office/drawing/2014/main" id="{E9BD323F-4105-64E4-F664-9816A982748B}"/>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291" name="TextBox 290">
                <a:extLst>
                  <a:ext uri="{FF2B5EF4-FFF2-40B4-BE49-F238E27FC236}">
                    <a16:creationId xmlns:a16="http://schemas.microsoft.com/office/drawing/2014/main" id="{FF7D5336-E031-E0E6-7AAA-293DCE062A86}"/>
                  </a:ext>
                </a:extLst>
              </p:cNvPr>
              <p:cNvSpPr txBox="1"/>
              <p:nvPr/>
            </p:nvSpPr>
            <p:spPr>
              <a:xfrm>
                <a:off x="7930588" y="626794"/>
                <a:ext cx="1647601" cy="646331"/>
              </a:xfrm>
              <a:prstGeom prst="rect">
                <a:avLst/>
              </a:prstGeom>
              <a:noFill/>
            </p:spPr>
            <p:txBody>
              <a:bodyPr wrap="square" rtlCol="0">
                <a:spAutoFit/>
              </a:bodyPr>
              <a:lstStyle/>
              <a:p>
                <a:r>
                  <a:rPr lang="en-SG" b="1" dirty="0">
                    <a:solidFill>
                      <a:schemeClr val="tx2">
                        <a:lumMod val="50000"/>
                      </a:schemeClr>
                    </a:solidFill>
                  </a:rPr>
                  <a:t>Musical B’</a:t>
                </a:r>
              </a:p>
              <a:p>
                <a:endParaRPr lang="en-SG" b="1" dirty="0">
                  <a:solidFill>
                    <a:schemeClr val="tx2">
                      <a:lumMod val="50000"/>
                    </a:schemeClr>
                  </a:solidFill>
                </a:endParaRPr>
              </a:p>
            </p:txBody>
          </p:sp>
          <p:sp>
            <p:nvSpPr>
              <p:cNvPr id="292" name="TextBox 291">
                <a:extLst>
                  <a:ext uri="{FF2B5EF4-FFF2-40B4-BE49-F238E27FC236}">
                    <a16:creationId xmlns:a16="http://schemas.microsoft.com/office/drawing/2014/main" id="{6E39D7C4-5953-880E-4ECC-95D5FB960B7C}"/>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293" name="TextBox 292">
                <a:extLst>
                  <a:ext uri="{FF2B5EF4-FFF2-40B4-BE49-F238E27FC236}">
                    <a16:creationId xmlns:a16="http://schemas.microsoft.com/office/drawing/2014/main" id="{AD782010-F2C1-223E-6E57-8D13453CA274}"/>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11:00 AM</a:t>
                </a:r>
              </a:p>
            </p:txBody>
          </p:sp>
          <p:sp>
            <p:nvSpPr>
              <p:cNvPr id="295" name="TextBox 294">
                <a:extLst>
                  <a:ext uri="{FF2B5EF4-FFF2-40B4-BE49-F238E27FC236}">
                    <a16:creationId xmlns:a16="http://schemas.microsoft.com/office/drawing/2014/main" id="{179D6D4A-284C-40A4-B527-2C999153D3B2}"/>
                  </a:ext>
                </a:extLst>
              </p:cNvPr>
              <p:cNvSpPr txBox="1"/>
              <p:nvPr/>
            </p:nvSpPr>
            <p:spPr>
              <a:xfrm>
                <a:off x="10046183" y="1449798"/>
                <a:ext cx="1044741" cy="307777"/>
              </a:xfrm>
              <a:prstGeom prst="rect">
                <a:avLst/>
              </a:prstGeom>
              <a:noFill/>
            </p:spPr>
            <p:txBody>
              <a:bodyPr wrap="square" rtlCol="0">
                <a:spAutoFit/>
              </a:bodyPr>
              <a:lstStyle/>
              <a:p>
                <a:r>
                  <a:rPr lang="en-SG" sz="1400" b="1" dirty="0">
                    <a:solidFill>
                      <a:schemeClr val="accent1"/>
                    </a:solidFill>
                  </a:rPr>
                  <a:t>Theatre</a:t>
                </a:r>
              </a:p>
            </p:txBody>
          </p:sp>
        </p:grpSp>
      </p:grpSp>
      <p:grpSp>
        <p:nvGrpSpPr>
          <p:cNvPr id="340" name="Group 339">
            <a:extLst>
              <a:ext uri="{FF2B5EF4-FFF2-40B4-BE49-F238E27FC236}">
                <a16:creationId xmlns:a16="http://schemas.microsoft.com/office/drawing/2014/main" id="{831A90F4-7538-EB8E-09C9-92EB5D6DA546}"/>
              </a:ext>
            </a:extLst>
          </p:cNvPr>
          <p:cNvGrpSpPr/>
          <p:nvPr/>
        </p:nvGrpSpPr>
        <p:grpSpPr>
          <a:xfrm>
            <a:off x="7894505" y="1865917"/>
            <a:ext cx="4297493" cy="1304616"/>
            <a:chOff x="7894505" y="1865917"/>
            <a:chExt cx="4297493" cy="1304616"/>
          </a:xfrm>
        </p:grpSpPr>
        <p:grpSp>
          <p:nvGrpSpPr>
            <p:cNvPr id="312" name="Group 311">
              <a:extLst>
                <a:ext uri="{FF2B5EF4-FFF2-40B4-BE49-F238E27FC236}">
                  <a16:creationId xmlns:a16="http://schemas.microsoft.com/office/drawing/2014/main" id="{521FF013-F8BC-6DFD-1E31-771827B6AD2B}"/>
                </a:ext>
              </a:extLst>
            </p:cNvPr>
            <p:cNvGrpSpPr/>
            <p:nvPr/>
          </p:nvGrpSpPr>
          <p:grpSpPr>
            <a:xfrm>
              <a:off x="7894505" y="1865917"/>
              <a:ext cx="4297493" cy="1304616"/>
              <a:chOff x="7894507" y="560614"/>
              <a:chExt cx="4297493" cy="1304616"/>
            </a:xfrm>
          </p:grpSpPr>
          <p:sp>
            <p:nvSpPr>
              <p:cNvPr id="313" name="Rectangle 312">
                <a:extLst>
                  <a:ext uri="{FF2B5EF4-FFF2-40B4-BE49-F238E27FC236}">
                    <a16:creationId xmlns:a16="http://schemas.microsoft.com/office/drawing/2014/main" id="{C475783C-5CB0-90D8-DD24-43D86B3A4111}"/>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14" name="Group 313">
                <a:extLst>
                  <a:ext uri="{FF2B5EF4-FFF2-40B4-BE49-F238E27FC236}">
                    <a16:creationId xmlns:a16="http://schemas.microsoft.com/office/drawing/2014/main" id="{6CE188D5-F6CB-7018-FFE4-A4A0CF34E159}"/>
                  </a:ext>
                </a:extLst>
              </p:cNvPr>
              <p:cNvGrpSpPr/>
              <p:nvPr/>
            </p:nvGrpSpPr>
            <p:grpSpPr>
              <a:xfrm>
                <a:off x="7930588" y="626794"/>
                <a:ext cx="3160336" cy="1165223"/>
                <a:chOff x="7930588" y="626794"/>
                <a:chExt cx="3160336" cy="1165223"/>
              </a:xfrm>
            </p:grpSpPr>
            <p:sp>
              <p:nvSpPr>
                <p:cNvPr id="315" name="TextBox 314">
                  <a:extLst>
                    <a:ext uri="{FF2B5EF4-FFF2-40B4-BE49-F238E27FC236}">
                      <a16:creationId xmlns:a16="http://schemas.microsoft.com/office/drawing/2014/main" id="{C00E7A4A-E096-9E04-96F0-CB9DAD94817B}"/>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sp>
              <p:nvSpPr>
                <p:cNvPr id="317" name="TextBox 316">
                  <a:extLst>
                    <a:ext uri="{FF2B5EF4-FFF2-40B4-BE49-F238E27FC236}">
                      <a16:creationId xmlns:a16="http://schemas.microsoft.com/office/drawing/2014/main" id="{3FFA4F46-E586-72B5-B166-465C1FFE1837}"/>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318" name="TextBox 317">
                  <a:extLst>
                    <a:ext uri="{FF2B5EF4-FFF2-40B4-BE49-F238E27FC236}">
                      <a16:creationId xmlns:a16="http://schemas.microsoft.com/office/drawing/2014/main" id="{01A7A6D1-1CD2-E81C-F322-7F7E124C1E7A}"/>
                    </a:ext>
                  </a:extLst>
                </p:cNvPr>
                <p:cNvSpPr txBox="1"/>
                <p:nvPr/>
              </p:nvSpPr>
              <p:spPr>
                <a:xfrm>
                  <a:off x="7930588" y="626794"/>
                  <a:ext cx="1743694" cy="646331"/>
                </a:xfrm>
                <a:prstGeom prst="rect">
                  <a:avLst/>
                </a:prstGeom>
                <a:noFill/>
              </p:spPr>
              <p:txBody>
                <a:bodyPr wrap="square" rtlCol="0">
                  <a:spAutoFit/>
                </a:bodyPr>
                <a:lstStyle/>
                <a:p>
                  <a:r>
                    <a:rPr lang="en-SG" b="1" dirty="0">
                      <a:solidFill>
                        <a:schemeClr val="tx2">
                          <a:lumMod val="50000"/>
                        </a:schemeClr>
                      </a:solidFill>
                    </a:rPr>
                    <a:t>Ocean Fantasy</a:t>
                  </a:r>
                </a:p>
                <a:p>
                  <a:endParaRPr lang="en-SG" b="1" dirty="0">
                    <a:solidFill>
                      <a:schemeClr val="tx2">
                        <a:lumMod val="50000"/>
                      </a:schemeClr>
                    </a:solidFill>
                  </a:endParaRPr>
                </a:p>
              </p:txBody>
            </p:sp>
            <p:sp>
              <p:nvSpPr>
                <p:cNvPr id="319" name="TextBox 318">
                  <a:extLst>
                    <a:ext uri="{FF2B5EF4-FFF2-40B4-BE49-F238E27FC236}">
                      <a16:creationId xmlns:a16="http://schemas.microsoft.com/office/drawing/2014/main" id="{78CC9FC9-C39F-403A-9B71-FE7BE94D584D}"/>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320" name="TextBox 319">
                  <a:extLst>
                    <a:ext uri="{FF2B5EF4-FFF2-40B4-BE49-F238E27FC236}">
                      <a16:creationId xmlns:a16="http://schemas.microsoft.com/office/drawing/2014/main" id="{8B21239F-1B81-170F-1522-ECA9901A06DF}"/>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12:00 PM</a:t>
                  </a:r>
                </a:p>
              </p:txBody>
            </p:sp>
            <p:sp>
              <p:nvSpPr>
                <p:cNvPr id="321" name="TextBox 320">
                  <a:extLst>
                    <a:ext uri="{FF2B5EF4-FFF2-40B4-BE49-F238E27FC236}">
                      <a16:creationId xmlns:a16="http://schemas.microsoft.com/office/drawing/2014/main" id="{570EA9D5-33AA-06C6-6C35-FC506A579B09}"/>
                    </a:ext>
                  </a:extLst>
                </p:cNvPr>
                <p:cNvSpPr txBox="1"/>
                <p:nvPr/>
              </p:nvSpPr>
              <p:spPr>
                <a:xfrm>
                  <a:off x="10046183" y="1449798"/>
                  <a:ext cx="1044741" cy="307777"/>
                </a:xfrm>
                <a:prstGeom prst="rect">
                  <a:avLst/>
                </a:prstGeom>
                <a:noFill/>
              </p:spPr>
              <p:txBody>
                <a:bodyPr wrap="square" rtlCol="0">
                  <a:spAutoFit/>
                </a:bodyPr>
                <a:lstStyle/>
                <a:p>
                  <a:r>
                    <a:rPr lang="en-SG" sz="1400" b="1" dirty="0">
                      <a:solidFill>
                        <a:schemeClr val="accent1"/>
                      </a:solidFill>
                    </a:rPr>
                    <a:t>Sea World</a:t>
                  </a:r>
                </a:p>
              </p:txBody>
            </p:sp>
          </p:grpSp>
        </p:grpSp>
        <p:grpSp>
          <p:nvGrpSpPr>
            <p:cNvPr id="339" name="Group 338">
              <a:extLst>
                <a:ext uri="{FF2B5EF4-FFF2-40B4-BE49-F238E27FC236}">
                  <a16:creationId xmlns:a16="http://schemas.microsoft.com/office/drawing/2014/main" id="{96891A10-A69D-76B8-7B48-28734B21581E}"/>
                </a:ext>
              </a:extLst>
            </p:cNvPr>
            <p:cNvGrpSpPr/>
            <p:nvPr/>
          </p:nvGrpSpPr>
          <p:grpSpPr>
            <a:xfrm>
              <a:off x="8012883" y="2287713"/>
              <a:ext cx="1546800" cy="795567"/>
              <a:chOff x="8012883" y="2287713"/>
              <a:chExt cx="1546800" cy="795567"/>
            </a:xfrm>
          </p:grpSpPr>
          <p:pic>
            <p:nvPicPr>
              <p:cNvPr id="337" name="Picture 336">
                <a:extLst>
                  <a:ext uri="{FF2B5EF4-FFF2-40B4-BE49-F238E27FC236}">
                    <a16:creationId xmlns:a16="http://schemas.microsoft.com/office/drawing/2014/main" id="{CA21B05B-B0A7-17AB-34FC-ECAF9390EF61}"/>
                  </a:ext>
                </a:extLst>
              </p:cNvPr>
              <p:cNvPicPr>
                <a:picLocks noChangeAspect="1"/>
              </p:cNvPicPr>
              <p:nvPr/>
            </p:nvPicPr>
            <p:blipFill>
              <a:blip r:embed="rId19"/>
              <a:stretch>
                <a:fillRect/>
              </a:stretch>
            </p:blipFill>
            <p:spPr>
              <a:xfrm>
                <a:off x="8012883" y="2287713"/>
                <a:ext cx="1031200" cy="795567"/>
              </a:xfrm>
              <a:prstGeom prst="rect">
                <a:avLst/>
              </a:prstGeom>
            </p:spPr>
          </p:pic>
          <p:pic>
            <p:nvPicPr>
              <p:cNvPr id="338" name="Picture 337">
                <a:extLst>
                  <a:ext uri="{FF2B5EF4-FFF2-40B4-BE49-F238E27FC236}">
                    <a16:creationId xmlns:a16="http://schemas.microsoft.com/office/drawing/2014/main" id="{39A6EA2F-40E3-95CA-9F6D-FC2A47B80580}"/>
                  </a:ext>
                </a:extLst>
              </p:cNvPr>
              <p:cNvPicPr>
                <a:picLocks noChangeAspect="1"/>
              </p:cNvPicPr>
              <p:nvPr/>
            </p:nvPicPr>
            <p:blipFill>
              <a:blip r:embed="rId19"/>
              <a:srcRect t="67150"/>
              <a:stretch>
                <a:fillRect/>
              </a:stretch>
            </p:blipFill>
            <p:spPr>
              <a:xfrm>
                <a:off x="8528483" y="2819155"/>
                <a:ext cx="1031200" cy="261342"/>
              </a:xfrm>
              <a:prstGeom prst="rect">
                <a:avLst/>
              </a:prstGeom>
            </p:spPr>
          </p:pic>
        </p:grpSp>
      </p:grpSp>
      <p:sp>
        <p:nvSpPr>
          <p:cNvPr id="18" name="Freeform: Shape 17">
            <a:extLst>
              <a:ext uri="{FF2B5EF4-FFF2-40B4-BE49-F238E27FC236}">
                <a16:creationId xmlns:a16="http://schemas.microsoft.com/office/drawing/2014/main" id="{8C392E2C-9390-9F9E-C072-85D958267709}"/>
              </a:ext>
            </a:extLst>
          </p:cNvPr>
          <p:cNvSpPr/>
          <p:nvPr/>
        </p:nvSpPr>
        <p:spPr>
          <a:xfrm>
            <a:off x="3230991" y="423128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7" name="Group 6">
            <a:extLst>
              <a:ext uri="{FF2B5EF4-FFF2-40B4-BE49-F238E27FC236}">
                <a16:creationId xmlns:a16="http://schemas.microsoft.com/office/drawing/2014/main" id="{708C527D-9A66-6FDA-523D-B802F825E25B}"/>
              </a:ext>
            </a:extLst>
          </p:cNvPr>
          <p:cNvGrpSpPr/>
          <p:nvPr/>
        </p:nvGrpSpPr>
        <p:grpSpPr>
          <a:xfrm>
            <a:off x="1133665" y="4827572"/>
            <a:ext cx="949311" cy="936585"/>
            <a:chOff x="1133665" y="4827572"/>
            <a:chExt cx="949311" cy="936585"/>
          </a:xfrm>
        </p:grpSpPr>
        <p:grpSp>
          <p:nvGrpSpPr>
            <p:cNvPr id="78" name="Group 77">
              <a:extLst>
                <a:ext uri="{FF2B5EF4-FFF2-40B4-BE49-F238E27FC236}">
                  <a16:creationId xmlns:a16="http://schemas.microsoft.com/office/drawing/2014/main" id="{937C3BC5-48F7-4FCB-74FC-D545214FB02D}"/>
                </a:ext>
              </a:extLst>
            </p:cNvPr>
            <p:cNvGrpSpPr/>
            <p:nvPr/>
          </p:nvGrpSpPr>
          <p:grpSpPr>
            <a:xfrm>
              <a:off x="1133665" y="4827572"/>
              <a:ext cx="949311" cy="936585"/>
              <a:chOff x="929362" y="4727466"/>
              <a:chExt cx="1128802" cy="1113670"/>
            </a:xfrm>
          </p:grpSpPr>
          <p:sp>
            <p:nvSpPr>
              <p:cNvPr id="80" name="L-Shape 79">
                <a:extLst>
                  <a:ext uri="{FF2B5EF4-FFF2-40B4-BE49-F238E27FC236}">
                    <a16:creationId xmlns:a16="http://schemas.microsoft.com/office/drawing/2014/main" id="{E21C61FC-88FD-1AC2-5952-41802907C8B1}"/>
                  </a:ext>
                </a:extLst>
              </p:cNvPr>
              <p:cNvSpPr/>
              <p:nvPr userDrawn="1"/>
            </p:nvSpPr>
            <p:spPr>
              <a:xfrm>
                <a:off x="929363" y="5480272"/>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1" name="L-Shape 80">
                <a:extLst>
                  <a:ext uri="{FF2B5EF4-FFF2-40B4-BE49-F238E27FC236}">
                    <a16:creationId xmlns:a16="http://schemas.microsoft.com/office/drawing/2014/main" id="{8C815777-24ED-4F8D-9CB6-8EB27C87ED7F}"/>
                  </a:ext>
                </a:extLst>
              </p:cNvPr>
              <p:cNvSpPr/>
              <p:nvPr userDrawn="1"/>
            </p:nvSpPr>
            <p:spPr>
              <a:xfrm flipH="1">
                <a:off x="1698163" y="5508839"/>
                <a:ext cx="360001" cy="332297"/>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2" name="L-Shape 81">
                <a:extLst>
                  <a:ext uri="{FF2B5EF4-FFF2-40B4-BE49-F238E27FC236}">
                    <a16:creationId xmlns:a16="http://schemas.microsoft.com/office/drawing/2014/main" id="{E534BB6E-06EC-A270-ACAD-9145757DD802}"/>
                  </a:ext>
                </a:extLst>
              </p:cNvPr>
              <p:cNvSpPr/>
              <p:nvPr userDrawn="1"/>
            </p:nvSpPr>
            <p:spPr>
              <a:xfrm rot="5400000">
                <a:off x="929363" y="4728190"/>
                <a:ext cx="360000" cy="360001"/>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3" name="L-Shape 82">
                <a:extLst>
                  <a:ext uri="{FF2B5EF4-FFF2-40B4-BE49-F238E27FC236}">
                    <a16:creationId xmlns:a16="http://schemas.microsoft.com/office/drawing/2014/main" id="{315E6139-0A0D-766F-96E9-07E777B23805}"/>
                  </a:ext>
                </a:extLst>
              </p:cNvPr>
              <p:cNvSpPr/>
              <p:nvPr userDrawn="1"/>
            </p:nvSpPr>
            <p:spPr>
              <a:xfrm rot="10800000">
                <a:off x="1698161" y="4727466"/>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pic>
          <p:nvPicPr>
            <p:cNvPr id="6" name="Picture 5">
              <a:extLst>
                <a:ext uri="{FF2B5EF4-FFF2-40B4-BE49-F238E27FC236}">
                  <a16:creationId xmlns:a16="http://schemas.microsoft.com/office/drawing/2014/main" id="{6C08FFE5-2382-F5BF-F6E2-48A1B570A28B}"/>
                </a:ext>
              </a:extLst>
            </p:cNvPr>
            <p:cNvPicPr>
              <a:picLocks noChangeAspect="1"/>
            </p:cNvPicPr>
            <p:nvPr/>
          </p:nvPicPr>
          <p:blipFill>
            <a:blip r:embed="rId20"/>
            <a:stretch>
              <a:fillRect/>
            </a:stretch>
          </p:blipFill>
          <p:spPr>
            <a:xfrm>
              <a:off x="1234217" y="4922668"/>
              <a:ext cx="748205" cy="748205"/>
            </a:xfrm>
            <a:prstGeom prst="rect">
              <a:avLst/>
            </a:prstGeom>
            <a:ln>
              <a:noFill/>
            </a:ln>
          </p:spPr>
        </p:pic>
      </p:grpSp>
      <p:grpSp>
        <p:nvGrpSpPr>
          <p:cNvPr id="31" name="Group 30">
            <a:extLst>
              <a:ext uri="{FF2B5EF4-FFF2-40B4-BE49-F238E27FC236}">
                <a16:creationId xmlns:a16="http://schemas.microsoft.com/office/drawing/2014/main" id="{9D330BC2-F660-90E5-14B6-AF7C601EE671}"/>
              </a:ext>
            </a:extLst>
          </p:cNvPr>
          <p:cNvGrpSpPr/>
          <p:nvPr/>
        </p:nvGrpSpPr>
        <p:grpSpPr>
          <a:xfrm>
            <a:off x="3216645" y="4215089"/>
            <a:ext cx="971932" cy="552452"/>
            <a:chOff x="3216645" y="4215089"/>
            <a:chExt cx="971932" cy="552452"/>
          </a:xfrm>
        </p:grpSpPr>
        <p:sp>
          <p:nvSpPr>
            <p:cNvPr id="200" name="Rectangle 199">
              <a:extLst>
                <a:ext uri="{FF2B5EF4-FFF2-40B4-BE49-F238E27FC236}">
                  <a16:creationId xmlns:a16="http://schemas.microsoft.com/office/drawing/2014/main" id="{C2BDF6AC-BB84-C2EE-BF91-15D260628633}"/>
                </a:ext>
              </a:extLst>
            </p:cNvPr>
            <p:cNvSpPr/>
            <p:nvPr userDrawn="1"/>
          </p:nvSpPr>
          <p:spPr>
            <a:xfrm>
              <a:off x="3216645" y="4215089"/>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199" name="TextBox 198">
              <a:extLst>
                <a:ext uri="{FF2B5EF4-FFF2-40B4-BE49-F238E27FC236}">
                  <a16:creationId xmlns:a16="http://schemas.microsoft.com/office/drawing/2014/main" id="{A94181AD-E616-FE5B-51D1-75F5DDDEABDB}"/>
                </a:ext>
              </a:extLst>
            </p:cNvPr>
            <p:cNvSpPr txBox="1"/>
            <p:nvPr userDrawn="1"/>
          </p:nvSpPr>
          <p:spPr>
            <a:xfrm>
              <a:off x="3216645" y="4260482"/>
              <a:ext cx="971930" cy="461665"/>
            </a:xfrm>
            <a:prstGeom prst="rect">
              <a:avLst/>
            </a:prstGeom>
            <a:noFill/>
            <a:ln>
              <a:noFill/>
            </a:ln>
          </p:spPr>
          <p:txBody>
            <a:bodyPr wrap="square" rtlCol="0">
              <a:spAutoFit/>
            </a:bodyPr>
            <a:lstStyle/>
            <a:p>
              <a:pPr algn="ctr"/>
              <a:r>
                <a:rPr lang="en-SG" sz="2400" b="1" dirty="0">
                  <a:solidFill>
                    <a:srgbClr val="2F3C7E"/>
                  </a:solidFill>
                  <a:latin typeface="+mj-lt"/>
                </a:rPr>
                <a:t>MAP</a:t>
              </a:r>
            </a:p>
          </p:txBody>
        </p:sp>
      </p:grpSp>
      <p:pic>
        <p:nvPicPr>
          <p:cNvPr id="346" name="Picture 345">
            <a:extLst>
              <a:ext uri="{FF2B5EF4-FFF2-40B4-BE49-F238E27FC236}">
                <a16:creationId xmlns:a16="http://schemas.microsoft.com/office/drawing/2014/main" id="{CB4712C8-F412-F61E-F039-41C89F4C71EC}"/>
              </a:ext>
            </a:extLst>
          </p:cNvPr>
          <p:cNvPicPr>
            <a:picLocks noChangeAspect="1"/>
          </p:cNvPicPr>
          <p:nvPr/>
        </p:nvPicPr>
        <p:blipFill>
          <a:blip r:embed="rId21"/>
          <a:srcRect l="16117" r="13552"/>
          <a:stretch>
            <a:fillRect/>
          </a:stretch>
        </p:blipFill>
        <p:spPr>
          <a:xfrm>
            <a:off x="5948005" y="5268685"/>
            <a:ext cx="334895" cy="476171"/>
          </a:xfrm>
          <a:prstGeom prst="rect">
            <a:avLst/>
          </a:prstGeom>
        </p:spPr>
      </p:pic>
      <p:pic>
        <p:nvPicPr>
          <p:cNvPr id="347" name="Picture 346">
            <a:extLst>
              <a:ext uri="{FF2B5EF4-FFF2-40B4-BE49-F238E27FC236}">
                <a16:creationId xmlns:a16="http://schemas.microsoft.com/office/drawing/2014/main" id="{08F654C2-739D-E52E-0231-6A0B89F657C8}"/>
              </a:ext>
            </a:extLst>
          </p:cNvPr>
          <p:cNvPicPr>
            <a:picLocks noChangeAspect="1"/>
          </p:cNvPicPr>
          <p:nvPr/>
        </p:nvPicPr>
        <p:blipFill>
          <a:blip r:embed="rId16"/>
          <a:stretch>
            <a:fillRect/>
          </a:stretch>
        </p:blipFill>
        <p:spPr>
          <a:xfrm>
            <a:off x="4757445" y="6000662"/>
            <a:ext cx="347891" cy="347891"/>
          </a:xfrm>
          <a:prstGeom prst="rect">
            <a:avLst/>
          </a:prstGeom>
        </p:spPr>
      </p:pic>
      <p:pic>
        <p:nvPicPr>
          <p:cNvPr id="350" name="Picture 349">
            <a:extLst>
              <a:ext uri="{FF2B5EF4-FFF2-40B4-BE49-F238E27FC236}">
                <a16:creationId xmlns:a16="http://schemas.microsoft.com/office/drawing/2014/main" id="{10792600-E01D-FD86-AE0B-C0AB52038B9E}"/>
              </a:ext>
            </a:extLst>
          </p:cNvPr>
          <p:cNvPicPr>
            <a:picLocks noChangeAspect="1"/>
          </p:cNvPicPr>
          <p:nvPr/>
        </p:nvPicPr>
        <p:blipFill>
          <a:blip r:embed="rId3"/>
          <a:stretch>
            <a:fillRect/>
          </a:stretch>
        </p:blipFill>
        <p:spPr>
          <a:xfrm>
            <a:off x="3478261" y="5305504"/>
            <a:ext cx="778291" cy="390601"/>
          </a:xfrm>
          <a:prstGeom prst="rect">
            <a:avLst/>
          </a:prstGeom>
          <a:ln>
            <a:noFill/>
          </a:ln>
        </p:spPr>
      </p:pic>
      <p:grpSp>
        <p:nvGrpSpPr>
          <p:cNvPr id="19" name="Group 18">
            <a:extLst>
              <a:ext uri="{FF2B5EF4-FFF2-40B4-BE49-F238E27FC236}">
                <a16:creationId xmlns:a16="http://schemas.microsoft.com/office/drawing/2014/main" id="{D6C05C63-80CA-905C-C58B-66AFC12C6220}"/>
              </a:ext>
            </a:extLst>
          </p:cNvPr>
          <p:cNvGrpSpPr/>
          <p:nvPr/>
        </p:nvGrpSpPr>
        <p:grpSpPr>
          <a:xfrm>
            <a:off x="5587919" y="4217828"/>
            <a:ext cx="1016161" cy="353526"/>
            <a:chOff x="5586845" y="4846215"/>
            <a:chExt cx="1016161" cy="353526"/>
          </a:xfrm>
        </p:grpSpPr>
        <p:sp>
          <p:nvSpPr>
            <p:cNvPr id="203" name="Rectangle 202">
              <a:extLst>
                <a:ext uri="{FF2B5EF4-FFF2-40B4-BE49-F238E27FC236}">
                  <a16:creationId xmlns:a16="http://schemas.microsoft.com/office/drawing/2014/main" id="{D437F9D7-DBE7-A90A-0FF6-FCFF8459669F}"/>
                </a:ext>
              </a:extLst>
            </p:cNvPr>
            <p:cNvSpPr/>
            <p:nvPr userDrawn="1"/>
          </p:nvSpPr>
          <p:spPr>
            <a:xfrm>
              <a:off x="5588996" y="4846215"/>
              <a:ext cx="1014010" cy="353526"/>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202" name="TextBox 201">
              <a:extLst>
                <a:ext uri="{FF2B5EF4-FFF2-40B4-BE49-F238E27FC236}">
                  <a16:creationId xmlns:a16="http://schemas.microsoft.com/office/drawing/2014/main" id="{80277F37-9068-DA5E-E49B-974C1B1C1F67}"/>
                </a:ext>
              </a:extLst>
            </p:cNvPr>
            <p:cNvSpPr txBox="1"/>
            <p:nvPr userDrawn="1"/>
          </p:nvSpPr>
          <p:spPr>
            <a:xfrm>
              <a:off x="5586845" y="4869089"/>
              <a:ext cx="1014010" cy="307777"/>
            </a:xfrm>
            <a:prstGeom prst="rect">
              <a:avLst/>
            </a:prstGeom>
            <a:noFill/>
            <a:ln>
              <a:noFill/>
            </a:ln>
          </p:spPr>
          <p:txBody>
            <a:bodyPr wrap="square" rtlCol="0">
              <a:spAutoFit/>
            </a:bodyPr>
            <a:lstStyle/>
            <a:p>
              <a:pPr algn="ctr"/>
              <a:r>
                <a:rPr lang="en-SG" sz="1400" b="1" dirty="0">
                  <a:solidFill>
                    <a:srgbClr val="2F3C7E"/>
                  </a:solidFill>
                  <a:latin typeface="+mn-lt"/>
                </a:rPr>
                <a:t>Touch Me!</a:t>
              </a:r>
            </a:p>
          </p:txBody>
        </p:sp>
      </p:grpSp>
      <p:grpSp>
        <p:nvGrpSpPr>
          <p:cNvPr id="28" name="Group 27">
            <a:extLst>
              <a:ext uri="{FF2B5EF4-FFF2-40B4-BE49-F238E27FC236}">
                <a16:creationId xmlns:a16="http://schemas.microsoft.com/office/drawing/2014/main" id="{2350C54F-635B-55F8-85BD-8504811CEC2A}"/>
              </a:ext>
            </a:extLst>
          </p:cNvPr>
          <p:cNvGrpSpPr/>
          <p:nvPr/>
        </p:nvGrpSpPr>
        <p:grpSpPr>
          <a:xfrm>
            <a:off x="7620370" y="4729264"/>
            <a:ext cx="1014010" cy="693309"/>
            <a:chOff x="7620370" y="4729264"/>
            <a:chExt cx="1014010" cy="693309"/>
          </a:xfrm>
        </p:grpSpPr>
        <p:pic>
          <p:nvPicPr>
            <p:cNvPr id="354" name="Picture 353">
              <a:extLst>
                <a:ext uri="{FF2B5EF4-FFF2-40B4-BE49-F238E27FC236}">
                  <a16:creationId xmlns:a16="http://schemas.microsoft.com/office/drawing/2014/main" id="{E3915082-7D0A-DB05-AB26-12334C897629}"/>
                </a:ext>
              </a:extLst>
            </p:cNvPr>
            <p:cNvPicPr>
              <a:picLocks noChangeAspect="1"/>
            </p:cNvPicPr>
            <p:nvPr/>
          </p:nvPicPr>
          <p:blipFill>
            <a:blip r:embed="rId22"/>
            <a:stretch>
              <a:fillRect/>
            </a:stretch>
          </p:blipFill>
          <p:spPr>
            <a:xfrm>
              <a:off x="7884122" y="4729264"/>
              <a:ext cx="446487" cy="446487"/>
            </a:xfrm>
            <a:prstGeom prst="rect">
              <a:avLst/>
            </a:prstGeom>
          </p:spPr>
        </p:pic>
        <p:sp>
          <p:nvSpPr>
            <p:cNvPr id="20" name="TextBox 19">
              <a:extLst>
                <a:ext uri="{FF2B5EF4-FFF2-40B4-BE49-F238E27FC236}">
                  <a16:creationId xmlns:a16="http://schemas.microsoft.com/office/drawing/2014/main" id="{522CC127-B7ED-80A1-C36A-3B144B77CE95}"/>
                </a:ext>
              </a:extLst>
            </p:cNvPr>
            <p:cNvSpPr txBox="1"/>
            <p:nvPr/>
          </p:nvSpPr>
          <p:spPr>
            <a:xfrm>
              <a:off x="7620370" y="5114796"/>
              <a:ext cx="1014010" cy="307777"/>
            </a:xfrm>
            <a:prstGeom prst="rect">
              <a:avLst/>
            </a:prstGeom>
            <a:noFill/>
            <a:ln>
              <a:noFill/>
            </a:ln>
          </p:spPr>
          <p:txBody>
            <a:bodyPr wrap="square" rtlCol="0">
              <a:spAutoFit/>
            </a:bodyPr>
            <a:lstStyle/>
            <a:p>
              <a:pPr algn="ctr"/>
              <a:r>
                <a:rPr lang="en-SG" sz="1400" b="1" dirty="0">
                  <a:solidFill>
                    <a:schemeClr val="tx2"/>
                  </a:solidFill>
                  <a:latin typeface="+mn-lt"/>
                </a:rPr>
                <a:t>Entrance</a:t>
              </a:r>
            </a:p>
          </p:txBody>
        </p:sp>
      </p:grpSp>
      <p:sp>
        <p:nvSpPr>
          <p:cNvPr id="39" name="Rectangle: Rounded Corners 38">
            <a:extLst>
              <a:ext uri="{FF2B5EF4-FFF2-40B4-BE49-F238E27FC236}">
                <a16:creationId xmlns:a16="http://schemas.microsoft.com/office/drawing/2014/main" id="{4BD712FE-F6A1-5691-DE7C-AF10A402F102}"/>
              </a:ext>
            </a:extLst>
          </p:cNvPr>
          <p:cNvSpPr/>
          <p:nvPr/>
        </p:nvSpPr>
        <p:spPr>
          <a:xfrm>
            <a:off x="5478219" y="4975182"/>
            <a:ext cx="1274465" cy="292399"/>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You Are Here</a:t>
            </a:r>
          </a:p>
        </p:txBody>
      </p:sp>
      <p:sp>
        <p:nvSpPr>
          <p:cNvPr id="42" name="TextBox 41">
            <a:extLst>
              <a:ext uri="{FF2B5EF4-FFF2-40B4-BE49-F238E27FC236}">
                <a16:creationId xmlns:a16="http://schemas.microsoft.com/office/drawing/2014/main" id="{0A8DFB57-0513-2359-119E-4A18235C1107}"/>
              </a:ext>
            </a:extLst>
          </p:cNvPr>
          <p:cNvSpPr txBox="1"/>
          <p:nvPr/>
        </p:nvSpPr>
        <p:spPr>
          <a:xfrm>
            <a:off x="3277630" y="5670873"/>
            <a:ext cx="1215496" cy="276999"/>
          </a:xfrm>
          <a:prstGeom prst="rect">
            <a:avLst/>
          </a:prstGeom>
          <a:noFill/>
          <a:ln>
            <a:noFill/>
          </a:ln>
        </p:spPr>
        <p:txBody>
          <a:bodyPr wrap="square" rtlCol="0">
            <a:spAutoFit/>
          </a:bodyPr>
          <a:lstStyle/>
          <a:p>
            <a:pPr algn="ctr"/>
            <a:r>
              <a:rPr lang="en-SG" sz="1200" b="1" dirty="0">
                <a:solidFill>
                  <a:schemeClr val="tx2"/>
                </a:solidFill>
              </a:rPr>
              <a:t>Dragon Roller</a:t>
            </a:r>
          </a:p>
        </p:txBody>
      </p:sp>
      <p:sp>
        <p:nvSpPr>
          <p:cNvPr id="46" name="TextBox 45">
            <a:extLst>
              <a:ext uri="{FF2B5EF4-FFF2-40B4-BE49-F238E27FC236}">
                <a16:creationId xmlns:a16="http://schemas.microsoft.com/office/drawing/2014/main" id="{4CDD2419-A455-A402-1DB4-90B6FBF9D744}"/>
              </a:ext>
            </a:extLst>
          </p:cNvPr>
          <p:cNvSpPr txBox="1"/>
          <p:nvPr/>
        </p:nvSpPr>
        <p:spPr>
          <a:xfrm>
            <a:off x="4342067" y="6291269"/>
            <a:ext cx="1215496" cy="276999"/>
          </a:xfrm>
          <a:prstGeom prst="rect">
            <a:avLst/>
          </a:prstGeom>
          <a:noFill/>
          <a:ln>
            <a:noFill/>
          </a:ln>
        </p:spPr>
        <p:txBody>
          <a:bodyPr wrap="square" rtlCol="0">
            <a:spAutoFit/>
          </a:bodyPr>
          <a:lstStyle/>
          <a:p>
            <a:pPr algn="ctr"/>
            <a:r>
              <a:rPr lang="en-SG" sz="1200" b="1" dirty="0">
                <a:solidFill>
                  <a:schemeClr val="tx2"/>
                </a:solidFill>
                <a:latin typeface="+mn-lt"/>
              </a:rPr>
              <a:t>Jake &amp; Marks</a:t>
            </a:r>
          </a:p>
        </p:txBody>
      </p:sp>
      <p:sp>
        <p:nvSpPr>
          <p:cNvPr id="47" name="Freeform: Shape 46">
            <a:extLst>
              <a:ext uri="{FF2B5EF4-FFF2-40B4-BE49-F238E27FC236}">
                <a16:creationId xmlns:a16="http://schemas.microsoft.com/office/drawing/2014/main" id="{42F70392-EED5-8E7B-B684-2F8EDBB49B7C}"/>
              </a:ext>
            </a:extLst>
          </p:cNvPr>
          <p:cNvSpPr/>
          <p:nvPr/>
        </p:nvSpPr>
        <p:spPr>
          <a:xfrm>
            <a:off x="5165271" y="5731329"/>
            <a:ext cx="914400" cy="538842"/>
          </a:xfrm>
          <a:custGeom>
            <a:avLst/>
            <a:gdLst>
              <a:gd name="connsiteX0" fmla="*/ 914400 w 914400"/>
              <a:gd name="connsiteY0" fmla="*/ 0 h 538842"/>
              <a:gd name="connsiteX1" fmla="*/ 892629 w 914400"/>
              <a:gd name="connsiteY1" fmla="*/ 27214 h 538842"/>
              <a:gd name="connsiteX2" fmla="*/ 849086 w 914400"/>
              <a:gd name="connsiteY2" fmla="*/ 141514 h 538842"/>
              <a:gd name="connsiteX3" fmla="*/ 810986 w 914400"/>
              <a:gd name="connsiteY3" fmla="*/ 195942 h 538842"/>
              <a:gd name="connsiteX4" fmla="*/ 723900 w 914400"/>
              <a:gd name="connsiteY4" fmla="*/ 283028 h 538842"/>
              <a:gd name="connsiteX5" fmla="*/ 702129 w 914400"/>
              <a:gd name="connsiteY5" fmla="*/ 299357 h 538842"/>
              <a:gd name="connsiteX6" fmla="*/ 647700 w 914400"/>
              <a:gd name="connsiteY6" fmla="*/ 310242 h 538842"/>
              <a:gd name="connsiteX7" fmla="*/ 457200 w 914400"/>
              <a:gd name="connsiteY7" fmla="*/ 321128 h 538842"/>
              <a:gd name="connsiteX8" fmla="*/ 239486 w 914400"/>
              <a:gd name="connsiteY8" fmla="*/ 332014 h 538842"/>
              <a:gd name="connsiteX9" fmla="*/ 163286 w 914400"/>
              <a:gd name="connsiteY9" fmla="*/ 375557 h 538842"/>
              <a:gd name="connsiteX10" fmla="*/ 152400 w 914400"/>
              <a:gd name="connsiteY10" fmla="*/ 413657 h 538842"/>
              <a:gd name="connsiteX11" fmla="*/ 87086 w 914400"/>
              <a:gd name="connsiteY11" fmla="*/ 446314 h 538842"/>
              <a:gd name="connsiteX12" fmla="*/ 38100 w 914400"/>
              <a:gd name="connsiteY12" fmla="*/ 484414 h 538842"/>
              <a:gd name="connsiteX13" fmla="*/ 27215 w 914400"/>
              <a:gd name="connsiteY13" fmla="*/ 500742 h 538842"/>
              <a:gd name="connsiteX14" fmla="*/ 0 w 914400"/>
              <a:gd name="connsiteY14" fmla="*/ 538842 h 538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4400" h="538842">
                <a:moveTo>
                  <a:pt x="914400" y="0"/>
                </a:moveTo>
                <a:cubicBezTo>
                  <a:pt x="907143" y="9071"/>
                  <a:pt x="897542" y="16687"/>
                  <a:pt x="892629" y="27214"/>
                </a:cubicBezTo>
                <a:cubicBezTo>
                  <a:pt x="836127" y="148290"/>
                  <a:pt x="923342" y="11565"/>
                  <a:pt x="849086" y="141514"/>
                </a:cubicBezTo>
                <a:cubicBezTo>
                  <a:pt x="838099" y="160742"/>
                  <a:pt x="825659" y="179355"/>
                  <a:pt x="810986" y="195942"/>
                </a:cubicBezTo>
                <a:cubicBezTo>
                  <a:pt x="783785" y="226690"/>
                  <a:pt x="756742" y="258396"/>
                  <a:pt x="723900" y="283028"/>
                </a:cubicBezTo>
                <a:cubicBezTo>
                  <a:pt x="716643" y="288471"/>
                  <a:pt x="710672" y="296306"/>
                  <a:pt x="702129" y="299357"/>
                </a:cubicBezTo>
                <a:cubicBezTo>
                  <a:pt x="684705" y="305580"/>
                  <a:pt x="666130" y="308604"/>
                  <a:pt x="647700" y="310242"/>
                </a:cubicBezTo>
                <a:cubicBezTo>
                  <a:pt x="584346" y="315873"/>
                  <a:pt x="520713" y="317741"/>
                  <a:pt x="457200" y="321128"/>
                </a:cubicBezTo>
                <a:lnTo>
                  <a:pt x="239486" y="332014"/>
                </a:lnTo>
                <a:cubicBezTo>
                  <a:pt x="214086" y="346528"/>
                  <a:pt x="171323" y="347428"/>
                  <a:pt x="163286" y="375557"/>
                </a:cubicBezTo>
                <a:cubicBezTo>
                  <a:pt x="159657" y="388257"/>
                  <a:pt x="160764" y="403434"/>
                  <a:pt x="152400" y="413657"/>
                </a:cubicBezTo>
                <a:cubicBezTo>
                  <a:pt x="132543" y="437926"/>
                  <a:pt x="110029" y="431565"/>
                  <a:pt x="87086" y="446314"/>
                </a:cubicBezTo>
                <a:cubicBezTo>
                  <a:pt x="69685" y="457500"/>
                  <a:pt x="49574" y="467202"/>
                  <a:pt x="38100" y="484414"/>
                </a:cubicBezTo>
                <a:cubicBezTo>
                  <a:pt x="34472" y="489857"/>
                  <a:pt x="31017" y="495419"/>
                  <a:pt x="27215" y="500742"/>
                </a:cubicBezTo>
                <a:cubicBezTo>
                  <a:pt x="-6559" y="548026"/>
                  <a:pt x="25667" y="500344"/>
                  <a:pt x="0" y="538842"/>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9" name="Picture 48">
            <a:extLst>
              <a:ext uri="{FF2B5EF4-FFF2-40B4-BE49-F238E27FC236}">
                <a16:creationId xmlns:a16="http://schemas.microsoft.com/office/drawing/2014/main" id="{F2C00A8F-FD3C-9182-5723-60A015AEE5D0}"/>
              </a:ext>
            </a:extLst>
          </p:cNvPr>
          <p:cNvPicPr>
            <a:picLocks noChangeAspect="1"/>
          </p:cNvPicPr>
          <p:nvPr/>
        </p:nvPicPr>
        <p:blipFill>
          <a:blip r:embed="rId17"/>
          <a:stretch>
            <a:fillRect/>
          </a:stretch>
        </p:blipFill>
        <p:spPr>
          <a:xfrm>
            <a:off x="7138853" y="5648409"/>
            <a:ext cx="598926" cy="598926"/>
          </a:xfrm>
          <a:prstGeom prst="rect">
            <a:avLst/>
          </a:prstGeom>
        </p:spPr>
      </p:pic>
      <p:sp>
        <p:nvSpPr>
          <p:cNvPr id="52" name="TextBox 51">
            <a:extLst>
              <a:ext uri="{FF2B5EF4-FFF2-40B4-BE49-F238E27FC236}">
                <a16:creationId xmlns:a16="http://schemas.microsoft.com/office/drawing/2014/main" id="{0B89C19E-BC30-E0E7-57D4-3F77920F0E76}"/>
              </a:ext>
            </a:extLst>
          </p:cNvPr>
          <p:cNvSpPr txBox="1"/>
          <p:nvPr/>
        </p:nvSpPr>
        <p:spPr>
          <a:xfrm>
            <a:off x="6852839" y="6227354"/>
            <a:ext cx="1215496" cy="276999"/>
          </a:xfrm>
          <a:prstGeom prst="rect">
            <a:avLst/>
          </a:prstGeom>
          <a:noFill/>
          <a:ln>
            <a:noFill/>
          </a:ln>
        </p:spPr>
        <p:txBody>
          <a:bodyPr wrap="square" rtlCol="0">
            <a:spAutoFit/>
          </a:bodyPr>
          <a:lstStyle/>
          <a:p>
            <a:pPr algn="ctr"/>
            <a:r>
              <a:rPr lang="en-SG" sz="1200" b="1" dirty="0">
                <a:solidFill>
                  <a:schemeClr val="tx2"/>
                </a:solidFill>
                <a:latin typeface="+mn-lt"/>
              </a:rPr>
              <a:t>Musical B’</a:t>
            </a:r>
          </a:p>
        </p:txBody>
      </p:sp>
      <p:sp>
        <p:nvSpPr>
          <p:cNvPr id="53" name="Freeform: Shape 52">
            <a:extLst>
              <a:ext uri="{FF2B5EF4-FFF2-40B4-BE49-F238E27FC236}">
                <a16:creationId xmlns:a16="http://schemas.microsoft.com/office/drawing/2014/main" id="{7E54A626-4815-C2C9-A8D7-54D335931F20}"/>
              </a:ext>
            </a:extLst>
          </p:cNvPr>
          <p:cNvSpPr/>
          <p:nvPr/>
        </p:nvSpPr>
        <p:spPr>
          <a:xfrm>
            <a:off x="6123190" y="5715000"/>
            <a:ext cx="1034167" cy="593271"/>
          </a:xfrm>
          <a:custGeom>
            <a:avLst/>
            <a:gdLst>
              <a:gd name="connsiteX0" fmla="*/ 10910 w 1034167"/>
              <a:gd name="connsiteY0" fmla="*/ 0 h 593271"/>
              <a:gd name="connsiteX1" fmla="*/ 24 w 1034167"/>
              <a:gd name="connsiteY1" fmla="*/ 27214 h 593271"/>
              <a:gd name="connsiteX2" fmla="*/ 32681 w 1034167"/>
              <a:gd name="connsiteY2" fmla="*/ 141514 h 593271"/>
              <a:gd name="connsiteX3" fmla="*/ 119767 w 1034167"/>
              <a:gd name="connsiteY3" fmla="*/ 217714 h 593271"/>
              <a:gd name="connsiteX4" fmla="*/ 185081 w 1034167"/>
              <a:gd name="connsiteY4" fmla="*/ 250371 h 593271"/>
              <a:gd name="connsiteX5" fmla="*/ 283053 w 1034167"/>
              <a:gd name="connsiteY5" fmla="*/ 288471 h 593271"/>
              <a:gd name="connsiteX6" fmla="*/ 402796 w 1034167"/>
              <a:gd name="connsiteY6" fmla="*/ 293914 h 593271"/>
              <a:gd name="connsiteX7" fmla="*/ 604181 w 1034167"/>
              <a:gd name="connsiteY7" fmla="*/ 353786 h 593271"/>
              <a:gd name="connsiteX8" fmla="*/ 615067 w 1034167"/>
              <a:gd name="connsiteY8" fmla="*/ 370114 h 593271"/>
              <a:gd name="connsiteX9" fmla="*/ 631396 w 1034167"/>
              <a:gd name="connsiteY9" fmla="*/ 429986 h 593271"/>
              <a:gd name="connsiteX10" fmla="*/ 642281 w 1034167"/>
              <a:gd name="connsiteY10" fmla="*/ 533400 h 593271"/>
              <a:gd name="connsiteX11" fmla="*/ 680381 w 1034167"/>
              <a:gd name="connsiteY11" fmla="*/ 555171 h 593271"/>
              <a:gd name="connsiteX12" fmla="*/ 778353 w 1034167"/>
              <a:gd name="connsiteY12" fmla="*/ 593271 h 593271"/>
              <a:gd name="connsiteX13" fmla="*/ 881767 w 1034167"/>
              <a:gd name="connsiteY13" fmla="*/ 587829 h 593271"/>
              <a:gd name="connsiteX14" fmla="*/ 930753 w 1034167"/>
              <a:gd name="connsiteY14" fmla="*/ 549729 h 593271"/>
              <a:gd name="connsiteX15" fmla="*/ 1034167 w 1034167"/>
              <a:gd name="connsiteY15" fmla="*/ 538843 h 59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4167" h="593271">
                <a:moveTo>
                  <a:pt x="10910" y="0"/>
                </a:moveTo>
                <a:cubicBezTo>
                  <a:pt x="7281" y="9071"/>
                  <a:pt x="-490" y="17457"/>
                  <a:pt x="24" y="27214"/>
                </a:cubicBezTo>
                <a:cubicBezTo>
                  <a:pt x="423" y="34790"/>
                  <a:pt x="16134" y="123225"/>
                  <a:pt x="32681" y="141514"/>
                </a:cubicBezTo>
                <a:cubicBezTo>
                  <a:pt x="58560" y="170117"/>
                  <a:pt x="85267" y="200464"/>
                  <a:pt x="119767" y="217714"/>
                </a:cubicBezTo>
                <a:cubicBezTo>
                  <a:pt x="141538" y="228600"/>
                  <a:pt x="164016" y="238175"/>
                  <a:pt x="185081" y="250371"/>
                </a:cubicBezTo>
                <a:cubicBezTo>
                  <a:pt x="244050" y="284512"/>
                  <a:pt x="202154" y="281117"/>
                  <a:pt x="283053" y="288471"/>
                </a:cubicBezTo>
                <a:cubicBezTo>
                  <a:pt x="322844" y="292088"/>
                  <a:pt x="362882" y="292100"/>
                  <a:pt x="402796" y="293914"/>
                </a:cubicBezTo>
                <a:cubicBezTo>
                  <a:pt x="506337" y="314622"/>
                  <a:pt x="542016" y="298529"/>
                  <a:pt x="604181" y="353786"/>
                </a:cubicBezTo>
                <a:cubicBezTo>
                  <a:pt x="609070" y="358132"/>
                  <a:pt x="611438" y="364671"/>
                  <a:pt x="615067" y="370114"/>
                </a:cubicBezTo>
                <a:cubicBezTo>
                  <a:pt x="623153" y="394372"/>
                  <a:pt x="628319" y="405367"/>
                  <a:pt x="631396" y="429986"/>
                </a:cubicBezTo>
                <a:cubicBezTo>
                  <a:pt x="635695" y="464380"/>
                  <a:pt x="629650" y="501121"/>
                  <a:pt x="642281" y="533400"/>
                </a:cubicBezTo>
                <a:cubicBezTo>
                  <a:pt x="647611" y="547021"/>
                  <a:pt x="667298" y="548630"/>
                  <a:pt x="680381" y="555171"/>
                </a:cubicBezTo>
                <a:cubicBezTo>
                  <a:pt x="737030" y="583496"/>
                  <a:pt x="728360" y="578988"/>
                  <a:pt x="778353" y="593271"/>
                </a:cubicBezTo>
                <a:lnTo>
                  <a:pt x="881767" y="587829"/>
                </a:lnTo>
                <a:cubicBezTo>
                  <a:pt x="901657" y="582146"/>
                  <a:pt x="910209" y="552146"/>
                  <a:pt x="930753" y="549729"/>
                </a:cubicBezTo>
                <a:cubicBezTo>
                  <a:pt x="1026885" y="538419"/>
                  <a:pt x="992226" y="538843"/>
                  <a:pt x="1034167" y="5388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60" name="Group 59">
            <a:extLst>
              <a:ext uri="{FF2B5EF4-FFF2-40B4-BE49-F238E27FC236}">
                <a16:creationId xmlns:a16="http://schemas.microsoft.com/office/drawing/2014/main" id="{5A412894-E035-0EE0-37C9-0DFBB528673E}"/>
              </a:ext>
            </a:extLst>
          </p:cNvPr>
          <p:cNvGrpSpPr/>
          <p:nvPr/>
        </p:nvGrpSpPr>
        <p:grpSpPr>
          <a:xfrm>
            <a:off x="6262885" y="5837206"/>
            <a:ext cx="776731" cy="378714"/>
            <a:chOff x="4579693" y="5139808"/>
            <a:chExt cx="776731" cy="378714"/>
          </a:xfrm>
        </p:grpSpPr>
        <p:sp>
          <p:nvSpPr>
            <p:cNvPr id="61" name="Rectangle: Rounded Corners 60">
              <a:extLst>
                <a:ext uri="{FF2B5EF4-FFF2-40B4-BE49-F238E27FC236}">
                  <a16:creationId xmlns:a16="http://schemas.microsoft.com/office/drawing/2014/main" id="{B9D9A945-4CF1-047A-1A86-C6D935D4D6C6}"/>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1.0 KM</a:t>
              </a:r>
            </a:p>
          </p:txBody>
        </p:sp>
        <p:grpSp>
          <p:nvGrpSpPr>
            <p:cNvPr id="62" name="Group 61">
              <a:extLst>
                <a:ext uri="{FF2B5EF4-FFF2-40B4-BE49-F238E27FC236}">
                  <a16:creationId xmlns:a16="http://schemas.microsoft.com/office/drawing/2014/main" id="{75781927-9BFB-4F1C-6C69-B0ACCDA2F14E}"/>
                </a:ext>
              </a:extLst>
            </p:cNvPr>
            <p:cNvGrpSpPr/>
            <p:nvPr/>
          </p:nvGrpSpPr>
          <p:grpSpPr>
            <a:xfrm>
              <a:off x="4579693" y="5287690"/>
              <a:ext cx="776731" cy="230832"/>
              <a:chOff x="4622782" y="5567706"/>
              <a:chExt cx="776731" cy="230832"/>
            </a:xfrm>
          </p:grpSpPr>
          <p:sp>
            <p:nvSpPr>
              <p:cNvPr id="63" name="TextBox 62">
                <a:extLst>
                  <a:ext uri="{FF2B5EF4-FFF2-40B4-BE49-F238E27FC236}">
                    <a16:creationId xmlns:a16="http://schemas.microsoft.com/office/drawing/2014/main" id="{05B331A1-C3A8-D23A-7A9C-37757DBCFD13}"/>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10 mins</a:t>
                </a:r>
                <a:endParaRPr lang="en-SG" sz="900" dirty="0">
                  <a:solidFill>
                    <a:schemeClr val="tx2"/>
                  </a:solidFill>
                  <a:latin typeface="+mn-lt"/>
                </a:endParaRPr>
              </a:p>
            </p:txBody>
          </p:sp>
          <p:pic>
            <p:nvPicPr>
              <p:cNvPr id="64" name="Picture 63" descr="A person walking on a black background&#10;&#10;AI-generated content may be incorrect.">
                <a:extLst>
                  <a:ext uri="{FF2B5EF4-FFF2-40B4-BE49-F238E27FC236}">
                    <a16:creationId xmlns:a16="http://schemas.microsoft.com/office/drawing/2014/main" id="{1FAA1B9C-FD33-7D63-BBBA-EB919D24826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grpSp>
        <p:nvGrpSpPr>
          <p:cNvPr id="65" name="Group 64">
            <a:extLst>
              <a:ext uri="{FF2B5EF4-FFF2-40B4-BE49-F238E27FC236}">
                <a16:creationId xmlns:a16="http://schemas.microsoft.com/office/drawing/2014/main" id="{C22DF97D-F821-8D57-DB98-A6AD54F1CBC2}"/>
              </a:ext>
            </a:extLst>
          </p:cNvPr>
          <p:cNvGrpSpPr/>
          <p:nvPr/>
        </p:nvGrpSpPr>
        <p:grpSpPr>
          <a:xfrm>
            <a:off x="5362875" y="5985250"/>
            <a:ext cx="776731" cy="378714"/>
            <a:chOff x="4579693" y="5139808"/>
            <a:chExt cx="776731" cy="378714"/>
          </a:xfrm>
        </p:grpSpPr>
        <p:sp>
          <p:nvSpPr>
            <p:cNvPr id="66" name="Rectangle: Rounded Corners 65">
              <a:extLst>
                <a:ext uri="{FF2B5EF4-FFF2-40B4-BE49-F238E27FC236}">
                  <a16:creationId xmlns:a16="http://schemas.microsoft.com/office/drawing/2014/main" id="{22B4DD8A-3154-B2D5-2179-05F037605E62}"/>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500 m</a:t>
              </a:r>
            </a:p>
          </p:txBody>
        </p:sp>
        <p:grpSp>
          <p:nvGrpSpPr>
            <p:cNvPr id="76" name="Group 75">
              <a:extLst>
                <a:ext uri="{FF2B5EF4-FFF2-40B4-BE49-F238E27FC236}">
                  <a16:creationId xmlns:a16="http://schemas.microsoft.com/office/drawing/2014/main" id="{D79270D6-3835-F52E-9CC2-5469989063A4}"/>
                </a:ext>
              </a:extLst>
            </p:cNvPr>
            <p:cNvGrpSpPr/>
            <p:nvPr/>
          </p:nvGrpSpPr>
          <p:grpSpPr>
            <a:xfrm>
              <a:off x="4579693" y="5287690"/>
              <a:ext cx="776731" cy="230832"/>
              <a:chOff x="4622782" y="5567706"/>
              <a:chExt cx="776731" cy="230832"/>
            </a:xfrm>
          </p:grpSpPr>
          <p:sp>
            <p:nvSpPr>
              <p:cNvPr id="84" name="TextBox 83">
                <a:extLst>
                  <a:ext uri="{FF2B5EF4-FFF2-40B4-BE49-F238E27FC236}">
                    <a16:creationId xmlns:a16="http://schemas.microsoft.com/office/drawing/2014/main" id="{8C2EA9A9-FE85-5626-2602-61ECBDF79357}"/>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5 mins</a:t>
                </a:r>
                <a:endParaRPr lang="en-SG" sz="900" dirty="0">
                  <a:solidFill>
                    <a:schemeClr val="tx2"/>
                  </a:solidFill>
                  <a:latin typeface="+mn-lt"/>
                </a:endParaRPr>
              </a:p>
            </p:txBody>
          </p:sp>
          <p:pic>
            <p:nvPicPr>
              <p:cNvPr id="86" name="Picture 85" descr="A person walking on a black background&#10;&#10;AI-generated content may be incorrect.">
                <a:extLst>
                  <a:ext uri="{FF2B5EF4-FFF2-40B4-BE49-F238E27FC236}">
                    <a16:creationId xmlns:a16="http://schemas.microsoft.com/office/drawing/2014/main" id="{2D20C6BE-CB8B-0FB1-BD65-9945BD71FD6E}"/>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sp>
        <p:nvSpPr>
          <p:cNvPr id="97" name="Rectangle 96">
            <a:extLst>
              <a:ext uri="{FF2B5EF4-FFF2-40B4-BE49-F238E27FC236}">
                <a16:creationId xmlns:a16="http://schemas.microsoft.com/office/drawing/2014/main" id="{5520F223-8BD7-5689-EADB-CCEFD9EBF423}"/>
              </a:ext>
            </a:extLst>
          </p:cNvPr>
          <p:cNvSpPr/>
          <p:nvPr/>
        </p:nvSpPr>
        <p:spPr>
          <a:xfrm>
            <a:off x="8967452" y="4211670"/>
            <a:ext cx="1466386" cy="2646330"/>
          </a:xfrm>
          <a:prstGeom prst="rect">
            <a:avLst/>
          </a:prstGeom>
          <a:solidFill>
            <a:schemeClr val="bg1"/>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9" name="TextBox 98">
            <a:extLst>
              <a:ext uri="{FF2B5EF4-FFF2-40B4-BE49-F238E27FC236}">
                <a16:creationId xmlns:a16="http://schemas.microsoft.com/office/drawing/2014/main" id="{0A7A37FA-B3BA-D0B3-68F3-3BEFA63D6630}"/>
              </a:ext>
            </a:extLst>
          </p:cNvPr>
          <p:cNvSpPr txBox="1"/>
          <p:nvPr/>
        </p:nvSpPr>
        <p:spPr>
          <a:xfrm>
            <a:off x="9078864" y="4907207"/>
            <a:ext cx="1227849" cy="633622"/>
          </a:xfrm>
          <a:prstGeom prst="rect">
            <a:avLst/>
          </a:prstGeom>
          <a:noFill/>
          <a:ln>
            <a:solidFill>
              <a:srgbClr val="2F3C7E"/>
            </a:solidFill>
          </a:ln>
        </p:spPr>
        <p:txBody>
          <a:bodyPr wrap="square" rtlCol="0">
            <a:spAutoFit/>
          </a:bodyPr>
          <a:lstStyle/>
          <a:p>
            <a:endParaRPr lang="en-SG" dirty="0"/>
          </a:p>
        </p:txBody>
      </p:sp>
      <p:sp>
        <p:nvSpPr>
          <p:cNvPr id="113" name="TextBox 112">
            <a:extLst>
              <a:ext uri="{FF2B5EF4-FFF2-40B4-BE49-F238E27FC236}">
                <a16:creationId xmlns:a16="http://schemas.microsoft.com/office/drawing/2014/main" id="{E1DE93DC-ED54-8164-0B0B-1B183575AA37}"/>
              </a:ext>
            </a:extLst>
          </p:cNvPr>
          <p:cNvSpPr txBox="1"/>
          <p:nvPr/>
        </p:nvSpPr>
        <p:spPr>
          <a:xfrm>
            <a:off x="10433837" y="4215089"/>
            <a:ext cx="1756011" cy="307777"/>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2700">
            <a:solidFill>
              <a:schemeClr val="tx1"/>
            </a:solidFill>
          </a:ln>
        </p:spPr>
        <p:txBody>
          <a:bodyPr wrap="square" rtlCol="0">
            <a:spAutoFit/>
          </a:bodyPr>
          <a:lstStyle/>
          <a:p>
            <a:r>
              <a:rPr lang="en-SG" sz="1400" b="1" dirty="0"/>
              <a:t>About</a:t>
            </a:r>
          </a:p>
        </p:txBody>
      </p:sp>
      <p:sp>
        <p:nvSpPr>
          <p:cNvPr id="114" name="TextBox 113">
            <a:extLst>
              <a:ext uri="{FF2B5EF4-FFF2-40B4-BE49-F238E27FC236}">
                <a16:creationId xmlns:a16="http://schemas.microsoft.com/office/drawing/2014/main" id="{2AD5657A-DF50-589F-287F-20F1619F2BBB}"/>
              </a:ext>
            </a:extLst>
          </p:cNvPr>
          <p:cNvSpPr txBox="1"/>
          <p:nvPr/>
        </p:nvSpPr>
        <p:spPr>
          <a:xfrm>
            <a:off x="10434912" y="4526271"/>
            <a:ext cx="1749183" cy="784830"/>
          </a:xfrm>
          <a:prstGeom prst="rect">
            <a:avLst/>
          </a:prstGeom>
          <a:noFill/>
          <a:ln>
            <a:solidFill>
              <a:schemeClr val="tx1"/>
            </a:solidFill>
          </a:ln>
        </p:spPr>
        <p:txBody>
          <a:bodyPr wrap="square" rtlCol="0">
            <a:spAutoFit/>
          </a:bodyPr>
          <a:lstStyle/>
          <a:p>
            <a:r>
              <a:rPr lang="en-SG" sz="900" dirty="0"/>
              <a:t>Lorem ipsum </a:t>
            </a:r>
            <a:r>
              <a:rPr lang="en-SG" sz="900" dirty="0" err="1"/>
              <a:t>dolor</a:t>
            </a:r>
            <a:r>
              <a:rPr lang="en-SG" sz="900" dirty="0"/>
              <a:t> sit </a:t>
            </a:r>
            <a:r>
              <a:rPr lang="en-SG" sz="900" dirty="0" err="1"/>
              <a:t>amet</a:t>
            </a:r>
            <a:r>
              <a:rPr lang="en-SG" sz="900" dirty="0"/>
              <a:t>, </a:t>
            </a:r>
            <a:r>
              <a:rPr lang="en-SG" sz="900" dirty="0" err="1"/>
              <a:t>consectetur</a:t>
            </a:r>
            <a:r>
              <a:rPr lang="en-SG" sz="900" dirty="0"/>
              <a:t> </a:t>
            </a:r>
            <a:r>
              <a:rPr lang="en-SG" sz="900" dirty="0" err="1"/>
              <a:t>adipiscing</a:t>
            </a:r>
            <a:r>
              <a:rPr lang="en-SG" sz="900" dirty="0"/>
              <a:t> </a:t>
            </a:r>
            <a:r>
              <a:rPr lang="en-SG" sz="900" dirty="0" err="1"/>
              <a:t>elit</a:t>
            </a:r>
            <a:r>
              <a:rPr lang="en-SG" sz="900" dirty="0"/>
              <a:t>, </a:t>
            </a:r>
            <a:r>
              <a:rPr lang="en-SG" sz="900" dirty="0" err="1"/>
              <a:t>sed</a:t>
            </a:r>
            <a:r>
              <a:rPr lang="en-SG" sz="900" dirty="0"/>
              <a:t> do </a:t>
            </a:r>
            <a:r>
              <a:rPr lang="en-SG" sz="900" dirty="0" err="1"/>
              <a:t>eiusmod</a:t>
            </a:r>
            <a:r>
              <a:rPr lang="en-SG" sz="900" dirty="0"/>
              <a:t> </a:t>
            </a:r>
            <a:r>
              <a:rPr lang="en-SG" sz="900" dirty="0" err="1"/>
              <a:t>tempor</a:t>
            </a:r>
            <a:r>
              <a:rPr lang="en-SG" sz="900" dirty="0"/>
              <a:t> </a:t>
            </a:r>
            <a:r>
              <a:rPr lang="en-SG" sz="900" dirty="0" err="1"/>
              <a:t>incididunt</a:t>
            </a:r>
            <a:r>
              <a:rPr lang="en-SG" sz="900" dirty="0"/>
              <a:t> </a:t>
            </a:r>
            <a:r>
              <a:rPr lang="en-SG" sz="900" dirty="0" err="1"/>
              <a:t>ut</a:t>
            </a:r>
            <a:r>
              <a:rPr lang="en-SG" sz="900" dirty="0"/>
              <a:t> labore et dolore magna </a:t>
            </a:r>
            <a:r>
              <a:rPr lang="en-SG" sz="900" dirty="0" err="1"/>
              <a:t>aliqua</a:t>
            </a:r>
            <a:r>
              <a:rPr lang="en-SG" sz="900" dirty="0"/>
              <a:t>. </a:t>
            </a:r>
          </a:p>
        </p:txBody>
      </p:sp>
      <p:sp>
        <p:nvSpPr>
          <p:cNvPr id="115" name="TextBox 114">
            <a:extLst>
              <a:ext uri="{FF2B5EF4-FFF2-40B4-BE49-F238E27FC236}">
                <a16:creationId xmlns:a16="http://schemas.microsoft.com/office/drawing/2014/main" id="{7C9F0EE2-9963-B493-E1E8-E99FA89814E7}"/>
              </a:ext>
            </a:extLst>
          </p:cNvPr>
          <p:cNvSpPr txBox="1"/>
          <p:nvPr/>
        </p:nvSpPr>
        <p:spPr>
          <a:xfrm>
            <a:off x="10434913" y="5311814"/>
            <a:ext cx="1756011" cy="307777"/>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2700">
            <a:solidFill>
              <a:schemeClr val="tx1"/>
            </a:solidFill>
          </a:ln>
        </p:spPr>
        <p:txBody>
          <a:bodyPr wrap="square" rtlCol="0">
            <a:spAutoFit/>
          </a:bodyPr>
          <a:lstStyle/>
          <a:p>
            <a:r>
              <a:rPr lang="en-SG" sz="1400" b="1" dirty="0"/>
              <a:t>How to get there</a:t>
            </a:r>
          </a:p>
        </p:txBody>
      </p:sp>
      <p:sp>
        <p:nvSpPr>
          <p:cNvPr id="122" name="Rectangle: Rounded Corners 121">
            <a:extLst>
              <a:ext uri="{FF2B5EF4-FFF2-40B4-BE49-F238E27FC236}">
                <a16:creationId xmlns:a16="http://schemas.microsoft.com/office/drawing/2014/main" id="{E52257F1-1030-E4D5-D71B-F9AF2109EF0D}"/>
              </a:ext>
            </a:extLst>
          </p:cNvPr>
          <p:cNvSpPr/>
          <p:nvPr/>
        </p:nvSpPr>
        <p:spPr>
          <a:xfrm rot="5400000">
            <a:off x="11970550" y="5822130"/>
            <a:ext cx="336725"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6" name="Rectangle: Rounded Corners 125">
            <a:extLst>
              <a:ext uri="{FF2B5EF4-FFF2-40B4-BE49-F238E27FC236}">
                <a16:creationId xmlns:a16="http://schemas.microsoft.com/office/drawing/2014/main" id="{3CB65654-D8FD-CFC5-8357-3B62E940448B}"/>
              </a:ext>
            </a:extLst>
          </p:cNvPr>
          <p:cNvSpPr/>
          <p:nvPr/>
        </p:nvSpPr>
        <p:spPr>
          <a:xfrm rot="5400000">
            <a:off x="11970550" y="4724556"/>
            <a:ext cx="336725"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7" name="Rectangle: Rounded Corners 126">
            <a:extLst>
              <a:ext uri="{FF2B5EF4-FFF2-40B4-BE49-F238E27FC236}">
                <a16:creationId xmlns:a16="http://schemas.microsoft.com/office/drawing/2014/main" id="{3F8F1093-8863-ADC4-F2CB-DEEB55D6409A}"/>
              </a:ext>
            </a:extLst>
          </p:cNvPr>
          <p:cNvSpPr/>
          <p:nvPr/>
        </p:nvSpPr>
        <p:spPr>
          <a:xfrm rot="5400000">
            <a:off x="11663175" y="986565"/>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8" name="Rectangle: Rounded Corners 127">
            <a:extLst>
              <a:ext uri="{FF2B5EF4-FFF2-40B4-BE49-F238E27FC236}">
                <a16:creationId xmlns:a16="http://schemas.microsoft.com/office/drawing/2014/main" id="{F7500D79-C1CC-3F41-DAE8-FF546317C806}"/>
              </a:ext>
            </a:extLst>
          </p:cNvPr>
          <p:cNvSpPr/>
          <p:nvPr/>
        </p:nvSpPr>
        <p:spPr>
          <a:xfrm rot="5400000">
            <a:off x="7368109" y="971118"/>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30" name="TextBox 129">
            <a:extLst>
              <a:ext uri="{FF2B5EF4-FFF2-40B4-BE49-F238E27FC236}">
                <a16:creationId xmlns:a16="http://schemas.microsoft.com/office/drawing/2014/main" id="{20B9C52B-35D1-D99C-E068-B780EE6D2BE5}"/>
              </a:ext>
            </a:extLst>
          </p:cNvPr>
          <p:cNvSpPr txBox="1"/>
          <p:nvPr/>
        </p:nvSpPr>
        <p:spPr>
          <a:xfrm>
            <a:off x="10441203" y="6550111"/>
            <a:ext cx="1749183" cy="230832"/>
          </a:xfrm>
          <a:prstGeom prst="rect">
            <a:avLst/>
          </a:prstGeom>
          <a:noFill/>
          <a:ln>
            <a:solidFill>
              <a:schemeClr val="tx1"/>
            </a:solidFill>
          </a:ln>
        </p:spPr>
        <p:txBody>
          <a:bodyPr wrap="square" rtlCol="0">
            <a:spAutoFit/>
          </a:bodyPr>
          <a:lstStyle/>
          <a:p>
            <a:pPr algn="ctr"/>
            <a:endParaRPr lang="en-SG" sz="900" b="1" dirty="0"/>
          </a:p>
        </p:txBody>
      </p:sp>
      <p:sp>
        <p:nvSpPr>
          <p:cNvPr id="2" name="Rectangle: Rounded Corners 1">
            <a:extLst>
              <a:ext uri="{FF2B5EF4-FFF2-40B4-BE49-F238E27FC236}">
                <a16:creationId xmlns:a16="http://schemas.microsoft.com/office/drawing/2014/main" id="{73A38B35-76D6-C7A1-1D38-02FE14E81B7B}"/>
              </a:ext>
            </a:extLst>
          </p:cNvPr>
          <p:cNvSpPr/>
          <p:nvPr/>
        </p:nvSpPr>
        <p:spPr>
          <a:xfrm rot="5400000">
            <a:off x="3406156" y="2514864"/>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0" name="Freeform: Shape 9">
            <a:extLst>
              <a:ext uri="{FF2B5EF4-FFF2-40B4-BE49-F238E27FC236}">
                <a16:creationId xmlns:a16="http://schemas.microsoft.com/office/drawing/2014/main" id="{D27046AA-9737-B2F0-F0CE-4A841D326A78}"/>
              </a:ext>
            </a:extLst>
          </p:cNvPr>
          <p:cNvSpPr/>
          <p:nvPr/>
        </p:nvSpPr>
        <p:spPr>
          <a:xfrm>
            <a:off x="4316186" y="5524500"/>
            <a:ext cx="1763485" cy="299357"/>
          </a:xfrm>
          <a:custGeom>
            <a:avLst/>
            <a:gdLst>
              <a:gd name="connsiteX0" fmla="*/ 1763485 w 1763485"/>
              <a:gd name="connsiteY0" fmla="*/ 206829 h 299357"/>
              <a:gd name="connsiteX1" fmla="*/ 1540328 w 1763485"/>
              <a:gd name="connsiteY1" fmla="*/ 299357 h 299357"/>
              <a:gd name="connsiteX2" fmla="*/ 1409700 w 1763485"/>
              <a:gd name="connsiteY2" fmla="*/ 272143 h 299357"/>
              <a:gd name="connsiteX3" fmla="*/ 1322614 w 1763485"/>
              <a:gd name="connsiteY3" fmla="*/ 190500 h 299357"/>
              <a:gd name="connsiteX4" fmla="*/ 1306285 w 1763485"/>
              <a:gd name="connsiteY4" fmla="*/ 157843 h 299357"/>
              <a:gd name="connsiteX5" fmla="*/ 1284514 w 1763485"/>
              <a:gd name="connsiteY5" fmla="*/ 130629 h 299357"/>
              <a:gd name="connsiteX6" fmla="*/ 1273628 w 1763485"/>
              <a:gd name="connsiteY6" fmla="*/ 92529 h 299357"/>
              <a:gd name="connsiteX7" fmla="*/ 1268185 w 1763485"/>
              <a:gd name="connsiteY7" fmla="*/ 76200 h 299357"/>
              <a:gd name="connsiteX8" fmla="*/ 1191985 w 1763485"/>
              <a:gd name="connsiteY8" fmla="*/ 16329 h 299357"/>
              <a:gd name="connsiteX9" fmla="*/ 1028700 w 1763485"/>
              <a:gd name="connsiteY9" fmla="*/ 0 h 299357"/>
              <a:gd name="connsiteX10" fmla="*/ 849085 w 1763485"/>
              <a:gd name="connsiteY10" fmla="*/ 10886 h 299357"/>
              <a:gd name="connsiteX11" fmla="*/ 800100 w 1763485"/>
              <a:gd name="connsiteY11" fmla="*/ 43543 h 299357"/>
              <a:gd name="connsiteX12" fmla="*/ 685800 w 1763485"/>
              <a:gd name="connsiteY12" fmla="*/ 119743 h 299357"/>
              <a:gd name="connsiteX13" fmla="*/ 658585 w 1763485"/>
              <a:gd name="connsiteY13" fmla="*/ 136071 h 299357"/>
              <a:gd name="connsiteX14" fmla="*/ 544285 w 1763485"/>
              <a:gd name="connsiteY14" fmla="*/ 163286 h 299357"/>
              <a:gd name="connsiteX15" fmla="*/ 511628 w 1763485"/>
              <a:gd name="connsiteY15" fmla="*/ 174171 h 299357"/>
              <a:gd name="connsiteX16" fmla="*/ 255814 w 1763485"/>
              <a:gd name="connsiteY16" fmla="*/ 130629 h 299357"/>
              <a:gd name="connsiteX17" fmla="*/ 239485 w 1763485"/>
              <a:gd name="connsiteY17" fmla="*/ 119743 h 299357"/>
              <a:gd name="connsiteX18" fmla="*/ 217714 w 1763485"/>
              <a:gd name="connsiteY18" fmla="*/ 114300 h 299357"/>
              <a:gd name="connsiteX19" fmla="*/ 168728 w 1763485"/>
              <a:gd name="connsiteY19" fmla="*/ 76200 h 299357"/>
              <a:gd name="connsiteX20" fmla="*/ 54428 w 1763485"/>
              <a:gd name="connsiteY20" fmla="*/ 43543 h 299357"/>
              <a:gd name="connsiteX21" fmla="*/ 0 w 1763485"/>
              <a:gd name="connsiteY21" fmla="*/ 43543 h 29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3485" h="299357">
                <a:moveTo>
                  <a:pt x="1763485" y="206829"/>
                </a:moveTo>
                <a:cubicBezTo>
                  <a:pt x="1614475" y="277785"/>
                  <a:pt x="1689015" y="247316"/>
                  <a:pt x="1540328" y="299357"/>
                </a:cubicBezTo>
                <a:cubicBezTo>
                  <a:pt x="1496785" y="290286"/>
                  <a:pt x="1452266" y="285042"/>
                  <a:pt x="1409700" y="272143"/>
                </a:cubicBezTo>
                <a:cubicBezTo>
                  <a:pt x="1360103" y="257114"/>
                  <a:pt x="1349198" y="233034"/>
                  <a:pt x="1322614" y="190500"/>
                </a:cubicBezTo>
                <a:cubicBezTo>
                  <a:pt x="1316164" y="180179"/>
                  <a:pt x="1312819" y="168111"/>
                  <a:pt x="1306285" y="157843"/>
                </a:cubicBezTo>
                <a:cubicBezTo>
                  <a:pt x="1300048" y="148042"/>
                  <a:pt x="1291771" y="139700"/>
                  <a:pt x="1284514" y="130629"/>
                </a:cubicBezTo>
                <a:cubicBezTo>
                  <a:pt x="1280885" y="117929"/>
                  <a:pt x="1277423" y="105180"/>
                  <a:pt x="1273628" y="92529"/>
                </a:cubicBezTo>
                <a:cubicBezTo>
                  <a:pt x="1271979" y="87034"/>
                  <a:pt x="1271858" y="80608"/>
                  <a:pt x="1268185" y="76200"/>
                </a:cubicBezTo>
                <a:cubicBezTo>
                  <a:pt x="1250833" y="55378"/>
                  <a:pt x="1224333" y="20950"/>
                  <a:pt x="1191985" y="16329"/>
                </a:cubicBezTo>
                <a:cubicBezTo>
                  <a:pt x="1137835" y="8593"/>
                  <a:pt x="1028700" y="0"/>
                  <a:pt x="1028700" y="0"/>
                </a:cubicBezTo>
                <a:cubicBezTo>
                  <a:pt x="968828" y="3629"/>
                  <a:pt x="908007" y="-337"/>
                  <a:pt x="849085" y="10886"/>
                </a:cubicBezTo>
                <a:cubicBezTo>
                  <a:pt x="829807" y="14558"/>
                  <a:pt x="817184" y="33887"/>
                  <a:pt x="800100" y="43543"/>
                </a:cubicBezTo>
                <a:cubicBezTo>
                  <a:pt x="628196" y="140706"/>
                  <a:pt x="794349" y="29288"/>
                  <a:pt x="685800" y="119743"/>
                </a:cubicBezTo>
                <a:cubicBezTo>
                  <a:pt x="677673" y="126516"/>
                  <a:pt x="668445" y="132237"/>
                  <a:pt x="658585" y="136071"/>
                </a:cubicBezTo>
                <a:cubicBezTo>
                  <a:pt x="599918" y="158886"/>
                  <a:pt x="596861" y="156714"/>
                  <a:pt x="544285" y="163286"/>
                </a:cubicBezTo>
                <a:cubicBezTo>
                  <a:pt x="533399" y="166914"/>
                  <a:pt x="523087" y="174759"/>
                  <a:pt x="511628" y="174171"/>
                </a:cubicBezTo>
                <a:cubicBezTo>
                  <a:pt x="367189" y="166764"/>
                  <a:pt x="363109" y="161284"/>
                  <a:pt x="255814" y="130629"/>
                </a:cubicBezTo>
                <a:cubicBezTo>
                  <a:pt x="250371" y="127000"/>
                  <a:pt x="245498" y="122320"/>
                  <a:pt x="239485" y="119743"/>
                </a:cubicBezTo>
                <a:cubicBezTo>
                  <a:pt x="232609" y="116796"/>
                  <a:pt x="223003" y="119589"/>
                  <a:pt x="217714" y="114300"/>
                </a:cubicBezTo>
                <a:cubicBezTo>
                  <a:pt x="170934" y="67520"/>
                  <a:pt x="236527" y="87500"/>
                  <a:pt x="168728" y="76200"/>
                </a:cubicBezTo>
                <a:cubicBezTo>
                  <a:pt x="117113" y="55554"/>
                  <a:pt x="111054" y="48936"/>
                  <a:pt x="54428" y="43543"/>
                </a:cubicBezTo>
                <a:cubicBezTo>
                  <a:pt x="36367" y="41823"/>
                  <a:pt x="18143" y="43543"/>
                  <a:pt x="0" y="435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 name="Group 2">
            <a:extLst>
              <a:ext uri="{FF2B5EF4-FFF2-40B4-BE49-F238E27FC236}">
                <a16:creationId xmlns:a16="http://schemas.microsoft.com/office/drawing/2014/main" id="{1EF86928-C0E7-7F25-2E74-DDF38BCD7348}"/>
              </a:ext>
            </a:extLst>
          </p:cNvPr>
          <p:cNvGrpSpPr/>
          <p:nvPr/>
        </p:nvGrpSpPr>
        <p:grpSpPr>
          <a:xfrm>
            <a:off x="4648576" y="5564302"/>
            <a:ext cx="776731" cy="378714"/>
            <a:chOff x="4579693" y="5139808"/>
            <a:chExt cx="776731" cy="378714"/>
          </a:xfrm>
        </p:grpSpPr>
        <p:sp>
          <p:nvSpPr>
            <p:cNvPr id="4" name="Rectangle: Rounded Corners 3">
              <a:extLst>
                <a:ext uri="{FF2B5EF4-FFF2-40B4-BE49-F238E27FC236}">
                  <a16:creationId xmlns:a16="http://schemas.microsoft.com/office/drawing/2014/main" id="{337023A6-AA03-577B-D4F4-EBFAFCE05D78}"/>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2.4 KM</a:t>
              </a:r>
            </a:p>
          </p:txBody>
        </p:sp>
        <p:grpSp>
          <p:nvGrpSpPr>
            <p:cNvPr id="5" name="Group 4">
              <a:extLst>
                <a:ext uri="{FF2B5EF4-FFF2-40B4-BE49-F238E27FC236}">
                  <a16:creationId xmlns:a16="http://schemas.microsoft.com/office/drawing/2014/main" id="{EB592F4A-0A2C-A2FF-AA62-80913BB2E54B}"/>
                </a:ext>
              </a:extLst>
            </p:cNvPr>
            <p:cNvGrpSpPr/>
            <p:nvPr/>
          </p:nvGrpSpPr>
          <p:grpSpPr>
            <a:xfrm>
              <a:off x="4579693" y="5287690"/>
              <a:ext cx="776731" cy="230832"/>
              <a:chOff x="4622782" y="5567706"/>
              <a:chExt cx="776731" cy="230832"/>
            </a:xfrm>
          </p:grpSpPr>
          <p:sp>
            <p:nvSpPr>
              <p:cNvPr id="8" name="TextBox 7">
                <a:extLst>
                  <a:ext uri="{FF2B5EF4-FFF2-40B4-BE49-F238E27FC236}">
                    <a16:creationId xmlns:a16="http://schemas.microsoft.com/office/drawing/2014/main" id="{86021B9B-642F-09D2-6488-B794E35033EC}"/>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20 mins</a:t>
                </a:r>
                <a:endParaRPr lang="en-SG" sz="900" dirty="0">
                  <a:solidFill>
                    <a:schemeClr val="tx2"/>
                  </a:solidFill>
                  <a:latin typeface="+mn-lt"/>
                </a:endParaRPr>
              </a:p>
            </p:txBody>
          </p:sp>
          <p:pic>
            <p:nvPicPr>
              <p:cNvPr id="9" name="Picture 8" descr="A person walking on a black background&#10;&#10;AI-generated content may be incorrect.">
                <a:extLst>
                  <a:ext uri="{FF2B5EF4-FFF2-40B4-BE49-F238E27FC236}">
                    <a16:creationId xmlns:a16="http://schemas.microsoft.com/office/drawing/2014/main" id="{9C72678C-D929-2EE6-1B5C-4C63964D8AED}"/>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grpSp>
        <p:nvGrpSpPr>
          <p:cNvPr id="12" name="Group 11">
            <a:extLst>
              <a:ext uri="{FF2B5EF4-FFF2-40B4-BE49-F238E27FC236}">
                <a16:creationId xmlns:a16="http://schemas.microsoft.com/office/drawing/2014/main" id="{C8C11A32-86B4-E037-47DF-A24C3D5ECD8F}"/>
              </a:ext>
            </a:extLst>
          </p:cNvPr>
          <p:cNvGrpSpPr/>
          <p:nvPr/>
        </p:nvGrpSpPr>
        <p:grpSpPr>
          <a:xfrm>
            <a:off x="3867406" y="1757031"/>
            <a:ext cx="3262183" cy="1913057"/>
            <a:chOff x="3378090" y="1544951"/>
            <a:chExt cx="3262183" cy="1913057"/>
          </a:xfrm>
        </p:grpSpPr>
        <p:sp>
          <p:nvSpPr>
            <p:cNvPr id="16" name="TextBox 15">
              <a:extLst>
                <a:ext uri="{FF2B5EF4-FFF2-40B4-BE49-F238E27FC236}">
                  <a16:creationId xmlns:a16="http://schemas.microsoft.com/office/drawing/2014/main" id="{4AAC5299-3DBF-3B79-95D0-30E896E5EC7D}"/>
                </a:ext>
              </a:extLst>
            </p:cNvPr>
            <p:cNvSpPr txBox="1"/>
            <p:nvPr/>
          </p:nvSpPr>
          <p:spPr>
            <a:xfrm>
              <a:off x="3655670" y="1888348"/>
              <a:ext cx="2984603" cy="1569660"/>
            </a:xfrm>
            <a:prstGeom prst="rect">
              <a:avLst/>
            </a:prstGeom>
            <a:solidFill>
              <a:schemeClr val="bg1"/>
            </a:solidFill>
            <a:ln w="25400">
              <a:solidFill>
                <a:schemeClr val="accent5"/>
              </a:solidFill>
            </a:ln>
          </p:spPr>
          <p:txBody>
            <a:bodyPr wrap="square" rtlCol="0">
              <a:spAutoFit/>
            </a:bodyPr>
            <a:lstStyle/>
            <a:p>
              <a:pPr algn="just"/>
              <a:r>
                <a:rPr lang="en-SG" sz="1600" dirty="0">
                  <a:solidFill>
                    <a:srgbClr val="000000"/>
                  </a:solidFill>
                  <a:latin typeface="Arial" panose="020B0604020202020204" pitchFamily="34" charset="0"/>
                  <a:cs typeface="Arial" panose="020B0604020202020204" pitchFamily="34" charset="0"/>
                </a:rPr>
                <a:t>Periodically auto-scrolls down the lists  to show queue times of other top places. Users can also manually drag the scrollbar up and down to see other destinations</a:t>
              </a:r>
            </a:p>
          </p:txBody>
        </p:sp>
        <p:pic>
          <p:nvPicPr>
            <p:cNvPr id="26" name="Picture 25">
              <a:extLst>
                <a:ext uri="{FF2B5EF4-FFF2-40B4-BE49-F238E27FC236}">
                  <a16:creationId xmlns:a16="http://schemas.microsoft.com/office/drawing/2014/main" id="{25C14F7F-F0D8-DE84-8AED-F99EE061BD88}"/>
                </a:ext>
              </a:extLst>
            </p:cNvPr>
            <p:cNvPicPr>
              <a:picLocks noChangeAspect="1"/>
            </p:cNvPicPr>
            <p:nvPr/>
          </p:nvPicPr>
          <p:blipFill>
            <a:blip r:embed="rId24"/>
            <a:stretch>
              <a:fillRect/>
            </a:stretch>
          </p:blipFill>
          <p:spPr>
            <a:xfrm>
              <a:off x="3378090" y="1544951"/>
              <a:ext cx="555159" cy="555159"/>
            </a:xfrm>
            <a:prstGeom prst="rect">
              <a:avLst/>
            </a:prstGeom>
          </p:spPr>
        </p:pic>
      </p:grpSp>
      <p:sp>
        <p:nvSpPr>
          <p:cNvPr id="45" name="TextBox 44">
            <a:extLst>
              <a:ext uri="{FF2B5EF4-FFF2-40B4-BE49-F238E27FC236}">
                <a16:creationId xmlns:a16="http://schemas.microsoft.com/office/drawing/2014/main" id="{F73BC9D8-3F10-2A29-9A7F-444A98AE47CC}"/>
              </a:ext>
            </a:extLst>
          </p:cNvPr>
          <p:cNvSpPr txBox="1"/>
          <p:nvPr/>
        </p:nvSpPr>
        <p:spPr>
          <a:xfrm>
            <a:off x="8950972" y="4381184"/>
            <a:ext cx="1605061" cy="307777"/>
          </a:xfrm>
          <a:prstGeom prst="rect">
            <a:avLst/>
          </a:prstGeom>
          <a:noFill/>
        </p:spPr>
        <p:txBody>
          <a:bodyPr wrap="square" rtlCol="0">
            <a:spAutoFit/>
          </a:bodyPr>
          <a:lstStyle/>
          <a:p>
            <a:r>
              <a:rPr lang="en-SG" sz="1400" b="1" dirty="0">
                <a:solidFill>
                  <a:schemeClr val="tx2">
                    <a:lumMod val="50000"/>
                  </a:schemeClr>
                </a:solidFill>
              </a:rPr>
              <a:t>Jake &amp; Marks</a:t>
            </a:r>
          </a:p>
        </p:txBody>
      </p:sp>
      <p:sp>
        <p:nvSpPr>
          <p:cNvPr id="50" name="TextBox 49">
            <a:extLst>
              <a:ext uri="{FF2B5EF4-FFF2-40B4-BE49-F238E27FC236}">
                <a16:creationId xmlns:a16="http://schemas.microsoft.com/office/drawing/2014/main" id="{2B5CB044-A362-05FD-150A-0D4DA981BC73}"/>
              </a:ext>
            </a:extLst>
          </p:cNvPr>
          <p:cNvSpPr txBox="1"/>
          <p:nvPr/>
        </p:nvSpPr>
        <p:spPr>
          <a:xfrm>
            <a:off x="10437251" y="5623709"/>
            <a:ext cx="1749183" cy="230832"/>
          </a:xfrm>
          <a:prstGeom prst="rect">
            <a:avLst/>
          </a:prstGeom>
          <a:noFill/>
          <a:ln>
            <a:solidFill>
              <a:schemeClr val="tx1"/>
            </a:solidFill>
          </a:ln>
        </p:spPr>
        <p:txBody>
          <a:bodyPr wrap="square" rtlCol="0">
            <a:spAutoFit/>
          </a:bodyPr>
          <a:lstStyle/>
          <a:p>
            <a:r>
              <a:rPr lang="en-SG" sz="900" dirty="0"/>
              <a:t>Walk straight for 200m.</a:t>
            </a:r>
          </a:p>
        </p:txBody>
      </p:sp>
      <p:sp>
        <p:nvSpPr>
          <p:cNvPr id="51" name="TextBox 50">
            <a:extLst>
              <a:ext uri="{FF2B5EF4-FFF2-40B4-BE49-F238E27FC236}">
                <a16:creationId xmlns:a16="http://schemas.microsoft.com/office/drawing/2014/main" id="{4B4FC6C2-34BC-4D75-99B4-66E1684A133E}"/>
              </a:ext>
            </a:extLst>
          </p:cNvPr>
          <p:cNvSpPr txBox="1"/>
          <p:nvPr/>
        </p:nvSpPr>
        <p:spPr>
          <a:xfrm>
            <a:off x="10434911" y="5860138"/>
            <a:ext cx="1749183" cy="230832"/>
          </a:xfrm>
          <a:prstGeom prst="rect">
            <a:avLst/>
          </a:prstGeom>
          <a:noFill/>
          <a:ln>
            <a:solidFill>
              <a:schemeClr val="tx1"/>
            </a:solidFill>
          </a:ln>
        </p:spPr>
        <p:txBody>
          <a:bodyPr wrap="square" rtlCol="0">
            <a:spAutoFit/>
          </a:bodyPr>
          <a:lstStyle/>
          <a:p>
            <a:r>
              <a:rPr lang="en-SG" sz="900" dirty="0"/>
              <a:t>Turn right.</a:t>
            </a:r>
          </a:p>
        </p:txBody>
      </p:sp>
      <p:sp>
        <p:nvSpPr>
          <p:cNvPr id="56" name="TextBox 55">
            <a:extLst>
              <a:ext uri="{FF2B5EF4-FFF2-40B4-BE49-F238E27FC236}">
                <a16:creationId xmlns:a16="http://schemas.microsoft.com/office/drawing/2014/main" id="{1240A82F-4865-79C4-C714-D81EB4DF6CE5}"/>
              </a:ext>
            </a:extLst>
          </p:cNvPr>
          <p:cNvSpPr txBox="1"/>
          <p:nvPr/>
        </p:nvSpPr>
        <p:spPr>
          <a:xfrm>
            <a:off x="10434911" y="6093349"/>
            <a:ext cx="1749183" cy="230832"/>
          </a:xfrm>
          <a:prstGeom prst="rect">
            <a:avLst/>
          </a:prstGeom>
          <a:noFill/>
          <a:ln>
            <a:solidFill>
              <a:schemeClr val="tx1"/>
            </a:solidFill>
          </a:ln>
        </p:spPr>
        <p:txBody>
          <a:bodyPr wrap="square" rtlCol="0">
            <a:spAutoFit/>
          </a:bodyPr>
          <a:lstStyle/>
          <a:p>
            <a:r>
              <a:rPr lang="en-SG" sz="900" dirty="0"/>
              <a:t>Continue for 300m.</a:t>
            </a:r>
          </a:p>
        </p:txBody>
      </p:sp>
      <p:sp>
        <p:nvSpPr>
          <p:cNvPr id="79" name="TextBox 78">
            <a:extLst>
              <a:ext uri="{FF2B5EF4-FFF2-40B4-BE49-F238E27FC236}">
                <a16:creationId xmlns:a16="http://schemas.microsoft.com/office/drawing/2014/main" id="{22DA68E8-D3DC-9D74-463A-63E8CBFF6389}"/>
              </a:ext>
            </a:extLst>
          </p:cNvPr>
          <p:cNvSpPr txBox="1"/>
          <p:nvPr/>
        </p:nvSpPr>
        <p:spPr>
          <a:xfrm>
            <a:off x="10434911" y="6321730"/>
            <a:ext cx="1749183" cy="230832"/>
          </a:xfrm>
          <a:prstGeom prst="rect">
            <a:avLst/>
          </a:prstGeom>
          <a:noFill/>
          <a:ln>
            <a:solidFill>
              <a:schemeClr val="tx1"/>
            </a:solidFill>
          </a:ln>
        </p:spPr>
        <p:txBody>
          <a:bodyPr wrap="square" rtlCol="0">
            <a:spAutoFit/>
          </a:bodyPr>
          <a:lstStyle/>
          <a:p>
            <a:r>
              <a:rPr lang="en-SG" sz="900" dirty="0"/>
              <a:t>Destination is on the left.</a:t>
            </a:r>
          </a:p>
        </p:txBody>
      </p:sp>
      <p:pic>
        <p:nvPicPr>
          <p:cNvPr id="87" name="Picture 86">
            <a:extLst>
              <a:ext uri="{FF2B5EF4-FFF2-40B4-BE49-F238E27FC236}">
                <a16:creationId xmlns:a16="http://schemas.microsoft.com/office/drawing/2014/main" id="{173E20DD-9908-1BD8-6B81-0396F43EB898}"/>
              </a:ext>
            </a:extLst>
          </p:cNvPr>
          <p:cNvPicPr>
            <a:picLocks noChangeAspect="1"/>
          </p:cNvPicPr>
          <p:nvPr/>
        </p:nvPicPr>
        <p:blipFill>
          <a:blip r:embed="rId16"/>
          <a:stretch>
            <a:fillRect/>
          </a:stretch>
        </p:blipFill>
        <p:spPr>
          <a:xfrm>
            <a:off x="9381511" y="4944495"/>
            <a:ext cx="590339" cy="590339"/>
          </a:xfrm>
          <a:prstGeom prst="rect">
            <a:avLst/>
          </a:prstGeom>
        </p:spPr>
      </p:pic>
      <p:sp>
        <p:nvSpPr>
          <p:cNvPr id="88" name="TextBox 87">
            <a:extLst>
              <a:ext uri="{FF2B5EF4-FFF2-40B4-BE49-F238E27FC236}">
                <a16:creationId xmlns:a16="http://schemas.microsoft.com/office/drawing/2014/main" id="{9A53CE1B-1509-7D4A-5F0D-A40B9DF7DC67}"/>
              </a:ext>
            </a:extLst>
          </p:cNvPr>
          <p:cNvSpPr txBox="1"/>
          <p:nvPr/>
        </p:nvSpPr>
        <p:spPr>
          <a:xfrm>
            <a:off x="9080628" y="5741516"/>
            <a:ext cx="1227849" cy="633622"/>
          </a:xfrm>
          <a:prstGeom prst="rect">
            <a:avLst/>
          </a:prstGeom>
          <a:noFill/>
          <a:ln>
            <a:solidFill>
              <a:srgbClr val="2F3C7E"/>
            </a:solidFill>
          </a:ln>
        </p:spPr>
        <p:txBody>
          <a:bodyPr wrap="square" rtlCol="0">
            <a:spAutoFit/>
          </a:bodyPr>
          <a:lstStyle/>
          <a:p>
            <a:endParaRPr lang="en-SG" dirty="0"/>
          </a:p>
        </p:txBody>
      </p:sp>
      <p:pic>
        <p:nvPicPr>
          <p:cNvPr id="100" name="Picture 99">
            <a:extLst>
              <a:ext uri="{FF2B5EF4-FFF2-40B4-BE49-F238E27FC236}">
                <a16:creationId xmlns:a16="http://schemas.microsoft.com/office/drawing/2014/main" id="{37F75836-D35C-EA2D-75E3-2850DCDC8E55}"/>
              </a:ext>
            </a:extLst>
          </p:cNvPr>
          <p:cNvPicPr>
            <a:picLocks noChangeAspect="1"/>
          </p:cNvPicPr>
          <p:nvPr/>
        </p:nvPicPr>
        <p:blipFill>
          <a:blip r:embed="rId25"/>
          <a:stretch>
            <a:fillRect/>
          </a:stretch>
        </p:blipFill>
        <p:spPr>
          <a:xfrm>
            <a:off x="9432990" y="5809372"/>
            <a:ext cx="570438" cy="570438"/>
          </a:xfrm>
          <a:prstGeom prst="rect">
            <a:avLst/>
          </a:prstGeom>
        </p:spPr>
      </p:pic>
      <p:pic>
        <p:nvPicPr>
          <p:cNvPr id="101" name="Picture 100">
            <a:extLst>
              <a:ext uri="{FF2B5EF4-FFF2-40B4-BE49-F238E27FC236}">
                <a16:creationId xmlns:a16="http://schemas.microsoft.com/office/drawing/2014/main" id="{5B8ED7E7-D769-4237-06E3-39DC217EC7D3}"/>
              </a:ext>
            </a:extLst>
          </p:cNvPr>
          <p:cNvPicPr>
            <a:picLocks noChangeAspect="1"/>
          </p:cNvPicPr>
          <p:nvPr/>
        </p:nvPicPr>
        <p:blipFill>
          <a:blip r:embed="rId26"/>
          <a:stretch>
            <a:fillRect/>
          </a:stretch>
        </p:blipFill>
        <p:spPr>
          <a:xfrm>
            <a:off x="9588892" y="5985250"/>
            <a:ext cx="223506" cy="223506"/>
          </a:xfrm>
          <a:prstGeom prst="rect">
            <a:avLst/>
          </a:prstGeom>
        </p:spPr>
      </p:pic>
      <p:pic>
        <p:nvPicPr>
          <p:cNvPr id="105" name="Picture 104" descr="A yellow hand pointing up&#10;&#10;AI-generated content may be incorrect.">
            <a:extLst>
              <a:ext uri="{FF2B5EF4-FFF2-40B4-BE49-F238E27FC236}">
                <a16:creationId xmlns:a16="http://schemas.microsoft.com/office/drawing/2014/main" id="{791657D0-6019-F4FE-4C78-6280B6DE7C4B}"/>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1739946" y="6420432"/>
            <a:ext cx="663866" cy="663866"/>
          </a:xfrm>
          <a:prstGeom prst="rect">
            <a:avLst/>
          </a:prstGeom>
        </p:spPr>
      </p:pic>
    </p:spTree>
    <p:extLst>
      <p:ext uri="{BB962C8B-B14F-4D97-AF65-F5344CB8AC3E}">
        <p14:creationId xmlns:p14="http://schemas.microsoft.com/office/powerpoint/2010/main" val="25179299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105"/>
                                        </p:tgtEl>
                                        <p:attrNameLst>
                                          <p:attrName>style.visibility</p:attrName>
                                        </p:attrNameLst>
                                      </p:cBhvr>
                                      <p:to>
                                        <p:strVal val="visible"/>
                                      </p:to>
                                    </p:set>
                                  </p:childTnLst>
                                </p:cTn>
                              </p:par>
                            </p:childTnLst>
                          </p:cTn>
                        </p:par>
                        <p:par>
                          <p:cTn id="7" fill="hold">
                            <p:stCondLst>
                              <p:cond delay="500"/>
                            </p:stCondLst>
                            <p:childTnLst>
                              <p:par>
                                <p:cTn id="8" presetID="32" presetClass="emph" presetSubtype="0" fill="hold" nodeType="afterEffect">
                                  <p:stCondLst>
                                    <p:cond delay="0"/>
                                  </p:stCondLst>
                                  <p:childTnLst>
                                    <p:animRot by="120000">
                                      <p:cBhvr>
                                        <p:cTn id="9" dur="100" fill="hold">
                                          <p:stCondLst>
                                            <p:cond delay="0"/>
                                          </p:stCondLst>
                                        </p:cTn>
                                        <p:tgtEl>
                                          <p:spTgt spid="105"/>
                                        </p:tgtEl>
                                        <p:attrNameLst>
                                          <p:attrName>r</p:attrName>
                                        </p:attrNameLst>
                                      </p:cBhvr>
                                    </p:animRot>
                                    <p:animRot by="-240000">
                                      <p:cBhvr>
                                        <p:cTn id="10" dur="200" fill="hold">
                                          <p:stCondLst>
                                            <p:cond delay="200"/>
                                          </p:stCondLst>
                                        </p:cTn>
                                        <p:tgtEl>
                                          <p:spTgt spid="105"/>
                                        </p:tgtEl>
                                        <p:attrNameLst>
                                          <p:attrName>r</p:attrName>
                                        </p:attrNameLst>
                                      </p:cBhvr>
                                    </p:animRot>
                                    <p:animRot by="240000">
                                      <p:cBhvr>
                                        <p:cTn id="11" dur="200" fill="hold">
                                          <p:stCondLst>
                                            <p:cond delay="400"/>
                                          </p:stCondLst>
                                        </p:cTn>
                                        <p:tgtEl>
                                          <p:spTgt spid="105"/>
                                        </p:tgtEl>
                                        <p:attrNameLst>
                                          <p:attrName>r</p:attrName>
                                        </p:attrNameLst>
                                      </p:cBhvr>
                                    </p:animRot>
                                    <p:animRot by="-240000">
                                      <p:cBhvr>
                                        <p:cTn id="12" dur="200" fill="hold">
                                          <p:stCondLst>
                                            <p:cond delay="600"/>
                                          </p:stCondLst>
                                        </p:cTn>
                                        <p:tgtEl>
                                          <p:spTgt spid="105"/>
                                        </p:tgtEl>
                                        <p:attrNameLst>
                                          <p:attrName>r</p:attrName>
                                        </p:attrNameLst>
                                      </p:cBhvr>
                                    </p:animRot>
                                    <p:animRot by="120000">
                                      <p:cBhvr>
                                        <p:cTn id="13" dur="200" fill="hold">
                                          <p:stCondLst>
                                            <p:cond delay="800"/>
                                          </p:stCondLst>
                                        </p:cTn>
                                        <p:tgtEl>
                                          <p:spTgt spid="10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 name="Group 152">
            <a:extLst>
              <a:ext uri="{FF2B5EF4-FFF2-40B4-BE49-F238E27FC236}">
                <a16:creationId xmlns:a16="http://schemas.microsoft.com/office/drawing/2014/main" id="{FC85E3FB-8676-34A4-198A-0C1004336AF8}"/>
              </a:ext>
            </a:extLst>
          </p:cNvPr>
          <p:cNvGrpSpPr/>
          <p:nvPr/>
        </p:nvGrpSpPr>
        <p:grpSpPr>
          <a:xfrm>
            <a:off x="7859987" y="3818445"/>
            <a:ext cx="4335330" cy="1472744"/>
            <a:chOff x="7856668" y="1865917"/>
            <a:chExt cx="4335330" cy="1472744"/>
          </a:xfrm>
        </p:grpSpPr>
        <p:grpSp>
          <p:nvGrpSpPr>
            <p:cNvPr id="154" name="Group 153">
              <a:extLst>
                <a:ext uri="{FF2B5EF4-FFF2-40B4-BE49-F238E27FC236}">
                  <a16:creationId xmlns:a16="http://schemas.microsoft.com/office/drawing/2014/main" id="{C5BF4A4A-592D-0E64-5FB4-0F9306A46A51}"/>
                </a:ext>
              </a:extLst>
            </p:cNvPr>
            <p:cNvGrpSpPr/>
            <p:nvPr/>
          </p:nvGrpSpPr>
          <p:grpSpPr>
            <a:xfrm>
              <a:off x="7856668" y="1865917"/>
              <a:ext cx="4335330" cy="1472744"/>
              <a:chOff x="7856670" y="560614"/>
              <a:chExt cx="4335330" cy="1472744"/>
            </a:xfrm>
          </p:grpSpPr>
          <p:sp>
            <p:nvSpPr>
              <p:cNvPr id="158" name="Rectangle 157">
                <a:extLst>
                  <a:ext uri="{FF2B5EF4-FFF2-40B4-BE49-F238E27FC236}">
                    <a16:creationId xmlns:a16="http://schemas.microsoft.com/office/drawing/2014/main" id="{50F5BE06-D77C-4730-0315-85EA8F2E95C3}"/>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59" name="Group 158">
                <a:extLst>
                  <a:ext uri="{FF2B5EF4-FFF2-40B4-BE49-F238E27FC236}">
                    <a16:creationId xmlns:a16="http://schemas.microsoft.com/office/drawing/2014/main" id="{CAD8F1D5-6CC0-F0D4-5A77-0754189570EF}"/>
                  </a:ext>
                </a:extLst>
              </p:cNvPr>
              <p:cNvGrpSpPr/>
              <p:nvPr/>
            </p:nvGrpSpPr>
            <p:grpSpPr>
              <a:xfrm>
                <a:off x="7856670" y="567865"/>
                <a:ext cx="3234254" cy="1465493"/>
                <a:chOff x="7856670" y="567865"/>
                <a:chExt cx="3234254" cy="1465493"/>
              </a:xfrm>
            </p:grpSpPr>
            <p:sp>
              <p:nvSpPr>
                <p:cNvPr id="160" name="TextBox 159">
                  <a:extLst>
                    <a:ext uri="{FF2B5EF4-FFF2-40B4-BE49-F238E27FC236}">
                      <a16:creationId xmlns:a16="http://schemas.microsoft.com/office/drawing/2014/main" id="{A7A44575-F568-B8E5-0015-468959D05E6D}"/>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sp>
              <p:nvSpPr>
                <p:cNvPr id="161" name="TextBox 160">
                  <a:extLst>
                    <a:ext uri="{FF2B5EF4-FFF2-40B4-BE49-F238E27FC236}">
                      <a16:creationId xmlns:a16="http://schemas.microsoft.com/office/drawing/2014/main" id="{FAA4A337-D5C1-0EB2-F2CD-517C577916A2}"/>
                    </a:ext>
                  </a:extLst>
                </p:cNvPr>
                <p:cNvSpPr txBox="1"/>
                <p:nvPr/>
              </p:nvSpPr>
              <p:spPr>
                <a:xfrm>
                  <a:off x="9860233" y="952553"/>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162" name="TextBox 161">
                  <a:extLst>
                    <a:ext uri="{FF2B5EF4-FFF2-40B4-BE49-F238E27FC236}">
                      <a16:creationId xmlns:a16="http://schemas.microsoft.com/office/drawing/2014/main" id="{79169078-0457-F14E-ED7F-0D685F020FB7}"/>
                    </a:ext>
                  </a:extLst>
                </p:cNvPr>
                <p:cNvSpPr txBox="1"/>
                <p:nvPr/>
              </p:nvSpPr>
              <p:spPr>
                <a:xfrm>
                  <a:off x="7856670" y="567865"/>
                  <a:ext cx="2275696" cy="738664"/>
                </a:xfrm>
                <a:prstGeom prst="rect">
                  <a:avLst/>
                </a:prstGeom>
                <a:noFill/>
              </p:spPr>
              <p:txBody>
                <a:bodyPr wrap="square" rtlCol="0">
                  <a:spAutoFit/>
                </a:bodyPr>
                <a:lstStyle/>
                <a:p>
                  <a:r>
                    <a:rPr lang="en-SG" sz="2400" b="1" dirty="0">
                      <a:solidFill>
                        <a:schemeClr val="tx2">
                          <a:lumMod val="50000"/>
                        </a:schemeClr>
                      </a:solidFill>
                    </a:rPr>
                    <a:t>Ocean Fantasy</a:t>
                  </a:r>
                </a:p>
                <a:p>
                  <a:endParaRPr lang="en-SG" b="1" dirty="0">
                    <a:solidFill>
                      <a:schemeClr val="tx2">
                        <a:lumMod val="50000"/>
                      </a:schemeClr>
                    </a:solidFill>
                  </a:endParaRPr>
                </a:p>
              </p:txBody>
            </p:sp>
            <p:sp>
              <p:nvSpPr>
                <p:cNvPr id="163" name="TextBox 162">
                  <a:extLst>
                    <a:ext uri="{FF2B5EF4-FFF2-40B4-BE49-F238E27FC236}">
                      <a16:creationId xmlns:a16="http://schemas.microsoft.com/office/drawing/2014/main" id="{33ACC526-242D-F877-66C4-92AE418E3C61}"/>
                    </a:ext>
                  </a:extLst>
                </p:cNvPr>
                <p:cNvSpPr txBox="1"/>
                <p:nvPr/>
              </p:nvSpPr>
              <p:spPr>
                <a:xfrm>
                  <a:off x="9860233" y="1479799"/>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164" name="TextBox 163">
                  <a:extLst>
                    <a:ext uri="{FF2B5EF4-FFF2-40B4-BE49-F238E27FC236}">
                      <a16:creationId xmlns:a16="http://schemas.microsoft.com/office/drawing/2014/main" id="{C4B49F77-D3D1-ABFE-7502-B34D2E49BCA8}"/>
                    </a:ext>
                  </a:extLst>
                </p:cNvPr>
                <p:cNvSpPr txBox="1"/>
                <p:nvPr/>
              </p:nvSpPr>
              <p:spPr>
                <a:xfrm>
                  <a:off x="9860232" y="1180928"/>
                  <a:ext cx="1044741" cy="307777"/>
                </a:xfrm>
                <a:prstGeom prst="rect">
                  <a:avLst/>
                </a:prstGeom>
                <a:noFill/>
              </p:spPr>
              <p:txBody>
                <a:bodyPr wrap="square" rtlCol="0">
                  <a:spAutoFit/>
                </a:bodyPr>
                <a:lstStyle/>
                <a:p>
                  <a:r>
                    <a:rPr lang="en-SG" sz="1400" b="1" i="1" dirty="0">
                      <a:solidFill>
                        <a:schemeClr val="accent1"/>
                      </a:solidFill>
                    </a:rPr>
                    <a:t>12:00 PM</a:t>
                  </a:r>
                </a:p>
              </p:txBody>
            </p:sp>
            <p:sp>
              <p:nvSpPr>
                <p:cNvPr id="165" name="TextBox 164">
                  <a:extLst>
                    <a:ext uri="{FF2B5EF4-FFF2-40B4-BE49-F238E27FC236}">
                      <a16:creationId xmlns:a16="http://schemas.microsoft.com/office/drawing/2014/main" id="{08931C3A-497F-B014-2E83-1719087BE0CE}"/>
                    </a:ext>
                  </a:extLst>
                </p:cNvPr>
                <p:cNvSpPr txBox="1"/>
                <p:nvPr/>
              </p:nvSpPr>
              <p:spPr>
                <a:xfrm>
                  <a:off x="10046183" y="1725581"/>
                  <a:ext cx="1044741" cy="307777"/>
                </a:xfrm>
                <a:prstGeom prst="rect">
                  <a:avLst/>
                </a:prstGeom>
                <a:noFill/>
              </p:spPr>
              <p:txBody>
                <a:bodyPr wrap="square" rtlCol="0">
                  <a:spAutoFit/>
                </a:bodyPr>
                <a:lstStyle/>
                <a:p>
                  <a:r>
                    <a:rPr lang="en-SG" sz="1400" b="1" dirty="0">
                      <a:solidFill>
                        <a:schemeClr val="accent1"/>
                      </a:solidFill>
                    </a:rPr>
                    <a:t>Sea World</a:t>
                  </a:r>
                </a:p>
              </p:txBody>
            </p:sp>
          </p:grpSp>
        </p:grpSp>
        <p:grpSp>
          <p:nvGrpSpPr>
            <p:cNvPr id="155" name="Group 154">
              <a:extLst>
                <a:ext uri="{FF2B5EF4-FFF2-40B4-BE49-F238E27FC236}">
                  <a16:creationId xmlns:a16="http://schemas.microsoft.com/office/drawing/2014/main" id="{7C8FC20C-98FE-5750-46BB-F2747074BB57}"/>
                </a:ext>
              </a:extLst>
            </p:cNvPr>
            <p:cNvGrpSpPr/>
            <p:nvPr/>
          </p:nvGrpSpPr>
          <p:grpSpPr>
            <a:xfrm>
              <a:off x="8012883" y="2287713"/>
              <a:ext cx="1546800" cy="795567"/>
              <a:chOff x="8012883" y="2287713"/>
              <a:chExt cx="1546800" cy="795567"/>
            </a:xfrm>
          </p:grpSpPr>
          <p:pic>
            <p:nvPicPr>
              <p:cNvPr id="156" name="Picture 155">
                <a:extLst>
                  <a:ext uri="{FF2B5EF4-FFF2-40B4-BE49-F238E27FC236}">
                    <a16:creationId xmlns:a16="http://schemas.microsoft.com/office/drawing/2014/main" id="{0F363405-BB8A-ECA1-664F-C2062056E11A}"/>
                  </a:ext>
                </a:extLst>
              </p:cNvPr>
              <p:cNvPicPr>
                <a:picLocks noChangeAspect="1"/>
              </p:cNvPicPr>
              <p:nvPr/>
            </p:nvPicPr>
            <p:blipFill>
              <a:blip r:embed="rId3"/>
              <a:stretch>
                <a:fillRect/>
              </a:stretch>
            </p:blipFill>
            <p:spPr>
              <a:xfrm>
                <a:off x="8012883" y="2287713"/>
                <a:ext cx="1031200" cy="795567"/>
              </a:xfrm>
              <a:prstGeom prst="rect">
                <a:avLst/>
              </a:prstGeom>
            </p:spPr>
          </p:pic>
          <p:pic>
            <p:nvPicPr>
              <p:cNvPr id="157" name="Picture 156">
                <a:extLst>
                  <a:ext uri="{FF2B5EF4-FFF2-40B4-BE49-F238E27FC236}">
                    <a16:creationId xmlns:a16="http://schemas.microsoft.com/office/drawing/2014/main" id="{34195356-D41C-1B0F-ABB2-F2B63ED0CC6D}"/>
                  </a:ext>
                </a:extLst>
              </p:cNvPr>
              <p:cNvPicPr>
                <a:picLocks noChangeAspect="1"/>
              </p:cNvPicPr>
              <p:nvPr/>
            </p:nvPicPr>
            <p:blipFill>
              <a:blip r:embed="rId3"/>
              <a:srcRect t="67150"/>
              <a:stretch>
                <a:fillRect/>
              </a:stretch>
            </p:blipFill>
            <p:spPr>
              <a:xfrm>
                <a:off x="8528483" y="2819155"/>
                <a:ext cx="1031200" cy="261342"/>
              </a:xfrm>
              <a:prstGeom prst="rect">
                <a:avLst/>
              </a:prstGeom>
            </p:spPr>
          </p:pic>
        </p:grpSp>
      </p:grpSp>
      <p:grpSp>
        <p:nvGrpSpPr>
          <p:cNvPr id="2" name="Group 1">
            <a:extLst>
              <a:ext uri="{FF2B5EF4-FFF2-40B4-BE49-F238E27FC236}">
                <a16:creationId xmlns:a16="http://schemas.microsoft.com/office/drawing/2014/main" id="{3BA4DC04-EF93-F688-499A-04BDA4C81E8D}"/>
              </a:ext>
            </a:extLst>
          </p:cNvPr>
          <p:cNvGrpSpPr/>
          <p:nvPr/>
        </p:nvGrpSpPr>
        <p:grpSpPr>
          <a:xfrm>
            <a:off x="107367" y="2668046"/>
            <a:ext cx="3720247" cy="1374536"/>
            <a:chOff x="107367" y="2114987"/>
            <a:chExt cx="3720247" cy="1374536"/>
          </a:xfrm>
        </p:grpSpPr>
        <p:grpSp>
          <p:nvGrpSpPr>
            <p:cNvPr id="3" name="Group 2">
              <a:extLst>
                <a:ext uri="{FF2B5EF4-FFF2-40B4-BE49-F238E27FC236}">
                  <a16:creationId xmlns:a16="http://schemas.microsoft.com/office/drawing/2014/main" id="{DE7BD62A-094F-2F9B-D77F-403D4695B622}"/>
                </a:ext>
              </a:extLst>
            </p:cNvPr>
            <p:cNvGrpSpPr/>
            <p:nvPr/>
          </p:nvGrpSpPr>
          <p:grpSpPr>
            <a:xfrm>
              <a:off x="107367" y="2114987"/>
              <a:ext cx="3720247" cy="1374536"/>
              <a:chOff x="107367" y="2114987"/>
              <a:chExt cx="3720247" cy="1374536"/>
            </a:xfrm>
          </p:grpSpPr>
          <p:grpSp>
            <p:nvGrpSpPr>
              <p:cNvPr id="5" name="Group 4">
                <a:extLst>
                  <a:ext uri="{FF2B5EF4-FFF2-40B4-BE49-F238E27FC236}">
                    <a16:creationId xmlns:a16="http://schemas.microsoft.com/office/drawing/2014/main" id="{1EAB77A0-4B9B-55AB-ADE3-748CDF85ABF6}"/>
                  </a:ext>
                </a:extLst>
              </p:cNvPr>
              <p:cNvGrpSpPr/>
              <p:nvPr/>
            </p:nvGrpSpPr>
            <p:grpSpPr>
              <a:xfrm>
                <a:off x="107367" y="2114987"/>
                <a:ext cx="3720247" cy="1374536"/>
                <a:chOff x="107366" y="2077389"/>
                <a:chExt cx="3720247" cy="1374536"/>
              </a:xfrm>
            </p:grpSpPr>
            <p:grpSp>
              <p:nvGrpSpPr>
                <p:cNvPr id="7" name="Group 6">
                  <a:extLst>
                    <a:ext uri="{FF2B5EF4-FFF2-40B4-BE49-F238E27FC236}">
                      <a16:creationId xmlns:a16="http://schemas.microsoft.com/office/drawing/2014/main" id="{895EE01B-3409-18D4-9CAE-5C31CA528BE0}"/>
                    </a:ext>
                  </a:extLst>
                </p:cNvPr>
                <p:cNvGrpSpPr/>
                <p:nvPr/>
              </p:nvGrpSpPr>
              <p:grpSpPr>
                <a:xfrm>
                  <a:off x="107366" y="2077389"/>
                  <a:ext cx="3720247" cy="1374536"/>
                  <a:chOff x="78866" y="1560866"/>
                  <a:chExt cx="3720247" cy="1374536"/>
                </a:xfrm>
              </p:grpSpPr>
              <p:sp>
                <p:nvSpPr>
                  <p:cNvPr id="11" name="Rectangle: Rounded Corners 10">
                    <a:extLst>
                      <a:ext uri="{FF2B5EF4-FFF2-40B4-BE49-F238E27FC236}">
                        <a16:creationId xmlns:a16="http://schemas.microsoft.com/office/drawing/2014/main" id="{849A93E8-3E7A-0162-02BA-0065479E6947}"/>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12" name="Group 11">
                    <a:extLst>
                      <a:ext uri="{FF2B5EF4-FFF2-40B4-BE49-F238E27FC236}">
                        <a16:creationId xmlns:a16="http://schemas.microsoft.com/office/drawing/2014/main" id="{A1D4B783-9CAF-40B7-378D-FDD6F9CE965D}"/>
                      </a:ext>
                    </a:extLst>
                  </p:cNvPr>
                  <p:cNvGrpSpPr/>
                  <p:nvPr/>
                </p:nvGrpSpPr>
                <p:grpSpPr>
                  <a:xfrm>
                    <a:off x="176463" y="1560866"/>
                    <a:ext cx="3613865" cy="1374536"/>
                    <a:chOff x="176463" y="1560866"/>
                    <a:chExt cx="3613865" cy="1374536"/>
                  </a:xfrm>
                </p:grpSpPr>
                <p:sp>
                  <p:nvSpPr>
                    <p:cNvPr id="13" name="TextBox 12">
                      <a:extLst>
                        <a:ext uri="{FF2B5EF4-FFF2-40B4-BE49-F238E27FC236}">
                          <a16:creationId xmlns:a16="http://schemas.microsoft.com/office/drawing/2014/main" id="{DECF9FCD-DB25-496E-C954-711BEB40FD92}"/>
                        </a:ext>
                      </a:extLst>
                    </p:cNvPr>
                    <p:cNvSpPr txBox="1"/>
                    <p:nvPr/>
                  </p:nvSpPr>
                  <p:spPr>
                    <a:xfrm>
                      <a:off x="2043594" y="2362646"/>
                      <a:ext cx="1746734" cy="369332"/>
                    </a:xfrm>
                    <a:prstGeom prst="rect">
                      <a:avLst/>
                    </a:prstGeom>
                    <a:noFill/>
                  </p:spPr>
                  <p:txBody>
                    <a:bodyPr wrap="square" rtlCol="0">
                      <a:spAutoFit/>
                    </a:bodyPr>
                    <a:lstStyle/>
                    <a:p>
                      <a:r>
                        <a:rPr lang="en-SG" dirty="0">
                          <a:solidFill>
                            <a:schemeClr val="tx2">
                              <a:lumMod val="50000"/>
                            </a:schemeClr>
                          </a:solidFill>
                        </a:rPr>
                        <a:t>Estimated Wait:</a:t>
                      </a:r>
                    </a:p>
                  </p:txBody>
                </p:sp>
                <p:grpSp>
                  <p:nvGrpSpPr>
                    <p:cNvPr id="14" name="Group 13">
                      <a:extLst>
                        <a:ext uri="{FF2B5EF4-FFF2-40B4-BE49-F238E27FC236}">
                          <a16:creationId xmlns:a16="http://schemas.microsoft.com/office/drawing/2014/main" id="{98F12D8B-03D3-1469-DC9A-6026B2B56DBF}"/>
                        </a:ext>
                      </a:extLst>
                    </p:cNvPr>
                    <p:cNvGrpSpPr/>
                    <p:nvPr/>
                  </p:nvGrpSpPr>
                  <p:grpSpPr>
                    <a:xfrm>
                      <a:off x="176463" y="1560866"/>
                      <a:ext cx="3134101" cy="1374536"/>
                      <a:chOff x="176463" y="1560866"/>
                      <a:chExt cx="3134101" cy="1374536"/>
                    </a:xfrm>
                  </p:grpSpPr>
                  <p:sp>
                    <p:nvSpPr>
                      <p:cNvPr id="15" name="TextBox 14">
                        <a:extLst>
                          <a:ext uri="{FF2B5EF4-FFF2-40B4-BE49-F238E27FC236}">
                            <a16:creationId xmlns:a16="http://schemas.microsoft.com/office/drawing/2014/main" id="{6DC2824E-423E-E9F6-DEC8-2FA557A0F09B}"/>
                          </a:ext>
                        </a:extLst>
                      </p:cNvPr>
                      <p:cNvSpPr txBox="1"/>
                      <p:nvPr/>
                    </p:nvSpPr>
                    <p:spPr>
                      <a:xfrm>
                        <a:off x="176463" y="1560866"/>
                        <a:ext cx="1509105" cy="461665"/>
                      </a:xfrm>
                      <a:prstGeom prst="rect">
                        <a:avLst/>
                      </a:prstGeom>
                      <a:noFill/>
                    </p:spPr>
                    <p:txBody>
                      <a:bodyPr wrap="square" rtlCol="0">
                        <a:spAutoFit/>
                      </a:bodyPr>
                      <a:lstStyle/>
                      <a:p>
                        <a:r>
                          <a:rPr lang="en-SG" sz="2400" b="1" dirty="0">
                            <a:solidFill>
                              <a:schemeClr val="tx2">
                                <a:lumMod val="50000"/>
                              </a:schemeClr>
                            </a:solidFill>
                          </a:rPr>
                          <a:t>Typhoon</a:t>
                        </a:r>
                        <a:endParaRPr lang="en-SG" sz="2000" b="1" dirty="0">
                          <a:solidFill>
                            <a:schemeClr val="tx2">
                              <a:lumMod val="50000"/>
                            </a:schemeClr>
                          </a:solidFill>
                        </a:endParaRPr>
                      </a:p>
                    </p:txBody>
                  </p:sp>
                  <p:sp>
                    <p:nvSpPr>
                      <p:cNvPr id="16" name="TextBox 15">
                        <a:extLst>
                          <a:ext uri="{FF2B5EF4-FFF2-40B4-BE49-F238E27FC236}">
                            <a16:creationId xmlns:a16="http://schemas.microsoft.com/office/drawing/2014/main" id="{A9A0053A-24AB-063A-C73E-4F831AF1C80E}"/>
                          </a:ext>
                        </a:extLst>
                      </p:cNvPr>
                      <p:cNvSpPr txBox="1"/>
                      <p:nvPr/>
                    </p:nvSpPr>
                    <p:spPr>
                      <a:xfrm>
                        <a:off x="2031417" y="1573001"/>
                        <a:ext cx="922713" cy="369332"/>
                      </a:xfrm>
                      <a:prstGeom prst="rect">
                        <a:avLst/>
                      </a:prstGeom>
                      <a:noFill/>
                    </p:spPr>
                    <p:txBody>
                      <a:bodyPr wrap="square" rtlCol="0">
                        <a:spAutoFit/>
                      </a:bodyPr>
                      <a:lstStyle/>
                      <a:p>
                        <a:r>
                          <a:rPr lang="en-SG" dirty="0">
                            <a:solidFill>
                              <a:schemeClr val="tx2">
                                <a:lumMod val="50000"/>
                              </a:schemeClr>
                            </a:solidFill>
                          </a:rPr>
                          <a:t>Queue</a:t>
                        </a:r>
                      </a:p>
                    </p:txBody>
                  </p:sp>
                  <p:sp>
                    <p:nvSpPr>
                      <p:cNvPr id="17" name="TextBox 16">
                        <a:extLst>
                          <a:ext uri="{FF2B5EF4-FFF2-40B4-BE49-F238E27FC236}">
                            <a16:creationId xmlns:a16="http://schemas.microsoft.com/office/drawing/2014/main" id="{AFC021E9-5E1D-7376-B3DB-116B131CBEA6}"/>
                          </a:ext>
                        </a:extLst>
                      </p:cNvPr>
                      <p:cNvSpPr txBox="1"/>
                      <p:nvPr/>
                    </p:nvSpPr>
                    <p:spPr>
                      <a:xfrm>
                        <a:off x="2096599" y="2566070"/>
                        <a:ext cx="1213965" cy="369332"/>
                      </a:xfrm>
                      <a:prstGeom prst="rect">
                        <a:avLst/>
                      </a:prstGeom>
                      <a:noFill/>
                    </p:spPr>
                    <p:txBody>
                      <a:bodyPr wrap="square" rtlCol="0">
                        <a:spAutoFit/>
                      </a:bodyPr>
                      <a:lstStyle/>
                      <a:p>
                        <a:r>
                          <a:rPr lang="en-SG" i="1" dirty="0">
                            <a:solidFill>
                              <a:schemeClr val="accent3"/>
                            </a:solidFill>
                          </a:rPr>
                          <a:t>~ 25 mins</a:t>
                        </a:r>
                      </a:p>
                    </p:txBody>
                  </p:sp>
                </p:grpSp>
              </p:grpSp>
            </p:grpSp>
            <p:pic>
              <p:nvPicPr>
                <p:cNvPr id="8" name="Picture 7" descr="A yellow person silhouette on a black background&#10;&#10;AI-generated content may be incorrect.">
                  <a:extLst>
                    <a:ext uri="{FF2B5EF4-FFF2-40B4-BE49-F238E27FC236}">
                      <a16:creationId xmlns:a16="http://schemas.microsoft.com/office/drawing/2014/main" id="{885E70E4-A95F-4892-AFDE-8929CEBAAF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71468" y="2412758"/>
                  <a:ext cx="449085" cy="449085"/>
                </a:xfrm>
                <a:prstGeom prst="rect">
                  <a:avLst/>
                </a:prstGeom>
              </p:spPr>
            </p:pic>
            <p:pic>
              <p:nvPicPr>
                <p:cNvPr id="9" name="Picture 8" descr="A yellow person silhouette on a black background&#10;&#10;AI-generated content may be incorrect.">
                  <a:extLst>
                    <a:ext uri="{FF2B5EF4-FFF2-40B4-BE49-F238E27FC236}">
                      <a16:creationId xmlns:a16="http://schemas.microsoft.com/office/drawing/2014/main" id="{75210CF1-42DB-CF1D-C7C3-F8332DAB14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96732" y="2415898"/>
                  <a:ext cx="449085" cy="449085"/>
                </a:xfrm>
                <a:prstGeom prst="rect">
                  <a:avLst/>
                </a:prstGeom>
              </p:spPr>
            </p:pic>
            <p:pic>
              <p:nvPicPr>
                <p:cNvPr id="10" name="Picture 9" descr="A yellow person silhouette on a black background&#10;&#10;AI-generated content may be incorrect.">
                  <a:extLst>
                    <a:ext uri="{FF2B5EF4-FFF2-40B4-BE49-F238E27FC236}">
                      <a16:creationId xmlns:a16="http://schemas.microsoft.com/office/drawing/2014/main" id="{5C529C2A-5366-124B-BF56-504BD8A1D4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4044" y="2415900"/>
                  <a:ext cx="449085" cy="449085"/>
                </a:xfrm>
                <a:prstGeom prst="rect">
                  <a:avLst/>
                </a:prstGeom>
              </p:spPr>
            </p:pic>
          </p:grpSp>
          <p:sp>
            <p:nvSpPr>
              <p:cNvPr id="6" name="TextBox 5">
                <a:extLst>
                  <a:ext uri="{FF2B5EF4-FFF2-40B4-BE49-F238E27FC236}">
                    <a16:creationId xmlns:a16="http://schemas.microsoft.com/office/drawing/2014/main" id="{B52DF349-D72B-5150-4425-6454116AB227}"/>
                  </a:ext>
                </a:extLst>
              </p:cNvPr>
              <p:cNvSpPr txBox="1"/>
              <p:nvPr/>
            </p:nvSpPr>
            <p:spPr>
              <a:xfrm>
                <a:off x="281771" y="2534198"/>
                <a:ext cx="1605062" cy="830265"/>
              </a:xfrm>
              <a:prstGeom prst="rect">
                <a:avLst/>
              </a:prstGeom>
              <a:noFill/>
              <a:ln>
                <a:solidFill>
                  <a:srgbClr val="2F3C7E"/>
                </a:solidFill>
              </a:ln>
            </p:spPr>
            <p:txBody>
              <a:bodyPr wrap="square" rtlCol="0">
                <a:spAutoFit/>
              </a:bodyPr>
              <a:lstStyle/>
              <a:p>
                <a:endParaRPr lang="en-SG" dirty="0"/>
              </a:p>
            </p:txBody>
          </p:sp>
        </p:grpSp>
        <p:pic>
          <p:nvPicPr>
            <p:cNvPr id="4" name="Picture 3">
              <a:extLst>
                <a:ext uri="{FF2B5EF4-FFF2-40B4-BE49-F238E27FC236}">
                  <a16:creationId xmlns:a16="http://schemas.microsoft.com/office/drawing/2014/main" id="{7F95D999-88F2-10E6-E172-B48B15FA43C6}"/>
                </a:ext>
              </a:extLst>
            </p:cNvPr>
            <p:cNvPicPr>
              <a:picLocks noChangeAspect="1"/>
            </p:cNvPicPr>
            <p:nvPr/>
          </p:nvPicPr>
          <p:blipFill>
            <a:blip r:embed="rId5"/>
            <a:stretch>
              <a:fillRect/>
            </a:stretch>
          </p:blipFill>
          <p:spPr>
            <a:xfrm>
              <a:off x="662055" y="2543705"/>
              <a:ext cx="852090" cy="814520"/>
            </a:xfrm>
            <a:prstGeom prst="rect">
              <a:avLst/>
            </a:prstGeom>
            <a:ln>
              <a:noFill/>
            </a:ln>
          </p:spPr>
        </p:pic>
      </p:grpSp>
      <p:sp>
        <p:nvSpPr>
          <p:cNvPr id="66" name="Rectangle: Rounded Corners 65">
            <a:extLst>
              <a:ext uri="{FF2B5EF4-FFF2-40B4-BE49-F238E27FC236}">
                <a16:creationId xmlns:a16="http://schemas.microsoft.com/office/drawing/2014/main" id="{B7009400-EC30-6C44-B819-5DDF199EFE25}"/>
              </a:ext>
            </a:extLst>
          </p:cNvPr>
          <p:cNvSpPr/>
          <p:nvPr/>
        </p:nvSpPr>
        <p:spPr>
          <a:xfrm rot="5400000">
            <a:off x="3614836" y="2812539"/>
            <a:ext cx="432000" cy="10800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09" name="Rectangle 108">
            <a:extLst>
              <a:ext uri="{FF2B5EF4-FFF2-40B4-BE49-F238E27FC236}">
                <a16:creationId xmlns:a16="http://schemas.microsoft.com/office/drawing/2014/main" id="{FF01D18C-6DD9-87C9-9869-B352F1CE92EE}"/>
              </a:ext>
            </a:extLst>
          </p:cNvPr>
          <p:cNvSpPr/>
          <p:nvPr/>
        </p:nvSpPr>
        <p:spPr>
          <a:xfrm>
            <a:off x="0" y="4202087"/>
            <a:ext cx="3216643" cy="2655914"/>
          </a:xfrm>
          <a:prstGeom prst="rect">
            <a:avLst/>
          </a:prstGeom>
          <a:solidFill>
            <a:schemeClr val="bg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13" name="Group 112">
            <a:extLst>
              <a:ext uri="{FF2B5EF4-FFF2-40B4-BE49-F238E27FC236}">
                <a16:creationId xmlns:a16="http://schemas.microsoft.com/office/drawing/2014/main" id="{7B04A4AF-3F21-7134-4D11-520A4D5C4C3D}"/>
              </a:ext>
            </a:extLst>
          </p:cNvPr>
          <p:cNvGrpSpPr/>
          <p:nvPr/>
        </p:nvGrpSpPr>
        <p:grpSpPr>
          <a:xfrm>
            <a:off x="1951719" y="6106155"/>
            <a:ext cx="1405699" cy="545640"/>
            <a:chOff x="1949087" y="6024499"/>
            <a:chExt cx="1405699" cy="545640"/>
          </a:xfrm>
        </p:grpSpPr>
        <p:pic>
          <p:nvPicPr>
            <p:cNvPr id="114" name="Picture 113" descr="A globe with a black background&#10;&#10;AI-generated content may be incorrect.">
              <a:extLst>
                <a:ext uri="{FF2B5EF4-FFF2-40B4-BE49-F238E27FC236}">
                  <a16:creationId xmlns:a16="http://schemas.microsoft.com/office/drawing/2014/main" id="{291B0908-9776-AC4C-0E53-5C0BCAFEE60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530738" y="6024499"/>
              <a:ext cx="242398" cy="242398"/>
            </a:xfrm>
            <a:prstGeom prst="rect">
              <a:avLst/>
            </a:prstGeom>
          </p:spPr>
        </p:pic>
        <p:sp>
          <p:nvSpPr>
            <p:cNvPr id="115" name="TextBox 114">
              <a:extLst>
                <a:ext uri="{FF2B5EF4-FFF2-40B4-BE49-F238E27FC236}">
                  <a16:creationId xmlns:a16="http://schemas.microsoft.com/office/drawing/2014/main" id="{416200BD-AB7E-2FBD-DF30-58BFE34C3BEB}"/>
                </a:ext>
              </a:extLst>
            </p:cNvPr>
            <p:cNvSpPr txBox="1"/>
            <p:nvPr userDrawn="1"/>
          </p:nvSpPr>
          <p:spPr>
            <a:xfrm>
              <a:off x="1949087" y="6231585"/>
              <a:ext cx="1405699" cy="338554"/>
            </a:xfrm>
            <a:prstGeom prst="rect">
              <a:avLst/>
            </a:prstGeom>
            <a:noFill/>
          </p:spPr>
          <p:txBody>
            <a:bodyPr wrap="square" rtlCol="0">
              <a:spAutoFit/>
            </a:bodyPr>
            <a:lstStyle/>
            <a:p>
              <a:pPr algn="ctr"/>
              <a:r>
                <a:rPr lang="en-SG" sz="1600" dirty="0">
                  <a:solidFill>
                    <a:schemeClr val="tx2">
                      <a:lumMod val="50000"/>
                    </a:schemeClr>
                  </a:solidFill>
                </a:rPr>
                <a:t>Language</a:t>
              </a:r>
              <a:endParaRPr lang="en-SG" sz="1400" dirty="0">
                <a:solidFill>
                  <a:schemeClr val="tx2">
                    <a:lumMod val="50000"/>
                  </a:schemeClr>
                </a:solidFill>
              </a:endParaRPr>
            </a:p>
          </p:txBody>
        </p:sp>
      </p:grpSp>
      <p:sp>
        <p:nvSpPr>
          <p:cNvPr id="116" name="TextBox 115">
            <a:extLst>
              <a:ext uri="{FF2B5EF4-FFF2-40B4-BE49-F238E27FC236}">
                <a16:creationId xmlns:a16="http://schemas.microsoft.com/office/drawing/2014/main" id="{CF8C479D-16A6-3ECC-A860-C49F93BF3A80}"/>
              </a:ext>
            </a:extLst>
          </p:cNvPr>
          <p:cNvSpPr txBox="1"/>
          <p:nvPr/>
        </p:nvSpPr>
        <p:spPr>
          <a:xfrm>
            <a:off x="-71333" y="4369508"/>
            <a:ext cx="3359301" cy="400110"/>
          </a:xfrm>
          <a:prstGeom prst="rect">
            <a:avLst/>
          </a:prstGeom>
          <a:noFill/>
        </p:spPr>
        <p:txBody>
          <a:bodyPr wrap="square" rtlCol="0">
            <a:spAutoFit/>
          </a:bodyPr>
          <a:lstStyle/>
          <a:p>
            <a:pPr algn="ctr"/>
            <a:r>
              <a:rPr lang="en-SG" sz="2000" dirty="0">
                <a:solidFill>
                  <a:schemeClr val="tx2">
                    <a:lumMod val="50000"/>
                  </a:schemeClr>
                </a:solidFill>
              </a:rPr>
              <a:t>Touch here to start planning</a:t>
            </a:r>
          </a:p>
        </p:txBody>
      </p:sp>
      <p:grpSp>
        <p:nvGrpSpPr>
          <p:cNvPr id="117" name="Group 116">
            <a:extLst>
              <a:ext uri="{FF2B5EF4-FFF2-40B4-BE49-F238E27FC236}">
                <a16:creationId xmlns:a16="http://schemas.microsoft.com/office/drawing/2014/main" id="{B30E3152-4B54-7035-59AF-AA5C9051B05C}"/>
              </a:ext>
            </a:extLst>
          </p:cNvPr>
          <p:cNvGrpSpPr/>
          <p:nvPr/>
        </p:nvGrpSpPr>
        <p:grpSpPr>
          <a:xfrm>
            <a:off x="1133664" y="4877223"/>
            <a:ext cx="949311" cy="936585"/>
            <a:chOff x="1133665" y="4827572"/>
            <a:chExt cx="949311" cy="936585"/>
          </a:xfrm>
        </p:grpSpPr>
        <p:grpSp>
          <p:nvGrpSpPr>
            <p:cNvPr id="118" name="Group 117">
              <a:extLst>
                <a:ext uri="{FF2B5EF4-FFF2-40B4-BE49-F238E27FC236}">
                  <a16:creationId xmlns:a16="http://schemas.microsoft.com/office/drawing/2014/main" id="{ABCCBFFA-410E-EA4E-8E18-5306CA2F76D1}"/>
                </a:ext>
              </a:extLst>
            </p:cNvPr>
            <p:cNvGrpSpPr/>
            <p:nvPr/>
          </p:nvGrpSpPr>
          <p:grpSpPr>
            <a:xfrm>
              <a:off x="1133665" y="4827572"/>
              <a:ext cx="949311" cy="936585"/>
              <a:chOff x="929362" y="4727466"/>
              <a:chExt cx="1128802" cy="1113670"/>
            </a:xfrm>
          </p:grpSpPr>
          <p:sp>
            <p:nvSpPr>
              <p:cNvPr id="120" name="L-Shape 119">
                <a:extLst>
                  <a:ext uri="{FF2B5EF4-FFF2-40B4-BE49-F238E27FC236}">
                    <a16:creationId xmlns:a16="http://schemas.microsoft.com/office/drawing/2014/main" id="{65F98870-61E1-63C2-6A3F-A3934480FE05}"/>
                  </a:ext>
                </a:extLst>
              </p:cNvPr>
              <p:cNvSpPr/>
              <p:nvPr userDrawn="1"/>
            </p:nvSpPr>
            <p:spPr>
              <a:xfrm>
                <a:off x="929363" y="5480272"/>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1" name="L-Shape 120">
                <a:extLst>
                  <a:ext uri="{FF2B5EF4-FFF2-40B4-BE49-F238E27FC236}">
                    <a16:creationId xmlns:a16="http://schemas.microsoft.com/office/drawing/2014/main" id="{93881DB3-9B9D-4377-5B79-DF2678B7FE2A}"/>
                  </a:ext>
                </a:extLst>
              </p:cNvPr>
              <p:cNvSpPr/>
              <p:nvPr userDrawn="1"/>
            </p:nvSpPr>
            <p:spPr>
              <a:xfrm flipH="1">
                <a:off x="1698163" y="5508839"/>
                <a:ext cx="360001" cy="332297"/>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2" name="L-Shape 121">
                <a:extLst>
                  <a:ext uri="{FF2B5EF4-FFF2-40B4-BE49-F238E27FC236}">
                    <a16:creationId xmlns:a16="http://schemas.microsoft.com/office/drawing/2014/main" id="{5E0359E7-AE9F-6E38-9629-615DD42680DB}"/>
                  </a:ext>
                </a:extLst>
              </p:cNvPr>
              <p:cNvSpPr/>
              <p:nvPr userDrawn="1"/>
            </p:nvSpPr>
            <p:spPr>
              <a:xfrm rot="5400000">
                <a:off x="929363" y="4728190"/>
                <a:ext cx="360000" cy="360001"/>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3" name="L-Shape 122">
                <a:extLst>
                  <a:ext uri="{FF2B5EF4-FFF2-40B4-BE49-F238E27FC236}">
                    <a16:creationId xmlns:a16="http://schemas.microsoft.com/office/drawing/2014/main" id="{5D05FE8A-8BB9-D23C-F8A1-1402C9DB00E2}"/>
                  </a:ext>
                </a:extLst>
              </p:cNvPr>
              <p:cNvSpPr/>
              <p:nvPr userDrawn="1"/>
            </p:nvSpPr>
            <p:spPr>
              <a:xfrm rot="10800000">
                <a:off x="1698161" y="4727466"/>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pic>
          <p:nvPicPr>
            <p:cNvPr id="119" name="Picture 118">
              <a:extLst>
                <a:ext uri="{FF2B5EF4-FFF2-40B4-BE49-F238E27FC236}">
                  <a16:creationId xmlns:a16="http://schemas.microsoft.com/office/drawing/2014/main" id="{BFCBE6DC-DCFB-1062-B874-CA6CF6CA9A29}"/>
                </a:ext>
              </a:extLst>
            </p:cNvPr>
            <p:cNvPicPr>
              <a:picLocks noChangeAspect="1"/>
            </p:cNvPicPr>
            <p:nvPr/>
          </p:nvPicPr>
          <p:blipFill>
            <a:blip r:embed="rId7"/>
            <a:stretch>
              <a:fillRect/>
            </a:stretch>
          </p:blipFill>
          <p:spPr>
            <a:xfrm>
              <a:off x="1234217" y="4922668"/>
              <a:ext cx="748205" cy="748205"/>
            </a:xfrm>
            <a:prstGeom prst="rect">
              <a:avLst/>
            </a:prstGeom>
            <a:ln>
              <a:noFill/>
            </a:ln>
          </p:spPr>
        </p:pic>
      </p:grpSp>
      <p:grpSp>
        <p:nvGrpSpPr>
          <p:cNvPr id="106" name="Group 105">
            <a:extLst>
              <a:ext uri="{FF2B5EF4-FFF2-40B4-BE49-F238E27FC236}">
                <a16:creationId xmlns:a16="http://schemas.microsoft.com/office/drawing/2014/main" id="{3609A0F5-E5AD-DCB4-F886-7AD3A66674D9}"/>
              </a:ext>
            </a:extLst>
          </p:cNvPr>
          <p:cNvGrpSpPr/>
          <p:nvPr/>
        </p:nvGrpSpPr>
        <p:grpSpPr>
          <a:xfrm>
            <a:off x="137409" y="6042789"/>
            <a:ext cx="1856480" cy="584775"/>
            <a:chOff x="107750" y="5908739"/>
            <a:chExt cx="1890270" cy="788123"/>
          </a:xfrm>
        </p:grpSpPr>
        <p:sp>
          <p:nvSpPr>
            <p:cNvPr id="107" name="TextBox 106">
              <a:hlinkClick r:id="rId8" action="ppaction://hlinksldjump"/>
              <a:extLst>
                <a:ext uri="{FF2B5EF4-FFF2-40B4-BE49-F238E27FC236}">
                  <a16:creationId xmlns:a16="http://schemas.microsoft.com/office/drawing/2014/main" id="{8F1D85FB-E9DF-618D-C32E-FCB0C6C68687}"/>
                </a:ext>
              </a:extLst>
            </p:cNvPr>
            <p:cNvSpPr txBox="1"/>
            <p:nvPr userDrawn="1"/>
          </p:nvSpPr>
          <p:spPr>
            <a:xfrm>
              <a:off x="107750" y="5908739"/>
              <a:ext cx="1890270" cy="788123"/>
            </a:xfrm>
            <a:prstGeom prst="rect">
              <a:avLst/>
            </a:prstGeom>
            <a:noFill/>
            <a:ln w="12700">
              <a:solidFill>
                <a:srgbClr val="1C252E"/>
              </a:solidFill>
            </a:ln>
          </p:spPr>
          <p:txBody>
            <a:bodyPr wrap="square" rtlCol="0">
              <a:spAutoFit/>
            </a:bodyPr>
            <a:lstStyle/>
            <a:p>
              <a:r>
                <a:rPr lang="en-SG" sz="1600" dirty="0">
                  <a:solidFill>
                    <a:schemeClr val="tx2">
                      <a:lumMod val="50000"/>
                    </a:schemeClr>
                  </a:solidFill>
                </a:rPr>
                <a:t>Back to </a:t>
              </a:r>
            </a:p>
            <a:p>
              <a:r>
                <a:rPr lang="en-SG" sz="1600" dirty="0">
                  <a:solidFill>
                    <a:schemeClr val="tx2">
                      <a:lumMod val="50000"/>
                    </a:schemeClr>
                  </a:solidFill>
                </a:rPr>
                <a:t>Normal Mode</a:t>
              </a:r>
            </a:p>
          </p:txBody>
        </p:sp>
        <p:pic>
          <p:nvPicPr>
            <p:cNvPr id="108" name="Picture 107" descr="A black and grey symbol of a wheelchair&#10;&#10;AI-generated content may be incorrect.">
              <a:hlinkClick r:id="rId8" action="ppaction://hlinksldjump"/>
              <a:extLst>
                <a:ext uri="{FF2B5EF4-FFF2-40B4-BE49-F238E27FC236}">
                  <a16:creationId xmlns:a16="http://schemas.microsoft.com/office/drawing/2014/main" id="{27FD9CA0-F3BF-0D82-4092-575C70114B27}"/>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533500" y="6068744"/>
              <a:ext cx="359366" cy="477599"/>
            </a:xfrm>
            <a:prstGeom prst="rect">
              <a:avLst/>
            </a:prstGeom>
          </p:spPr>
        </p:pic>
      </p:grpSp>
      <p:sp>
        <p:nvSpPr>
          <p:cNvPr id="140" name="TextBox 139">
            <a:extLst>
              <a:ext uri="{FF2B5EF4-FFF2-40B4-BE49-F238E27FC236}">
                <a16:creationId xmlns:a16="http://schemas.microsoft.com/office/drawing/2014/main" id="{DEC9BD6C-8A05-9EBD-11A0-179AAF9B3055}"/>
              </a:ext>
            </a:extLst>
          </p:cNvPr>
          <p:cNvSpPr txBox="1"/>
          <p:nvPr/>
        </p:nvSpPr>
        <p:spPr>
          <a:xfrm>
            <a:off x="10618930" y="1987200"/>
            <a:ext cx="1666670" cy="584775"/>
          </a:xfrm>
          <a:prstGeom prst="rect">
            <a:avLst/>
          </a:prstGeom>
          <a:noFill/>
        </p:spPr>
        <p:txBody>
          <a:bodyPr wrap="square">
            <a:spAutoFit/>
          </a:bodyPr>
          <a:lstStyle/>
          <a:p>
            <a:pPr algn="ctr"/>
            <a:r>
              <a:rPr lang="en-SG" sz="3200" b="1" spc="300" dirty="0">
                <a:solidFill>
                  <a:schemeClr val="accent2">
                    <a:lumMod val="75000"/>
                  </a:schemeClr>
                </a:solidFill>
                <a:latin typeface="Agency FB" panose="020B0503020202020204" pitchFamily="34" charset="0"/>
              </a:rPr>
              <a:t>11:01 AM</a:t>
            </a:r>
          </a:p>
        </p:txBody>
      </p:sp>
      <p:grpSp>
        <p:nvGrpSpPr>
          <p:cNvPr id="141" name="Group 140">
            <a:extLst>
              <a:ext uri="{FF2B5EF4-FFF2-40B4-BE49-F238E27FC236}">
                <a16:creationId xmlns:a16="http://schemas.microsoft.com/office/drawing/2014/main" id="{EAECC2D4-13A4-43E3-3839-5004D0799E85}"/>
              </a:ext>
            </a:extLst>
          </p:cNvPr>
          <p:cNvGrpSpPr/>
          <p:nvPr/>
        </p:nvGrpSpPr>
        <p:grpSpPr>
          <a:xfrm>
            <a:off x="7897824" y="2505075"/>
            <a:ext cx="4297493" cy="1325631"/>
            <a:chOff x="7894507" y="539599"/>
            <a:chExt cx="4297493" cy="1325631"/>
          </a:xfrm>
        </p:grpSpPr>
        <p:sp>
          <p:nvSpPr>
            <p:cNvPr id="142" name="Rectangle 141">
              <a:extLst>
                <a:ext uri="{FF2B5EF4-FFF2-40B4-BE49-F238E27FC236}">
                  <a16:creationId xmlns:a16="http://schemas.microsoft.com/office/drawing/2014/main" id="{8A76FCD6-C3FB-90CF-FD67-4AFA5B73D05D}"/>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43" name="Group 142">
              <a:extLst>
                <a:ext uri="{FF2B5EF4-FFF2-40B4-BE49-F238E27FC236}">
                  <a16:creationId xmlns:a16="http://schemas.microsoft.com/office/drawing/2014/main" id="{584895A5-9936-4242-2306-409AB11980B0}"/>
                </a:ext>
              </a:extLst>
            </p:cNvPr>
            <p:cNvGrpSpPr/>
            <p:nvPr/>
          </p:nvGrpSpPr>
          <p:grpSpPr>
            <a:xfrm>
              <a:off x="7931317" y="539599"/>
              <a:ext cx="3369366" cy="1279531"/>
              <a:chOff x="7931317" y="539599"/>
              <a:chExt cx="3369366" cy="1279531"/>
            </a:xfrm>
          </p:grpSpPr>
          <p:sp>
            <p:nvSpPr>
              <p:cNvPr id="144" name="TextBox 143">
                <a:extLst>
                  <a:ext uri="{FF2B5EF4-FFF2-40B4-BE49-F238E27FC236}">
                    <a16:creationId xmlns:a16="http://schemas.microsoft.com/office/drawing/2014/main" id="{DE9D96E8-30BC-DEE9-CD53-F63555706B2C}"/>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grpSp>
            <p:nvGrpSpPr>
              <p:cNvPr id="145" name="Group 144">
                <a:extLst>
                  <a:ext uri="{FF2B5EF4-FFF2-40B4-BE49-F238E27FC236}">
                    <a16:creationId xmlns:a16="http://schemas.microsoft.com/office/drawing/2014/main" id="{6E590B58-3B72-E855-7046-246EE8252E62}"/>
                  </a:ext>
                </a:extLst>
              </p:cNvPr>
              <p:cNvGrpSpPr/>
              <p:nvPr/>
            </p:nvGrpSpPr>
            <p:grpSpPr>
              <a:xfrm>
                <a:off x="7982250" y="1022704"/>
                <a:ext cx="1222466" cy="780340"/>
                <a:chOff x="7982250" y="1022704"/>
                <a:chExt cx="1222466" cy="780340"/>
              </a:xfrm>
            </p:grpSpPr>
            <p:pic>
              <p:nvPicPr>
                <p:cNvPr id="151" name="Picture 150">
                  <a:extLst>
                    <a:ext uri="{FF2B5EF4-FFF2-40B4-BE49-F238E27FC236}">
                      <a16:creationId xmlns:a16="http://schemas.microsoft.com/office/drawing/2014/main" id="{319CBCD2-949D-FB48-78F8-F8A2A5DAE1C7}"/>
                    </a:ext>
                  </a:extLst>
                </p:cNvPr>
                <p:cNvPicPr>
                  <a:picLocks noChangeAspect="1"/>
                </p:cNvPicPr>
                <p:nvPr/>
              </p:nvPicPr>
              <p:blipFill>
                <a:blip r:embed="rId10"/>
                <a:stretch>
                  <a:fillRect/>
                </a:stretch>
              </p:blipFill>
              <p:spPr>
                <a:xfrm>
                  <a:off x="7982250" y="1022704"/>
                  <a:ext cx="772868" cy="772868"/>
                </a:xfrm>
                <a:prstGeom prst="rect">
                  <a:avLst/>
                </a:prstGeom>
              </p:spPr>
            </p:pic>
            <p:pic>
              <p:nvPicPr>
                <p:cNvPr id="152" name="Picture 151">
                  <a:extLst>
                    <a:ext uri="{FF2B5EF4-FFF2-40B4-BE49-F238E27FC236}">
                      <a16:creationId xmlns:a16="http://schemas.microsoft.com/office/drawing/2014/main" id="{86626971-1DD4-9BDC-5318-16E2A6F6481F}"/>
                    </a:ext>
                  </a:extLst>
                </p:cNvPr>
                <p:cNvPicPr>
                  <a:picLocks noChangeAspect="1"/>
                </p:cNvPicPr>
                <p:nvPr/>
              </p:nvPicPr>
              <p:blipFill>
                <a:blip r:embed="rId11"/>
                <a:srcRect t="60238"/>
                <a:stretch>
                  <a:fillRect/>
                </a:stretch>
              </p:blipFill>
              <p:spPr>
                <a:xfrm>
                  <a:off x="8431848" y="1487261"/>
                  <a:ext cx="772868" cy="315783"/>
                </a:xfrm>
                <a:prstGeom prst="rect">
                  <a:avLst/>
                </a:prstGeom>
              </p:spPr>
            </p:pic>
          </p:grpSp>
          <p:sp>
            <p:nvSpPr>
              <p:cNvPr id="146" name="TextBox 145">
                <a:extLst>
                  <a:ext uri="{FF2B5EF4-FFF2-40B4-BE49-F238E27FC236}">
                    <a16:creationId xmlns:a16="http://schemas.microsoft.com/office/drawing/2014/main" id="{40862D70-AC99-68F5-3B5E-2A58D4030A6F}"/>
                  </a:ext>
                </a:extLst>
              </p:cNvPr>
              <p:cNvSpPr txBox="1"/>
              <p:nvPr/>
            </p:nvSpPr>
            <p:spPr>
              <a:xfrm>
                <a:off x="9860233" y="676770"/>
                <a:ext cx="1440450" cy="369332"/>
              </a:xfrm>
              <a:prstGeom prst="rect">
                <a:avLst/>
              </a:prstGeom>
              <a:noFill/>
            </p:spPr>
            <p:txBody>
              <a:bodyPr wrap="square" rtlCol="0">
                <a:spAutoFit/>
              </a:bodyPr>
              <a:lstStyle/>
              <a:p>
                <a:r>
                  <a:rPr lang="en-SG" dirty="0">
                    <a:solidFill>
                      <a:schemeClr val="tx2">
                        <a:lumMod val="50000"/>
                      </a:schemeClr>
                    </a:solidFill>
                  </a:rPr>
                  <a:t>Starting At:</a:t>
                </a:r>
              </a:p>
            </p:txBody>
          </p:sp>
          <p:sp>
            <p:nvSpPr>
              <p:cNvPr id="147" name="TextBox 146">
                <a:extLst>
                  <a:ext uri="{FF2B5EF4-FFF2-40B4-BE49-F238E27FC236}">
                    <a16:creationId xmlns:a16="http://schemas.microsoft.com/office/drawing/2014/main" id="{B3725218-0F46-E711-6B45-420B052618AE}"/>
                  </a:ext>
                </a:extLst>
              </p:cNvPr>
              <p:cNvSpPr txBox="1"/>
              <p:nvPr/>
            </p:nvSpPr>
            <p:spPr>
              <a:xfrm>
                <a:off x="7931317" y="539599"/>
                <a:ext cx="1647601" cy="738664"/>
              </a:xfrm>
              <a:prstGeom prst="rect">
                <a:avLst/>
              </a:prstGeom>
              <a:noFill/>
            </p:spPr>
            <p:txBody>
              <a:bodyPr wrap="square" rtlCol="0">
                <a:spAutoFit/>
              </a:bodyPr>
              <a:lstStyle/>
              <a:p>
                <a:r>
                  <a:rPr lang="en-SG" sz="2400" b="1" dirty="0">
                    <a:solidFill>
                      <a:schemeClr val="tx2">
                        <a:lumMod val="50000"/>
                      </a:schemeClr>
                    </a:solidFill>
                  </a:rPr>
                  <a:t>Musical B’</a:t>
                </a:r>
              </a:p>
              <a:p>
                <a:endParaRPr lang="en-SG" b="1" dirty="0">
                  <a:solidFill>
                    <a:schemeClr val="tx2">
                      <a:lumMod val="50000"/>
                    </a:schemeClr>
                  </a:solidFill>
                </a:endParaRPr>
              </a:p>
            </p:txBody>
          </p:sp>
          <p:sp>
            <p:nvSpPr>
              <p:cNvPr id="148" name="TextBox 147">
                <a:extLst>
                  <a:ext uri="{FF2B5EF4-FFF2-40B4-BE49-F238E27FC236}">
                    <a16:creationId xmlns:a16="http://schemas.microsoft.com/office/drawing/2014/main" id="{7FE1DD03-F89B-57BA-7908-FA5E69541C68}"/>
                  </a:ext>
                </a:extLst>
              </p:cNvPr>
              <p:cNvSpPr txBox="1"/>
              <p:nvPr/>
            </p:nvSpPr>
            <p:spPr>
              <a:xfrm>
                <a:off x="9860233" y="1204016"/>
                <a:ext cx="1131529" cy="369332"/>
              </a:xfrm>
              <a:prstGeom prst="rect">
                <a:avLst/>
              </a:prstGeom>
              <a:noFill/>
            </p:spPr>
            <p:txBody>
              <a:bodyPr wrap="square" rtlCol="0">
                <a:spAutoFit/>
              </a:bodyPr>
              <a:lstStyle/>
              <a:p>
                <a:r>
                  <a:rPr lang="en-SG" dirty="0">
                    <a:solidFill>
                      <a:schemeClr val="tx2">
                        <a:lumMod val="50000"/>
                      </a:schemeClr>
                    </a:solidFill>
                  </a:rPr>
                  <a:t>Location:</a:t>
                </a:r>
              </a:p>
            </p:txBody>
          </p:sp>
          <p:sp>
            <p:nvSpPr>
              <p:cNvPr id="149" name="TextBox 148">
                <a:extLst>
                  <a:ext uri="{FF2B5EF4-FFF2-40B4-BE49-F238E27FC236}">
                    <a16:creationId xmlns:a16="http://schemas.microsoft.com/office/drawing/2014/main" id="{B27D2C1A-A340-E59D-52AA-48AB2BAF917A}"/>
                  </a:ext>
                </a:extLst>
              </p:cNvPr>
              <p:cNvSpPr txBox="1"/>
              <p:nvPr/>
            </p:nvSpPr>
            <p:spPr>
              <a:xfrm>
                <a:off x="9860232" y="958234"/>
                <a:ext cx="1230692" cy="369332"/>
              </a:xfrm>
              <a:prstGeom prst="rect">
                <a:avLst/>
              </a:prstGeom>
              <a:noFill/>
            </p:spPr>
            <p:txBody>
              <a:bodyPr wrap="square" rtlCol="0">
                <a:spAutoFit/>
              </a:bodyPr>
              <a:lstStyle/>
              <a:p>
                <a:r>
                  <a:rPr lang="en-SG" b="1" i="1" dirty="0">
                    <a:solidFill>
                      <a:schemeClr val="accent1"/>
                    </a:solidFill>
                  </a:rPr>
                  <a:t>11:00 AM</a:t>
                </a:r>
              </a:p>
            </p:txBody>
          </p:sp>
          <p:sp>
            <p:nvSpPr>
              <p:cNvPr id="150" name="TextBox 149">
                <a:extLst>
                  <a:ext uri="{FF2B5EF4-FFF2-40B4-BE49-F238E27FC236}">
                    <a16:creationId xmlns:a16="http://schemas.microsoft.com/office/drawing/2014/main" id="{AFFE8F47-3D8E-944F-BCDE-149611888D35}"/>
                  </a:ext>
                </a:extLst>
              </p:cNvPr>
              <p:cNvSpPr txBox="1"/>
              <p:nvPr/>
            </p:nvSpPr>
            <p:spPr>
              <a:xfrm>
                <a:off x="10046183" y="1449798"/>
                <a:ext cx="1044741" cy="369332"/>
              </a:xfrm>
              <a:prstGeom prst="rect">
                <a:avLst/>
              </a:prstGeom>
              <a:noFill/>
            </p:spPr>
            <p:txBody>
              <a:bodyPr wrap="square" rtlCol="0">
                <a:spAutoFit/>
              </a:bodyPr>
              <a:lstStyle/>
              <a:p>
                <a:r>
                  <a:rPr lang="en-SG" b="1" dirty="0">
                    <a:solidFill>
                      <a:schemeClr val="accent1"/>
                    </a:solidFill>
                  </a:rPr>
                  <a:t>Theatre</a:t>
                </a:r>
              </a:p>
            </p:txBody>
          </p:sp>
        </p:grpSp>
      </p:grpSp>
      <p:sp>
        <p:nvSpPr>
          <p:cNvPr id="167" name="Rectangle 166">
            <a:extLst>
              <a:ext uri="{FF2B5EF4-FFF2-40B4-BE49-F238E27FC236}">
                <a16:creationId xmlns:a16="http://schemas.microsoft.com/office/drawing/2014/main" id="{35C7BE99-A2B6-CFFA-BE24-304F5C9A3F47}"/>
              </a:ext>
            </a:extLst>
          </p:cNvPr>
          <p:cNvSpPr/>
          <p:nvPr/>
        </p:nvSpPr>
        <p:spPr>
          <a:xfrm>
            <a:off x="3216648" y="4202086"/>
            <a:ext cx="5758704" cy="2655914"/>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8" name="Freeform: Shape 167">
            <a:extLst>
              <a:ext uri="{FF2B5EF4-FFF2-40B4-BE49-F238E27FC236}">
                <a16:creationId xmlns:a16="http://schemas.microsoft.com/office/drawing/2014/main" id="{BBBE7EBE-1B8C-5D17-FBE8-E93510119A12}"/>
              </a:ext>
            </a:extLst>
          </p:cNvPr>
          <p:cNvSpPr/>
          <p:nvPr/>
        </p:nvSpPr>
        <p:spPr>
          <a:xfrm>
            <a:off x="3230991" y="423128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69" name="Group 168">
            <a:extLst>
              <a:ext uri="{FF2B5EF4-FFF2-40B4-BE49-F238E27FC236}">
                <a16:creationId xmlns:a16="http://schemas.microsoft.com/office/drawing/2014/main" id="{0B37C910-A13A-303D-5802-0A0491422C35}"/>
              </a:ext>
            </a:extLst>
          </p:cNvPr>
          <p:cNvGrpSpPr/>
          <p:nvPr/>
        </p:nvGrpSpPr>
        <p:grpSpPr>
          <a:xfrm>
            <a:off x="3179715" y="4204405"/>
            <a:ext cx="1003394" cy="552452"/>
            <a:chOff x="3179715" y="4204405"/>
            <a:chExt cx="1003394" cy="552452"/>
          </a:xfrm>
        </p:grpSpPr>
        <p:sp>
          <p:nvSpPr>
            <p:cNvPr id="170" name="Rectangle 169">
              <a:extLst>
                <a:ext uri="{FF2B5EF4-FFF2-40B4-BE49-F238E27FC236}">
                  <a16:creationId xmlns:a16="http://schemas.microsoft.com/office/drawing/2014/main" id="{12449231-F355-0C2C-DCDE-32DC6A5D1C9B}"/>
                </a:ext>
              </a:extLst>
            </p:cNvPr>
            <p:cNvSpPr/>
            <p:nvPr userDrawn="1"/>
          </p:nvSpPr>
          <p:spPr>
            <a:xfrm>
              <a:off x="3211177" y="4204405"/>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171" name="TextBox 170">
              <a:extLst>
                <a:ext uri="{FF2B5EF4-FFF2-40B4-BE49-F238E27FC236}">
                  <a16:creationId xmlns:a16="http://schemas.microsoft.com/office/drawing/2014/main" id="{F1000AE6-2A81-4BA4-E127-8BFB95D2E692}"/>
                </a:ext>
              </a:extLst>
            </p:cNvPr>
            <p:cNvSpPr txBox="1"/>
            <p:nvPr userDrawn="1"/>
          </p:nvSpPr>
          <p:spPr>
            <a:xfrm>
              <a:off x="3179715" y="4249798"/>
              <a:ext cx="971930" cy="461665"/>
            </a:xfrm>
            <a:prstGeom prst="rect">
              <a:avLst/>
            </a:prstGeom>
            <a:noFill/>
            <a:ln>
              <a:noFill/>
            </a:ln>
          </p:spPr>
          <p:txBody>
            <a:bodyPr wrap="square" rtlCol="0">
              <a:spAutoFit/>
            </a:bodyPr>
            <a:lstStyle/>
            <a:p>
              <a:pPr algn="ctr"/>
              <a:r>
                <a:rPr lang="en-SG" sz="2400" b="1" dirty="0">
                  <a:solidFill>
                    <a:srgbClr val="2F3C7E"/>
                  </a:solidFill>
                  <a:latin typeface="+mj-lt"/>
                </a:rPr>
                <a:t>MAP</a:t>
              </a:r>
            </a:p>
          </p:txBody>
        </p:sp>
      </p:grpSp>
      <p:pic>
        <p:nvPicPr>
          <p:cNvPr id="172" name="Picture 171">
            <a:extLst>
              <a:ext uri="{FF2B5EF4-FFF2-40B4-BE49-F238E27FC236}">
                <a16:creationId xmlns:a16="http://schemas.microsoft.com/office/drawing/2014/main" id="{3F2682E0-AD8C-3CE3-368B-43FACC26FCF0}"/>
              </a:ext>
            </a:extLst>
          </p:cNvPr>
          <p:cNvPicPr>
            <a:picLocks noChangeAspect="1"/>
          </p:cNvPicPr>
          <p:nvPr/>
        </p:nvPicPr>
        <p:blipFill>
          <a:blip r:embed="rId12"/>
          <a:srcRect l="16117" r="13552"/>
          <a:stretch>
            <a:fillRect/>
          </a:stretch>
        </p:blipFill>
        <p:spPr>
          <a:xfrm>
            <a:off x="5948005" y="5268685"/>
            <a:ext cx="334895" cy="476171"/>
          </a:xfrm>
          <a:prstGeom prst="rect">
            <a:avLst/>
          </a:prstGeom>
        </p:spPr>
      </p:pic>
      <p:pic>
        <p:nvPicPr>
          <p:cNvPr id="173" name="Picture 172">
            <a:extLst>
              <a:ext uri="{FF2B5EF4-FFF2-40B4-BE49-F238E27FC236}">
                <a16:creationId xmlns:a16="http://schemas.microsoft.com/office/drawing/2014/main" id="{0DDB5DDF-1212-C19D-814E-78BC1D250107}"/>
              </a:ext>
            </a:extLst>
          </p:cNvPr>
          <p:cNvPicPr>
            <a:picLocks noChangeAspect="1"/>
          </p:cNvPicPr>
          <p:nvPr/>
        </p:nvPicPr>
        <p:blipFill>
          <a:blip r:embed="rId13"/>
          <a:stretch>
            <a:fillRect/>
          </a:stretch>
        </p:blipFill>
        <p:spPr>
          <a:xfrm>
            <a:off x="4757445" y="6000662"/>
            <a:ext cx="347891" cy="347891"/>
          </a:xfrm>
          <a:prstGeom prst="rect">
            <a:avLst/>
          </a:prstGeom>
        </p:spPr>
      </p:pic>
      <p:pic>
        <p:nvPicPr>
          <p:cNvPr id="174" name="Picture 173">
            <a:extLst>
              <a:ext uri="{FF2B5EF4-FFF2-40B4-BE49-F238E27FC236}">
                <a16:creationId xmlns:a16="http://schemas.microsoft.com/office/drawing/2014/main" id="{4EB1FF12-4CCA-500E-CE19-96AD108DA107}"/>
              </a:ext>
            </a:extLst>
          </p:cNvPr>
          <p:cNvPicPr>
            <a:picLocks noChangeAspect="1"/>
          </p:cNvPicPr>
          <p:nvPr/>
        </p:nvPicPr>
        <p:blipFill>
          <a:blip r:embed="rId14"/>
          <a:stretch>
            <a:fillRect/>
          </a:stretch>
        </p:blipFill>
        <p:spPr>
          <a:xfrm>
            <a:off x="3478261" y="5305504"/>
            <a:ext cx="778291" cy="390601"/>
          </a:xfrm>
          <a:prstGeom prst="rect">
            <a:avLst/>
          </a:prstGeom>
          <a:ln>
            <a:noFill/>
          </a:ln>
        </p:spPr>
      </p:pic>
      <p:grpSp>
        <p:nvGrpSpPr>
          <p:cNvPr id="175" name="Group 174">
            <a:extLst>
              <a:ext uri="{FF2B5EF4-FFF2-40B4-BE49-F238E27FC236}">
                <a16:creationId xmlns:a16="http://schemas.microsoft.com/office/drawing/2014/main" id="{DEA29144-F32C-B58D-7332-00464E9D7C7E}"/>
              </a:ext>
            </a:extLst>
          </p:cNvPr>
          <p:cNvGrpSpPr/>
          <p:nvPr/>
        </p:nvGrpSpPr>
        <p:grpSpPr>
          <a:xfrm>
            <a:off x="5587919" y="4217828"/>
            <a:ext cx="1016161" cy="353526"/>
            <a:chOff x="5586845" y="4846215"/>
            <a:chExt cx="1016161" cy="353526"/>
          </a:xfrm>
        </p:grpSpPr>
        <p:sp>
          <p:nvSpPr>
            <p:cNvPr id="176" name="Rectangle 175">
              <a:extLst>
                <a:ext uri="{FF2B5EF4-FFF2-40B4-BE49-F238E27FC236}">
                  <a16:creationId xmlns:a16="http://schemas.microsoft.com/office/drawing/2014/main" id="{699379B8-5D30-C869-4382-2F04C6E387D6}"/>
                </a:ext>
              </a:extLst>
            </p:cNvPr>
            <p:cNvSpPr/>
            <p:nvPr userDrawn="1"/>
          </p:nvSpPr>
          <p:spPr>
            <a:xfrm>
              <a:off x="5588996" y="4846215"/>
              <a:ext cx="1014010" cy="353526"/>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177" name="TextBox 176">
              <a:extLst>
                <a:ext uri="{FF2B5EF4-FFF2-40B4-BE49-F238E27FC236}">
                  <a16:creationId xmlns:a16="http://schemas.microsoft.com/office/drawing/2014/main" id="{F9B5A139-1E0D-16E9-3662-0786F18FD753}"/>
                </a:ext>
              </a:extLst>
            </p:cNvPr>
            <p:cNvSpPr txBox="1"/>
            <p:nvPr userDrawn="1"/>
          </p:nvSpPr>
          <p:spPr>
            <a:xfrm>
              <a:off x="5586845" y="4869089"/>
              <a:ext cx="1014010" cy="307777"/>
            </a:xfrm>
            <a:prstGeom prst="rect">
              <a:avLst/>
            </a:prstGeom>
            <a:noFill/>
            <a:ln>
              <a:noFill/>
            </a:ln>
          </p:spPr>
          <p:txBody>
            <a:bodyPr wrap="square" rtlCol="0">
              <a:spAutoFit/>
            </a:bodyPr>
            <a:lstStyle/>
            <a:p>
              <a:pPr algn="ctr"/>
              <a:r>
                <a:rPr lang="en-SG" sz="1400" b="1" dirty="0">
                  <a:solidFill>
                    <a:srgbClr val="2F3C7E"/>
                  </a:solidFill>
                  <a:latin typeface="+mn-lt"/>
                </a:rPr>
                <a:t>Touch Me!</a:t>
              </a:r>
            </a:p>
          </p:txBody>
        </p:sp>
      </p:grpSp>
      <p:grpSp>
        <p:nvGrpSpPr>
          <p:cNvPr id="178" name="Group 177">
            <a:extLst>
              <a:ext uri="{FF2B5EF4-FFF2-40B4-BE49-F238E27FC236}">
                <a16:creationId xmlns:a16="http://schemas.microsoft.com/office/drawing/2014/main" id="{93A97512-1924-87BA-12DC-0EB3D43D2E9E}"/>
              </a:ext>
            </a:extLst>
          </p:cNvPr>
          <p:cNvGrpSpPr/>
          <p:nvPr/>
        </p:nvGrpSpPr>
        <p:grpSpPr>
          <a:xfrm>
            <a:off x="7620370" y="4729264"/>
            <a:ext cx="1014010" cy="693309"/>
            <a:chOff x="7620370" y="4729264"/>
            <a:chExt cx="1014010" cy="693309"/>
          </a:xfrm>
        </p:grpSpPr>
        <p:pic>
          <p:nvPicPr>
            <p:cNvPr id="179" name="Picture 178">
              <a:extLst>
                <a:ext uri="{FF2B5EF4-FFF2-40B4-BE49-F238E27FC236}">
                  <a16:creationId xmlns:a16="http://schemas.microsoft.com/office/drawing/2014/main" id="{CC149BC2-A5A7-1866-6F71-220FC675AAE6}"/>
                </a:ext>
              </a:extLst>
            </p:cNvPr>
            <p:cNvPicPr>
              <a:picLocks noChangeAspect="1"/>
            </p:cNvPicPr>
            <p:nvPr/>
          </p:nvPicPr>
          <p:blipFill>
            <a:blip r:embed="rId15"/>
            <a:stretch>
              <a:fillRect/>
            </a:stretch>
          </p:blipFill>
          <p:spPr>
            <a:xfrm>
              <a:off x="7884122" y="4729264"/>
              <a:ext cx="446487" cy="446487"/>
            </a:xfrm>
            <a:prstGeom prst="rect">
              <a:avLst/>
            </a:prstGeom>
          </p:spPr>
        </p:pic>
        <p:sp>
          <p:nvSpPr>
            <p:cNvPr id="180" name="TextBox 179">
              <a:extLst>
                <a:ext uri="{FF2B5EF4-FFF2-40B4-BE49-F238E27FC236}">
                  <a16:creationId xmlns:a16="http://schemas.microsoft.com/office/drawing/2014/main" id="{D8B77B3F-D150-4881-9BFC-EDA7F9D8D432}"/>
                </a:ext>
              </a:extLst>
            </p:cNvPr>
            <p:cNvSpPr txBox="1"/>
            <p:nvPr/>
          </p:nvSpPr>
          <p:spPr>
            <a:xfrm>
              <a:off x="7620370" y="5114796"/>
              <a:ext cx="1014010" cy="307777"/>
            </a:xfrm>
            <a:prstGeom prst="rect">
              <a:avLst/>
            </a:prstGeom>
            <a:noFill/>
            <a:ln>
              <a:noFill/>
            </a:ln>
          </p:spPr>
          <p:txBody>
            <a:bodyPr wrap="square" rtlCol="0">
              <a:spAutoFit/>
            </a:bodyPr>
            <a:lstStyle/>
            <a:p>
              <a:pPr algn="ctr"/>
              <a:r>
                <a:rPr lang="en-SG" sz="1400" b="1" dirty="0">
                  <a:solidFill>
                    <a:schemeClr val="tx2"/>
                  </a:solidFill>
                  <a:latin typeface="+mn-lt"/>
                </a:rPr>
                <a:t>Entrance</a:t>
              </a:r>
            </a:p>
          </p:txBody>
        </p:sp>
      </p:grpSp>
      <p:sp>
        <p:nvSpPr>
          <p:cNvPr id="181" name="Rectangle: Rounded Corners 180">
            <a:extLst>
              <a:ext uri="{FF2B5EF4-FFF2-40B4-BE49-F238E27FC236}">
                <a16:creationId xmlns:a16="http://schemas.microsoft.com/office/drawing/2014/main" id="{37108F1D-A5BD-9AF7-7EFB-6994B1FB7908}"/>
              </a:ext>
            </a:extLst>
          </p:cNvPr>
          <p:cNvSpPr/>
          <p:nvPr/>
        </p:nvSpPr>
        <p:spPr>
          <a:xfrm>
            <a:off x="5396780" y="4961961"/>
            <a:ext cx="1398440" cy="292399"/>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solidFill>
                  <a:schemeClr val="bg1"/>
                </a:solidFill>
                <a:latin typeface="+mj-lt"/>
              </a:rPr>
              <a:t>You Are Here</a:t>
            </a:r>
          </a:p>
        </p:txBody>
      </p:sp>
      <p:sp>
        <p:nvSpPr>
          <p:cNvPr id="182" name="TextBox 181">
            <a:extLst>
              <a:ext uri="{FF2B5EF4-FFF2-40B4-BE49-F238E27FC236}">
                <a16:creationId xmlns:a16="http://schemas.microsoft.com/office/drawing/2014/main" id="{748671BC-C4DA-BA36-1A73-E0DA16CAA481}"/>
              </a:ext>
            </a:extLst>
          </p:cNvPr>
          <p:cNvSpPr txBox="1"/>
          <p:nvPr/>
        </p:nvSpPr>
        <p:spPr>
          <a:xfrm>
            <a:off x="3250237" y="5667025"/>
            <a:ext cx="1313911" cy="307777"/>
          </a:xfrm>
          <a:prstGeom prst="rect">
            <a:avLst/>
          </a:prstGeom>
          <a:noFill/>
          <a:ln>
            <a:noFill/>
          </a:ln>
        </p:spPr>
        <p:txBody>
          <a:bodyPr wrap="square" rtlCol="0">
            <a:spAutoFit/>
          </a:bodyPr>
          <a:lstStyle/>
          <a:p>
            <a:pPr algn="ctr"/>
            <a:r>
              <a:rPr lang="en-SG" sz="1400" b="1" dirty="0">
                <a:solidFill>
                  <a:schemeClr val="tx2"/>
                </a:solidFill>
              </a:rPr>
              <a:t>Dragon Roller</a:t>
            </a:r>
          </a:p>
        </p:txBody>
      </p:sp>
      <p:sp>
        <p:nvSpPr>
          <p:cNvPr id="183" name="TextBox 182">
            <a:extLst>
              <a:ext uri="{FF2B5EF4-FFF2-40B4-BE49-F238E27FC236}">
                <a16:creationId xmlns:a16="http://schemas.microsoft.com/office/drawing/2014/main" id="{247D52FE-16D9-12AD-2C06-2A5A28809534}"/>
              </a:ext>
            </a:extLst>
          </p:cNvPr>
          <p:cNvSpPr txBox="1"/>
          <p:nvPr/>
        </p:nvSpPr>
        <p:spPr>
          <a:xfrm>
            <a:off x="4286271" y="6277675"/>
            <a:ext cx="1313910" cy="307777"/>
          </a:xfrm>
          <a:prstGeom prst="rect">
            <a:avLst/>
          </a:prstGeom>
          <a:noFill/>
          <a:ln>
            <a:noFill/>
          </a:ln>
        </p:spPr>
        <p:txBody>
          <a:bodyPr wrap="square" rtlCol="0">
            <a:spAutoFit/>
          </a:bodyPr>
          <a:lstStyle/>
          <a:p>
            <a:pPr algn="ctr"/>
            <a:r>
              <a:rPr lang="en-SG" sz="1400" b="1" dirty="0">
                <a:solidFill>
                  <a:schemeClr val="tx2"/>
                </a:solidFill>
                <a:latin typeface="+mn-lt"/>
              </a:rPr>
              <a:t>Jake &amp; Marks</a:t>
            </a:r>
          </a:p>
        </p:txBody>
      </p:sp>
      <p:sp>
        <p:nvSpPr>
          <p:cNvPr id="184" name="Freeform: Shape 183">
            <a:extLst>
              <a:ext uri="{FF2B5EF4-FFF2-40B4-BE49-F238E27FC236}">
                <a16:creationId xmlns:a16="http://schemas.microsoft.com/office/drawing/2014/main" id="{F9E243E1-E0E2-FA8C-F54A-2A1FC2EE0A68}"/>
              </a:ext>
            </a:extLst>
          </p:cNvPr>
          <p:cNvSpPr/>
          <p:nvPr/>
        </p:nvSpPr>
        <p:spPr>
          <a:xfrm>
            <a:off x="5165271" y="5731329"/>
            <a:ext cx="914400" cy="538842"/>
          </a:xfrm>
          <a:custGeom>
            <a:avLst/>
            <a:gdLst>
              <a:gd name="connsiteX0" fmla="*/ 914400 w 914400"/>
              <a:gd name="connsiteY0" fmla="*/ 0 h 538842"/>
              <a:gd name="connsiteX1" fmla="*/ 892629 w 914400"/>
              <a:gd name="connsiteY1" fmla="*/ 27214 h 538842"/>
              <a:gd name="connsiteX2" fmla="*/ 849086 w 914400"/>
              <a:gd name="connsiteY2" fmla="*/ 141514 h 538842"/>
              <a:gd name="connsiteX3" fmla="*/ 810986 w 914400"/>
              <a:gd name="connsiteY3" fmla="*/ 195942 h 538842"/>
              <a:gd name="connsiteX4" fmla="*/ 723900 w 914400"/>
              <a:gd name="connsiteY4" fmla="*/ 283028 h 538842"/>
              <a:gd name="connsiteX5" fmla="*/ 702129 w 914400"/>
              <a:gd name="connsiteY5" fmla="*/ 299357 h 538842"/>
              <a:gd name="connsiteX6" fmla="*/ 647700 w 914400"/>
              <a:gd name="connsiteY6" fmla="*/ 310242 h 538842"/>
              <a:gd name="connsiteX7" fmla="*/ 457200 w 914400"/>
              <a:gd name="connsiteY7" fmla="*/ 321128 h 538842"/>
              <a:gd name="connsiteX8" fmla="*/ 239486 w 914400"/>
              <a:gd name="connsiteY8" fmla="*/ 332014 h 538842"/>
              <a:gd name="connsiteX9" fmla="*/ 163286 w 914400"/>
              <a:gd name="connsiteY9" fmla="*/ 375557 h 538842"/>
              <a:gd name="connsiteX10" fmla="*/ 152400 w 914400"/>
              <a:gd name="connsiteY10" fmla="*/ 413657 h 538842"/>
              <a:gd name="connsiteX11" fmla="*/ 87086 w 914400"/>
              <a:gd name="connsiteY11" fmla="*/ 446314 h 538842"/>
              <a:gd name="connsiteX12" fmla="*/ 38100 w 914400"/>
              <a:gd name="connsiteY12" fmla="*/ 484414 h 538842"/>
              <a:gd name="connsiteX13" fmla="*/ 27215 w 914400"/>
              <a:gd name="connsiteY13" fmla="*/ 500742 h 538842"/>
              <a:gd name="connsiteX14" fmla="*/ 0 w 914400"/>
              <a:gd name="connsiteY14" fmla="*/ 538842 h 538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4400" h="538842">
                <a:moveTo>
                  <a:pt x="914400" y="0"/>
                </a:moveTo>
                <a:cubicBezTo>
                  <a:pt x="907143" y="9071"/>
                  <a:pt x="897542" y="16687"/>
                  <a:pt x="892629" y="27214"/>
                </a:cubicBezTo>
                <a:cubicBezTo>
                  <a:pt x="836127" y="148290"/>
                  <a:pt x="923342" y="11565"/>
                  <a:pt x="849086" y="141514"/>
                </a:cubicBezTo>
                <a:cubicBezTo>
                  <a:pt x="838099" y="160742"/>
                  <a:pt x="825659" y="179355"/>
                  <a:pt x="810986" y="195942"/>
                </a:cubicBezTo>
                <a:cubicBezTo>
                  <a:pt x="783785" y="226690"/>
                  <a:pt x="756742" y="258396"/>
                  <a:pt x="723900" y="283028"/>
                </a:cubicBezTo>
                <a:cubicBezTo>
                  <a:pt x="716643" y="288471"/>
                  <a:pt x="710672" y="296306"/>
                  <a:pt x="702129" y="299357"/>
                </a:cubicBezTo>
                <a:cubicBezTo>
                  <a:pt x="684705" y="305580"/>
                  <a:pt x="666130" y="308604"/>
                  <a:pt x="647700" y="310242"/>
                </a:cubicBezTo>
                <a:cubicBezTo>
                  <a:pt x="584346" y="315873"/>
                  <a:pt x="520713" y="317741"/>
                  <a:pt x="457200" y="321128"/>
                </a:cubicBezTo>
                <a:lnTo>
                  <a:pt x="239486" y="332014"/>
                </a:lnTo>
                <a:cubicBezTo>
                  <a:pt x="214086" y="346528"/>
                  <a:pt x="171323" y="347428"/>
                  <a:pt x="163286" y="375557"/>
                </a:cubicBezTo>
                <a:cubicBezTo>
                  <a:pt x="159657" y="388257"/>
                  <a:pt x="160764" y="403434"/>
                  <a:pt x="152400" y="413657"/>
                </a:cubicBezTo>
                <a:cubicBezTo>
                  <a:pt x="132543" y="437926"/>
                  <a:pt x="110029" y="431565"/>
                  <a:pt x="87086" y="446314"/>
                </a:cubicBezTo>
                <a:cubicBezTo>
                  <a:pt x="69685" y="457500"/>
                  <a:pt x="49574" y="467202"/>
                  <a:pt x="38100" y="484414"/>
                </a:cubicBezTo>
                <a:cubicBezTo>
                  <a:pt x="34472" y="489857"/>
                  <a:pt x="31017" y="495419"/>
                  <a:pt x="27215" y="500742"/>
                </a:cubicBezTo>
                <a:cubicBezTo>
                  <a:pt x="-6559" y="548026"/>
                  <a:pt x="25667" y="500344"/>
                  <a:pt x="0" y="538842"/>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85" name="Picture 184">
            <a:extLst>
              <a:ext uri="{FF2B5EF4-FFF2-40B4-BE49-F238E27FC236}">
                <a16:creationId xmlns:a16="http://schemas.microsoft.com/office/drawing/2014/main" id="{8BD84894-7327-4540-98B3-9CA7AB1D895E}"/>
              </a:ext>
            </a:extLst>
          </p:cNvPr>
          <p:cNvPicPr>
            <a:picLocks noChangeAspect="1"/>
          </p:cNvPicPr>
          <p:nvPr/>
        </p:nvPicPr>
        <p:blipFill>
          <a:blip r:embed="rId10"/>
          <a:stretch>
            <a:fillRect/>
          </a:stretch>
        </p:blipFill>
        <p:spPr>
          <a:xfrm>
            <a:off x="7138853" y="5648409"/>
            <a:ext cx="598926" cy="598926"/>
          </a:xfrm>
          <a:prstGeom prst="rect">
            <a:avLst/>
          </a:prstGeom>
        </p:spPr>
      </p:pic>
      <p:sp>
        <p:nvSpPr>
          <p:cNvPr id="186" name="TextBox 185">
            <a:extLst>
              <a:ext uri="{FF2B5EF4-FFF2-40B4-BE49-F238E27FC236}">
                <a16:creationId xmlns:a16="http://schemas.microsoft.com/office/drawing/2014/main" id="{2C63334D-2F13-B099-432B-1C6C6A316B55}"/>
              </a:ext>
            </a:extLst>
          </p:cNvPr>
          <p:cNvSpPr txBox="1"/>
          <p:nvPr/>
        </p:nvSpPr>
        <p:spPr>
          <a:xfrm>
            <a:off x="6852839" y="6227354"/>
            <a:ext cx="1215496" cy="307777"/>
          </a:xfrm>
          <a:prstGeom prst="rect">
            <a:avLst/>
          </a:prstGeom>
          <a:noFill/>
          <a:ln>
            <a:noFill/>
          </a:ln>
        </p:spPr>
        <p:txBody>
          <a:bodyPr wrap="square" rtlCol="0">
            <a:spAutoFit/>
          </a:bodyPr>
          <a:lstStyle/>
          <a:p>
            <a:pPr algn="ctr"/>
            <a:r>
              <a:rPr lang="en-SG" sz="1400" b="1" dirty="0">
                <a:solidFill>
                  <a:schemeClr val="tx2"/>
                </a:solidFill>
                <a:latin typeface="+mn-lt"/>
              </a:rPr>
              <a:t>Musical B’</a:t>
            </a:r>
          </a:p>
        </p:txBody>
      </p:sp>
      <p:sp>
        <p:nvSpPr>
          <p:cNvPr id="187" name="Freeform: Shape 186">
            <a:extLst>
              <a:ext uri="{FF2B5EF4-FFF2-40B4-BE49-F238E27FC236}">
                <a16:creationId xmlns:a16="http://schemas.microsoft.com/office/drawing/2014/main" id="{C4E9ABE0-AE59-F215-751B-D142B74165D1}"/>
              </a:ext>
            </a:extLst>
          </p:cNvPr>
          <p:cNvSpPr/>
          <p:nvPr/>
        </p:nvSpPr>
        <p:spPr>
          <a:xfrm>
            <a:off x="6123190" y="5715000"/>
            <a:ext cx="1034167" cy="593271"/>
          </a:xfrm>
          <a:custGeom>
            <a:avLst/>
            <a:gdLst>
              <a:gd name="connsiteX0" fmla="*/ 10910 w 1034167"/>
              <a:gd name="connsiteY0" fmla="*/ 0 h 593271"/>
              <a:gd name="connsiteX1" fmla="*/ 24 w 1034167"/>
              <a:gd name="connsiteY1" fmla="*/ 27214 h 593271"/>
              <a:gd name="connsiteX2" fmla="*/ 32681 w 1034167"/>
              <a:gd name="connsiteY2" fmla="*/ 141514 h 593271"/>
              <a:gd name="connsiteX3" fmla="*/ 119767 w 1034167"/>
              <a:gd name="connsiteY3" fmla="*/ 217714 h 593271"/>
              <a:gd name="connsiteX4" fmla="*/ 185081 w 1034167"/>
              <a:gd name="connsiteY4" fmla="*/ 250371 h 593271"/>
              <a:gd name="connsiteX5" fmla="*/ 283053 w 1034167"/>
              <a:gd name="connsiteY5" fmla="*/ 288471 h 593271"/>
              <a:gd name="connsiteX6" fmla="*/ 402796 w 1034167"/>
              <a:gd name="connsiteY6" fmla="*/ 293914 h 593271"/>
              <a:gd name="connsiteX7" fmla="*/ 604181 w 1034167"/>
              <a:gd name="connsiteY7" fmla="*/ 353786 h 593271"/>
              <a:gd name="connsiteX8" fmla="*/ 615067 w 1034167"/>
              <a:gd name="connsiteY8" fmla="*/ 370114 h 593271"/>
              <a:gd name="connsiteX9" fmla="*/ 631396 w 1034167"/>
              <a:gd name="connsiteY9" fmla="*/ 429986 h 593271"/>
              <a:gd name="connsiteX10" fmla="*/ 642281 w 1034167"/>
              <a:gd name="connsiteY10" fmla="*/ 533400 h 593271"/>
              <a:gd name="connsiteX11" fmla="*/ 680381 w 1034167"/>
              <a:gd name="connsiteY11" fmla="*/ 555171 h 593271"/>
              <a:gd name="connsiteX12" fmla="*/ 778353 w 1034167"/>
              <a:gd name="connsiteY12" fmla="*/ 593271 h 593271"/>
              <a:gd name="connsiteX13" fmla="*/ 881767 w 1034167"/>
              <a:gd name="connsiteY13" fmla="*/ 587829 h 593271"/>
              <a:gd name="connsiteX14" fmla="*/ 930753 w 1034167"/>
              <a:gd name="connsiteY14" fmla="*/ 549729 h 593271"/>
              <a:gd name="connsiteX15" fmla="*/ 1034167 w 1034167"/>
              <a:gd name="connsiteY15" fmla="*/ 538843 h 59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4167" h="593271">
                <a:moveTo>
                  <a:pt x="10910" y="0"/>
                </a:moveTo>
                <a:cubicBezTo>
                  <a:pt x="7281" y="9071"/>
                  <a:pt x="-490" y="17457"/>
                  <a:pt x="24" y="27214"/>
                </a:cubicBezTo>
                <a:cubicBezTo>
                  <a:pt x="423" y="34790"/>
                  <a:pt x="16134" y="123225"/>
                  <a:pt x="32681" y="141514"/>
                </a:cubicBezTo>
                <a:cubicBezTo>
                  <a:pt x="58560" y="170117"/>
                  <a:pt x="85267" y="200464"/>
                  <a:pt x="119767" y="217714"/>
                </a:cubicBezTo>
                <a:cubicBezTo>
                  <a:pt x="141538" y="228600"/>
                  <a:pt x="164016" y="238175"/>
                  <a:pt x="185081" y="250371"/>
                </a:cubicBezTo>
                <a:cubicBezTo>
                  <a:pt x="244050" y="284512"/>
                  <a:pt x="202154" y="281117"/>
                  <a:pt x="283053" y="288471"/>
                </a:cubicBezTo>
                <a:cubicBezTo>
                  <a:pt x="322844" y="292088"/>
                  <a:pt x="362882" y="292100"/>
                  <a:pt x="402796" y="293914"/>
                </a:cubicBezTo>
                <a:cubicBezTo>
                  <a:pt x="506337" y="314622"/>
                  <a:pt x="542016" y="298529"/>
                  <a:pt x="604181" y="353786"/>
                </a:cubicBezTo>
                <a:cubicBezTo>
                  <a:pt x="609070" y="358132"/>
                  <a:pt x="611438" y="364671"/>
                  <a:pt x="615067" y="370114"/>
                </a:cubicBezTo>
                <a:cubicBezTo>
                  <a:pt x="623153" y="394372"/>
                  <a:pt x="628319" y="405367"/>
                  <a:pt x="631396" y="429986"/>
                </a:cubicBezTo>
                <a:cubicBezTo>
                  <a:pt x="635695" y="464380"/>
                  <a:pt x="629650" y="501121"/>
                  <a:pt x="642281" y="533400"/>
                </a:cubicBezTo>
                <a:cubicBezTo>
                  <a:pt x="647611" y="547021"/>
                  <a:pt x="667298" y="548630"/>
                  <a:pt x="680381" y="555171"/>
                </a:cubicBezTo>
                <a:cubicBezTo>
                  <a:pt x="737030" y="583496"/>
                  <a:pt x="728360" y="578988"/>
                  <a:pt x="778353" y="593271"/>
                </a:cubicBezTo>
                <a:lnTo>
                  <a:pt x="881767" y="587829"/>
                </a:lnTo>
                <a:cubicBezTo>
                  <a:pt x="901657" y="582146"/>
                  <a:pt x="910209" y="552146"/>
                  <a:pt x="930753" y="549729"/>
                </a:cubicBezTo>
                <a:cubicBezTo>
                  <a:pt x="1026885" y="538419"/>
                  <a:pt x="992226" y="538843"/>
                  <a:pt x="1034167" y="5388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88" name="Group 187">
            <a:extLst>
              <a:ext uri="{FF2B5EF4-FFF2-40B4-BE49-F238E27FC236}">
                <a16:creationId xmlns:a16="http://schemas.microsoft.com/office/drawing/2014/main" id="{B48CFBAC-AD47-972B-42A8-C6D9EADB5DD5}"/>
              </a:ext>
            </a:extLst>
          </p:cNvPr>
          <p:cNvGrpSpPr/>
          <p:nvPr/>
        </p:nvGrpSpPr>
        <p:grpSpPr>
          <a:xfrm>
            <a:off x="6262885" y="5837206"/>
            <a:ext cx="776731" cy="394103"/>
            <a:chOff x="4579693" y="5139808"/>
            <a:chExt cx="776731" cy="394103"/>
          </a:xfrm>
        </p:grpSpPr>
        <p:sp>
          <p:nvSpPr>
            <p:cNvPr id="189" name="Rectangle: Rounded Corners 188">
              <a:extLst>
                <a:ext uri="{FF2B5EF4-FFF2-40B4-BE49-F238E27FC236}">
                  <a16:creationId xmlns:a16="http://schemas.microsoft.com/office/drawing/2014/main" id="{ED0AA527-F51B-1761-BE06-DF8DA97485FF}"/>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b="1" dirty="0">
                  <a:solidFill>
                    <a:schemeClr val="tx2"/>
                  </a:solidFill>
                  <a:latin typeface="+mj-lt"/>
                </a:rPr>
                <a:t>1.0 KM</a:t>
              </a:r>
            </a:p>
          </p:txBody>
        </p:sp>
        <p:grpSp>
          <p:nvGrpSpPr>
            <p:cNvPr id="190" name="Group 189">
              <a:extLst>
                <a:ext uri="{FF2B5EF4-FFF2-40B4-BE49-F238E27FC236}">
                  <a16:creationId xmlns:a16="http://schemas.microsoft.com/office/drawing/2014/main" id="{D39DA23E-CE25-57B5-0360-49DF6AE3C6D9}"/>
                </a:ext>
              </a:extLst>
            </p:cNvPr>
            <p:cNvGrpSpPr/>
            <p:nvPr/>
          </p:nvGrpSpPr>
          <p:grpSpPr>
            <a:xfrm>
              <a:off x="4579693" y="5287690"/>
              <a:ext cx="776731" cy="246221"/>
              <a:chOff x="4622782" y="5567706"/>
              <a:chExt cx="776731" cy="246221"/>
            </a:xfrm>
          </p:grpSpPr>
          <p:sp>
            <p:nvSpPr>
              <p:cNvPr id="191" name="TextBox 190">
                <a:extLst>
                  <a:ext uri="{FF2B5EF4-FFF2-40B4-BE49-F238E27FC236}">
                    <a16:creationId xmlns:a16="http://schemas.microsoft.com/office/drawing/2014/main" id="{2C738CF4-A81E-B5E4-8545-15B506AEB2FA}"/>
                  </a:ext>
                </a:extLst>
              </p:cNvPr>
              <p:cNvSpPr txBox="1"/>
              <p:nvPr/>
            </p:nvSpPr>
            <p:spPr>
              <a:xfrm>
                <a:off x="4622782" y="5567706"/>
                <a:ext cx="726297" cy="246221"/>
              </a:xfrm>
              <a:prstGeom prst="rect">
                <a:avLst/>
              </a:prstGeom>
              <a:noFill/>
              <a:ln>
                <a:noFill/>
              </a:ln>
            </p:spPr>
            <p:txBody>
              <a:bodyPr wrap="square" rtlCol="0">
                <a:spAutoFit/>
              </a:bodyPr>
              <a:lstStyle/>
              <a:p>
                <a:pPr algn="ctr"/>
                <a:r>
                  <a:rPr lang="en-SG" sz="1000" dirty="0">
                    <a:solidFill>
                      <a:schemeClr val="tx2"/>
                    </a:solidFill>
                  </a:rPr>
                  <a:t>~ 10 mins</a:t>
                </a:r>
                <a:endParaRPr lang="en-SG" sz="1000" dirty="0">
                  <a:solidFill>
                    <a:schemeClr val="tx2"/>
                  </a:solidFill>
                  <a:latin typeface="+mn-lt"/>
                </a:endParaRPr>
              </a:p>
            </p:txBody>
          </p:sp>
          <p:pic>
            <p:nvPicPr>
              <p:cNvPr id="192" name="Picture 191" descr="A person walking on a black background&#10;&#10;AI-generated content may be incorrect.">
                <a:extLst>
                  <a:ext uri="{FF2B5EF4-FFF2-40B4-BE49-F238E27FC236}">
                    <a16:creationId xmlns:a16="http://schemas.microsoft.com/office/drawing/2014/main" id="{DE3693A7-0E50-60D0-3AF5-1790C2032E85}"/>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grpSp>
        <p:nvGrpSpPr>
          <p:cNvPr id="193" name="Group 192">
            <a:extLst>
              <a:ext uri="{FF2B5EF4-FFF2-40B4-BE49-F238E27FC236}">
                <a16:creationId xmlns:a16="http://schemas.microsoft.com/office/drawing/2014/main" id="{BBF0A3A5-DC5E-3C59-CDFB-C7E6A0CE3646}"/>
              </a:ext>
            </a:extLst>
          </p:cNvPr>
          <p:cNvGrpSpPr/>
          <p:nvPr/>
        </p:nvGrpSpPr>
        <p:grpSpPr>
          <a:xfrm>
            <a:off x="5362875" y="5985250"/>
            <a:ext cx="776731" cy="394103"/>
            <a:chOff x="4579693" y="5139808"/>
            <a:chExt cx="776731" cy="394103"/>
          </a:xfrm>
        </p:grpSpPr>
        <p:sp>
          <p:nvSpPr>
            <p:cNvPr id="194" name="Rectangle: Rounded Corners 193">
              <a:extLst>
                <a:ext uri="{FF2B5EF4-FFF2-40B4-BE49-F238E27FC236}">
                  <a16:creationId xmlns:a16="http://schemas.microsoft.com/office/drawing/2014/main" id="{84EE2C10-931E-40ED-54C0-6C91665E4A72}"/>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b="1" dirty="0">
                  <a:solidFill>
                    <a:schemeClr val="tx2"/>
                  </a:solidFill>
                  <a:latin typeface="+mj-lt"/>
                </a:rPr>
                <a:t>500 m</a:t>
              </a:r>
            </a:p>
          </p:txBody>
        </p:sp>
        <p:grpSp>
          <p:nvGrpSpPr>
            <p:cNvPr id="195" name="Group 194">
              <a:extLst>
                <a:ext uri="{FF2B5EF4-FFF2-40B4-BE49-F238E27FC236}">
                  <a16:creationId xmlns:a16="http://schemas.microsoft.com/office/drawing/2014/main" id="{68E8FD2E-11D8-CBD4-C66B-700689234023}"/>
                </a:ext>
              </a:extLst>
            </p:cNvPr>
            <p:cNvGrpSpPr/>
            <p:nvPr/>
          </p:nvGrpSpPr>
          <p:grpSpPr>
            <a:xfrm>
              <a:off x="4579693" y="5287690"/>
              <a:ext cx="776731" cy="246221"/>
              <a:chOff x="4622782" y="5567706"/>
              <a:chExt cx="776731" cy="246221"/>
            </a:xfrm>
          </p:grpSpPr>
          <p:sp>
            <p:nvSpPr>
              <p:cNvPr id="196" name="TextBox 195">
                <a:extLst>
                  <a:ext uri="{FF2B5EF4-FFF2-40B4-BE49-F238E27FC236}">
                    <a16:creationId xmlns:a16="http://schemas.microsoft.com/office/drawing/2014/main" id="{1BBF77B3-1DE7-73D6-43C0-1E413B7E409E}"/>
                  </a:ext>
                </a:extLst>
              </p:cNvPr>
              <p:cNvSpPr txBox="1"/>
              <p:nvPr/>
            </p:nvSpPr>
            <p:spPr>
              <a:xfrm>
                <a:off x="4622782" y="5567706"/>
                <a:ext cx="726297" cy="246221"/>
              </a:xfrm>
              <a:prstGeom prst="rect">
                <a:avLst/>
              </a:prstGeom>
              <a:noFill/>
              <a:ln>
                <a:noFill/>
              </a:ln>
            </p:spPr>
            <p:txBody>
              <a:bodyPr wrap="square" rtlCol="0">
                <a:spAutoFit/>
              </a:bodyPr>
              <a:lstStyle/>
              <a:p>
                <a:pPr algn="ctr"/>
                <a:r>
                  <a:rPr lang="en-SG" sz="1000" dirty="0">
                    <a:solidFill>
                      <a:schemeClr val="tx2"/>
                    </a:solidFill>
                  </a:rPr>
                  <a:t>~ 5 mins</a:t>
                </a:r>
                <a:endParaRPr lang="en-SG" sz="1000" dirty="0">
                  <a:solidFill>
                    <a:schemeClr val="tx2"/>
                  </a:solidFill>
                  <a:latin typeface="+mn-lt"/>
                </a:endParaRPr>
              </a:p>
            </p:txBody>
          </p:sp>
          <p:pic>
            <p:nvPicPr>
              <p:cNvPr id="197" name="Picture 196" descr="A person walking on a black background&#10;&#10;AI-generated content may be incorrect.">
                <a:extLst>
                  <a:ext uri="{FF2B5EF4-FFF2-40B4-BE49-F238E27FC236}">
                    <a16:creationId xmlns:a16="http://schemas.microsoft.com/office/drawing/2014/main" id="{CFE15AB3-22E6-A2FB-13B0-A3590DCD241E}"/>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sp>
        <p:nvSpPr>
          <p:cNvPr id="198" name="Freeform: Shape 197">
            <a:extLst>
              <a:ext uri="{FF2B5EF4-FFF2-40B4-BE49-F238E27FC236}">
                <a16:creationId xmlns:a16="http://schemas.microsoft.com/office/drawing/2014/main" id="{B486A78D-CD35-3131-F627-7A071F59451C}"/>
              </a:ext>
            </a:extLst>
          </p:cNvPr>
          <p:cNvSpPr/>
          <p:nvPr/>
        </p:nvSpPr>
        <p:spPr>
          <a:xfrm>
            <a:off x="4316186" y="5524500"/>
            <a:ext cx="1763485" cy="299357"/>
          </a:xfrm>
          <a:custGeom>
            <a:avLst/>
            <a:gdLst>
              <a:gd name="connsiteX0" fmla="*/ 1763485 w 1763485"/>
              <a:gd name="connsiteY0" fmla="*/ 206829 h 299357"/>
              <a:gd name="connsiteX1" fmla="*/ 1540328 w 1763485"/>
              <a:gd name="connsiteY1" fmla="*/ 299357 h 299357"/>
              <a:gd name="connsiteX2" fmla="*/ 1409700 w 1763485"/>
              <a:gd name="connsiteY2" fmla="*/ 272143 h 299357"/>
              <a:gd name="connsiteX3" fmla="*/ 1322614 w 1763485"/>
              <a:gd name="connsiteY3" fmla="*/ 190500 h 299357"/>
              <a:gd name="connsiteX4" fmla="*/ 1306285 w 1763485"/>
              <a:gd name="connsiteY4" fmla="*/ 157843 h 299357"/>
              <a:gd name="connsiteX5" fmla="*/ 1284514 w 1763485"/>
              <a:gd name="connsiteY5" fmla="*/ 130629 h 299357"/>
              <a:gd name="connsiteX6" fmla="*/ 1273628 w 1763485"/>
              <a:gd name="connsiteY6" fmla="*/ 92529 h 299357"/>
              <a:gd name="connsiteX7" fmla="*/ 1268185 w 1763485"/>
              <a:gd name="connsiteY7" fmla="*/ 76200 h 299357"/>
              <a:gd name="connsiteX8" fmla="*/ 1191985 w 1763485"/>
              <a:gd name="connsiteY8" fmla="*/ 16329 h 299357"/>
              <a:gd name="connsiteX9" fmla="*/ 1028700 w 1763485"/>
              <a:gd name="connsiteY9" fmla="*/ 0 h 299357"/>
              <a:gd name="connsiteX10" fmla="*/ 849085 w 1763485"/>
              <a:gd name="connsiteY10" fmla="*/ 10886 h 299357"/>
              <a:gd name="connsiteX11" fmla="*/ 800100 w 1763485"/>
              <a:gd name="connsiteY11" fmla="*/ 43543 h 299357"/>
              <a:gd name="connsiteX12" fmla="*/ 685800 w 1763485"/>
              <a:gd name="connsiteY12" fmla="*/ 119743 h 299357"/>
              <a:gd name="connsiteX13" fmla="*/ 658585 w 1763485"/>
              <a:gd name="connsiteY13" fmla="*/ 136071 h 299357"/>
              <a:gd name="connsiteX14" fmla="*/ 544285 w 1763485"/>
              <a:gd name="connsiteY14" fmla="*/ 163286 h 299357"/>
              <a:gd name="connsiteX15" fmla="*/ 511628 w 1763485"/>
              <a:gd name="connsiteY15" fmla="*/ 174171 h 299357"/>
              <a:gd name="connsiteX16" fmla="*/ 255814 w 1763485"/>
              <a:gd name="connsiteY16" fmla="*/ 130629 h 299357"/>
              <a:gd name="connsiteX17" fmla="*/ 239485 w 1763485"/>
              <a:gd name="connsiteY17" fmla="*/ 119743 h 299357"/>
              <a:gd name="connsiteX18" fmla="*/ 217714 w 1763485"/>
              <a:gd name="connsiteY18" fmla="*/ 114300 h 299357"/>
              <a:gd name="connsiteX19" fmla="*/ 168728 w 1763485"/>
              <a:gd name="connsiteY19" fmla="*/ 76200 h 299357"/>
              <a:gd name="connsiteX20" fmla="*/ 54428 w 1763485"/>
              <a:gd name="connsiteY20" fmla="*/ 43543 h 299357"/>
              <a:gd name="connsiteX21" fmla="*/ 0 w 1763485"/>
              <a:gd name="connsiteY21" fmla="*/ 43543 h 29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3485" h="299357">
                <a:moveTo>
                  <a:pt x="1763485" y="206829"/>
                </a:moveTo>
                <a:cubicBezTo>
                  <a:pt x="1614475" y="277785"/>
                  <a:pt x="1689015" y="247316"/>
                  <a:pt x="1540328" y="299357"/>
                </a:cubicBezTo>
                <a:cubicBezTo>
                  <a:pt x="1496785" y="290286"/>
                  <a:pt x="1452266" y="285042"/>
                  <a:pt x="1409700" y="272143"/>
                </a:cubicBezTo>
                <a:cubicBezTo>
                  <a:pt x="1360103" y="257114"/>
                  <a:pt x="1349198" y="233034"/>
                  <a:pt x="1322614" y="190500"/>
                </a:cubicBezTo>
                <a:cubicBezTo>
                  <a:pt x="1316164" y="180179"/>
                  <a:pt x="1312819" y="168111"/>
                  <a:pt x="1306285" y="157843"/>
                </a:cubicBezTo>
                <a:cubicBezTo>
                  <a:pt x="1300048" y="148042"/>
                  <a:pt x="1291771" y="139700"/>
                  <a:pt x="1284514" y="130629"/>
                </a:cubicBezTo>
                <a:cubicBezTo>
                  <a:pt x="1280885" y="117929"/>
                  <a:pt x="1277423" y="105180"/>
                  <a:pt x="1273628" y="92529"/>
                </a:cubicBezTo>
                <a:cubicBezTo>
                  <a:pt x="1271979" y="87034"/>
                  <a:pt x="1271858" y="80608"/>
                  <a:pt x="1268185" y="76200"/>
                </a:cubicBezTo>
                <a:cubicBezTo>
                  <a:pt x="1250833" y="55378"/>
                  <a:pt x="1224333" y="20950"/>
                  <a:pt x="1191985" y="16329"/>
                </a:cubicBezTo>
                <a:cubicBezTo>
                  <a:pt x="1137835" y="8593"/>
                  <a:pt x="1028700" y="0"/>
                  <a:pt x="1028700" y="0"/>
                </a:cubicBezTo>
                <a:cubicBezTo>
                  <a:pt x="968828" y="3629"/>
                  <a:pt x="908007" y="-337"/>
                  <a:pt x="849085" y="10886"/>
                </a:cubicBezTo>
                <a:cubicBezTo>
                  <a:pt x="829807" y="14558"/>
                  <a:pt x="817184" y="33887"/>
                  <a:pt x="800100" y="43543"/>
                </a:cubicBezTo>
                <a:cubicBezTo>
                  <a:pt x="628196" y="140706"/>
                  <a:pt x="794349" y="29288"/>
                  <a:pt x="685800" y="119743"/>
                </a:cubicBezTo>
                <a:cubicBezTo>
                  <a:pt x="677673" y="126516"/>
                  <a:pt x="668445" y="132237"/>
                  <a:pt x="658585" y="136071"/>
                </a:cubicBezTo>
                <a:cubicBezTo>
                  <a:pt x="599918" y="158886"/>
                  <a:pt x="596861" y="156714"/>
                  <a:pt x="544285" y="163286"/>
                </a:cubicBezTo>
                <a:cubicBezTo>
                  <a:pt x="533399" y="166914"/>
                  <a:pt x="523087" y="174759"/>
                  <a:pt x="511628" y="174171"/>
                </a:cubicBezTo>
                <a:cubicBezTo>
                  <a:pt x="367189" y="166764"/>
                  <a:pt x="363109" y="161284"/>
                  <a:pt x="255814" y="130629"/>
                </a:cubicBezTo>
                <a:cubicBezTo>
                  <a:pt x="250371" y="127000"/>
                  <a:pt x="245498" y="122320"/>
                  <a:pt x="239485" y="119743"/>
                </a:cubicBezTo>
                <a:cubicBezTo>
                  <a:pt x="232609" y="116796"/>
                  <a:pt x="223003" y="119589"/>
                  <a:pt x="217714" y="114300"/>
                </a:cubicBezTo>
                <a:cubicBezTo>
                  <a:pt x="170934" y="67520"/>
                  <a:pt x="236527" y="87500"/>
                  <a:pt x="168728" y="76200"/>
                </a:cubicBezTo>
                <a:cubicBezTo>
                  <a:pt x="117113" y="55554"/>
                  <a:pt x="111054" y="48936"/>
                  <a:pt x="54428" y="43543"/>
                </a:cubicBezTo>
                <a:cubicBezTo>
                  <a:pt x="36367" y="41823"/>
                  <a:pt x="18143" y="43543"/>
                  <a:pt x="0" y="435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99" name="Group 198">
            <a:extLst>
              <a:ext uri="{FF2B5EF4-FFF2-40B4-BE49-F238E27FC236}">
                <a16:creationId xmlns:a16="http://schemas.microsoft.com/office/drawing/2014/main" id="{F6D0C7B7-5DBD-3994-E3F0-A98B42C77C43}"/>
              </a:ext>
            </a:extLst>
          </p:cNvPr>
          <p:cNvGrpSpPr/>
          <p:nvPr/>
        </p:nvGrpSpPr>
        <p:grpSpPr>
          <a:xfrm>
            <a:off x="4648576" y="5564302"/>
            <a:ext cx="776731" cy="394103"/>
            <a:chOff x="4579693" y="5139808"/>
            <a:chExt cx="776731" cy="394103"/>
          </a:xfrm>
        </p:grpSpPr>
        <p:sp>
          <p:nvSpPr>
            <p:cNvPr id="200" name="Rectangle: Rounded Corners 199">
              <a:extLst>
                <a:ext uri="{FF2B5EF4-FFF2-40B4-BE49-F238E27FC236}">
                  <a16:creationId xmlns:a16="http://schemas.microsoft.com/office/drawing/2014/main" id="{8F6E0E93-800F-DEE2-C37C-38FD8B1C210D}"/>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b="1" dirty="0">
                  <a:solidFill>
                    <a:schemeClr val="tx2"/>
                  </a:solidFill>
                  <a:latin typeface="+mj-lt"/>
                </a:rPr>
                <a:t>2.4 KM</a:t>
              </a:r>
            </a:p>
          </p:txBody>
        </p:sp>
        <p:grpSp>
          <p:nvGrpSpPr>
            <p:cNvPr id="201" name="Group 200">
              <a:extLst>
                <a:ext uri="{FF2B5EF4-FFF2-40B4-BE49-F238E27FC236}">
                  <a16:creationId xmlns:a16="http://schemas.microsoft.com/office/drawing/2014/main" id="{66FDA491-5AC6-F602-0A28-6219D3860160}"/>
                </a:ext>
              </a:extLst>
            </p:cNvPr>
            <p:cNvGrpSpPr/>
            <p:nvPr/>
          </p:nvGrpSpPr>
          <p:grpSpPr>
            <a:xfrm>
              <a:off x="4579693" y="5287690"/>
              <a:ext cx="776731" cy="246221"/>
              <a:chOff x="4622782" y="5567706"/>
              <a:chExt cx="776731" cy="246221"/>
            </a:xfrm>
          </p:grpSpPr>
          <p:sp>
            <p:nvSpPr>
              <p:cNvPr id="202" name="TextBox 201">
                <a:extLst>
                  <a:ext uri="{FF2B5EF4-FFF2-40B4-BE49-F238E27FC236}">
                    <a16:creationId xmlns:a16="http://schemas.microsoft.com/office/drawing/2014/main" id="{3A3AC041-3959-BDC0-1722-EE566009FB43}"/>
                  </a:ext>
                </a:extLst>
              </p:cNvPr>
              <p:cNvSpPr txBox="1"/>
              <p:nvPr/>
            </p:nvSpPr>
            <p:spPr>
              <a:xfrm>
                <a:off x="4622782" y="5567706"/>
                <a:ext cx="726297" cy="246221"/>
              </a:xfrm>
              <a:prstGeom prst="rect">
                <a:avLst/>
              </a:prstGeom>
              <a:noFill/>
              <a:ln>
                <a:noFill/>
              </a:ln>
            </p:spPr>
            <p:txBody>
              <a:bodyPr wrap="square" rtlCol="0">
                <a:spAutoFit/>
              </a:bodyPr>
              <a:lstStyle/>
              <a:p>
                <a:pPr algn="ctr"/>
                <a:r>
                  <a:rPr lang="en-SG" sz="1000" dirty="0">
                    <a:solidFill>
                      <a:schemeClr val="tx2"/>
                    </a:solidFill>
                  </a:rPr>
                  <a:t>~ 20 mins</a:t>
                </a:r>
                <a:endParaRPr lang="en-SG" sz="1000" dirty="0">
                  <a:solidFill>
                    <a:schemeClr val="tx2"/>
                  </a:solidFill>
                  <a:latin typeface="+mn-lt"/>
                </a:endParaRPr>
              </a:p>
            </p:txBody>
          </p:sp>
          <p:pic>
            <p:nvPicPr>
              <p:cNvPr id="203" name="Picture 202" descr="A person walking on a black background&#10;&#10;AI-generated content may be incorrect.">
                <a:extLst>
                  <a:ext uri="{FF2B5EF4-FFF2-40B4-BE49-F238E27FC236}">
                    <a16:creationId xmlns:a16="http://schemas.microsoft.com/office/drawing/2014/main" id="{693239D1-4FE5-6E24-7AE6-001C82CEEC0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sp>
        <p:nvSpPr>
          <p:cNvPr id="204" name="Rectangle 203">
            <a:extLst>
              <a:ext uri="{FF2B5EF4-FFF2-40B4-BE49-F238E27FC236}">
                <a16:creationId xmlns:a16="http://schemas.microsoft.com/office/drawing/2014/main" id="{FA29BE97-DB6B-B5EA-2B92-5492E2976949}"/>
              </a:ext>
            </a:extLst>
          </p:cNvPr>
          <p:cNvSpPr/>
          <p:nvPr/>
        </p:nvSpPr>
        <p:spPr>
          <a:xfrm>
            <a:off x="8973206" y="4202085"/>
            <a:ext cx="3216643" cy="2655915"/>
          </a:xfrm>
          <a:prstGeom prst="rect">
            <a:avLst/>
          </a:prstGeom>
          <a:solidFill>
            <a:schemeClr val="bg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5" name="Rectangle 204">
            <a:extLst>
              <a:ext uri="{FF2B5EF4-FFF2-40B4-BE49-F238E27FC236}">
                <a16:creationId xmlns:a16="http://schemas.microsoft.com/office/drawing/2014/main" id="{9B6C9CB7-EA9F-44B5-AE93-B79561F5A1E0}"/>
              </a:ext>
            </a:extLst>
          </p:cNvPr>
          <p:cNvSpPr/>
          <p:nvPr/>
        </p:nvSpPr>
        <p:spPr>
          <a:xfrm>
            <a:off x="8967452" y="4202084"/>
            <a:ext cx="1466386" cy="2655916"/>
          </a:xfrm>
          <a:prstGeom prst="rect">
            <a:avLst/>
          </a:prstGeom>
          <a:solidFill>
            <a:schemeClr val="bg1"/>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6" name="TextBox 205">
            <a:extLst>
              <a:ext uri="{FF2B5EF4-FFF2-40B4-BE49-F238E27FC236}">
                <a16:creationId xmlns:a16="http://schemas.microsoft.com/office/drawing/2014/main" id="{2F5D999B-D3FE-83DA-7EC9-30B6255941CA}"/>
              </a:ext>
            </a:extLst>
          </p:cNvPr>
          <p:cNvSpPr txBox="1"/>
          <p:nvPr/>
        </p:nvSpPr>
        <p:spPr>
          <a:xfrm>
            <a:off x="9078864" y="4907207"/>
            <a:ext cx="1227849" cy="633622"/>
          </a:xfrm>
          <a:prstGeom prst="rect">
            <a:avLst/>
          </a:prstGeom>
          <a:noFill/>
          <a:ln>
            <a:solidFill>
              <a:srgbClr val="2F3C7E"/>
            </a:solidFill>
          </a:ln>
        </p:spPr>
        <p:txBody>
          <a:bodyPr wrap="square" rtlCol="0">
            <a:spAutoFit/>
          </a:bodyPr>
          <a:lstStyle/>
          <a:p>
            <a:endParaRPr lang="en-SG" dirty="0"/>
          </a:p>
        </p:txBody>
      </p:sp>
      <p:sp>
        <p:nvSpPr>
          <p:cNvPr id="207" name="TextBox 206">
            <a:extLst>
              <a:ext uri="{FF2B5EF4-FFF2-40B4-BE49-F238E27FC236}">
                <a16:creationId xmlns:a16="http://schemas.microsoft.com/office/drawing/2014/main" id="{2CE3E7EA-6690-9A6B-C8F4-A00E317B0D0B}"/>
              </a:ext>
            </a:extLst>
          </p:cNvPr>
          <p:cNvSpPr txBox="1"/>
          <p:nvPr/>
        </p:nvSpPr>
        <p:spPr>
          <a:xfrm>
            <a:off x="10429314" y="4198972"/>
            <a:ext cx="1756011" cy="369332"/>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2700">
            <a:solidFill>
              <a:schemeClr val="tx1"/>
            </a:solidFill>
          </a:ln>
        </p:spPr>
        <p:txBody>
          <a:bodyPr wrap="square" rtlCol="0">
            <a:spAutoFit/>
          </a:bodyPr>
          <a:lstStyle/>
          <a:p>
            <a:r>
              <a:rPr lang="en-SG" b="1" dirty="0"/>
              <a:t>About</a:t>
            </a:r>
          </a:p>
        </p:txBody>
      </p:sp>
      <p:sp>
        <p:nvSpPr>
          <p:cNvPr id="208" name="TextBox 207">
            <a:extLst>
              <a:ext uri="{FF2B5EF4-FFF2-40B4-BE49-F238E27FC236}">
                <a16:creationId xmlns:a16="http://schemas.microsoft.com/office/drawing/2014/main" id="{E05CA9E6-68C8-C77C-93AE-05E72319517B}"/>
              </a:ext>
            </a:extLst>
          </p:cNvPr>
          <p:cNvSpPr txBox="1"/>
          <p:nvPr/>
        </p:nvSpPr>
        <p:spPr>
          <a:xfrm>
            <a:off x="10434911" y="4576530"/>
            <a:ext cx="1742641" cy="900246"/>
          </a:xfrm>
          <a:prstGeom prst="rect">
            <a:avLst/>
          </a:prstGeom>
          <a:noFill/>
          <a:ln>
            <a:solidFill>
              <a:schemeClr val="tx1"/>
            </a:solidFill>
          </a:ln>
        </p:spPr>
        <p:txBody>
          <a:bodyPr wrap="square" rtlCol="0">
            <a:spAutoFit/>
          </a:bodyPr>
          <a:lstStyle/>
          <a:p>
            <a:r>
              <a:rPr lang="en-SG" sz="1050" dirty="0"/>
              <a:t>Lorem ipsum </a:t>
            </a:r>
            <a:r>
              <a:rPr lang="en-SG" sz="1050" dirty="0" err="1"/>
              <a:t>dolor</a:t>
            </a:r>
            <a:r>
              <a:rPr lang="en-SG" sz="1050" dirty="0"/>
              <a:t> sit </a:t>
            </a:r>
            <a:r>
              <a:rPr lang="en-SG" sz="1050" dirty="0" err="1"/>
              <a:t>amet</a:t>
            </a:r>
            <a:r>
              <a:rPr lang="en-SG" sz="1050" dirty="0"/>
              <a:t>, </a:t>
            </a:r>
            <a:r>
              <a:rPr lang="en-SG" sz="1050" dirty="0" err="1"/>
              <a:t>consectetur</a:t>
            </a:r>
            <a:r>
              <a:rPr lang="en-SG" sz="1050" dirty="0"/>
              <a:t> </a:t>
            </a:r>
            <a:r>
              <a:rPr lang="en-SG" sz="1050" dirty="0" err="1"/>
              <a:t>adipiscing</a:t>
            </a:r>
            <a:r>
              <a:rPr lang="en-SG" sz="1050" dirty="0"/>
              <a:t> </a:t>
            </a:r>
            <a:r>
              <a:rPr lang="en-SG" sz="1050" dirty="0" err="1"/>
              <a:t>elit</a:t>
            </a:r>
            <a:r>
              <a:rPr lang="en-SG" sz="1050" dirty="0"/>
              <a:t>, </a:t>
            </a:r>
            <a:r>
              <a:rPr lang="en-SG" sz="1050" dirty="0" err="1"/>
              <a:t>sed</a:t>
            </a:r>
            <a:r>
              <a:rPr lang="en-SG" sz="1050" dirty="0"/>
              <a:t> do </a:t>
            </a:r>
            <a:r>
              <a:rPr lang="en-SG" sz="1050" dirty="0" err="1"/>
              <a:t>eiusmod</a:t>
            </a:r>
            <a:r>
              <a:rPr lang="en-SG" sz="1050" dirty="0"/>
              <a:t> </a:t>
            </a:r>
            <a:r>
              <a:rPr lang="en-SG" sz="1050" dirty="0" err="1"/>
              <a:t>tempor</a:t>
            </a:r>
            <a:r>
              <a:rPr lang="en-SG" sz="1050" dirty="0"/>
              <a:t> </a:t>
            </a:r>
            <a:r>
              <a:rPr lang="en-SG" sz="1050" dirty="0" err="1"/>
              <a:t>incididunt</a:t>
            </a:r>
            <a:r>
              <a:rPr lang="en-SG" sz="1050" dirty="0"/>
              <a:t> </a:t>
            </a:r>
            <a:r>
              <a:rPr lang="en-SG" sz="1050" dirty="0" err="1"/>
              <a:t>ut</a:t>
            </a:r>
            <a:r>
              <a:rPr lang="en-SG" sz="1050" dirty="0"/>
              <a:t> labore et dolore magna </a:t>
            </a:r>
          </a:p>
        </p:txBody>
      </p:sp>
      <p:sp>
        <p:nvSpPr>
          <p:cNvPr id="209" name="TextBox 208">
            <a:extLst>
              <a:ext uri="{FF2B5EF4-FFF2-40B4-BE49-F238E27FC236}">
                <a16:creationId xmlns:a16="http://schemas.microsoft.com/office/drawing/2014/main" id="{B6F2FA13-F1F3-9A1E-9417-DD413932C4E3}"/>
              </a:ext>
            </a:extLst>
          </p:cNvPr>
          <p:cNvSpPr txBox="1"/>
          <p:nvPr/>
        </p:nvSpPr>
        <p:spPr>
          <a:xfrm>
            <a:off x="10434913" y="5311814"/>
            <a:ext cx="1756011" cy="369332"/>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2700">
            <a:solidFill>
              <a:schemeClr val="tx1"/>
            </a:solidFill>
          </a:ln>
        </p:spPr>
        <p:txBody>
          <a:bodyPr wrap="square" rtlCol="0">
            <a:spAutoFit/>
          </a:bodyPr>
          <a:lstStyle/>
          <a:p>
            <a:r>
              <a:rPr lang="en-SG" b="1" spc="-150" dirty="0"/>
              <a:t>How to get there</a:t>
            </a:r>
          </a:p>
        </p:txBody>
      </p:sp>
      <p:sp>
        <p:nvSpPr>
          <p:cNvPr id="211" name="Rectangle: Rounded Corners 210">
            <a:extLst>
              <a:ext uri="{FF2B5EF4-FFF2-40B4-BE49-F238E27FC236}">
                <a16:creationId xmlns:a16="http://schemas.microsoft.com/office/drawing/2014/main" id="{8F6FE0CE-36AF-A527-2572-34132951CC5E}"/>
              </a:ext>
            </a:extLst>
          </p:cNvPr>
          <p:cNvSpPr/>
          <p:nvPr/>
        </p:nvSpPr>
        <p:spPr>
          <a:xfrm rot="5400000">
            <a:off x="11970549" y="4761285"/>
            <a:ext cx="336725"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213" name="TextBox 212">
            <a:extLst>
              <a:ext uri="{FF2B5EF4-FFF2-40B4-BE49-F238E27FC236}">
                <a16:creationId xmlns:a16="http://schemas.microsoft.com/office/drawing/2014/main" id="{819179DC-5F35-3A19-4BE1-9B2F0F3503A6}"/>
              </a:ext>
            </a:extLst>
          </p:cNvPr>
          <p:cNvSpPr txBox="1"/>
          <p:nvPr/>
        </p:nvSpPr>
        <p:spPr>
          <a:xfrm>
            <a:off x="8950972" y="4381184"/>
            <a:ext cx="1605061" cy="369332"/>
          </a:xfrm>
          <a:prstGeom prst="rect">
            <a:avLst/>
          </a:prstGeom>
          <a:noFill/>
        </p:spPr>
        <p:txBody>
          <a:bodyPr wrap="square" rtlCol="0">
            <a:spAutoFit/>
          </a:bodyPr>
          <a:lstStyle/>
          <a:p>
            <a:r>
              <a:rPr lang="en-SG" b="1" dirty="0">
                <a:solidFill>
                  <a:schemeClr val="tx2">
                    <a:lumMod val="50000"/>
                  </a:schemeClr>
                </a:solidFill>
              </a:rPr>
              <a:t>Jake &amp; Marks</a:t>
            </a:r>
          </a:p>
        </p:txBody>
      </p:sp>
      <p:sp>
        <p:nvSpPr>
          <p:cNvPr id="214" name="TextBox 213">
            <a:extLst>
              <a:ext uri="{FF2B5EF4-FFF2-40B4-BE49-F238E27FC236}">
                <a16:creationId xmlns:a16="http://schemas.microsoft.com/office/drawing/2014/main" id="{1F21F373-D03E-52DB-1CA7-42A22C634E32}"/>
              </a:ext>
            </a:extLst>
          </p:cNvPr>
          <p:cNvSpPr txBox="1"/>
          <p:nvPr/>
        </p:nvSpPr>
        <p:spPr>
          <a:xfrm>
            <a:off x="10437250" y="5693956"/>
            <a:ext cx="1741089" cy="253916"/>
          </a:xfrm>
          <a:prstGeom prst="rect">
            <a:avLst/>
          </a:prstGeom>
          <a:noFill/>
          <a:ln>
            <a:solidFill>
              <a:schemeClr val="tx1"/>
            </a:solidFill>
          </a:ln>
        </p:spPr>
        <p:txBody>
          <a:bodyPr wrap="square" rtlCol="0">
            <a:spAutoFit/>
          </a:bodyPr>
          <a:lstStyle/>
          <a:p>
            <a:r>
              <a:rPr lang="en-SG" sz="1050" dirty="0"/>
              <a:t>Walk straight for 200m.</a:t>
            </a:r>
          </a:p>
        </p:txBody>
      </p:sp>
      <p:sp>
        <p:nvSpPr>
          <p:cNvPr id="215" name="TextBox 214">
            <a:extLst>
              <a:ext uri="{FF2B5EF4-FFF2-40B4-BE49-F238E27FC236}">
                <a16:creationId xmlns:a16="http://schemas.microsoft.com/office/drawing/2014/main" id="{93498400-30B3-0262-CE16-ECEDF53E6660}"/>
              </a:ext>
            </a:extLst>
          </p:cNvPr>
          <p:cNvSpPr txBox="1"/>
          <p:nvPr/>
        </p:nvSpPr>
        <p:spPr>
          <a:xfrm>
            <a:off x="10437250" y="5941070"/>
            <a:ext cx="1741089" cy="253916"/>
          </a:xfrm>
          <a:prstGeom prst="rect">
            <a:avLst/>
          </a:prstGeom>
          <a:noFill/>
          <a:ln>
            <a:solidFill>
              <a:schemeClr val="tx1"/>
            </a:solidFill>
          </a:ln>
        </p:spPr>
        <p:txBody>
          <a:bodyPr wrap="square" rtlCol="0">
            <a:spAutoFit/>
          </a:bodyPr>
          <a:lstStyle/>
          <a:p>
            <a:r>
              <a:rPr lang="en-SG" sz="1050" dirty="0"/>
              <a:t>Turn right.</a:t>
            </a:r>
          </a:p>
        </p:txBody>
      </p:sp>
      <p:sp>
        <p:nvSpPr>
          <p:cNvPr id="216" name="TextBox 215">
            <a:extLst>
              <a:ext uri="{FF2B5EF4-FFF2-40B4-BE49-F238E27FC236}">
                <a16:creationId xmlns:a16="http://schemas.microsoft.com/office/drawing/2014/main" id="{87169677-DA09-D5CD-F4C3-BBD2B1933423}"/>
              </a:ext>
            </a:extLst>
          </p:cNvPr>
          <p:cNvSpPr txBox="1"/>
          <p:nvPr/>
        </p:nvSpPr>
        <p:spPr>
          <a:xfrm>
            <a:off x="10434911" y="6191964"/>
            <a:ext cx="1749183" cy="253916"/>
          </a:xfrm>
          <a:prstGeom prst="rect">
            <a:avLst/>
          </a:prstGeom>
          <a:noFill/>
          <a:ln>
            <a:solidFill>
              <a:schemeClr val="tx1"/>
            </a:solidFill>
          </a:ln>
        </p:spPr>
        <p:txBody>
          <a:bodyPr wrap="square" rtlCol="0">
            <a:spAutoFit/>
          </a:bodyPr>
          <a:lstStyle/>
          <a:p>
            <a:r>
              <a:rPr lang="en-SG" sz="1050" dirty="0"/>
              <a:t>Continue for 300m.</a:t>
            </a:r>
          </a:p>
        </p:txBody>
      </p:sp>
      <p:sp>
        <p:nvSpPr>
          <p:cNvPr id="217" name="TextBox 216">
            <a:extLst>
              <a:ext uri="{FF2B5EF4-FFF2-40B4-BE49-F238E27FC236}">
                <a16:creationId xmlns:a16="http://schemas.microsoft.com/office/drawing/2014/main" id="{0AD31CE3-313A-EA04-2A18-A4A511F16321}"/>
              </a:ext>
            </a:extLst>
          </p:cNvPr>
          <p:cNvSpPr txBox="1"/>
          <p:nvPr/>
        </p:nvSpPr>
        <p:spPr>
          <a:xfrm>
            <a:off x="10437250" y="6448992"/>
            <a:ext cx="1749183" cy="253916"/>
          </a:xfrm>
          <a:prstGeom prst="rect">
            <a:avLst/>
          </a:prstGeom>
          <a:noFill/>
          <a:ln>
            <a:solidFill>
              <a:schemeClr val="tx1"/>
            </a:solidFill>
          </a:ln>
        </p:spPr>
        <p:txBody>
          <a:bodyPr wrap="square" rtlCol="0">
            <a:spAutoFit/>
          </a:bodyPr>
          <a:lstStyle/>
          <a:p>
            <a:r>
              <a:rPr lang="en-SG" sz="1050" dirty="0"/>
              <a:t>Destination is on the left.</a:t>
            </a:r>
          </a:p>
        </p:txBody>
      </p:sp>
      <p:pic>
        <p:nvPicPr>
          <p:cNvPr id="218" name="Picture 217">
            <a:extLst>
              <a:ext uri="{FF2B5EF4-FFF2-40B4-BE49-F238E27FC236}">
                <a16:creationId xmlns:a16="http://schemas.microsoft.com/office/drawing/2014/main" id="{A737046E-EDAC-69AF-414C-9CDCBE45FE41}"/>
              </a:ext>
            </a:extLst>
          </p:cNvPr>
          <p:cNvPicPr>
            <a:picLocks noChangeAspect="1"/>
          </p:cNvPicPr>
          <p:nvPr/>
        </p:nvPicPr>
        <p:blipFill>
          <a:blip r:embed="rId13"/>
          <a:stretch>
            <a:fillRect/>
          </a:stretch>
        </p:blipFill>
        <p:spPr>
          <a:xfrm>
            <a:off x="9381511" y="4944495"/>
            <a:ext cx="590339" cy="590339"/>
          </a:xfrm>
          <a:prstGeom prst="rect">
            <a:avLst/>
          </a:prstGeom>
        </p:spPr>
      </p:pic>
      <p:sp>
        <p:nvSpPr>
          <p:cNvPr id="219" name="TextBox 218">
            <a:extLst>
              <a:ext uri="{FF2B5EF4-FFF2-40B4-BE49-F238E27FC236}">
                <a16:creationId xmlns:a16="http://schemas.microsoft.com/office/drawing/2014/main" id="{05A1C68C-5290-A57F-E0E1-C54E068F133A}"/>
              </a:ext>
            </a:extLst>
          </p:cNvPr>
          <p:cNvSpPr txBox="1"/>
          <p:nvPr/>
        </p:nvSpPr>
        <p:spPr>
          <a:xfrm>
            <a:off x="9080628" y="5741516"/>
            <a:ext cx="1227849" cy="633622"/>
          </a:xfrm>
          <a:prstGeom prst="rect">
            <a:avLst/>
          </a:prstGeom>
          <a:noFill/>
          <a:ln>
            <a:solidFill>
              <a:srgbClr val="2F3C7E"/>
            </a:solidFill>
          </a:ln>
        </p:spPr>
        <p:txBody>
          <a:bodyPr wrap="square" rtlCol="0">
            <a:spAutoFit/>
          </a:bodyPr>
          <a:lstStyle/>
          <a:p>
            <a:endParaRPr lang="en-SG" dirty="0"/>
          </a:p>
        </p:txBody>
      </p:sp>
      <p:pic>
        <p:nvPicPr>
          <p:cNvPr id="220" name="Picture 219">
            <a:extLst>
              <a:ext uri="{FF2B5EF4-FFF2-40B4-BE49-F238E27FC236}">
                <a16:creationId xmlns:a16="http://schemas.microsoft.com/office/drawing/2014/main" id="{0D97F5B4-C051-5222-0ABB-C32E83C7DAC6}"/>
              </a:ext>
            </a:extLst>
          </p:cNvPr>
          <p:cNvPicPr>
            <a:picLocks noChangeAspect="1"/>
          </p:cNvPicPr>
          <p:nvPr/>
        </p:nvPicPr>
        <p:blipFill>
          <a:blip r:embed="rId17"/>
          <a:stretch>
            <a:fillRect/>
          </a:stretch>
        </p:blipFill>
        <p:spPr>
          <a:xfrm>
            <a:off x="9432990" y="5809372"/>
            <a:ext cx="570438" cy="570438"/>
          </a:xfrm>
          <a:prstGeom prst="rect">
            <a:avLst/>
          </a:prstGeom>
        </p:spPr>
      </p:pic>
      <p:pic>
        <p:nvPicPr>
          <p:cNvPr id="221" name="Picture 220">
            <a:extLst>
              <a:ext uri="{FF2B5EF4-FFF2-40B4-BE49-F238E27FC236}">
                <a16:creationId xmlns:a16="http://schemas.microsoft.com/office/drawing/2014/main" id="{D3AE37E7-D6D8-AC16-98A6-73C99335FF8B}"/>
              </a:ext>
            </a:extLst>
          </p:cNvPr>
          <p:cNvPicPr>
            <a:picLocks noChangeAspect="1"/>
          </p:cNvPicPr>
          <p:nvPr/>
        </p:nvPicPr>
        <p:blipFill>
          <a:blip r:embed="rId18"/>
          <a:stretch>
            <a:fillRect/>
          </a:stretch>
        </p:blipFill>
        <p:spPr>
          <a:xfrm>
            <a:off x="9588892" y="5985250"/>
            <a:ext cx="223506" cy="223506"/>
          </a:xfrm>
          <a:prstGeom prst="rect">
            <a:avLst/>
          </a:prstGeom>
        </p:spPr>
      </p:pic>
      <p:sp>
        <p:nvSpPr>
          <p:cNvPr id="222" name="Rectangle: Rounded Corners 221">
            <a:extLst>
              <a:ext uri="{FF2B5EF4-FFF2-40B4-BE49-F238E27FC236}">
                <a16:creationId xmlns:a16="http://schemas.microsoft.com/office/drawing/2014/main" id="{5FA5AD4A-0878-30A8-57F0-4ABA8207627D}"/>
              </a:ext>
            </a:extLst>
          </p:cNvPr>
          <p:cNvSpPr/>
          <p:nvPr/>
        </p:nvSpPr>
        <p:spPr>
          <a:xfrm rot="5400000">
            <a:off x="11940632" y="2658875"/>
            <a:ext cx="288000"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210" name="Rectangle: Rounded Corners 209">
            <a:extLst>
              <a:ext uri="{FF2B5EF4-FFF2-40B4-BE49-F238E27FC236}">
                <a16:creationId xmlns:a16="http://schemas.microsoft.com/office/drawing/2014/main" id="{BF276788-BDCA-80DF-4A74-82560EB73EC5}"/>
              </a:ext>
            </a:extLst>
          </p:cNvPr>
          <p:cNvSpPr/>
          <p:nvPr/>
        </p:nvSpPr>
        <p:spPr>
          <a:xfrm rot="5400000">
            <a:off x="11970549" y="5864346"/>
            <a:ext cx="336725"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224" name="TextBox 223">
            <a:extLst>
              <a:ext uri="{FF2B5EF4-FFF2-40B4-BE49-F238E27FC236}">
                <a16:creationId xmlns:a16="http://schemas.microsoft.com/office/drawing/2014/main" id="{BD15E153-8FB7-96AA-8DEB-D3651C8500B0}"/>
              </a:ext>
            </a:extLst>
          </p:cNvPr>
          <p:cNvSpPr txBox="1"/>
          <p:nvPr/>
        </p:nvSpPr>
        <p:spPr>
          <a:xfrm>
            <a:off x="939844" y="97377"/>
            <a:ext cx="10729561" cy="1600438"/>
          </a:xfrm>
          <a:prstGeom prst="rect">
            <a:avLst/>
          </a:prstGeom>
          <a:solidFill>
            <a:schemeClr val="bg1"/>
          </a:solidFill>
          <a:ln w="25400">
            <a:solidFill>
              <a:schemeClr val="accent5"/>
            </a:solidFill>
          </a:ln>
        </p:spPr>
        <p:txBody>
          <a:bodyPr wrap="square" rtlCol="0">
            <a:spAutoFit/>
          </a:bodyPr>
          <a:lstStyle/>
          <a:p>
            <a:pPr algn="just"/>
            <a:r>
              <a:rPr lang="en-SG" sz="1400" dirty="0">
                <a:solidFill>
                  <a:srgbClr val="000000"/>
                </a:solidFill>
                <a:latin typeface="Arial" panose="020B0604020202020204" pitchFamily="34" charset="0"/>
                <a:cs typeface="Arial" panose="020B0604020202020204" pitchFamily="34" charset="0"/>
              </a:rPr>
              <a:t>The accessibility mode shifts the entire UI of the app* down to allow for easier reach to touchable elements at the top, especially wheelchair bound users or children who are otherwise unable to reach and touch the top of the kiosk.</a:t>
            </a:r>
          </a:p>
          <a:p>
            <a:pPr algn="just"/>
            <a:endParaRPr lang="en-SG" sz="1400" dirty="0">
              <a:solidFill>
                <a:srgbClr val="000000"/>
              </a:solidFill>
              <a:latin typeface="Arial" panose="020B0604020202020204" pitchFamily="34" charset="0"/>
              <a:cs typeface="Arial" panose="020B0604020202020204" pitchFamily="34" charset="0"/>
            </a:endParaRPr>
          </a:p>
          <a:p>
            <a:r>
              <a:rPr lang="en-SG" sz="1400" dirty="0">
                <a:solidFill>
                  <a:srgbClr val="000000"/>
                </a:solidFill>
                <a:latin typeface="Arial" panose="020B0604020202020204" pitchFamily="34" charset="0"/>
                <a:cs typeface="Arial" panose="020B0604020202020204" pitchFamily="34" charset="0"/>
              </a:rPr>
              <a:t>Font sizes are also larger for easier viewing of critical content, at the expense of fewer panels shown at a time.</a:t>
            </a:r>
          </a:p>
          <a:p>
            <a:endParaRPr lang="en-SG" sz="1400" dirty="0">
              <a:solidFill>
                <a:srgbClr val="000000"/>
              </a:solidFill>
              <a:latin typeface="Arial" panose="020B0604020202020204" pitchFamily="34" charset="0"/>
              <a:cs typeface="Arial" panose="020B0604020202020204" pitchFamily="34" charset="0"/>
            </a:endParaRPr>
          </a:p>
          <a:p>
            <a:r>
              <a:rPr lang="en-SG" sz="1400" dirty="0">
                <a:solidFill>
                  <a:srgbClr val="000000"/>
                </a:solidFill>
                <a:latin typeface="Arial" panose="020B0604020202020204" pitchFamily="34" charset="0"/>
                <a:cs typeface="Arial" panose="020B0604020202020204" pitchFamily="34" charset="0"/>
              </a:rPr>
              <a:t>*</a:t>
            </a:r>
            <a:r>
              <a:rPr lang="en-SG" sz="1400" i="1" dirty="0">
                <a:solidFill>
                  <a:srgbClr val="000000"/>
                </a:solidFill>
                <a:latin typeface="Arial" panose="020B0604020202020204" pitchFamily="34" charset="0"/>
                <a:cs typeface="Arial" panose="020B0604020202020204" pitchFamily="34" charset="0"/>
              </a:rPr>
              <a:t> </a:t>
            </a:r>
            <a:r>
              <a:rPr lang="en-US" sz="1400" i="1" dirty="0">
                <a:solidFill>
                  <a:srgbClr val="000000"/>
                </a:solidFill>
                <a:latin typeface="Arial" panose="020B0604020202020204" pitchFamily="34" charset="0"/>
                <a:cs typeface="Arial" panose="020B0604020202020204" pitchFamily="34" charset="0"/>
              </a:rPr>
              <a:t>To reduce duplication in this prototype, Accessibility Mode is demonstrated on a single exemplar screen (this page). In implementation, this mode is global and affects all templates.</a:t>
            </a:r>
            <a:endParaRPr lang="en-SG" sz="1400" dirty="0">
              <a:solidFill>
                <a:srgbClr val="000000"/>
              </a:solidFill>
              <a:latin typeface="Arial" panose="020B0604020202020204" pitchFamily="34" charset="0"/>
              <a:cs typeface="Arial" panose="020B0604020202020204" pitchFamily="34" charset="0"/>
            </a:endParaRPr>
          </a:p>
        </p:txBody>
      </p:sp>
      <p:pic>
        <p:nvPicPr>
          <p:cNvPr id="225" name="Picture 224">
            <a:extLst>
              <a:ext uri="{FF2B5EF4-FFF2-40B4-BE49-F238E27FC236}">
                <a16:creationId xmlns:a16="http://schemas.microsoft.com/office/drawing/2014/main" id="{F07CF02F-2F90-6335-0A92-F9613DC52CFE}"/>
              </a:ext>
            </a:extLst>
          </p:cNvPr>
          <p:cNvPicPr>
            <a:picLocks noChangeAspect="1"/>
          </p:cNvPicPr>
          <p:nvPr/>
        </p:nvPicPr>
        <p:blipFill>
          <a:blip r:embed="rId19"/>
          <a:stretch>
            <a:fillRect/>
          </a:stretch>
        </p:blipFill>
        <p:spPr>
          <a:xfrm>
            <a:off x="384685" y="23436"/>
            <a:ext cx="555159" cy="555159"/>
          </a:xfrm>
          <a:prstGeom prst="rect">
            <a:avLst/>
          </a:prstGeom>
        </p:spPr>
      </p:pic>
      <p:grpSp>
        <p:nvGrpSpPr>
          <p:cNvPr id="226" name="Group 225">
            <a:extLst>
              <a:ext uri="{FF2B5EF4-FFF2-40B4-BE49-F238E27FC236}">
                <a16:creationId xmlns:a16="http://schemas.microsoft.com/office/drawing/2014/main" id="{3ACBA613-60D1-C796-28E3-3CB3791DF521}"/>
              </a:ext>
            </a:extLst>
          </p:cNvPr>
          <p:cNvGrpSpPr/>
          <p:nvPr/>
        </p:nvGrpSpPr>
        <p:grpSpPr>
          <a:xfrm>
            <a:off x="4064481" y="2672416"/>
            <a:ext cx="3802177" cy="1394626"/>
            <a:chOff x="7183616" y="2179329"/>
            <a:chExt cx="3802177" cy="1394626"/>
          </a:xfrm>
        </p:grpSpPr>
        <p:grpSp>
          <p:nvGrpSpPr>
            <p:cNvPr id="227" name="Group 226">
              <a:extLst>
                <a:ext uri="{FF2B5EF4-FFF2-40B4-BE49-F238E27FC236}">
                  <a16:creationId xmlns:a16="http://schemas.microsoft.com/office/drawing/2014/main" id="{26D33467-D27D-87FE-1AFF-7474731ACED3}"/>
                </a:ext>
              </a:extLst>
            </p:cNvPr>
            <p:cNvGrpSpPr/>
            <p:nvPr/>
          </p:nvGrpSpPr>
          <p:grpSpPr>
            <a:xfrm>
              <a:off x="7183616" y="2179329"/>
              <a:ext cx="3802177" cy="1394626"/>
              <a:chOff x="107367" y="2121404"/>
              <a:chExt cx="3802177" cy="1394626"/>
            </a:xfrm>
          </p:grpSpPr>
          <p:grpSp>
            <p:nvGrpSpPr>
              <p:cNvPr id="229" name="Group 228">
                <a:extLst>
                  <a:ext uri="{FF2B5EF4-FFF2-40B4-BE49-F238E27FC236}">
                    <a16:creationId xmlns:a16="http://schemas.microsoft.com/office/drawing/2014/main" id="{14548A05-21FD-4494-7C70-4E66091950B7}"/>
                  </a:ext>
                </a:extLst>
              </p:cNvPr>
              <p:cNvGrpSpPr/>
              <p:nvPr/>
            </p:nvGrpSpPr>
            <p:grpSpPr>
              <a:xfrm>
                <a:off x="107367" y="2121404"/>
                <a:ext cx="3802177" cy="1394626"/>
                <a:chOff x="107366" y="2083806"/>
                <a:chExt cx="3802177" cy="1394626"/>
              </a:xfrm>
            </p:grpSpPr>
            <p:grpSp>
              <p:nvGrpSpPr>
                <p:cNvPr id="231" name="Group 230">
                  <a:extLst>
                    <a:ext uri="{FF2B5EF4-FFF2-40B4-BE49-F238E27FC236}">
                      <a16:creationId xmlns:a16="http://schemas.microsoft.com/office/drawing/2014/main" id="{D1C2BE98-DE53-635A-2F98-7B91687F9E6F}"/>
                    </a:ext>
                  </a:extLst>
                </p:cNvPr>
                <p:cNvGrpSpPr/>
                <p:nvPr/>
              </p:nvGrpSpPr>
              <p:grpSpPr>
                <a:xfrm>
                  <a:off x="107366" y="2083806"/>
                  <a:ext cx="3802177" cy="1394626"/>
                  <a:chOff x="78866" y="1567283"/>
                  <a:chExt cx="3802177" cy="1394626"/>
                </a:xfrm>
              </p:grpSpPr>
              <p:sp>
                <p:nvSpPr>
                  <p:cNvPr id="235" name="Rectangle: Rounded Corners 234">
                    <a:extLst>
                      <a:ext uri="{FF2B5EF4-FFF2-40B4-BE49-F238E27FC236}">
                        <a16:creationId xmlns:a16="http://schemas.microsoft.com/office/drawing/2014/main" id="{0C367F45-558A-B567-37D6-5A3A5E7883F4}"/>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236" name="Group 235">
                    <a:extLst>
                      <a:ext uri="{FF2B5EF4-FFF2-40B4-BE49-F238E27FC236}">
                        <a16:creationId xmlns:a16="http://schemas.microsoft.com/office/drawing/2014/main" id="{816FFBF8-1ADF-7423-1748-6F2697B9DE34}"/>
                      </a:ext>
                    </a:extLst>
                  </p:cNvPr>
                  <p:cNvGrpSpPr/>
                  <p:nvPr/>
                </p:nvGrpSpPr>
                <p:grpSpPr>
                  <a:xfrm>
                    <a:off x="110586" y="1567283"/>
                    <a:ext cx="3770457" cy="1394626"/>
                    <a:chOff x="110586" y="1567283"/>
                    <a:chExt cx="3770457" cy="1394626"/>
                  </a:xfrm>
                </p:grpSpPr>
                <p:sp>
                  <p:nvSpPr>
                    <p:cNvPr id="237" name="TextBox 236">
                      <a:extLst>
                        <a:ext uri="{FF2B5EF4-FFF2-40B4-BE49-F238E27FC236}">
                          <a16:creationId xmlns:a16="http://schemas.microsoft.com/office/drawing/2014/main" id="{E842FA83-2498-E803-96AB-48775B83BF74}"/>
                        </a:ext>
                      </a:extLst>
                    </p:cNvPr>
                    <p:cNvSpPr txBox="1"/>
                    <p:nvPr/>
                  </p:nvSpPr>
                  <p:spPr>
                    <a:xfrm>
                      <a:off x="2064467" y="2340973"/>
                      <a:ext cx="1816576" cy="369332"/>
                    </a:xfrm>
                    <a:prstGeom prst="rect">
                      <a:avLst/>
                    </a:prstGeom>
                    <a:noFill/>
                  </p:spPr>
                  <p:txBody>
                    <a:bodyPr wrap="square" rtlCol="0">
                      <a:spAutoFit/>
                    </a:bodyPr>
                    <a:lstStyle/>
                    <a:p>
                      <a:r>
                        <a:rPr lang="en-SG" dirty="0">
                          <a:solidFill>
                            <a:schemeClr val="tx2">
                              <a:lumMod val="50000"/>
                            </a:schemeClr>
                          </a:solidFill>
                        </a:rPr>
                        <a:t>Estimated Wait:</a:t>
                      </a:r>
                    </a:p>
                  </p:txBody>
                </p:sp>
                <p:grpSp>
                  <p:nvGrpSpPr>
                    <p:cNvPr id="238" name="Group 237">
                      <a:extLst>
                        <a:ext uri="{FF2B5EF4-FFF2-40B4-BE49-F238E27FC236}">
                          <a16:creationId xmlns:a16="http://schemas.microsoft.com/office/drawing/2014/main" id="{7CCC4CD9-82A1-102C-0275-5DEFAA2D73F9}"/>
                        </a:ext>
                      </a:extLst>
                    </p:cNvPr>
                    <p:cNvGrpSpPr/>
                    <p:nvPr/>
                  </p:nvGrpSpPr>
                  <p:grpSpPr>
                    <a:xfrm>
                      <a:off x="110586" y="1567283"/>
                      <a:ext cx="3210965" cy="1394626"/>
                      <a:chOff x="110586" y="1567283"/>
                      <a:chExt cx="3210965" cy="1394626"/>
                    </a:xfrm>
                  </p:grpSpPr>
                  <p:sp>
                    <p:nvSpPr>
                      <p:cNvPr id="239" name="TextBox 238">
                        <a:extLst>
                          <a:ext uri="{FF2B5EF4-FFF2-40B4-BE49-F238E27FC236}">
                            <a16:creationId xmlns:a16="http://schemas.microsoft.com/office/drawing/2014/main" id="{26C29B34-42D5-A0F7-F598-A20752DC062B}"/>
                          </a:ext>
                        </a:extLst>
                      </p:cNvPr>
                      <p:cNvSpPr txBox="1"/>
                      <p:nvPr/>
                    </p:nvSpPr>
                    <p:spPr>
                      <a:xfrm>
                        <a:off x="110586" y="1567283"/>
                        <a:ext cx="1980785" cy="738664"/>
                      </a:xfrm>
                      <a:prstGeom prst="rect">
                        <a:avLst/>
                      </a:prstGeom>
                      <a:noFill/>
                    </p:spPr>
                    <p:txBody>
                      <a:bodyPr wrap="square" rtlCol="0">
                        <a:spAutoFit/>
                      </a:bodyPr>
                      <a:lstStyle/>
                      <a:p>
                        <a:r>
                          <a:rPr lang="en-SG" sz="2400" b="1" dirty="0">
                            <a:solidFill>
                              <a:schemeClr val="tx2">
                                <a:lumMod val="50000"/>
                              </a:schemeClr>
                            </a:solidFill>
                          </a:rPr>
                          <a:t>Jake &amp; Marks</a:t>
                        </a:r>
                      </a:p>
                      <a:p>
                        <a:endParaRPr lang="en-SG" b="1" dirty="0">
                          <a:solidFill>
                            <a:schemeClr val="tx2">
                              <a:lumMod val="50000"/>
                            </a:schemeClr>
                          </a:solidFill>
                        </a:endParaRPr>
                      </a:p>
                    </p:txBody>
                  </p:sp>
                  <p:sp>
                    <p:nvSpPr>
                      <p:cNvPr id="240" name="TextBox 239">
                        <a:extLst>
                          <a:ext uri="{FF2B5EF4-FFF2-40B4-BE49-F238E27FC236}">
                            <a16:creationId xmlns:a16="http://schemas.microsoft.com/office/drawing/2014/main" id="{055EA6E0-AB32-0D27-2D14-19B17AF6FD7E}"/>
                          </a:ext>
                        </a:extLst>
                      </p:cNvPr>
                      <p:cNvSpPr txBox="1"/>
                      <p:nvPr/>
                    </p:nvSpPr>
                    <p:spPr>
                      <a:xfrm>
                        <a:off x="2116483" y="1583207"/>
                        <a:ext cx="922713" cy="369332"/>
                      </a:xfrm>
                      <a:prstGeom prst="rect">
                        <a:avLst/>
                      </a:prstGeom>
                      <a:noFill/>
                    </p:spPr>
                    <p:txBody>
                      <a:bodyPr wrap="square" rtlCol="0">
                        <a:spAutoFit/>
                      </a:bodyPr>
                      <a:lstStyle/>
                      <a:p>
                        <a:r>
                          <a:rPr lang="en-SG" dirty="0">
                            <a:solidFill>
                              <a:schemeClr val="tx2">
                                <a:lumMod val="50000"/>
                              </a:schemeClr>
                            </a:solidFill>
                          </a:rPr>
                          <a:t>Queue</a:t>
                        </a:r>
                      </a:p>
                    </p:txBody>
                  </p:sp>
                  <p:sp>
                    <p:nvSpPr>
                      <p:cNvPr id="241" name="TextBox 240">
                        <a:extLst>
                          <a:ext uri="{FF2B5EF4-FFF2-40B4-BE49-F238E27FC236}">
                            <a16:creationId xmlns:a16="http://schemas.microsoft.com/office/drawing/2014/main" id="{D8359195-8F9C-11A2-22A6-5F8BB5B768E3}"/>
                          </a:ext>
                        </a:extLst>
                      </p:cNvPr>
                      <p:cNvSpPr txBox="1"/>
                      <p:nvPr/>
                    </p:nvSpPr>
                    <p:spPr>
                      <a:xfrm>
                        <a:off x="2142757" y="2592577"/>
                        <a:ext cx="1178794" cy="369332"/>
                      </a:xfrm>
                      <a:prstGeom prst="rect">
                        <a:avLst/>
                      </a:prstGeom>
                      <a:noFill/>
                    </p:spPr>
                    <p:txBody>
                      <a:bodyPr wrap="square" rtlCol="0">
                        <a:spAutoFit/>
                      </a:bodyPr>
                      <a:lstStyle/>
                      <a:p>
                        <a:r>
                          <a:rPr lang="en-SG" i="1" dirty="0">
                            <a:solidFill>
                              <a:schemeClr val="accent3"/>
                            </a:solidFill>
                          </a:rPr>
                          <a:t>~ 15 mins</a:t>
                        </a:r>
                      </a:p>
                    </p:txBody>
                  </p:sp>
                </p:grpSp>
              </p:grpSp>
            </p:grpSp>
            <p:pic>
              <p:nvPicPr>
                <p:cNvPr id="232" name="Picture 231" descr="A yellow person silhouette on a black background&#10;&#10;AI-generated content may be incorrect.">
                  <a:extLst>
                    <a:ext uri="{FF2B5EF4-FFF2-40B4-BE49-F238E27FC236}">
                      <a16:creationId xmlns:a16="http://schemas.microsoft.com/office/drawing/2014/main" id="{50D10122-8EBC-4F1F-4960-79A3ECE190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71468" y="2412758"/>
                  <a:ext cx="449085" cy="449085"/>
                </a:xfrm>
                <a:prstGeom prst="rect">
                  <a:avLst/>
                </a:prstGeom>
              </p:spPr>
            </p:pic>
            <p:pic>
              <p:nvPicPr>
                <p:cNvPr id="233" name="Picture 232" descr="A yellow person silhouette on a black background&#10;&#10;AI-generated content may be incorrect.">
                  <a:extLst>
                    <a:ext uri="{FF2B5EF4-FFF2-40B4-BE49-F238E27FC236}">
                      <a16:creationId xmlns:a16="http://schemas.microsoft.com/office/drawing/2014/main" id="{2087FA78-7EDE-76A5-E8D2-1DD8B7022E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96732" y="2415898"/>
                  <a:ext cx="449085" cy="449085"/>
                </a:xfrm>
                <a:prstGeom prst="rect">
                  <a:avLst/>
                </a:prstGeom>
              </p:spPr>
            </p:pic>
            <p:pic>
              <p:nvPicPr>
                <p:cNvPr id="234" name="Picture 233" descr="A yellow person silhouette on a black background&#10;&#10;AI-generated content may be incorrect.">
                  <a:extLst>
                    <a:ext uri="{FF2B5EF4-FFF2-40B4-BE49-F238E27FC236}">
                      <a16:creationId xmlns:a16="http://schemas.microsoft.com/office/drawing/2014/main" id="{138DB1F9-DDF8-61E3-AABF-6F1649BF4F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4044" y="2415900"/>
                  <a:ext cx="449085" cy="449085"/>
                </a:xfrm>
                <a:prstGeom prst="rect">
                  <a:avLst/>
                </a:prstGeom>
              </p:spPr>
            </p:pic>
          </p:grpSp>
          <p:sp>
            <p:nvSpPr>
              <p:cNvPr id="230" name="TextBox 229">
                <a:extLst>
                  <a:ext uri="{FF2B5EF4-FFF2-40B4-BE49-F238E27FC236}">
                    <a16:creationId xmlns:a16="http://schemas.microsoft.com/office/drawing/2014/main" id="{4DD9563D-9962-532E-D8E1-7D099B6EAAA3}"/>
                  </a:ext>
                </a:extLst>
              </p:cNvPr>
              <p:cNvSpPr txBox="1"/>
              <p:nvPr/>
            </p:nvSpPr>
            <p:spPr>
              <a:xfrm>
                <a:off x="281771" y="2534198"/>
                <a:ext cx="1605062" cy="830265"/>
              </a:xfrm>
              <a:prstGeom prst="rect">
                <a:avLst/>
              </a:prstGeom>
              <a:noFill/>
              <a:ln>
                <a:solidFill>
                  <a:srgbClr val="2F3C7E"/>
                </a:solidFill>
              </a:ln>
            </p:spPr>
            <p:txBody>
              <a:bodyPr wrap="square" rtlCol="0">
                <a:spAutoFit/>
              </a:bodyPr>
              <a:lstStyle/>
              <a:p>
                <a:endParaRPr lang="en-SG" dirty="0"/>
              </a:p>
            </p:txBody>
          </p:sp>
        </p:grpSp>
        <p:pic>
          <p:nvPicPr>
            <p:cNvPr id="228" name="Picture 227">
              <a:extLst>
                <a:ext uri="{FF2B5EF4-FFF2-40B4-BE49-F238E27FC236}">
                  <a16:creationId xmlns:a16="http://schemas.microsoft.com/office/drawing/2014/main" id="{ADB0C4D6-0ABF-6BE5-2DA7-AE81FBF53287}"/>
                </a:ext>
              </a:extLst>
            </p:cNvPr>
            <p:cNvPicPr>
              <a:picLocks noChangeAspect="1"/>
            </p:cNvPicPr>
            <p:nvPr/>
          </p:nvPicPr>
          <p:blipFill>
            <a:blip r:embed="rId13"/>
            <a:stretch>
              <a:fillRect/>
            </a:stretch>
          </p:blipFill>
          <p:spPr>
            <a:xfrm>
              <a:off x="7777020" y="2629546"/>
              <a:ext cx="778200" cy="778200"/>
            </a:xfrm>
            <a:prstGeom prst="rect">
              <a:avLst/>
            </a:prstGeom>
          </p:spPr>
        </p:pic>
      </p:grpSp>
      <p:sp>
        <p:nvSpPr>
          <p:cNvPr id="139" name="Rectangle: Rounded Corners 138">
            <a:extLst>
              <a:ext uri="{FF2B5EF4-FFF2-40B4-BE49-F238E27FC236}">
                <a16:creationId xmlns:a16="http://schemas.microsoft.com/office/drawing/2014/main" id="{FDFB944F-498E-1CE4-786A-E2D95512688E}"/>
              </a:ext>
            </a:extLst>
          </p:cNvPr>
          <p:cNvSpPr/>
          <p:nvPr/>
        </p:nvSpPr>
        <p:spPr>
          <a:xfrm rot="5400000">
            <a:off x="7573566" y="3186516"/>
            <a:ext cx="432000"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pic>
        <p:nvPicPr>
          <p:cNvPr id="242" name="Picture 241" descr="A yellow hand pointing up&#10;&#10;AI-generated content may be incorrect.">
            <a:extLst>
              <a:ext uri="{FF2B5EF4-FFF2-40B4-BE49-F238E27FC236}">
                <a16:creationId xmlns:a16="http://schemas.microsoft.com/office/drawing/2014/main" id="{EB4F9506-596D-DB5D-EB29-1E3DFA0B2342}"/>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739946" y="6420432"/>
            <a:ext cx="663866" cy="663866"/>
          </a:xfrm>
          <a:prstGeom prst="rect">
            <a:avLst/>
          </a:prstGeom>
        </p:spPr>
      </p:pic>
    </p:spTree>
    <p:extLst>
      <p:ext uri="{BB962C8B-B14F-4D97-AF65-F5344CB8AC3E}">
        <p14:creationId xmlns:p14="http://schemas.microsoft.com/office/powerpoint/2010/main" val="7170067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242"/>
                                        </p:tgtEl>
                                        <p:attrNameLst>
                                          <p:attrName>style.visibility</p:attrName>
                                        </p:attrNameLst>
                                      </p:cBhvr>
                                      <p:to>
                                        <p:strVal val="visible"/>
                                      </p:to>
                                    </p:set>
                                  </p:childTnLst>
                                </p:cTn>
                              </p:par>
                            </p:childTnLst>
                          </p:cTn>
                        </p:par>
                        <p:par>
                          <p:cTn id="7" fill="hold">
                            <p:stCondLst>
                              <p:cond delay="500"/>
                            </p:stCondLst>
                            <p:childTnLst>
                              <p:par>
                                <p:cTn id="8" presetID="32" presetClass="emph" presetSubtype="0" fill="hold" nodeType="afterEffect">
                                  <p:stCondLst>
                                    <p:cond delay="0"/>
                                  </p:stCondLst>
                                  <p:childTnLst>
                                    <p:animRot by="120000">
                                      <p:cBhvr>
                                        <p:cTn id="9" dur="100" fill="hold">
                                          <p:stCondLst>
                                            <p:cond delay="0"/>
                                          </p:stCondLst>
                                        </p:cTn>
                                        <p:tgtEl>
                                          <p:spTgt spid="242"/>
                                        </p:tgtEl>
                                        <p:attrNameLst>
                                          <p:attrName>r</p:attrName>
                                        </p:attrNameLst>
                                      </p:cBhvr>
                                    </p:animRot>
                                    <p:animRot by="-240000">
                                      <p:cBhvr>
                                        <p:cTn id="10" dur="200" fill="hold">
                                          <p:stCondLst>
                                            <p:cond delay="200"/>
                                          </p:stCondLst>
                                        </p:cTn>
                                        <p:tgtEl>
                                          <p:spTgt spid="242"/>
                                        </p:tgtEl>
                                        <p:attrNameLst>
                                          <p:attrName>r</p:attrName>
                                        </p:attrNameLst>
                                      </p:cBhvr>
                                    </p:animRot>
                                    <p:animRot by="240000">
                                      <p:cBhvr>
                                        <p:cTn id="11" dur="200" fill="hold">
                                          <p:stCondLst>
                                            <p:cond delay="400"/>
                                          </p:stCondLst>
                                        </p:cTn>
                                        <p:tgtEl>
                                          <p:spTgt spid="242"/>
                                        </p:tgtEl>
                                        <p:attrNameLst>
                                          <p:attrName>r</p:attrName>
                                        </p:attrNameLst>
                                      </p:cBhvr>
                                    </p:animRot>
                                    <p:animRot by="-240000">
                                      <p:cBhvr>
                                        <p:cTn id="12" dur="200" fill="hold">
                                          <p:stCondLst>
                                            <p:cond delay="600"/>
                                          </p:stCondLst>
                                        </p:cTn>
                                        <p:tgtEl>
                                          <p:spTgt spid="242"/>
                                        </p:tgtEl>
                                        <p:attrNameLst>
                                          <p:attrName>r</p:attrName>
                                        </p:attrNameLst>
                                      </p:cBhvr>
                                    </p:animRot>
                                    <p:animRot by="120000">
                                      <p:cBhvr>
                                        <p:cTn id="13" dur="200" fill="hold">
                                          <p:stCondLst>
                                            <p:cond delay="800"/>
                                          </p:stCondLst>
                                        </p:cTn>
                                        <p:tgtEl>
                                          <p:spTgt spid="24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DEB21-2CEF-71A6-73D2-3C9F030D51D5}"/>
            </a:ext>
          </a:extLst>
        </p:cNvPr>
        <p:cNvGrpSpPr/>
        <p:nvPr/>
      </p:nvGrpSpPr>
      <p:grpSpPr>
        <a:xfrm>
          <a:off x="0" y="0"/>
          <a:ext cx="0" cy="0"/>
          <a:chOff x="0" y="0"/>
          <a:chExt cx="0" cy="0"/>
        </a:xfrm>
      </p:grpSpPr>
      <p:grpSp>
        <p:nvGrpSpPr>
          <p:cNvPr id="166" name="Group 165">
            <a:extLst>
              <a:ext uri="{FF2B5EF4-FFF2-40B4-BE49-F238E27FC236}">
                <a16:creationId xmlns:a16="http://schemas.microsoft.com/office/drawing/2014/main" id="{46A74CD6-A025-6699-A36E-51B266AF5992}"/>
              </a:ext>
            </a:extLst>
          </p:cNvPr>
          <p:cNvGrpSpPr/>
          <p:nvPr/>
        </p:nvGrpSpPr>
        <p:grpSpPr>
          <a:xfrm>
            <a:off x="107366" y="3611407"/>
            <a:ext cx="3720247" cy="1331334"/>
            <a:chOff x="132499" y="675272"/>
            <a:chExt cx="3720247" cy="1331334"/>
          </a:xfrm>
        </p:grpSpPr>
        <p:grpSp>
          <p:nvGrpSpPr>
            <p:cNvPr id="167" name="Group 166">
              <a:extLst>
                <a:ext uri="{FF2B5EF4-FFF2-40B4-BE49-F238E27FC236}">
                  <a16:creationId xmlns:a16="http://schemas.microsoft.com/office/drawing/2014/main" id="{47348E3F-94D4-97AA-1F83-251E86085629}"/>
                </a:ext>
              </a:extLst>
            </p:cNvPr>
            <p:cNvGrpSpPr/>
            <p:nvPr/>
          </p:nvGrpSpPr>
          <p:grpSpPr>
            <a:xfrm>
              <a:off x="132499" y="675272"/>
              <a:ext cx="3720247" cy="1331334"/>
              <a:chOff x="103998" y="1586574"/>
              <a:chExt cx="3720247" cy="1331334"/>
            </a:xfrm>
          </p:grpSpPr>
          <p:sp>
            <p:nvSpPr>
              <p:cNvPr id="169" name="Rectangle: Rounded Corners 168">
                <a:extLst>
                  <a:ext uri="{FF2B5EF4-FFF2-40B4-BE49-F238E27FC236}">
                    <a16:creationId xmlns:a16="http://schemas.microsoft.com/office/drawing/2014/main" id="{4C11BB2F-1869-15F4-858A-D669C784C982}"/>
                  </a:ext>
                </a:extLst>
              </p:cNvPr>
              <p:cNvSpPr/>
              <p:nvPr/>
            </p:nvSpPr>
            <p:spPr>
              <a:xfrm>
                <a:off x="103998" y="1586574"/>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170" name="Group 169">
                <a:extLst>
                  <a:ext uri="{FF2B5EF4-FFF2-40B4-BE49-F238E27FC236}">
                    <a16:creationId xmlns:a16="http://schemas.microsoft.com/office/drawing/2014/main" id="{CEEA368E-06DB-7825-AD30-74CDDC6718AF}"/>
                  </a:ext>
                </a:extLst>
              </p:cNvPr>
              <p:cNvGrpSpPr/>
              <p:nvPr/>
            </p:nvGrpSpPr>
            <p:grpSpPr>
              <a:xfrm>
                <a:off x="137199" y="1612840"/>
                <a:ext cx="3661914" cy="1261007"/>
                <a:chOff x="137199" y="1612840"/>
                <a:chExt cx="3661914" cy="1261007"/>
              </a:xfrm>
            </p:grpSpPr>
            <p:sp>
              <p:nvSpPr>
                <p:cNvPr id="171" name="TextBox 170">
                  <a:extLst>
                    <a:ext uri="{FF2B5EF4-FFF2-40B4-BE49-F238E27FC236}">
                      <a16:creationId xmlns:a16="http://schemas.microsoft.com/office/drawing/2014/main" id="{1C3B9DF3-F091-7450-732E-C8BDEB7B1DF1}"/>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172" name="Group 171">
                  <a:extLst>
                    <a:ext uri="{FF2B5EF4-FFF2-40B4-BE49-F238E27FC236}">
                      <a16:creationId xmlns:a16="http://schemas.microsoft.com/office/drawing/2014/main" id="{8DB87C5E-7B5B-5EEC-BEDA-2B38AA873259}"/>
                    </a:ext>
                  </a:extLst>
                </p:cNvPr>
                <p:cNvGrpSpPr/>
                <p:nvPr/>
              </p:nvGrpSpPr>
              <p:grpSpPr>
                <a:xfrm>
                  <a:off x="137199" y="1612840"/>
                  <a:ext cx="3230564" cy="1261007"/>
                  <a:chOff x="137199" y="1612840"/>
                  <a:chExt cx="3230564" cy="1261007"/>
                </a:xfrm>
              </p:grpSpPr>
              <p:pic>
                <p:nvPicPr>
                  <p:cNvPr id="173" name="Picture 172">
                    <a:extLst>
                      <a:ext uri="{FF2B5EF4-FFF2-40B4-BE49-F238E27FC236}">
                        <a16:creationId xmlns:a16="http://schemas.microsoft.com/office/drawing/2014/main" id="{7C92EC59-A0EA-7565-AB02-38D91000AA1E}"/>
                      </a:ext>
                    </a:extLst>
                  </p:cNvPr>
                  <p:cNvPicPr>
                    <a:picLocks noChangeAspect="1"/>
                  </p:cNvPicPr>
                  <p:nvPr/>
                </p:nvPicPr>
                <p:blipFill>
                  <a:blip r:embed="rId3"/>
                  <a:stretch>
                    <a:fillRect/>
                  </a:stretch>
                </p:blipFill>
                <p:spPr>
                  <a:xfrm>
                    <a:off x="248797" y="2006940"/>
                    <a:ext cx="1605062" cy="805533"/>
                  </a:xfrm>
                  <a:prstGeom prst="rect">
                    <a:avLst/>
                  </a:prstGeom>
                  <a:ln>
                    <a:noFill/>
                  </a:ln>
                </p:spPr>
              </p:pic>
              <p:sp>
                <p:nvSpPr>
                  <p:cNvPr id="174" name="TextBox 173">
                    <a:hlinkClick r:id="rId4" action="ppaction://hlinksldjump"/>
                    <a:extLst>
                      <a:ext uri="{FF2B5EF4-FFF2-40B4-BE49-F238E27FC236}">
                        <a16:creationId xmlns:a16="http://schemas.microsoft.com/office/drawing/2014/main" id="{3247A5FB-5D94-C22A-0A6C-EACDF5BB8940}"/>
                      </a:ext>
                    </a:extLst>
                  </p:cNvPr>
                  <p:cNvSpPr txBox="1"/>
                  <p:nvPr/>
                </p:nvSpPr>
                <p:spPr>
                  <a:xfrm>
                    <a:off x="137199" y="1612840"/>
                    <a:ext cx="1888340" cy="369332"/>
                  </a:xfrm>
                  <a:prstGeom prst="rect">
                    <a:avLst/>
                  </a:prstGeom>
                  <a:noFill/>
                </p:spPr>
                <p:txBody>
                  <a:bodyPr wrap="square" rtlCol="0">
                    <a:spAutoFit/>
                  </a:bodyPr>
                  <a:lstStyle/>
                  <a:p>
                    <a:r>
                      <a:rPr lang="en-SG" b="1" dirty="0">
                        <a:solidFill>
                          <a:schemeClr val="tx2">
                            <a:lumMod val="50000"/>
                          </a:schemeClr>
                        </a:solidFill>
                      </a:rPr>
                      <a:t>Roaring Thunder</a:t>
                    </a:r>
                  </a:p>
                </p:txBody>
              </p:sp>
              <p:sp>
                <p:nvSpPr>
                  <p:cNvPr id="175" name="TextBox 174">
                    <a:extLst>
                      <a:ext uri="{FF2B5EF4-FFF2-40B4-BE49-F238E27FC236}">
                        <a16:creationId xmlns:a16="http://schemas.microsoft.com/office/drawing/2014/main" id="{496D88D0-8E2B-CDE3-CC12-AC7A9C8BA3DF}"/>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pic>
                <p:nvPicPr>
                  <p:cNvPr id="176" name="Picture 175" descr="A red person silhouette on a black background&#10;&#10;AI-generated content may be incorrect.">
                    <a:extLst>
                      <a:ext uri="{FF2B5EF4-FFF2-40B4-BE49-F238E27FC236}">
                        <a16:creationId xmlns:a16="http://schemas.microsoft.com/office/drawing/2014/main" id="{41A4C7E5-46C6-2575-8EB3-6D78C0A0D2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16734" y="1900571"/>
                    <a:ext cx="451029" cy="451029"/>
                  </a:xfrm>
                  <a:prstGeom prst="rect">
                    <a:avLst/>
                  </a:prstGeom>
                </p:spPr>
              </p:pic>
              <p:pic>
                <p:nvPicPr>
                  <p:cNvPr id="177" name="Picture 176" descr="A red person silhouette on a black background&#10;&#10;AI-generated content may be incorrect.">
                    <a:extLst>
                      <a:ext uri="{FF2B5EF4-FFF2-40B4-BE49-F238E27FC236}">
                        <a16:creationId xmlns:a16="http://schemas.microsoft.com/office/drawing/2014/main" id="{689AB98E-6698-DF6E-D035-12DFCB4B210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94573" y="1900572"/>
                    <a:ext cx="451029" cy="451029"/>
                  </a:xfrm>
                  <a:prstGeom prst="rect">
                    <a:avLst/>
                  </a:prstGeom>
                </p:spPr>
              </p:pic>
              <p:pic>
                <p:nvPicPr>
                  <p:cNvPr id="178" name="Picture 177" descr="A red person silhouette on a black background&#10;&#10;AI-generated content may be incorrect.">
                    <a:extLst>
                      <a:ext uri="{FF2B5EF4-FFF2-40B4-BE49-F238E27FC236}">
                        <a16:creationId xmlns:a16="http://schemas.microsoft.com/office/drawing/2014/main" id="{EAABA05F-3629-659B-75C7-0DF5572202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41997" y="1900571"/>
                    <a:ext cx="451029" cy="451029"/>
                  </a:xfrm>
                  <a:prstGeom prst="rect">
                    <a:avLst/>
                  </a:prstGeom>
                </p:spPr>
              </p:pic>
              <p:pic>
                <p:nvPicPr>
                  <p:cNvPr id="179" name="Picture 178" descr="A red person silhouette on a black background&#10;&#10;AI-generated content may be incorrect.">
                    <a:extLst>
                      <a:ext uri="{FF2B5EF4-FFF2-40B4-BE49-F238E27FC236}">
                        <a16:creationId xmlns:a16="http://schemas.microsoft.com/office/drawing/2014/main" id="{AC42C14A-399A-DCE5-32A9-3BCAB2EC8E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69310" y="1901767"/>
                    <a:ext cx="451029" cy="451029"/>
                  </a:xfrm>
                  <a:prstGeom prst="rect">
                    <a:avLst/>
                  </a:prstGeom>
                </p:spPr>
              </p:pic>
              <p:sp>
                <p:nvSpPr>
                  <p:cNvPr id="180" name="TextBox 179">
                    <a:extLst>
                      <a:ext uri="{FF2B5EF4-FFF2-40B4-BE49-F238E27FC236}">
                        <a16:creationId xmlns:a16="http://schemas.microsoft.com/office/drawing/2014/main" id="{D4954894-9053-A1BF-718E-B0D3235235D3}"/>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4"/>
                        </a:solidFill>
                      </a:rPr>
                      <a:t>~ 50 mins</a:t>
                    </a:r>
                  </a:p>
                </p:txBody>
              </p:sp>
            </p:grpSp>
          </p:grpSp>
        </p:grpSp>
        <p:sp>
          <p:nvSpPr>
            <p:cNvPr id="168" name="TextBox 167">
              <a:hlinkClick r:id="rId4" action="ppaction://hlinksldjump"/>
              <a:extLst>
                <a:ext uri="{FF2B5EF4-FFF2-40B4-BE49-F238E27FC236}">
                  <a16:creationId xmlns:a16="http://schemas.microsoft.com/office/drawing/2014/main" id="{BB604D35-EB31-3518-1CEA-5422BB5E4226}"/>
                </a:ext>
              </a:extLst>
            </p:cNvPr>
            <p:cNvSpPr txBox="1"/>
            <p:nvPr/>
          </p:nvSpPr>
          <p:spPr>
            <a:xfrm>
              <a:off x="277298" y="1070870"/>
              <a:ext cx="1608909" cy="830265"/>
            </a:xfrm>
            <a:prstGeom prst="rect">
              <a:avLst/>
            </a:prstGeom>
            <a:noFill/>
            <a:ln>
              <a:solidFill>
                <a:srgbClr val="2F3C7E"/>
              </a:solidFill>
            </a:ln>
          </p:spPr>
          <p:txBody>
            <a:bodyPr wrap="square" rtlCol="0">
              <a:spAutoFit/>
            </a:bodyPr>
            <a:lstStyle/>
            <a:p>
              <a:endParaRPr lang="en-SG" dirty="0"/>
            </a:p>
          </p:txBody>
        </p:sp>
      </p:grpSp>
      <p:sp>
        <p:nvSpPr>
          <p:cNvPr id="207" name="Rectangle 206">
            <a:extLst>
              <a:ext uri="{FF2B5EF4-FFF2-40B4-BE49-F238E27FC236}">
                <a16:creationId xmlns:a16="http://schemas.microsoft.com/office/drawing/2014/main" id="{67AC9D20-83D8-6BEC-27A1-5DDC148347D0}"/>
              </a:ext>
            </a:extLst>
          </p:cNvPr>
          <p:cNvSpPr/>
          <p:nvPr/>
        </p:nvSpPr>
        <p:spPr>
          <a:xfrm>
            <a:off x="0" y="4211669"/>
            <a:ext cx="3216643" cy="2646331"/>
          </a:xfrm>
          <a:prstGeom prst="rect">
            <a:avLst/>
          </a:prstGeom>
          <a:solidFill>
            <a:schemeClr val="bg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43" name="Group 342">
            <a:extLst>
              <a:ext uri="{FF2B5EF4-FFF2-40B4-BE49-F238E27FC236}">
                <a16:creationId xmlns:a16="http://schemas.microsoft.com/office/drawing/2014/main" id="{BF6498E3-C949-CCD6-D079-8F6925D788AB}"/>
              </a:ext>
            </a:extLst>
          </p:cNvPr>
          <p:cNvGrpSpPr/>
          <p:nvPr/>
        </p:nvGrpSpPr>
        <p:grpSpPr>
          <a:xfrm>
            <a:off x="7894507" y="3172316"/>
            <a:ext cx="4297493" cy="1304616"/>
            <a:chOff x="7894507" y="3172316"/>
            <a:chExt cx="4297493" cy="1304616"/>
          </a:xfrm>
        </p:grpSpPr>
        <p:grpSp>
          <p:nvGrpSpPr>
            <p:cNvPr id="324" name="Group 323">
              <a:extLst>
                <a:ext uri="{FF2B5EF4-FFF2-40B4-BE49-F238E27FC236}">
                  <a16:creationId xmlns:a16="http://schemas.microsoft.com/office/drawing/2014/main" id="{F5CE9C38-5620-58E4-5833-BCDD66ED36B8}"/>
                </a:ext>
              </a:extLst>
            </p:cNvPr>
            <p:cNvGrpSpPr/>
            <p:nvPr/>
          </p:nvGrpSpPr>
          <p:grpSpPr>
            <a:xfrm>
              <a:off x="7894507" y="3172316"/>
              <a:ext cx="4297493" cy="1304616"/>
              <a:chOff x="7894507" y="560614"/>
              <a:chExt cx="4297493" cy="1304616"/>
            </a:xfrm>
          </p:grpSpPr>
          <p:sp>
            <p:nvSpPr>
              <p:cNvPr id="325" name="Rectangle 324">
                <a:extLst>
                  <a:ext uri="{FF2B5EF4-FFF2-40B4-BE49-F238E27FC236}">
                    <a16:creationId xmlns:a16="http://schemas.microsoft.com/office/drawing/2014/main" id="{7524147A-78FA-96EE-3C42-97D5E050BC4F}"/>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26" name="Group 325">
                <a:extLst>
                  <a:ext uri="{FF2B5EF4-FFF2-40B4-BE49-F238E27FC236}">
                    <a16:creationId xmlns:a16="http://schemas.microsoft.com/office/drawing/2014/main" id="{74BE9FD1-87D2-C9E9-0F76-42D82C456519}"/>
                  </a:ext>
                </a:extLst>
              </p:cNvPr>
              <p:cNvGrpSpPr/>
              <p:nvPr/>
            </p:nvGrpSpPr>
            <p:grpSpPr>
              <a:xfrm>
                <a:off x="7930586" y="614285"/>
                <a:ext cx="3353441" cy="1177732"/>
                <a:chOff x="7930586" y="614285"/>
                <a:chExt cx="3353441" cy="1177732"/>
              </a:xfrm>
            </p:grpSpPr>
            <p:sp>
              <p:nvSpPr>
                <p:cNvPr id="327" name="TextBox 326">
                  <a:extLst>
                    <a:ext uri="{FF2B5EF4-FFF2-40B4-BE49-F238E27FC236}">
                      <a16:creationId xmlns:a16="http://schemas.microsoft.com/office/drawing/2014/main" id="{CB7A82A1-E84E-FE39-37B7-CE25A18B5A65}"/>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sp>
              <p:nvSpPr>
                <p:cNvPr id="329" name="TextBox 328">
                  <a:extLst>
                    <a:ext uri="{FF2B5EF4-FFF2-40B4-BE49-F238E27FC236}">
                      <a16:creationId xmlns:a16="http://schemas.microsoft.com/office/drawing/2014/main" id="{61ECE1F9-8BBF-72DD-ABAD-AC1A7D6C4E17}"/>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330" name="TextBox 329">
                  <a:extLst>
                    <a:ext uri="{FF2B5EF4-FFF2-40B4-BE49-F238E27FC236}">
                      <a16:creationId xmlns:a16="http://schemas.microsoft.com/office/drawing/2014/main" id="{9D2CB897-3B64-3B1D-5586-D29A8187DDE0}"/>
                    </a:ext>
                  </a:extLst>
                </p:cNvPr>
                <p:cNvSpPr txBox="1"/>
                <p:nvPr/>
              </p:nvSpPr>
              <p:spPr>
                <a:xfrm>
                  <a:off x="7930586" y="614285"/>
                  <a:ext cx="1826192" cy="646331"/>
                </a:xfrm>
                <a:prstGeom prst="rect">
                  <a:avLst/>
                </a:prstGeom>
                <a:noFill/>
              </p:spPr>
              <p:txBody>
                <a:bodyPr wrap="square" rtlCol="0">
                  <a:spAutoFit/>
                </a:bodyPr>
                <a:lstStyle/>
                <a:p>
                  <a:r>
                    <a:rPr lang="en-SG" b="1" dirty="0">
                      <a:solidFill>
                        <a:schemeClr val="tx2">
                          <a:lumMod val="50000"/>
                        </a:schemeClr>
                      </a:solidFill>
                    </a:rPr>
                    <a:t>Cirque Du Lune</a:t>
                  </a:r>
                </a:p>
                <a:p>
                  <a:endParaRPr lang="en-SG" b="1" dirty="0">
                    <a:solidFill>
                      <a:schemeClr val="tx2">
                        <a:lumMod val="50000"/>
                      </a:schemeClr>
                    </a:solidFill>
                  </a:endParaRPr>
                </a:p>
              </p:txBody>
            </p:sp>
            <p:sp>
              <p:nvSpPr>
                <p:cNvPr id="331" name="TextBox 330">
                  <a:extLst>
                    <a:ext uri="{FF2B5EF4-FFF2-40B4-BE49-F238E27FC236}">
                      <a16:creationId xmlns:a16="http://schemas.microsoft.com/office/drawing/2014/main" id="{1DF82682-5321-49B4-B619-F92B88355F93}"/>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332" name="TextBox 331">
                  <a:extLst>
                    <a:ext uri="{FF2B5EF4-FFF2-40B4-BE49-F238E27FC236}">
                      <a16:creationId xmlns:a16="http://schemas.microsoft.com/office/drawing/2014/main" id="{799F9BEB-CEDC-E459-EEBA-9FD1DE724DF2}"/>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12:00 PM</a:t>
                  </a:r>
                </a:p>
              </p:txBody>
            </p:sp>
            <p:sp>
              <p:nvSpPr>
                <p:cNvPr id="333" name="TextBox 332">
                  <a:extLst>
                    <a:ext uri="{FF2B5EF4-FFF2-40B4-BE49-F238E27FC236}">
                      <a16:creationId xmlns:a16="http://schemas.microsoft.com/office/drawing/2014/main" id="{03895519-CB59-C2B8-FC07-9BB17B61365E}"/>
                    </a:ext>
                  </a:extLst>
                </p:cNvPr>
                <p:cNvSpPr txBox="1"/>
                <p:nvPr/>
              </p:nvSpPr>
              <p:spPr>
                <a:xfrm>
                  <a:off x="10046183" y="1449798"/>
                  <a:ext cx="1237844" cy="307777"/>
                </a:xfrm>
                <a:prstGeom prst="rect">
                  <a:avLst/>
                </a:prstGeom>
                <a:noFill/>
              </p:spPr>
              <p:txBody>
                <a:bodyPr wrap="square" rtlCol="0">
                  <a:spAutoFit/>
                </a:bodyPr>
                <a:lstStyle/>
                <a:p>
                  <a:r>
                    <a:rPr lang="en-SG" sz="1400" b="1" dirty="0">
                      <a:solidFill>
                        <a:schemeClr val="accent1"/>
                      </a:solidFill>
                    </a:rPr>
                    <a:t>Circus Circle</a:t>
                  </a:r>
                </a:p>
              </p:txBody>
            </p:sp>
          </p:grpSp>
        </p:grpSp>
        <p:pic>
          <p:nvPicPr>
            <p:cNvPr id="342" name="Picture 341">
              <a:extLst>
                <a:ext uri="{FF2B5EF4-FFF2-40B4-BE49-F238E27FC236}">
                  <a16:creationId xmlns:a16="http://schemas.microsoft.com/office/drawing/2014/main" id="{762F2537-8997-EE12-6157-9D5DB1B8D827}"/>
                </a:ext>
              </a:extLst>
            </p:cNvPr>
            <p:cNvPicPr>
              <a:picLocks noChangeAspect="1"/>
            </p:cNvPicPr>
            <p:nvPr/>
          </p:nvPicPr>
          <p:blipFill>
            <a:blip r:embed="rId6"/>
            <a:stretch>
              <a:fillRect/>
            </a:stretch>
          </p:blipFill>
          <p:spPr>
            <a:xfrm>
              <a:off x="8417093" y="3594914"/>
              <a:ext cx="813824" cy="813824"/>
            </a:xfrm>
            <a:prstGeom prst="rect">
              <a:avLst/>
            </a:prstGeom>
          </p:spPr>
        </p:pic>
      </p:grpSp>
      <p:grpSp>
        <p:nvGrpSpPr>
          <p:cNvPr id="284" name="Group 283">
            <a:extLst>
              <a:ext uri="{FF2B5EF4-FFF2-40B4-BE49-F238E27FC236}">
                <a16:creationId xmlns:a16="http://schemas.microsoft.com/office/drawing/2014/main" id="{BB2DA6D4-256E-590F-9EE9-544BF148B9EF}"/>
              </a:ext>
            </a:extLst>
          </p:cNvPr>
          <p:cNvGrpSpPr/>
          <p:nvPr/>
        </p:nvGrpSpPr>
        <p:grpSpPr>
          <a:xfrm>
            <a:off x="4064481" y="3594815"/>
            <a:ext cx="3720247" cy="1331334"/>
            <a:chOff x="4205770" y="3536881"/>
            <a:chExt cx="3720247" cy="1331334"/>
          </a:xfrm>
        </p:grpSpPr>
        <p:grpSp>
          <p:nvGrpSpPr>
            <p:cNvPr id="267" name="Group 266">
              <a:extLst>
                <a:ext uri="{FF2B5EF4-FFF2-40B4-BE49-F238E27FC236}">
                  <a16:creationId xmlns:a16="http://schemas.microsoft.com/office/drawing/2014/main" id="{350A6265-29CB-E309-5FA2-1AFC895BECB0}"/>
                </a:ext>
              </a:extLst>
            </p:cNvPr>
            <p:cNvGrpSpPr/>
            <p:nvPr/>
          </p:nvGrpSpPr>
          <p:grpSpPr>
            <a:xfrm>
              <a:off x="4205770" y="3536881"/>
              <a:ext cx="3720247" cy="1331334"/>
              <a:chOff x="4100301" y="701538"/>
              <a:chExt cx="3720247" cy="1331334"/>
            </a:xfrm>
          </p:grpSpPr>
          <p:grpSp>
            <p:nvGrpSpPr>
              <p:cNvPr id="269" name="Group 268">
                <a:extLst>
                  <a:ext uri="{FF2B5EF4-FFF2-40B4-BE49-F238E27FC236}">
                    <a16:creationId xmlns:a16="http://schemas.microsoft.com/office/drawing/2014/main" id="{A4A295F3-3EE2-26D7-8A50-DAF121EB4A16}"/>
                  </a:ext>
                </a:extLst>
              </p:cNvPr>
              <p:cNvGrpSpPr/>
              <p:nvPr/>
            </p:nvGrpSpPr>
            <p:grpSpPr>
              <a:xfrm>
                <a:off x="4100301" y="701538"/>
                <a:ext cx="3720247" cy="1331334"/>
                <a:chOff x="107367" y="676770"/>
                <a:chExt cx="3720247" cy="1331334"/>
              </a:xfrm>
            </p:grpSpPr>
            <p:grpSp>
              <p:nvGrpSpPr>
                <p:cNvPr id="271" name="Group 270">
                  <a:extLst>
                    <a:ext uri="{FF2B5EF4-FFF2-40B4-BE49-F238E27FC236}">
                      <a16:creationId xmlns:a16="http://schemas.microsoft.com/office/drawing/2014/main" id="{4CD086B3-7433-2E92-05CD-F09C015C33EE}"/>
                    </a:ext>
                  </a:extLst>
                </p:cNvPr>
                <p:cNvGrpSpPr/>
                <p:nvPr/>
              </p:nvGrpSpPr>
              <p:grpSpPr>
                <a:xfrm>
                  <a:off x="107367" y="676770"/>
                  <a:ext cx="3720247" cy="1331334"/>
                  <a:chOff x="78866" y="1588072"/>
                  <a:chExt cx="3720247" cy="1331334"/>
                </a:xfrm>
              </p:grpSpPr>
              <p:sp>
                <p:nvSpPr>
                  <p:cNvPr id="273" name="Rectangle: Rounded Corners 272">
                    <a:extLst>
                      <a:ext uri="{FF2B5EF4-FFF2-40B4-BE49-F238E27FC236}">
                        <a16:creationId xmlns:a16="http://schemas.microsoft.com/office/drawing/2014/main" id="{6C41525A-7764-925B-C9E3-751D29885CCC}"/>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a:t>`</a:t>
                    </a:r>
                    <a:endParaRPr lang="en-SG" dirty="0"/>
                  </a:p>
                </p:txBody>
              </p:sp>
              <p:grpSp>
                <p:nvGrpSpPr>
                  <p:cNvPr id="274" name="Group 273">
                    <a:extLst>
                      <a:ext uri="{FF2B5EF4-FFF2-40B4-BE49-F238E27FC236}">
                        <a16:creationId xmlns:a16="http://schemas.microsoft.com/office/drawing/2014/main" id="{6A304DD5-5B6A-9DCD-9A34-546DA72D34D4}"/>
                      </a:ext>
                    </a:extLst>
                  </p:cNvPr>
                  <p:cNvGrpSpPr/>
                  <p:nvPr/>
                </p:nvGrpSpPr>
                <p:grpSpPr>
                  <a:xfrm>
                    <a:off x="159359" y="1612729"/>
                    <a:ext cx="3639754" cy="1261118"/>
                    <a:chOff x="159359" y="1612729"/>
                    <a:chExt cx="3639754" cy="1261118"/>
                  </a:xfrm>
                </p:grpSpPr>
                <p:sp>
                  <p:nvSpPr>
                    <p:cNvPr id="275" name="TextBox 274">
                      <a:extLst>
                        <a:ext uri="{FF2B5EF4-FFF2-40B4-BE49-F238E27FC236}">
                          <a16:creationId xmlns:a16="http://schemas.microsoft.com/office/drawing/2014/main" id="{A95E5264-544E-2341-43AF-FBF70FB4548B}"/>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76" name="Group 275">
                      <a:extLst>
                        <a:ext uri="{FF2B5EF4-FFF2-40B4-BE49-F238E27FC236}">
                          <a16:creationId xmlns:a16="http://schemas.microsoft.com/office/drawing/2014/main" id="{6E92C51A-1121-CDFD-274A-C339DD7FD819}"/>
                        </a:ext>
                      </a:extLst>
                    </p:cNvPr>
                    <p:cNvGrpSpPr/>
                    <p:nvPr/>
                  </p:nvGrpSpPr>
                  <p:grpSpPr>
                    <a:xfrm>
                      <a:off x="159359" y="1612729"/>
                      <a:ext cx="2971657" cy="1261118"/>
                      <a:chOff x="159359" y="1612729"/>
                      <a:chExt cx="2971657" cy="1261118"/>
                    </a:xfrm>
                  </p:grpSpPr>
                  <p:sp>
                    <p:nvSpPr>
                      <p:cNvPr id="277" name="TextBox 276">
                        <a:extLst>
                          <a:ext uri="{FF2B5EF4-FFF2-40B4-BE49-F238E27FC236}">
                            <a16:creationId xmlns:a16="http://schemas.microsoft.com/office/drawing/2014/main" id="{11574438-D612-C6FD-A786-8C102EBD9544}"/>
                          </a:ext>
                        </a:extLst>
                      </p:cNvPr>
                      <p:cNvSpPr txBox="1"/>
                      <p:nvPr/>
                    </p:nvSpPr>
                    <p:spPr>
                      <a:xfrm>
                        <a:off x="159359" y="1612729"/>
                        <a:ext cx="1556953" cy="369332"/>
                      </a:xfrm>
                      <a:prstGeom prst="rect">
                        <a:avLst/>
                      </a:prstGeom>
                      <a:noFill/>
                    </p:spPr>
                    <p:txBody>
                      <a:bodyPr wrap="square" rtlCol="0">
                        <a:spAutoFit/>
                      </a:bodyPr>
                      <a:lstStyle/>
                      <a:p>
                        <a:r>
                          <a:rPr lang="en-SG" b="1" dirty="0">
                            <a:solidFill>
                              <a:schemeClr val="tx2">
                                <a:lumMod val="50000"/>
                              </a:schemeClr>
                            </a:solidFill>
                          </a:rPr>
                          <a:t>Bakes n Love</a:t>
                        </a:r>
                      </a:p>
                    </p:txBody>
                  </p:sp>
                  <p:sp>
                    <p:nvSpPr>
                      <p:cNvPr id="278" name="TextBox 277">
                        <a:extLst>
                          <a:ext uri="{FF2B5EF4-FFF2-40B4-BE49-F238E27FC236}">
                            <a16:creationId xmlns:a16="http://schemas.microsoft.com/office/drawing/2014/main" id="{2BA537D6-5F2F-CD49-8556-5DD490CE4CD2}"/>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79" name="TextBox 278">
                        <a:extLst>
                          <a:ext uri="{FF2B5EF4-FFF2-40B4-BE49-F238E27FC236}">
                            <a16:creationId xmlns:a16="http://schemas.microsoft.com/office/drawing/2014/main" id="{E51C78C3-F99D-3C6C-B28A-5885E3E9A8CA}"/>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&lt;1 min</a:t>
                        </a:r>
                      </a:p>
                    </p:txBody>
                  </p:sp>
                </p:grpSp>
              </p:grpSp>
            </p:grpSp>
            <p:sp>
              <p:nvSpPr>
                <p:cNvPr id="272" name="TextBox 271">
                  <a:extLst>
                    <a:ext uri="{FF2B5EF4-FFF2-40B4-BE49-F238E27FC236}">
                      <a16:creationId xmlns:a16="http://schemas.microsoft.com/office/drawing/2014/main" id="{60FC7941-A246-D678-E963-47B4CB5AA48E}"/>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270" name="Picture 269" descr="A green person silhouette on a black background&#10;&#10;AI-generated content may be incorrect.">
                <a:extLst>
                  <a:ext uri="{FF2B5EF4-FFF2-40B4-BE49-F238E27FC236}">
                    <a16:creationId xmlns:a16="http://schemas.microsoft.com/office/drawing/2014/main" id="{A34377B0-C421-66C2-9240-465179393C3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283" name="Picture 282">
              <a:extLst>
                <a:ext uri="{FF2B5EF4-FFF2-40B4-BE49-F238E27FC236}">
                  <a16:creationId xmlns:a16="http://schemas.microsoft.com/office/drawing/2014/main" id="{56CE651A-7CC5-DB60-F708-7395DCE83C4A}"/>
                </a:ext>
              </a:extLst>
            </p:cNvPr>
            <p:cNvPicPr>
              <a:picLocks noChangeAspect="1"/>
            </p:cNvPicPr>
            <p:nvPr/>
          </p:nvPicPr>
          <p:blipFill>
            <a:blip r:embed="rId8"/>
            <a:stretch>
              <a:fillRect/>
            </a:stretch>
          </p:blipFill>
          <p:spPr>
            <a:xfrm>
              <a:off x="4788294" y="4008502"/>
              <a:ext cx="724368" cy="724368"/>
            </a:xfrm>
            <a:prstGeom prst="rect">
              <a:avLst/>
            </a:prstGeom>
          </p:spPr>
        </p:pic>
      </p:grpSp>
      <p:grpSp>
        <p:nvGrpSpPr>
          <p:cNvPr id="246" name="Group 245">
            <a:extLst>
              <a:ext uri="{FF2B5EF4-FFF2-40B4-BE49-F238E27FC236}">
                <a16:creationId xmlns:a16="http://schemas.microsoft.com/office/drawing/2014/main" id="{C23030C2-8422-3C81-6B6A-51018A66D0AA}"/>
              </a:ext>
            </a:extLst>
          </p:cNvPr>
          <p:cNvGrpSpPr/>
          <p:nvPr/>
        </p:nvGrpSpPr>
        <p:grpSpPr>
          <a:xfrm>
            <a:off x="107367" y="2156298"/>
            <a:ext cx="3720247" cy="1331334"/>
            <a:chOff x="107367" y="3598419"/>
            <a:chExt cx="3720247" cy="1331334"/>
          </a:xfrm>
        </p:grpSpPr>
        <p:grpSp>
          <p:nvGrpSpPr>
            <p:cNvPr id="245" name="Group 244">
              <a:extLst>
                <a:ext uri="{FF2B5EF4-FFF2-40B4-BE49-F238E27FC236}">
                  <a16:creationId xmlns:a16="http://schemas.microsoft.com/office/drawing/2014/main" id="{7ABD5A18-FFB1-767F-F3BC-46857C84A0AA}"/>
                </a:ext>
              </a:extLst>
            </p:cNvPr>
            <p:cNvGrpSpPr/>
            <p:nvPr/>
          </p:nvGrpSpPr>
          <p:grpSpPr>
            <a:xfrm>
              <a:off x="107367" y="3598419"/>
              <a:ext cx="3720247" cy="1331334"/>
              <a:chOff x="107367" y="3598419"/>
              <a:chExt cx="3720247" cy="1331334"/>
            </a:xfrm>
          </p:grpSpPr>
          <p:grpSp>
            <p:nvGrpSpPr>
              <p:cNvPr id="225" name="Group 224">
                <a:extLst>
                  <a:ext uri="{FF2B5EF4-FFF2-40B4-BE49-F238E27FC236}">
                    <a16:creationId xmlns:a16="http://schemas.microsoft.com/office/drawing/2014/main" id="{0F695384-C286-3F72-88FF-92F1C6DB8992}"/>
                  </a:ext>
                </a:extLst>
              </p:cNvPr>
              <p:cNvGrpSpPr/>
              <p:nvPr/>
            </p:nvGrpSpPr>
            <p:grpSpPr>
              <a:xfrm>
                <a:off x="107367" y="3598419"/>
                <a:ext cx="3720247" cy="1331334"/>
                <a:chOff x="4100301" y="701538"/>
                <a:chExt cx="3720247" cy="1331334"/>
              </a:xfrm>
            </p:grpSpPr>
            <p:grpSp>
              <p:nvGrpSpPr>
                <p:cNvPr id="227" name="Group 226">
                  <a:extLst>
                    <a:ext uri="{FF2B5EF4-FFF2-40B4-BE49-F238E27FC236}">
                      <a16:creationId xmlns:a16="http://schemas.microsoft.com/office/drawing/2014/main" id="{5FB5BADF-9E53-C5A2-8466-C64E8D6E4ADD}"/>
                    </a:ext>
                  </a:extLst>
                </p:cNvPr>
                <p:cNvGrpSpPr/>
                <p:nvPr/>
              </p:nvGrpSpPr>
              <p:grpSpPr>
                <a:xfrm>
                  <a:off x="4100301" y="701538"/>
                  <a:ext cx="3720247" cy="1331334"/>
                  <a:chOff x="107367" y="676770"/>
                  <a:chExt cx="3720247" cy="1331334"/>
                </a:xfrm>
              </p:grpSpPr>
              <p:grpSp>
                <p:nvGrpSpPr>
                  <p:cNvPr id="229" name="Group 228">
                    <a:extLst>
                      <a:ext uri="{FF2B5EF4-FFF2-40B4-BE49-F238E27FC236}">
                        <a16:creationId xmlns:a16="http://schemas.microsoft.com/office/drawing/2014/main" id="{B8CE22A9-199F-0FBA-7873-1299600348BA}"/>
                      </a:ext>
                    </a:extLst>
                  </p:cNvPr>
                  <p:cNvGrpSpPr/>
                  <p:nvPr/>
                </p:nvGrpSpPr>
                <p:grpSpPr>
                  <a:xfrm>
                    <a:off x="107367" y="676770"/>
                    <a:ext cx="3720247" cy="1331334"/>
                    <a:chOff x="78866" y="1588072"/>
                    <a:chExt cx="3720247" cy="1331334"/>
                  </a:xfrm>
                </p:grpSpPr>
                <p:sp>
                  <p:nvSpPr>
                    <p:cNvPr id="231" name="Rectangle: Rounded Corners 230">
                      <a:extLst>
                        <a:ext uri="{FF2B5EF4-FFF2-40B4-BE49-F238E27FC236}">
                          <a16:creationId xmlns:a16="http://schemas.microsoft.com/office/drawing/2014/main" id="{F4072BA3-5971-FE80-5166-79B4BCCCA49C}"/>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232" name="Group 231">
                      <a:extLst>
                        <a:ext uri="{FF2B5EF4-FFF2-40B4-BE49-F238E27FC236}">
                          <a16:creationId xmlns:a16="http://schemas.microsoft.com/office/drawing/2014/main" id="{AD09EE0A-0D48-9BCC-E149-3AAF44BE8435}"/>
                        </a:ext>
                      </a:extLst>
                    </p:cNvPr>
                    <p:cNvGrpSpPr/>
                    <p:nvPr/>
                  </p:nvGrpSpPr>
                  <p:grpSpPr>
                    <a:xfrm>
                      <a:off x="155765" y="1613114"/>
                      <a:ext cx="3643348" cy="1260733"/>
                      <a:chOff x="155765" y="1613114"/>
                      <a:chExt cx="3643348" cy="1260733"/>
                    </a:xfrm>
                  </p:grpSpPr>
                  <p:sp>
                    <p:nvSpPr>
                      <p:cNvPr id="233" name="TextBox 232">
                        <a:extLst>
                          <a:ext uri="{FF2B5EF4-FFF2-40B4-BE49-F238E27FC236}">
                            <a16:creationId xmlns:a16="http://schemas.microsoft.com/office/drawing/2014/main" id="{9DAA23BB-5C03-6679-6A26-5332EEDF0A2D}"/>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34" name="Group 233">
                        <a:extLst>
                          <a:ext uri="{FF2B5EF4-FFF2-40B4-BE49-F238E27FC236}">
                            <a16:creationId xmlns:a16="http://schemas.microsoft.com/office/drawing/2014/main" id="{A6F3FC3A-A410-CD07-A15B-B72129C23B5A}"/>
                          </a:ext>
                        </a:extLst>
                      </p:cNvPr>
                      <p:cNvGrpSpPr/>
                      <p:nvPr/>
                    </p:nvGrpSpPr>
                    <p:grpSpPr>
                      <a:xfrm>
                        <a:off x="155765" y="1613114"/>
                        <a:ext cx="2975251" cy="1260733"/>
                        <a:chOff x="155765" y="1613114"/>
                        <a:chExt cx="2975251" cy="1260733"/>
                      </a:xfrm>
                    </p:grpSpPr>
                    <p:sp>
                      <p:nvSpPr>
                        <p:cNvPr id="235" name="TextBox 234">
                          <a:extLst>
                            <a:ext uri="{FF2B5EF4-FFF2-40B4-BE49-F238E27FC236}">
                              <a16:creationId xmlns:a16="http://schemas.microsoft.com/office/drawing/2014/main" id="{EA2FA68E-96C7-24AB-0B34-BF325A94F81A}"/>
                            </a:ext>
                          </a:extLst>
                        </p:cNvPr>
                        <p:cNvSpPr txBox="1"/>
                        <p:nvPr/>
                      </p:nvSpPr>
                      <p:spPr>
                        <a:xfrm>
                          <a:off x="155765" y="1613114"/>
                          <a:ext cx="1927117" cy="369332"/>
                        </a:xfrm>
                        <a:prstGeom prst="rect">
                          <a:avLst/>
                        </a:prstGeom>
                        <a:noFill/>
                      </p:spPr>
                      <p:txBody>
                        <a:bodyPr wrap="square" rtlCol="0">
                          <a:spAutoFit/>
                        </a:bodyPr>
                        <a:lstStyle/>
                        <a:p>
                          <a:r>
                            <a:rPr lang="en-SG" b="1" dirty="0">
                              <a:solidFill>
                                <a:schemeClr val="tx2">
                                  <a:lumMod val="50000"/>
                                </a:schemeClr>
                              </a:solidFill>
                            </a:rPr>
                            <a:t>Merry Go Round</a:t>
                          </a:r>
                        </a:p>
                      </p:txBody>
                    </p:sp>
                    <p:sp>
                      <p:nvSpPr>
                        <p:cNvPr id="236" name="TextBox 235">
                          <a:extLst>
                            <a:ext uri="{FF2B5EF4-FFF2-40B4-BE49-F238E27FC236}">
                              <a16:creationId xmlns:a16="http://schemas.microsoft.com/office/drawing/2014/main" id="{F46DF26D-E462-CD50-238C-B1E4C757BEFD}"/>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37" name="TextBox 236">
                          <a:extLst>
                            <a:ext uri="{FF2B5EF4-FFF2-40B4-BE49-F238E27FC236}">
                              <a16:creationId xmlns:a16="http://schemas.microsoft.com/office/drawing/2014/main" id="{5078EBDA-6A28-E26D-8B5D-3EF2BAF83BA6}"/>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~10 mins</a:t>
                          </a:r>
                        </a:p>
                      </p:txBody>
                    </p:sp>
                  </p:grpSp>
                </p:grpSp>
              </p:grpSp>
              <p:sp>
                <p:nvSpPr>
                  <p:cNvPr id="230" name="TextBox 229">
                    <a:extLst>
                      <a:ext uri="{FF2B5EF4-FFF2-40B4-BE49-F238E27FC236}">
                        <a16:creationId xmlns:a16="http://schemas.microsoft.com/office/drawing/2014/main" id="{5EB0EAD7-BAFE-B960-8BB1-A65F0859AD85}"/>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228" name="Picture 227" descr="A green person silhouette on a black background&#10;&#10;AI-generated content may be incorrect.">
                  <a:extLst>
                    <a:ext uri="{FF2B5EF4-FFF2-40B4-BE49-F238E27FC236}">
                      <a16:creationId xmlns:a16="http://schemas.microsoft.com/office/drawing/2014/main" id="{21D30C0F-F759-344C-A7BE-3F3621BFB7C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242" name="Picture 241">
                <a:extLst>
                  <a:ext uri="{FF2B5EF4-FFF2-40B4-BE49-F238E27FC236}">
                    <a16:creationId xmlns:a16="http://schemas.microsoft.com/office/drawing/2014/main" id="{399138A2-9EF8-3BE8-AFDF-E4B8B1527BB0}"/>
                  </a:ext>
                </a:extLst>
              </p:cNvPr>
              <p:cNvPicPr>
                <a:picLocks noChangeAspect="1"/>
              </p:cNvPicPr>
              <p:nvPr/>
            </p:nvPicPr>
            <p:blipFill>
              <a:blip r:embed="rId9"/>
              <a:stretch>
                <a:fillRect/>
              </a:stretch>
            </p:blipFill>
            <p:spPr>
              <a:xfrm>
                <a:off x="678545" y="4022645"/>
                <a:ext cx="782190" cy="782190"/>
              </a:xfrm>
              <a:prstGeom prst="rect">
                <a:avLst/>
              </a:prstGeom>
            </p:spPr>
          </p:pic>
        </p:grpSp>
        <p:pic>
          <p:nvPicPr>
            <p:cNvPr id="238" name="Picture 237" descr="A green person silhouette on a black background&#10;&#10;AI-generated content may be incorrect.">
              <a:extLst>
                <a:ext uri="{FF2B5EF4-FFF2-40B4-BE49-F238E27FC236}">
                  <a16:creationId xmlns:a16="http://schemas.microsoft.com/office/drawing/2014/main" id="{10922225-9046-42E0-F3FC-A553BB75E36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03386" y="3912607"/>
              <a:ext cx="449084" cy="449084"/>
            </a:xfrm>
            <a:prstGeom prst="rect">
              <a:avLst/>
            </a:prstGeom>
          </p:spPr>
        </p:pic>
      </p:grpSp>
      <p:sp>
        <p:nvSpPr>
          <p:cNvPr id="205" name="Rectangle 204">
            <a:extLst>
              <a:ext uri="{FF2B5EF4-FFF2-40B4-BE49-F238E27FC236}">
                <a16:creationId xmlns:a16="http://schemas.microsoft.com/office/drawing/2014/main" id="{F83FCBA2-1B13-EDE1-9169-0273F796F2DC}"/>
              </a:ext>
            </a:extLst>
          </p:cNvPr>
          <p:cNvSpPr/>
          <p:nvPr/>
        </p:nvSpPr>
        <p:spPr>
          <a:xfrm>
            <a:off x="3216648" y="421166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5" name="TextBox 84">
            <a:extLst>
              <a:ext uri="{FF2B5EF4-FFF2-40B4-BE49-F238E27FC236}">
                <a16:creationId xmlns:a16="http://schemas.microsoft.com/office/drawing/2014/main" id="{3A63DE9F-C653-1F2E-3773-1CD6BD399FBA}"/>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11:01 AM</a:t>
            </a:r>
          </a:p>
        </p:txBody>
      </p:sp>
      <p:grpSp>
        <p:nvGrpSpPr>
          <p:cNvPr id="194" name="Group 193">
            <a:extLst>
              <a:ext uri="{FF2B5EF4-FFF2-40B4-BE49-F238E27FC236}">
                <a16:creationId xmlns:a16="http://schemas.microsoft.com/office/drawing/2014/main" id="{2D3B535B-A51B-C809-F1DC-54928E225B6A}"/>
              </a:ext>
            </a:extLst>
          </p:cNvPr>
          <p:cNvGrpSpPr/>
          <p:nvPr/>
        </p:nvGrpSpPr>
        <p:grpSpPr>
          <a:xfrm>
            <a:off x="107367" y="689416"/>
            <a:ext cx="3720247" cy="1331334"/>
            <a:chOff x="107367" y="2142193"/>
            <a:chExt cx="3720247" cy="1331334"/>
          </a:xfrm>
        </p:grpSpPr>
        <p:grpSp>
          <p:nvGrpSpPr>
            <p:cNvPr id="94" name="Group 93">
              <a:extLst>
                <a:ext uri="{FF2B5EF4-FFF2-40B4-BE49-F238E27FC236}">
                  <a16:creationId xmlns:a16="http://schemas.microsoft.com/office/drawing/2014/main" id="{732B2C03-8F50-4F1B-47E4-8CA0D0EF1082}"/>
                </a:ext>
              </a:extLst>
            </p:cNvPr>
            <p:cNvGrpSpPr/>
            <p:nvPr/>
          </p:nvGrpSpPr>
          <p:grpSpPr>
            <a:xfrm>
              <a:off x="107367" y="2142193"/>
              <a:ext cx="3720247" cy="1331334"/>
              <a:chOff x="107367" y="2142193"/>
              <a:chExt cx="3720247" cy="1331334"/>
            </a:xfrm>
          </p:grpSpPr>
          <p:grpSp>
            <p:nvGrpSpPr>
              <p:cNvPr id="69" name="Group 68">
                <a:extLst>
                  <a:ext uri="{FF2B5EF4-FFF2-40B4-BE49-F238E27FC236}">
                    <a16:creationId xmlns:a16="http://schemas.microsoft.com/office/drawing/2014/main" id="{066EF423-55A1-B584-3C76-44F6864C923D}"/>
                  </a:ext>
                </a:extLst>
              </p:cNvPr>
              <p:cNvGrpSpPr/>
              <p:nvPr/>
            </p:nvGrpSpPr>
            <p:grpSpPr>
              <a:xfrm>
                <a:off x="107367" y="2142193"/>
                <a:ext cx="3720247" cy="1331334"/>
                <a:chOff x="107366" y="2104595"/>
                <a:chExt cx="3720247" cy="1331334"/>
              </a:xfrm>
            </p:grpSpPr>
            <p:grpSp>
              <p:nvGrpSpPr>
                <p:cNvPr id="34" name="Group 33">
                  <a:extLst>
                    <a:ext uri="{FF2B5EF4-FFF2-40B4-BE49-F238E27FC236}">
                      <a16:creationId xmlns:a16="http://schemas.microsoft.com/office/drawing/2014/main" id="{70737374-8737-AC76-2F6F-3255B98BE96F}"/>
                    </a:ext>
                  </a:extLst>
                </p:cNvPr>
                <p:cNvGrpSpPr/>
                <p:nvPr/>
              </p:nvGrpSpPr>
              <p:grpSpPr>
                <a:xfrm>
                  <a:off x="107366" y="2104595"/>
                  <a:ext cx="3720247" cy="1331334"/>
                  <a:chOff x="78866" y="1588072"/>
                  <a:chExt cx="3720247" cy="1331334"/>
                </a:xfrm>
              </p:grpSpPr>
              <p:sp>
                <p:nvSpPr>
                  <p:cNvPr id="35" name="Rectangle: Rounded Corners 34">
                    <a:extLst>
                      <a:ext uri="{FF2B5EF4-FFF2-40B4-BE49-F238E27FC236}">
                        <a16:creationId xmlns:a16="http://schemas.microsoft.com/office/drawing/2014/main" id="{A7131686-C99B-3AF3-9408-075203A94D81}"/>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36" name="Group 35">
                    <a:extLst>
                      <a:ext uri="{FF2B5EF4-FFF2-40B4-BE49-F238E27FC236}">
                        <a16:creationId xmlns:a16="http://schemas.microsoft.com/office/drawing/2014/main" id="{B0121E34-AB15-9023-C459-2F4626602558}"/>
                      </a:ext>
                    </a:extLst>
                  </p:cNvPr>
                  <p:cNvGrpSpPr/>
                  <p:nvPr/>
                </p:nvGrpSpPr>
                <p:grpSpPr>
                  <a:xfrm>
                    <a:off x="173207" y="1610398"/>
                    <a:ext cx="3625906" cy="1263449"/>
                    <a:chOff x="173207" y="1610398"/>
                    <a:chExt cx="3625906" cy="1263449"/>
                  </a:xfrm>
                </p:grpSpPr>
                <p:sp>
                  <p:nvSpPr>
                    <p:cNvPr id="37" name="TextBox 36">
                      <a:extLst>
                        <a:ext uri="{FF2B5EF4-FFF2-40B4-BE49-F238E27FC236}">
                          <a16:creationId xmlns:a16="http://schemas.microsoft.com/office/drawing/2014/main" id="{46AF1482-68C8-7B28-BBD7-5F9832C24087}"/>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38" name="Group 37">
                      <a:extLst>
                        <a:ext uri="{FF2B5EF4-FFF2-40B4-BE49-F238E27FC236}">
                          <a16:creationId xmlns:a16="http://schemas.microsoft.com/office/drawing/2014/main" id="{E1389CCB-A72B-9858-F119-534A93F472BD}"/>
                        </a:ext>
                      </a:extLst>
                    </p:cNvPr>
                    <p:cNvGrpSpPr/>
                    <p:nvPr/>
                  </p:nvGrpSpPr>
                  <p:grpSpPr>
                    <a:xfrm>
                      <a:off x="173207" y="1610398"/>
                      <a:ext cx="2957809" cy="1263449"/>
                      <a:chOff x="173207" y="1610398"/>
                      <a:chExt cx="2957809" cy="1263449"/>
                    </a:xfrm>
                  </p:grpSpPr>
                  <p:sp>
                    <p:nvSpPr>
                      <p:cNvPr id="40" name="TextBox 39">
                        <a:extLst>
                          <a:ext uri="{FF2B5EF4-FFF2-40B4-BE49-F238E27FC236}">
                            <a16:creationId xmlns:a16="http://schemas.microsoft.com/office/drawing/2014/main" id="{869C02F4-8CB4-6A06-1ADE-1DAC2052C615}"/>
                          </a:ext>
                        </a:extLst>
                      </p:cNvPr>
                      <p:cNvSpPr txBox="1"/>
                      <p:nvPr/>
                    </p:nvSpPr>
                    <p:spPr>
                      <a:xfrm>
                        <a:off x="173207" y="1610398"/>
                        <a:ext cx="1102790" cy="369332"/>
                      </a:xfrm>
                      <a:prstGeom prst="rect">
                        <a:avLst/>
                      </a:prstGeom>
                      <a:noFill/>
                    </p:spPr>
                    <p:txBody>
                      <a:bodyPr wrap="square" rtlCol="0">
                        <a:spAutoFit/>
                      </a:bodyPr>
                      <a:lstStyle/>
                      <a:p>
                        <a:r>
                          <a:rPr lang="en-SG" b="1" dirty="0">
                            <a:solidFill>
                              <a:schemeClr val="tx2">
                                <a:lumMod val="50000"/>
                              </a:schemeClr>
                            </a:solidFill>
                          </a:rPr>
                          <a:t>Typhoon</a:t>
                        </a:r>
                      </a:p>
                    </p:txBody>
                  </p:sp>
                  <p:sp>
                    <p:nvSpPr>
                      <p:cNvPr id="43" name="TextBox 42">
                        <a:extLst>
                          <a:ext uri="{FF2B5EF4-FFF2-40B4-BE49-F238E27FC236}">
                            <a16:creationId xmlns:a16="http://schemas.microsoft.com/office/drawing/2014/main" id="{4B85AA12-8980-B6ED-A61B-DB909DCAAE12}"/>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48" name="TextBox 47">
                        <a:extLst>
                          <a:ext uri="{FF2B5EF4-FFF2-40B4-BE49-F238E27FC236}">
                            <a16:creationId xmlns:a16="http://schemas.microsoft.com/office/drawing/2014/main" id="{0AF86B48-3072-B003-079B-D062BB50CDF3}"/>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3"/>
                            </a:solidFill>
                          </a:rPr>
                          <a:t>~ 25 mins</a:t>
                        </a:r>
                      </a:p>
                    </p:txBody>
                  </p:sp>
                </p:grpSp>
              </p:grpSp>
            </p:grpSp>
            <p:pic>
              <p:nvPicPr>
                <p:cNvPr id="68" name="Picture 67" descr="A yellow person silhouette on a black background&#10;&#10;AI-generated content may be incorrect.">
                  <a:extLst>
                    <a:ext uri="{FF2B5EF4-FFF2-40B4-BE49-F238E27FC236}">
                      <a16:creationId xmlns:a16="http://schemas.microsoft.com/office/drawing/2014/main" id="{D508A968-BEEB-3F91-53CA-706832DEFCD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71468" y="2412758"/>
                  <a:ext cx="449085" cy="449085"/>
                </a:xfrm>
                <a:prstGeom prst="rect">
                  <a:avLst/>
                </a:prstGeom>
              </p:spPr>
            </p:pic>
            <p:pic>
              <p:nvPicPr>
                <p:cNvPr id="67" name="Picture 66" descr="A yellow person silhouette on a black background&#10;&#10;AI-generated content may be incorrect.">
                  <a:extLst>
                    <a:ext uri="{FF2B5EF4-FFF2-40B4-BE49-F238E27FC236}">
                      <a16:creationId xmlns:a16="http://schemas.microsoft.com/office/drawing/2014/main" id="{FA83B680-8F62-3DF4-C545-0FBD6BFAA79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96732" y="2415898"/>
                  <a:ext cx="449085" cy="449085"/>
                </a:xfrm>
                <a:prstGeom prst="rect">
                  <a:avLst/>
                </a:prstGeom>
              </p:spPr>
            </p:pic>
            <p:pic>
              <p:nvPicPr>
                <p:cNvPr id="21" name="Picture 20" descr="A yellow person silhouette on a black background&#10;&#10;AI-generated content may be incorrect.">
                  <a:extLst>
                    <a:ext uri="{FF2B5EF4-FFF2-40B4-BE49-F238E27FC236}">
                      <a16:creationId xmlns:a16="http://schemas.microsoft.com/office/drawing/2014/main" id="{2D09D24F-BF63-936F-7994-8E9E59178D2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24044" y="2415900"/>
                  <a:ext cx="449085" cy="449085"/>
                </a:xfrm>
                <a:prstGeom prst="rect">
                  <a:avLst/>
                </a:prstGeom>
              </p:spPr>
            </p:pic>
          </p:grpSp>
          <p:sp>
            <p:nvSpPr>
              <p:cNvPr id="92" name="TextBox 91">
                <a:extLst>
                  <a:ext uri="{FF2B5EF4-FFF2-40B4-BE49-F238E27FC236}">
                    <a16:creationId xmlns:a16="http://schemas.microsoft.com/office/drawing/2014/main" id="{560A2184-4572-D36D-8905-EE6C13E65991}"/>
                  </a:ext>
                </a:extLst>
              </p:cNvPr>
              <p:cNvSpPr txBox="1"/>
              <p:nvPr/>
            </p:nvSpPr>
            <p:spPr>
              <a:xfrm>
                <a:off x="281771" y="2534198"/>
                <a:ext cx="1605062" cy="830265"/>
              </a:xfrm>
              <a:prstGeom prst="rect">
                <a:avLst/>
              </a:prstGeom>
              <a:noFill/>
              <a:ln>
                <a:solidFill>
                  <a:srgbClr val="2F3C7E"/>
                </a:solidFill>
              </a:ln>
            </p:spPr>
            <p:txBody>
              <a:bodyPr wrap="square" rtlCol="0">
                <a:spAutoFit/>
              </a:bodyPr>
              <a:lstStyle/>
              <a:p>
                <a:endParaRPr lang="en-SG" dirty="0"/>
              </a:p>
            </p:txBody>
          </p:sp>
        </p:grpSp>
        <p:pic>
          <p:nvPicPr>
            <p:cNvPr id="90" name="Picture 89">
              <a:extLst>
                <a:ext uri="{FF2B5EF4-FFF2-40B4-BE49-F238E27FC236}">
                  <a16:creationId xmlns:a16="http://schemas.microsoft.com/office/drawing/2014/main" id="{ED9645DD-49F0-60F1-9B23-8597BC661505}"/>
                </a:ext>
              </a:extLst>
            </p:cNvPr>
            <p:cNvPicPr>
              <a:picLocks noChangeAspect="1"/>
            </p:cNvPicPr>
            <p:nvPr/>
          </p:nvPicPr>
          <p:blipFill>
            <a:blip r:embed="rId11"/>
            <a:stretch>
              <a:fillRect/>
            </a:stretch>
          </p:blipFill>
          <p:spPr>
            <a:xfrm>
              <a:off x="662055" y="2543705"/>
              <a:ext cx="852090" cy="814520"/>
            </a:xfrm>
            <a:prstGeom prst="rect">
              <a:avLst/>
            </a:prstGeom>
            <a:ln>
              <a:noFill/>
            </a:ln>
          </p:spPr>
        </p:pic>
      </p:grpSp>
      <p:grpSp>
        <p:nvGrpSpPr>
          <p:cNvPr id="191" name="Group 190">
            <a:extLst>
              <a:ext uri="{FF2B5EF4-FFF2-40B4-BE49-F238E27FC236}">
                <a16:creationId xmlns:a16="http://schemas.microsoft.com/office/drawing/2014/main" id="{FA392E87-DCB1-7642-82DD-36ECE4E7562A}"/>
              </a:ext>
            </a:extLst>
          </p:cNvPr>
          <p:cNvGrpSpPr/>
          <p:nvPr/>
        </p:nvGrpSpPr>
        <p:grpSpPr>
          <a:xfrm>
            <a:off x="4064481" y="2147454"/>
            <a:ext cx="3720247" cy="1331334"/>
            <a:chOff x="4100301" y="2166961"/>
            <a:chExt cx="3720247" cy="1331334"/>
          </a:xfrm>
        </p:grpSpPr>
        <p:grpSp>
          <p:nvGrpSpPr>
            <p:cNvPr id="149" name="Group 148">
              <a:extLst>
                <a:ext uri="{FF2B5EF4-FFF2-40B4-BE49-F238E27FC236}">
                  <a16:creationId xmlns:a16="http://schemas.microsoft.com/office/drawing/2014/main" id="{38826171-D760-8EBF-1517-CEDD061BC923}"/>
                </a:ext>
              </a:extLst>
            </p:cNvPr>
            <p:cNvGrpSpPr/>
            <p:nvPr/>
          </p:nvGrpSpPr>
          <p:grpSpPr>
            <a:xfrm>
              <a:off x="4100301" y="2166961"/>
              <a:ext cx="3720247" cy="1331334"/>
              <a:chOff x="4100301" y="701538"/>
              <a:chExt cx="3720247" cy="1331334"/>
            </a:xfrm>
          </p:grpSpPr>
          <p:grpSp>
            <p:nvGrpSpPr>
              <p:cNvPr id="150" name="Group 149">
                <a:extLst>
                  <a:ext uri="{FF2B5EF4-FFF2-40B4-BE49-F238E27FC236}">
                    <a16:creationId xmlns:a16="http://schemas.microsoft.com/office/drawing/2014/main" id="{9984E493-F65A-9D30-267C-3E776234755D}"/>
                  </a:ext>
                </a:extLst>
              </p:cNvPr>
              <p:cNvGrpSpPr/>
              <p:nvPr/>
            </p:nvGrpSpPr>
            <p:grpSpPr>
              <a:xfrm>
                <a:off x="4100301" y="701538"/>
                <a:ext cx="3720247" cy="1331334"/>
                <a:chOff x="107367" y="676770"/>
                <a:chExt cx="3720247" cy="1331334"/>
              </a:xfrm>
            </p:grpSpPr>
            <p:grpSp>
              <p:nvGrpSpPr>
                <p:cNvPr id="152" name="Group 151">
                  <a:extLst>
                    <a:ext uri="{FF2B5EF4-FFF2-40B4-BE49-F238E27FC236}">
                      <a16:creationId xmlns:a16="http://schemas.microsoft.com/office/drawing/2014/main" id="{B0E40BCB-0928-17E5-BE27-FEFD8F9111BB}"/>
                    </a:ext>
                  </a:extLst>
                </p:cNvPr>
                <p:cNvGrpSpPr/>
                <p:nvPr/>
              </p:nvGrpSpPr>
              <p:grpSpPr>
                <a:xfrm>
                  <a:off x="107367" y="676770"/>
                  <a:ext cx="3720247" cy="1331334"/>
                  <a:chOff x="78866" y="1588072"/>
                  <a:chExt cx="3720247" cy="1331334"/>
                </a:xfrm>
              </p:grpSpPr>
              <p:sp>
                <p:nvSpPr>
                  <p:cNvPr id="154" name="Rectangle: Rounded Corners 153">
                    <a:extLst>
                      <a:ext uri="{FF2B5EF4-FFF2-40B4-BE49-F238E27FC236}">
                        <a16:creationId xmlns:a16="http://schemas.microsoft.com/office/drawing/2014/main" id="{C18ED7C0-5918-DBC4-D21E-EA831090C407}"/>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155" name="Group 154">
                    <a:extLst>
                      <a:ext uri="{FF2B5EF4-FFF2-40B4-BE49-F238E27FC236}">
                        <a16:creationId xmlns:a16="http://schemas.microsoft.com/office/drawing/2014/main" id="{967F947A-5067-1A27-739E-6DB8045E8151}"/>
                      </a:ext>
                    </a:extLst>
                  </p:cNvPr>
                  <p:cNvGrpSpPr/>
                  <p:nvPr/>
                </p:nvGrpSpPr>
                <p:grpSpPr>
                  <a:xfrm>
                    <a:off x="145454" y="1610398"/>
                    <a:ext cx="3653659" cy="1263449"/>
                    <a:chOff x="145454" y="1610398"/>
                    <a:chExt cx="3653659" cy="1263449"/>
                  </a:xfrm>
                </p:grpSpPr>
                <p:sp>
                  <p:nvSpPr>
                    <p:cNvPr id="156" name="TextBox 155">
                      <a:extLst>
                        <a:ext uri="{FF2B5EF4-FFF2-40B4-BE49-F238E27FC236}">
                          <a16:creationId xmlns:a16="http://schemas.microsoft.com/office/drawing/2014/main" id="{83BEB766-73F5-2EC5-0450-12987DEC8C09}"/>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157" name="Group 156">
                      <a:extLst>
                        <a:ext uri="{FF2B5EF4-FFF2-40B4-BE49-F238E27FC236}">
                          <a16:creationId xmlns:a16="http://schemas.microsoft.com/office/drawing/2014/main" id="{2CECB15D-419F-83FA-312F-1FAEDEB3B21A}"/>
                        </a:ext>
                      </a:extLst>
                    </p:cNvPr>
                    <p:cNvGrpSpPr/>
                    <p:nvPr/>
                  </p:nvGrpSpPr>
                  <p:grpSpPr>
                    <a:xfrm>
                      <a:off x="145454" y="1610398"/>
                      <a:ext cx="2985562" cy="1263449"/>
                      <a:chOff x="145454" y="1610398"/>
                      <a:chExt cx="2985562" cy="1263449"/>
                    </a:xfrm>
                  </p:grpSpPr>
                  <p:sp>
                    <p:nvSpPr>
                      <p:cNvPr id="158" name="TextBox 157">
                        <a:extLst>
                          <a:ext uri="{FF2B5EF4-FFF2-40B4-BE49-F238E27FC236}">
                            <a16:creationId xmlns:a16="http://schemas.microsoft.com/office/drawing/2014/main" id="{3AF7C535-5027-92E5-7D8C-A85FF3E19CCD}"/>
                          </a:ext>
                        </a:extLst>
                      </p:cNvPr>
                      <p:cNvSpPr txBox="1"/>
                      <p:nvPr/>
                    </p:nvSpPr>
                    <p:spPr>
                      <a:xfrm>
                        <a:off x="145454" y="1610398"/>
                        <a:ext cx="1437410" cy="369332"/>
                      </a:xfrm>
                      <a:prstGeom prst="rect">
                        <a:avLst/>
                      </a:prstGeom>
                      <a:noFill/>
                    </p:spPr>
                    <p:txBody>
                      <a:bodyPr wrap="square" rtlCol="0">
                        <a:spAutoFit/>
                      </a:bodyPr>
                      <a:lstStyle/>
                      <a:p>
                        <a:r>
                          <a:rPr lang="en-SG" b="1" dirty="0">
                            <a:solidFill>
                              <a:schemeClr val="tx2">
                                <a:lumMod val="50000"/>
                              </a:schemeClr>
                            </a:solidFill>
                          </a:rPr>
                          <a:t>Green Bites</a:t>
                        </a:r>
                      </a:p>
                    </p:txBody>
                  </p:sp>
                  <p:sp>
                    <p:nvSpPr>
                      <p:cNvPr id="159" name="TextBox 158">
                        <a:extLst>
                          <a:ext uri="{FF2B5EF4-FFF2-40B4-BE49-F238E27FC236}">
                            <a16:creationId xmlns:a16="http://schemas.microsoft.com/office/drawing/2014/main" id="{D23519FE-DA06-C143-E645-1F64C763EF19}"/>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160" name="TextBox 159">
                        <a:extLst>
                          <a:ext uri="{FF2B5EF4-FFF2-40B4-BE49-F238E27FC236}">
                            <a16:creationId xmlns:a16="http://schemas.microsoft.com/office/drawing/2014/main" id="{4BB662FA-5DF5-816E-C535-F33C8FB472EC}"/>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 5 mins</a:t>
                        </a:r>
                      </a:p>
                    </p:txBody>
                  </p:sp>
                </p:grpSp>
              </p:grpSp>
            </p:grpSp>
            <p:sp>
              <p:nvSpPr>
                <p:cNvPr id="153" name="TextBox 152">
                  <a:extLst>
                    <a:ext uri="{FF2B5EF4-FFF2-40B4-BE49-F238E27FC236}">
                      <a16:creationId xmlns:a16="http://schemas.microsoft.com/office/drawing/2014/main" id="{A6B17DA7-276F-1DE6-75D2-A075E39B6E65}"/>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151" name="Picture 150" descr="A green person silhouette on a black background&#10;&#10;AI-generated content may be incorrect.">
                <a:extLst>
                  <a:ext uri="{FF2B5EF4-FFF2-40B4-BE49-F238E27FC236}">
                    <a16:creationId xmlns:a16="http://schemas.microsoft.com/office/drawing/2014/main" id="{A9F7DF9C-438C-1141-D0F9-9F15486DD1F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190" name="Picture 189">
              <a:extLst>
                <a:ext uri="{FF2B5EF4-FFF2-40B4-BE49-F238E27FC236}">
                  <a16:creationId xmlns:a16="http://schemas.microsoft.com/office/drawing/2014/main" id="{73E7DC0C-7A53-05A7-1674-EC234BC72A22}"/>
                </a:ext>
              </a:extLst>
            </p:cNvPr>
            <p:cNvPicPr>
              <a:picLocks noChangeAspect="1"/>
            </p:cNvPicPr>
            <p:nvPr/>
          </p:nvPicPr>
          <p:blipFill>
            <a:blip r:embed="rId12"/>
            <a:stretch>
              <a:fillRect/>
            </a:stretch>
          </p:blipFill>
          <p:spPr>
            <a:xfrm>
              <a:off x="4788793" y="2790287"/>
              <a:ext cx="567938" cy="567938"/>
            </a:xfrm>
            <a:prstGeom prst="rect">
              <a:avLst/>
            </a:prstGeom>
          </p:spPr>
        </p:pic>
      </p:grpSp>
      <p:sp>
        <p:nvSpPr>
          <p:cNvPr id="204" name="Rectangle 203">
            <a:extLst>
              <a:ext uri="{FF2B5EF4-FFF2-40B4-BE49-F238E27FC236}">
                <a16:creationId xmlns:a16="http://schemas.microsoft.com/office/drawing/2014/main" id="{52C1766B-A40E-A9EA-D1D8-F7222724EF57}"/>
              </a:ext>
            </a:extLst>
          </p:cNvPr>
          <p:cNvSpPr/>
          <p:nvPr/>
        </p:nvSpPr>
        <p:spPr>
          <a:xfrm>
            <a:off x="8973206" y="4211670"/>
            <a:ext cx="3216643" cy="2646330"/>
          </a:xfrm>
          <a:prstGeom prst="rect">
            <a:avLst/>
          </a:prstGeom>
          <a:solidFill>
            <a:schemeClr val="bg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70" name="Group 69">
            <a:extLst>
              <a:ext uri="{FF2B5EF4-FFF2-40B4-BE49-F238E27FC236}">
                <a16:creationId xmlns:a16="http://schemas.microsoft.com/office/drawing/2014/main" id="{090D53C3-F1FB-44CB-DEEF-F811014CE538}"/>
              </a:ext>
            </a:extLst>
          </p:cNvPr>
          <p:cNvGrpSpPr/>
          <p:nvPr/>
        </p:nvGrpSpPr>
        <p:grpSpPr>
          <a:xfrm>
            <a:off x="143591" y="6086943"/>
            <a:ext cx="1808128" cy="523220"/>
            <a:chOff x="107750" y="5908742"/>
            <a:chExt cx="1890270" cy="541337"/>
          </a:xfrm>
        </p:grpSpPr>
        <p:sp>
          <p:nvSpPr>
            <p:cNvPr id="71" name="TextBox 70">
              <a:hlinkClick r:id="rId13" action="ppaction://hlinksldjump"/>
              <a:extLst>
                <a:ext uri="{FF2B5EF4-FFF2-40B4-BE49-F238E27FC236}">
                  <a16:creationId xmlns:a16="http://schemas.microsoft.com/office/drawing/2014/main" id="{14E0BBC0-F51E-45E8-C0F9-2E1A74BFCE6D}"/>
                </a:ext>
              </a:extLst>
            </p:cNvPr>
            <p:cNvSpPr txBox="1"/>
            <p:nvPr userDrawn="1"/>
          </p:nvSpPr>
          <p:spPr>
            <a:xfrm>
              <a:off x="107750" y="5908742"/>
              <a:ext cx="1890270" cy="541337"/>
            </a:xfrm>
            <a:prstGeom prst="rect">
              <a:avLst/>
            </a:prstGeom>
            <a:noFill/>
            <a:ln w="12700">
              <a:solidFill>
                <a:srgbClr val="1C252E"/>
              </a:solidFill>
            </a:ln>
          </p:spPr>
          <p:txBody>
            <a:bodyPr wrap="square" rtlCol="0">
              <a:spAutoFit/>
            </a:bodyPr>
            <a:lstStyle/>
            <a:p>
              <a:r>
                <a:rPr lang="en-SG" sz="1400" dirty="0">
                  <a:solidFill>
                    <a:schemeClr val="tx2">
                      <a:lumMod val="50000"/>
                    </a:schemeClr>
                  </a:solidFill>
                </a:rPr>
                <a:t>Accessibility</a:t>
              </a:r>
            </a:p>
            <a:p>
              <a:r>
                <a:rPr lang="en-SG" sz="1400" dirty="0">
                  <a:solidFill>
                    <a:schemeClr val="tx2">
                      <a:lumMod val="50000"/>
                    </a:schemeClr>
                  </a:solidFill>
                </a:rPr>
                <a:t>Mode</a:t>
              </a:r>
            </a:p>
          </p:txBody>
        </p:sp>
        <p:pic>
          <p:nvPicPr>
            <p:cNvPr id="72" name="Picture 71" descr="A black and grey symbol of a wheelchair&#10;&#10;AI-generated content may be incorrect.">
              <a:hlinkClick r:id="rId13" action="ppaction://hlinksldjump"/>
              <a:extLst>
                <a:ext uri="{FF2B5EF4-FFF2-40B4-BE49-F238E27FC236}">
                  <a16:creationId xmlns:a16="http://schemas.microsoft.com/office/drawing/2014/main" id="{7174E282-3D98-6E7D-403F-5A8131852605}"/>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463695" y="5968337"/>
              <a:ext cx="422146" cy="422146"/>
            </a:xfrm>
            <a:prstGeom prst="rect">
              <a:avLst/>
            </a:prstGeom>
          </p:spPr>
        </p:pic>
      </p:grpSp>
      <p:grpSp>
        <p:nvGrpSpPr>
          <p:cNvPr id="73" name="Group 72">
            <a:extLst>
              <a:ext uri="{FF2B5EF4-FFF2-40B4-BE49-F238E27FC236}">
                <a16:creationId xmlns:a16="http://schemas.microsoft.com/office/drawing/2014/main" id="{7AC83AA4-8D8A-79F7-F797-27FE91D12036}"/>
              </a:ext>
            </a:extLst>
          </p:cNvPr>
          <p:cNvGrpSpPr/>
          <p:nvPr/>
        </p:nvGrpSpPr>
        <p:grpSpPr>
          <a:xfrm>
            <a:off x="1951719" y="6106155"/>
            <a:ext cx="1405699" cy="514863"/>
            <a:chOff x="1949087" y="6024499"/>
            <a:chExt cx="1405699" cy="514863"/>
          </a:xfrm>
        </p:grpSpPr>
        <p:pic>
          <p:nvPicPr>
            <p:cNvPr id="74" name="Picture 73" descr="A globe with a black background&#10;&#10;AI-generated content may be incorrect.">
              <a:hlinkClick r:id="rId15" action="ppaction://hlinksldjump"/>
              <a:extLst>
                <a:ext uri="{FF2B5EF4-FFF2-40B4-BE49-F238E27FC236}">
                  <a16:creationId xmlns:a16="http://schemas.microsoft.com/office/drawing/2014/main" id="{66EF71D1-F012-C509-4844-D01462E3E497}"/>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2530738" y="6024499"/>
              <a:ext cx="242398" cy="242398"/>
            </a:xfrm>
            <a:prstGeom prst="rect">
              <a:avLst/>
            </a:prstGeom>
          </p:spPr>
        </p:pic>
        <p:sp>
          <p:nvSpPr>
            <p:cNvPr id="75" name="TextBox 74">
              <a:hlinkClick r:id="rId15" action="ppaction://hlinksldjump"/>
              <a:extLst>
                <a:ext uri="{FF2B5EF4-FFF2-40B4-BE49-F238E27FC236}">
                  <a16:creationId xmlns:a16="http://schemas.microsoft.com/office/drawing/2014/main" id="{A72DC2E6-F198-8A62-97BD-E7A02389779A}"/>
                </a:ext>
              </a:extLst>
            </p:cNvPr>
            <p:cNvSpPr txBox="1"/>
            <p:nvPr userDrawn="1"/>
          </p:nvSpPr>
          <p:spPr>
            <a:xfrm>
              <a:off x="1949087" y="6231585"/>
              <a:ext cx="1405699" cy="307777"/>
            </a:xfrm>
            <a:prstGeom prst="rect">
              <a:avLst/>
            </a:prstGeom>
            <a:noFill/>
          </p:spPr>
          <p:txBody>
            <a:bodyPr wrap="square" rtlCol="0">
              <a:spAutoFit/>
            </a:bodyPr>
            <a:lstStyle/>
            <a:p>
              <a:pPr algn="ctr"/>
              <a:r>
                <a:rPr lang="en-SG" sz="1400" dirty="0">
                  <a:solidFill>
                    <a:schemeClr val="tx2">
                      <a:lumMod val="50000"/>
                    </a:schemeClr>
                  </a:solidFill>
                </a:rPr>
                <a:t>Language</a:t>
              </a:r>
            </a:p>
          </p:txBody>
        </p:sp>
      </p:grpSp>
      <p:sp>
        <p:nvSpPr>
          <p:cNvPr id="77" name="TextBox 76">
            <a:extLst>
              <a:ext uri="{FF2B5EF4-FFF2-40B4-BE49-F238E27FC236}">
                <a16:creationId xmlns:a16="http://schemas.microsoft.com/office/drawing/2014/main" id="{9346727C-AD4A-D070-646D-F4150D6CE471}"/>
              </a:ext>
            </a:extLst>
          </p:cNvPr>
          <p:cNvSpPr txBox="1"/>
          <p:nvPr/>
        </p:nvSpPr>
        <p:spPr>
          <a:xfrm>
            <a:off x="153156" y="4372078"/>
            <a:ext cx="2910328" cy="369332"/>
          </a:xfrm>
          <a:prstGeom prst="rect">
            <a:avLst/>
          </a:prstGeom>
          <a:noFill/>
        </p:spPr>
        <p:txBody>
          <a:bodyPr wrap="square" rtlCol="0">
            <a:spAutoFit/>
          </a:bodyPr>
          <a:lstStyle/>
          <a:p>
            <a:pPr algn="ctr"/>
            <a:r>
              <a:rPr lang="en-SG" sz="1800" dirty="0">
                <a:solidFill>
                  <a:schemeClr val="tx2">
                    <a:lumMod val="50000"/>
                  </a:schemeClr>
                </a:solidFill>
              </a:rPr>
              <a:t>Touch here to start planning</a:t>
            </a:r>
          </a:p>
        </p:txBody>
      </p:sp>
      <p:grpSp>
        <p:nvGrpSpPr>
          <p:cNvPr id="264" name="Group 263">
            <a:extLst>
              <a:ext uri="{FF2B5EF4-FFF2-40B4-BE49-F238E27FC236}">
                <a16:creationId xmlns:a16="http://schemas.microsoft.com/office/drawing/2014/main" id="{91D1ACCA-EF8D-9F05-145A-6096A42252B1}"/>
              </a:ext>
            </a:extLst>
          </p:cNvPr>
          <p:cNvGrpSpPr/>
          <p:nvPr/>
        </p:nvGrpSpPr>
        <p:grpSpPr>
          <a:xfrm>
            <a:off x="4064481" y="677213"/>
            <a:ext cx="3720247" cy="1331334"/>
            <a:chOff x="7183616" y="2200118"/>
            <a:chExt cx="3720247" cy="1331334"/>
          </a:xfrm>
        </p:grpSpPr>
        <p:grpSp>
          <p:nvGrpSpPr>
            <p:cNvPr id="248" name="Group 247">
              <a:extLst>
                <a:ext uri="{FF2B5EF4-FFF2-40B4-BE49-F238E27FC236}">
                  <a16:creationId xmlns:a16="http://schemas.microsoft.com/office/drawing/2014/main" id="{0E88E610-A2E1-8975-500C-0DA66E87518C}"/>
                </a:ext>
              </a:extLst>
            </p:cNvPr>
            <p:cNvGrpSpPr/>
            <p:nvPr/>
          </p:nvGrpSpPr>
          <p:grpSpPr>
            <a:xfrm>
              <a:off x="7183616" y="2200118"/>
              <a:ext cx="3720247" cy="1331334"/>
              <a:chOff x="107367" y="2142193"/>
              <a:chExt cx="3720247" cy="1331334"/>
            </a:xfrm>
          </p:grpSpPr>
          <p:grpSp>
            <p:nvGrpSpPr>
              <p:cNvPr id="250" name="Group 249">
                <a:extLst>
                  <a:ext uri="{FF2B5EF4-FFF2-40B4-BE49-F238E27FC236}">
                    <a16:creationId xmlns:a16="http://schemas.microsoft.com/office/drawing/2014/main" id="{A25043B0-61C7-0BEA-E045-BB46CDF92B0E}"/>
                  </a:ext>
                </a:extLst>
              </p:cNvPr>
              <p:cNvGrpSpPr/>
              <p:nvPr/>
            </p:nvGrpSpPr>
            <p:grpSpPr>
              <a:xfrm>
                <a:off x="107367" y="2142193"/>
                <a:ext cx="3720247" cy="1331334"/>
                <a:chOff x="107366" y="2104595"/>
                <a:chExt cx="3720247" cy="1331334"/>
              </a:xfrm>
            </p:grpSpPr>
            <p:grpSp>
              <p:nvGrpSpPr>
                <p:cNvPr id="252" name="Group 251">
                  <a:extLst>
                    <a:ext uri="{FF2B5EF4-FFF2-40B4-BE49-F238E27FC236}">
                      <a16:creationId xmlns:a16="http://schemas.microsoft.com/office/drawing/2014/main" id="{EEBFA7BB-8AC1-AF3B-D46D-18ABEE5B2247}"/>
                    </a:ext>
                  </a:extLst>
                </p:cNvPr>
                <p:cNvGrpSpPr/>
                <p:nvPr/>
              </p:nvGrpSpPr>
              <p:grpSpPr>
                <a:xfrm>
                  <a:off x="107366" y="2104595"/>
                  <a:ext cx="3720247" cy="1331334"/>
                  <a:chOff x="78866" y="1588072"/>
                  <a:chExt cx="3720247" cy="1331334"/>
                </a:xfrm>
              </p:grpSpPr>
              <p:sp>
                <p:nvSpPr>
                  <p:cNvPr id="256" name="Rectangle: Rounded Corners 255">
                    <a:extLst>
                      <a:ext uri="{FF2B5EF4-FFF2-40B4-BE49-F238E27FC236}">
                        <a16:creationId xmlns:a16="http://schemas.microsoft.com/office/drawing/2014/main" id="{68C571E9-0D7C-8836-FF4C-9C9646CABD59}"/>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257" name="Group 256">
                    <a:extLst>
                      <a:ext uri="{FF2B5EF4-FFF2-40B4-BE49-F238E27FC236}">
                        <a16:creationId xmlns:a16="http://schemas.microsoft.com/office/drawing/2014/main" id="{74DEAF0B-5831-CE5C-66D6-3CF65AADFE49}"/>
                      </a:ext>
                    </a:extLst>
                  </p:cNvPr>
                  <p:cNvGrpSpPr/>
                  <p:nvPr/>
                </p:nvGrpSpPr>
                <p:grpSpPr>
                  <a:xfrm>
                    <a:off x="173206" y="1610398"/>
                    <a:ext cx="3625907" cy="1263449"/>
                    <a:chOff x="173206" y="1610398"/>
                    <a:chExt cx="3625907" cy="1263449"/>
                  </a:xfrm>
                </p:grpSpPr>
                <p:sp>
                  <p:nvSpPr>
                    <p:cNvPr id="258" name="TextBox 257">
                      <a:extLst>
                        <a:ext uri="{FF2B5EF4-FFF2-40B4-BE49-F238E27FC236}">
                          <a16:creationId xmlns:a16="http://schemas.microsoft.com/office/drawing/2014/main" id="{18E704DF-65E5-FF33-50A1-EAEFB57DAAD1}"/>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59" name="Group 258">
                      <a:extLst>
                        <a:ext uri="{FF2B5EF4-FFF2-40B4-BE49-F238E27FC236}">
                          <a16:creationId xmlns:a16="http://schemas.microsoft.com/office/drawing/2014/main" id="{48FFC207-85A1-BA19-CE7A-D5CA6277E143}"/>
                        </a:ext>
                      </a:extLst>
                    </p:cNvPr>
                    <p:cNvGrpSpPr/>
                    <p:nvPr/>
                  </p:nvGrpSpPr>
                  <p:grpSpPr>
                    <a:xfrm>
                      <a:off x="173206" y="1610398"/>
                      <a:ext cx="2957810" cy="1263449"/>
                      <a:chOff x="173206" y="1610398"/>
                      <a:chExt cx="2957810" cy="1263449"/>
                    </a:xfrm>
                  </p:grpSpPr>
                  <p:sp>
                    <p:nvSpPr>
                      <p:cNvPr id="260" name="TextBox 259">
                        <a:extLst>
                          <a:ext uri="{FF2B5EF4-FFF2-40B4-BE49-F238E27FC236}">
                            <a16:creationId xmlns:a16="http://schemas.microsoft.com/office/drawing/2014/main" id="{6548FA84-2AC4-1E94-E600-A864C3BCB7A3}"/>
                          </a:ext>
                        </a:extLst>
                      </p:cNvPr>
                      <p:cNvSpPr txBox="1"/>
                      <p:nvPr/>
                    </p:nvSpPr>
                    <p:spPr>
                      <a:xfrm>
                        <a:off x="173206" y="1610398"/>
                        <a:ext cx="1647601" cy="646331"/>
                      </a:xfrm>
                      <a:prstGeom prst="rect">
                        <a:avLst/>
                      </a:prstGeom>
                      <a:noFill/>
                    </p:spPr>
                    <p:txBody>
                      <a:bodyPr wrap="square" rtlCol="0">
                        <a:spAutoFit/>
                      </a:bodyPr>
                      <a:lstStyle/>
                      <a:p>
                        <a:r>
                          <a:rPr lang="en-SG" b="1" dirty="0">
                            <a:solidFill>
                              <a:schemeClr val="tx2">
                                <a:lumMod val="50000"/>
                              </a:schemeClr>
                            </a:solidFill>
                          </a:rPr>
                          <a:t>Jake &amp; Marks</a:t>
                        </a:r>
                      </a:p>
                      <a:p>
                        <a:endParaRPr lang="en-SG" b="1" dirty="0">
                          <a:solidFill>
                            <a:schemeClr val="tx2">
                              <a:lumMod val="50000"/>
                            </a:schemeClr>
                          </a:solidFill>
                        </a:endParaRPr>
                      </a:p>
                    </p:txBody>
                  </p:sp>
                  <p:sp>
                    <p:nvSpPr>
                      <p:cNvPr id="261" name="TextBox 260">
                        <a:extLst>
                          <a:ext uri="{FF2B5EF4-FFF2-40B4-BE49-F238E27FC236}">
                            <a16:creationId xmlns:a16="http://schemas.microsoft.com/office/drawing/2014/main" id="{09F8B0FC-33B9-2F37-F858-C3A42C52CCA4}"/>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62" name="TextBox 261">
                        <a:extLst>
                          <a:ext uri="{FF2B5EF4-FFF2-40B4-BE49-F238E27FC236}">
                            <a16:creationId xmlns:a16="http://schemas.microsoft.com/office/drawing/2014/main" id="{89477092-45E7-9F0A-4B8D-AAE52CA2EE40}"/>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3"/>
                            </a:solidFill>
                          </a:rPr>
                          <a:t>~ 15 mins</a:t>
                        </a:r>
                      </a:p>
                    </p:txBody>
                  </p:sp>
                </p:grpSp>
              </p:grpSp>
            </p:grpSp>
            <p:pic>
              <p:nvPicPr>
                <p:cNvPr id="253" name="Picture 252" descr="A yellow person silhouette on a black background&#10;&#10;AI-generated content may be incorrect.">
                  <a:extLst>
                    <a:ext uri="{FF2B5EF4-FFF2-40B4-BE49-F238E27FC236}">
                      <a16:creationId xmlns:a16="http://schemas.microsoft.com/office/drawing/2014/main" id="{C57CAD26-D218-4B2F-6CC3-43F5FBD532A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71468" y="2412758"/>
                  <a:ext cx="449085" cy="449085"/>
                </a:xfrm>
                <a:prstGeom prst="rect">
                  <a:avLst/>
                </a:prstGeom>
              </p:spPr>
            </p:pic>
            <p:pic>
              <p:nvPicPr>
                <p:cNvPr id="254" name="Picture 253" descr="A yellow person silhouette on a black background&#10;&#10;AI-generated content may be incorrect.">
                  <a:extLst>
                    <a:ext uri="{FF2B5EF4-FFF2-40B4-BE49-F238E27FC236}">
                      <a16:creationId xmlns:a16="http://schemas.microsoft.com/office/drawing/2014/main" id="{320681C3-6729-318B-C6DF-F73AB450F65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96732" y="2415898"/>
                  <a:ext cx="449085" cy="449085"/>
                </a:xfrm>
                <a:prstGeom prst="rect">
                  <a:avLst/>
                </a:prstGeom>
              </p:spPr>
            </p:pic>
            <p:pic>
              <p:nvPicPr>
                <p:cNvPr id="255" name="Picture 254" descr="A yellow person silhouette on a black background&#10;&#10;AI-generated content may be incorrect.">
                  <a:extLst>
                    <a:ext uri="{FF2B5EF4-FFF2-40B4-BE49-F238E27FC236}">
                      <a16:creationId xmlns:a16="http://schemas.microsoft.com/office/drawing/2014/main" id="{A2628FFE-1837-703D-9345-F94A6AD954F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24044" y="2415900"/>
                  <a:ext cx="449085" cy="449085"/>
                </a:xfrm>
                <a:prstGeom prst="rect">
                  <a:avLst/>
                </a:prstGeom>
              </p:spPr>
            </p:pic>
          </p:grpSp>
          <p:sp>
            <p:nvSpPr>
              <p:cNvPr id="251" name="TextBox 250">
                <a:extLst>
                  <a:ext uri="{FF2B5EF4-FFF2-40B4-BE49-F238E27FC236}">
                    <a16:creationId xmlns:a16="http://schemas.microsoft.com/office/drawing/2014/main" id="{FD5FE6B3-4E2B-AAE6-5B71-AC946FC257BB}"/>
                  </a:ext>
                </a:extLst>
              </p:cNvPr>
              <p:cNvSpPr txBox="1"/>
              <p:nvPr/>
            </p:nvSpPr>
            <p:spPr>
              <a:xfrm>
                <a:off x="281771" y="2534198"/>
                <a:ext cx="1605062" cy="830265"/>
              </a:xfrm>
              <a:prstGeom prst="rect">
                <a:avLst/>
              </a:prstGeom>
              <a:noFill/>
              <a:ln>
                <a:solidFill>
                  <a:srgbClr val="2F3C7E"/>
                </a:solidFill>
              </a:ln>
            </p:spPr>
            <p:txBody>
              <a:bodyPr wrap="square" rtlCol="0">
                <a:spAutoFit/>
              </a:bodyPr>
              <a:lstStyle/>
              <a:p>
                <a:endParaRPr lang="en-SG" dirty="0"/>
              </a:p>
            </p:txBody>
          </p:sp>
        </p:grpSp>
        <p:pic>
          <p:nvPicPr>
            <p:cNvPr id="263" name="Picture 262">
              <a:extLst>
                <a:ext uri="{FF2B5EF4-FFF2-40B4-BE49-F238E27FC236}">
                  <a16:creationId xmlns:a16="http://schemas.microsoft.com/office/drawing/2014/main" id="{4B418E53-6FB3-0739-1109-09B32A4C672C}"/>
                </a:ext>
              </a:extLst>
            </p:cNvPr>
            <p:cNvPicPr>
              <a:picLocks noChangeAspect="1"/>
            </p:cNvPicPr>
            <p:nvPr/>
          </p:nvPicPr>
          <p:blipFill>
            <a:blip r:embed="rId17"/>
            <a:stretch>
              <a:fillRect/>
            </a:stretch>
          </p:blipFill>
          <p:spPr>
            <a:xfrm>
              <a:off x="7777020" y="2629546"/>
              <a:ext cx="778200" cy="778200"/>
            </a:xfrm>
            <a:prstGeom prst="rect">
              <a:avLst/>
            </a:prstGeom>
          </p:spPr>
        </p:pic>
      </p:grpSp>
      <p:grpSp>
        <p:nvGrpSpPr>
          <p:cNvPr id="311" name="Group 310">
            <a:extLst>
              <a:ext uri="{FF2B5EF4-FFF2-40B4-BE49-F238E27FC236}">
                <a16:creationId xmlns:a16="http://schemas.microsoft.com/office/drawing/2014/main" id="{2A80397C-B636-0E5B-5EDD-66451808D47F}"/>
              </a:ext>
            </a:extLst>
          </p:cNvPr>
          <p:cNvGrpSpPr/>
          <p:nvPr/>
        </p:nvGrpSpPr>
        <p:grpSpPr>
          <a:xfrm>
            <a:off x="7894507" y="560614"/>
            <a:ext cx="4297493" cy="1304616"/>
            <a:chOff x="7894507" y="560614"/>
            <a:chExt cx="4297493" cy="1304616"/>
          </a:xfrm>
        </p:grpSpPr>
        <p:sp>
          <p:nvSpPr>
            <p:cNvPr id="195" name="Rectangle 194">
              <a:extLst>
                <a:ext uri="{FF2B5EF4-FFF2-40B4-BE49-F238E27FC236}">
                  <a16:creationId xmlns:a16="http://schemas.microsoft.com/office/drawing/2014/main" id="{7EAD93C6-38FE-F8D7-EE54-89C2F75E26B5}"/>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296" name="Group 295">
              <a:extLst>
                <a:ext uri="{FF2B5EF4-FFF2-40B4-BE49-F238E27FC236}">
                  <a16:creationId xmlns:a16="http://schemas.microsoft.com/office/drawing/2014/main" id="{9C507675-6061-B0B6-BFB1-0023C4118AA1}"/>
                </a:ext>
              </a:extLst>
            </p:cNvPr>
            <p:cNvGrpSpPr/>
            <p:nvPr/>
          </p:nvGrpSpPr>
          <p:grpSpPr>
            <a:xfrm>
              <a:off x="7930588" y="626794"/>
              <a:ext cx="3160336" cy="1176250"/>
              <a:chOff x="7930588" y="626794"/>
              <a:chExt cx="3160336" cy="1176250"/>
            </a:xfrm>
          </p:grpSpPr>
          <p:sp>
            <p:nvSpPr>
              <p:cNvPr id="287" name="TextBox 286">
                <a:extLst>
                  <a:ext uri="{FF2B5EF4-FFF2-40B4-BE49-F238E27FC236}">
                    <a16:creationId xmlns:a16="http://schemas.microsoft.com/office/drawing/2014/main" id="{5FF66B9C-605D-3A0E-FD2D-1D2E056DBAB7}"/>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grpSp>
            <p:nvGrpSpPr>
              <p:cNvPr id="289" name="Group 288">
                <a:extLst>
                  <a:ext uri="{FF2B5EF4-FFF2-40B4-BE49-F238E27FC236}">
                    <a16:creationId xmlns:a16="http://schemas.microsoft.com/office/drawing/2014/main" id="{E2B6AB0A-4663-6852-D131-E0FED33B5ECC}"/>
                  </a:ext>
                </a:extLst>
              </p:cNvPr>
              <p:cNvGrpSpPr/>
              <p:nvPr/>
            </p:nvGrpSpPr>
            <p:grpSpPr>
              <a:xfrm>
                <a:off x="7982250" y="1022704"/>
                <a:ext cx="1222466" cy="780340"/>
                <a:chOff x="7982250" y="1022704"/>
                <a:chExt cx="1222466" cy="780340"/>
              </a:xfrm>
            </p:grpSpPr>
            <p:pic>
              <p:nvPicPr>
                <p:cNvPr id="286" name="Picture 285">
                  <a:extLst>
                    <a:ext uri="{FF2B5EF4-FFF2-40B4-BE49-F238E27FC236}">
                      <a16:creationId xmlns:a16="http://schemas.microsoft.com/office/drawing/2014/main" id="{4B089D66-AC36-F1B3-4632-33D804B608DC}"/>
                    </a:ext>
                  </a:extLst>
                </p:cNvPr>
                <p:cNvPicPr>
                  <a:picLocks noChangeAspect="1"/>
                </p:cNvPicPr>
                <p:nvPr/>
              </p:nvPicPr>
              <p:blipFill>
                <a:blip r:embed="rId18"/>
                <a:stretch>
                  <a:fillRect/>
                </a:stretch>
              </p:blipFill>
              <p:spPr>
                <a:xfrm>
                  <a:off x="7982250" y="1022704"/>
                  <a:ext cx="772868" cy="772868"/>
                </a:xfrm>
                <a:prstGeom prst="rect">
                  <a:avLst/>
                </a:prstGeom>
              </p:spPr>
            </p:pic>
            <p:pic>
              <p:nvPicPr>
                <p:cNvPr id="288" name="Picture 287">
                  <a:extLst>
                    <a:ext uri="{FF2B5EF4-FFF2-40B4-BE49-F238E27FC236}">
                      <a16:creationId xmlns:a16="http://schemas.microsoft.com/office/drawing/2014/main" id="{BB4353B2-CA81-EF4C-7187-9D4562A21D7A}"/>
                    </a:ext>
                  </a:extLst>
                </p:cNvPr>
                <p:cNvPicPr>
                  <a:picLocks noChangeAspect="1"/>
                </p:cNvPicPr>
                <p:nvPr/>
              </p:nvPicPr>
              <p:blipFill>
                <a:blip r:embed="rId19"/>
                <a:srcRect t="60238"/>
                <a:stretch>
                  <a:fillRect/>
                </a:stretch>
              </p:blipFill>
              <p:spPr>
                <a:xfrm>
                  <a:off x="8431848" y="1487261"/>
                  <a:ext cx="772868" cy="315783"/>
                </a:xfrm>
                <a:prstGeom prst="rect">
                  <a:avLst/>
                </a:prstGeom>
              </p:spPr>
            </p:pic>
          </p:grpSp>
          <p:sp>
            <p:nvSpPr>
              <p:cNvPr id="290" name="TextBox 289">
                <a:extLst>
                  <a:ext uri="{FF2B5EF4-FFF2-40B4-BE49-F238E27FC236}">
                    <a16:creationId xmlns:a16="http://schemas.microsoft.com/office/drawing/2014/main" id="{0FAF51FC-6AE2-1C53-2634-5BFA4206BCCF}"/>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291" name="TextBox 290">
                <a:extLst>
                  <a:ext uri="{FF2B5EF4-FFF2-40B4-BE49-F238E27FC236}">
                    <a16:creationId xmlns:a16="http://schemas.microsoft.com/office/drawing/2014/main" id="{4BE82E4D-8335-C103-178B-0C860AF8D325}"/>
                  </a:ext>
                </a:extLst>
              </p:cNvPr>
              <p:cNvSpPr txBox="1"/>
              <p:nvPr/>
            </p:nvSpPr>
            <p:spPr>
              <a:xfrm>
                <a:off x="7930588" y="626794"/>
                <a:ext cx="1647601" cy="646331"/>
              </a:xfrm>
              <a:prstGeom prst="rect">
                <a:avLst/>
              </a:prstGeom>
              <a:noFill/>
            </p:spPr>
            <p:txBody>
              <a:bodyPr wrap="square" rtlCol="0">
                <a:spAutoFit/>
              </a:bodyPr>
              <a:lstStyle/>
              <a:p>
                <a:r>
                  <a:rPr lang="en-SG" b="1" dirty="0">
                    <a:solidFill>
                      <a:schemeClr val="tx2">
                        <a:lumMod val="50000"/>
                      </a:schemeClr>
                    </a:solidFill>
                  </a:rPr>
                  <a:t>Musical B’</a:t>
                </a:r>
              </a:p>
              <a:p>
                <a:endParaRPr lang="en-SG" b="1" dirty="0">
                  <a:solidFill>
                    <a:schemeClr val="tx2">
                      <a:lumMod val="50000"/>
                    </a:schemeClr>
                  </a:solidFill>
                </a:endParaRPr>
              </a:p>
            </p:txBody>
          </p:sp>
          <p:sp>
            <p:nvSpPr>
              <p:cNvPr id="292" name="TextBox 291">
                <a:extLst>
                  <a:ext uri="{FF2B5EF4-FFF2-40B4-BE49-F238E27FC236}">
                    <a16:creationId xmlns:a16="http://schemas.microsoft.com/office/drawing/2014/main" id="{59895275-CDDF-8FE6-DF53-C31E88B79B8B}"/>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293" name="TextBox 292">
                <a:extLst>
                  <a:ext uri="{FF2B5EF4-FFF2-40B4-BE49-F238E27FC236}">
                    <a16:creationId xmlns:a16="http://schemas.microsoft.com/office/drawing/2014/main" id="{EAC4A280-CE09-EC19-EBA2-8C87341B4CC0}"/>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11:00 AM</a:t>
                </a:r>
              </a:p>
            </p:txBody>
          </p:sp>
          <p:sp>
            <p:nvSpPr>
              <p:cNvPr id="295" name="TextBox 294">
                <a:extLst>
                  <a:ext uri="{FF2B5EF4-FFF2-40B4-BE49-F238E27FC236}">
                    <a16:creationId xmlns:a16="http://schemas.microsoft.com/office/drawing/2014/main" id="{B6D06FBB-5D17-BB96-D8DF-404EFC90CACB}"/>
                  </a:ext>
                </a:extLst>
              </p:cNvPr>
              <p:cNvSpPr txBox="1"/>
              <p:nvPr/>
            </p:nvSpPr>
            <p:spPr>
              <a:xfrm>
                <a:off x="10046183" y="1449798"/>
                <a:ext cx="1044741" cy="307777"/>
              </a:xfrm>
              <a:prstGeom prst="rect">
                <a:avLst/>
              </a:prstGeom>
              <a:noFill/>
            </p:spPr>
            <p:txBody>
              <a:bodyPr wrap="square" rtlCol="0">
                <a:spAutoFit/>
              </a:bodyPr>
              <a:lstStyle/>
              <a:p>
                <a:r>
                  <a:rPr lang="en-SG" sz="1400" b="1" dirty="0">
                    <a:solidFill>
                      <a:schemeClr val="accent1"/>
                    </a:solidFill>
                  </a:rPr>
                  <a:t>Theatre</a:t>
                </a:r>
              </a:p>
            </p:txBody>
          </p:sp>
        </p:grpSp>
      </p:grpSp>
      <p:grpSp>
        <p:nvGrpSpPr>
          <p:cNvPr id="340" name="Group 339">
            <a:extLst>
              <a:ext uri="{FF2B5EF4-FFF2-40B4-BE49-F238E27FC236}">
                <a16:creationId xmlns:a16="http://schemas.microsoft.com/office/drawing/2014/main" id="{0C69783C-558C-1640-E5F0-339EC4C40C07}"/>
              </a:ext>
            </a:extLst>
          </p:cNvPr>
          <p:cNvGrpSpPr/>
          <p:nvPr/>
        </p:nvGrpSpPr>
        <p:grpSpPr>
          <a:xfrm>
            <a:off x="7894505" y="1865917"/>
            <a:ext cx="4297493" cy="1304616"/>
            <a:chOff x="7894505" y="1865917"/>
            <a:chExt cx="4297493" cy="1304616"/>
          </a:xfrm>
        </p:grpSpPr>
        <p:grpSp>
          <p:nvGrpSpPr>
            <p:cNvPr id="312" name="Group 311">
              <a:extLst>
                <a:ext uri="{FF2B5EF4-FFF2-40B4-BE49-F238E27FC236}">
                  <a16:creationId xmlns:a16="http://schemas.microsoft.com/office/drawing/2014/main" id="{06E3C07C-FE2D-23C6-46C8-32D403DE3746}"/>
                </a:ext>
              </a:extLst>
            </p:cNvPr>
            <p:cNvGrpSpPr/>
            <p:nvPr/>
          </p:nvGrpSpPr>
          <p:grpSpPr>
            <a:xfrm>
              <a:off x="7894505" y="1865917"/>
              <a:ext cx="4297493" cy="1304616"/>
              <a:chOff x="7894507" y="560614"/>
              <a:chExt cx="4297493" cy="1304616"/>
            </a:xfrm>
          </p:grpSpPr>
          <p:sp>
            <p:nvSpPr>
              <p:cNvPr id="313" name="Rectangle 312">
                <a:extLst>
                  <a:ext uri="{FF2B5EF4-FFF2-40B4-BE49-F238E27FC236}">
                    <a16:creationId xmlns:a16="http://schemas.microsoft.com/office/drawing/2014/main" id="{B2B77ADF-D67A-76DD-DEBE-7D48D1F88605}"/>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14" name="Group 313">
                <a:extLst>
                  <a:ext uri="{FF2B5EF4-FFF2-40B4-BE49-F238E27FC236}">
                    <a16:creationId xmlns:a16="http://schemas.microsoft.com/office/drawing/2014/main" id="{8038A967-133F-D761-A7B7-3ABE6954269C}"/>
                  </a:ext>
                </a:extLst>
              </p:cNvPr>
              <p:cNvGrpSpPr/>
              <p:nvPr/>
            </p:nvGrpSpPr>
            <p:grpSpPr>
              <a:xfrm>
                <a:off x="7930588" y="626794"/>
                <a:ext cx="3160336" cy="1165223"/>
                <a:chOff x="7930588" y="626794"/>
                <a:chExt cx="3160336" cy="1165223"/>
              </a:xfrm>
            </p:grpSpPr>
            <p:sp>
              <p:nvSpPr>
                <p:cNvPr id="315" name="TextBox 314">
                  <a:extLst>
                    <a:ext uri="{FF2B5EF4-FFF2-40B4-BE49-F238E27FC236}">
                      <a16:creationId xmlns:a16="http://schemas.microsoft.com/office/drawing/2014/main" id="{E72D2CFB-2C91-CE8A-3B74-7172EEB5EBCA}"/>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sp>
              <p:nvSpPr>
                <p:cNvPr id="317" name="TextBox 316">
                  <a:extLst>
                    <a:ext uri="{FF2B5EF4-FFF2-40B4-BE49-F238E27FC236}">
                      <a16:creationId xmlns:a16="http://schemas.microsoft.com/office/drawing/2014/main" id="{80F08531-0BB2-7ABB-F076-D8CB41E8D99B}"/>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318" name="TextBox 317">
                  <a:extLst>
                    <a:ext uri="{FF2B5EF4-FFF2-40B4-BE49-F238E27FC236}">
                      <a16:creationId xmlns:a16="http://schemas.microsoft.com/office/drawing/2014/main" id="{F6E23532-9BAA-B68A-B449-29EE71745BA8}"/>
                    </a:ext>
                  </a:extLst>
                </p:cNvPr>
                <p:cNvSpPr txBox="1"/>
                <p:nvPr/>
              </p:nvSpPr>
              <p:spPr>
                <a:xfrm>
                  <a:off x="7930588" y="626794"/>
                  <a:ext cx="1743694" cy="646331"/>
                </a:xfrm>
                <a:prstGeom prst="rect">
                  <a:avLst/>
                </a:prstGeom>
                <a:noFill/>
              </p:spPr>
              <p:txBody>
                <a:bodyPr wrap="square" rtlCol="0">
                  <a:spAutoFit/>
                </a:bodyPr>
                <a:lstStyle/>
                <a:p>
                  <a:r>
                    <a:rPr lang="en-SG" b="1" dirty="0">
                      <a:solidFill>
                        <a:schemeClr val="tx2">
                          <a:lumMod val="50000"/>
                        </a:schemeClr>
                      </a:solidFill>
                    </a:rPr>
                    <a:t>Ocean Fantasy</a:t>
                  </a:r>
                </a:p>
                <a:p>
                  <a:endParaRPr lang="en-SG" b="1" dirty="0">
                    <a:solidFill>
                      <a:schemeClr val="tx2">
                        <a:lumMod val="50000"/>
                      </a:schemeClr>
                    </a:solidFill>
                  </a:endParaRPr>
                </a:p>
              </p:txBody>
            </p:sp>
            <p:sp>
              <p:nvSpPr>
                <p:cNvPr id="319" name="TextBox 318">
                  <a:extLst>
                    <a:ext uri="{FF2B5EF4-FFF2-40B4-BE49-F238E27FC236}">
                      <a16:creationId xmlns:a16="http://schemas.microsoft.com/office/drawing/2014/main" id="{AE960F57-2F54-6EEB-CF43-3DD218BE7626}"/>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320" name="TextBox 319">
                  <a:extLst>
                    <a:ext uri="{FF2B5EF4-FFF2-40B4-BE49-F238E27FC236}">
                      <a16:creationId xmlns:a16="http://schemas.microsoft.com/office/drawing/2014/main" id="{5358E535-718C-5822-5A63-D0962EA9CE95}"/>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12:00 PM</a:t>
                  </a:r>
                </a:p>
              </p:txBody>
            </p:sp>
            <p:sp>
              <p:nvSpPr>
                <p:cNvPr id="321" name="TextBox 320">
                  <a:extLst>
                    <a:ext uri="{FF2B5EF4-FFF2-40B4-BE49-F238E27FC236}">
                      <a16:creationId xmlns:a16="http://schemas.microsoft.com/office/drawing/2014/main" id="{10E670D0-529C-B208-21D0-DEC0985BC3CD}"/>
                    </a:ext>
                  </a:extLst>
                </p:cNvPr>
                <p:cNvSpPr txBox="1"/>
                <p:nvPr/>
              </p:nvSpPr>
              <p:spPr>
                <a:xfrm>
                  <a:off x="10046183" y="1449798"/>
                  <a:ext cx="1044741" cy="307777"/>
                </a:xfrm>
                <a:prstGeom prst="rect">
                  <a:avLst/>
                </a:prstGeom>
                <a:noFill/>
              </p:spPr>
              <p:txBody>
                <a:bodyPr wrap="square" rtlCol="0">
                  <a:spAutoFit/>
                </a:bodyPr>
                <a:lstStyle/>
                <a:p>
                  <a:r>
                    <a:rPr lang="en-SG" sz="1400" b="1" dirty="0">
                      <a:solidFill>
                        <a:schemeClr val="accent1"/>
                      </a:solidFill>
                    </a:rPr>
                    <a:t>Sea World</a:t>
                  </a:r>
                </a:p>
              </p:txBody>
            </p:sp>
          </p:grpSp>
        </p:grpSp>
        <p:grpSp>
          <p:nvGrpSpPr>
            <p:cNvPr id="339" name="Group 338">
              <a:extLst>
                <a:ext uri="{FF2B5EF4-FFF2-40B4-BE49-F238E27FC236}">
                  <a16:creationId xmlns:a16="http://schemas.microsoft.com/office/drawing/2014/main" id="{32F0B52A-109B-A1BA-0F1C-DC7E116063FB}"/>
                </a:ext>
              </a:extLst>
            </p:cNvPr>
            <p:cNvGrpSpPr/>
            <p:nvPr/>
          </p:nvGrpSpPr>
          <p:grpSpPr>
            <a:xfrm>
              <a:off x="8012883" y="2287713"/>
              <a:ext cx="1546800" cy="795567"/>
              <a:chOff x="8012883" y="2287713"/>
              <a:chExt cx="1546800" cy="795567"/>
            </a:xfrm>
          </p:grpSpPr>
          <p:pic>
            <p:nvPicPr>
              <p:cNvPr id="337" name="Picture 336">
                <a:extLst>
                  <a:ext uri="{FF2B5EF4-FFF2-40B4-BE49-F238E27FC236}">
                    <a16:creationId xmlns:a16="http://schemas.microsoft.com/office/drawing/2014/main" id="{DFF8DACC-F776-9713-44C3-DA919442C5EE}"/>
                  </a:ext>
                </a:extLst>
              </p:cNvPr>
              <p:cNvPicPr>
                <a:picLocks noChangeAspect="1"/>
              </p:cNvPicPr>
              <p:nvPr/>
            </p:nvPicPr>
            <p:blipFill>
              <a:blip r:embed="rId20"/>
              <a:stretch>
                <a:fillRect/>
              </a:stretch>
            </p:blipFill>
            <p:spPr>
              <a:xfrm>
                <a:off x="8012883" y="2287713"/>
                <a:ext cx="1031200" cy="795567"/>
              </a:xfrm>
              <a:prstGeom prst="rect">
                <a:avLst/>
              </a:prstGeom>
            </p:spPr>
          </p:pic>
          <p:pic>
            <p:nvPicPr>
              <p:cNvPr id="338" name="Picture 337">
                <a:extLst>
                  <a:ext uri="{FF2B5EF4-FFF2-40B4-BE49-F238E27FC236}">
                    <a16:creationId xmlns:a16="http://schemas.microsoft.com/office/drawing/2014/main" id="{E2F50F93-B09F-249E-B563-DB7AAF96514E}"/>
                  </a:ext>
                </a:extLst>
              </p:cNvPr>
              <p:cNvPicPr>
                <a:picLocks noChangeAspect="1"/>
              </p:cNvPicPr>
              <p:nvPr/>
            </p:nvPicPr>
            <p:blipFill>
              <a:blip r:embed="rId20"/>
              <a:srcRect t="67150"/>
              <a:stretch>
                <a:fillRect/>
              </a:stretch>
            </p:blipFill>
            <p:spPr>
              <a:xfrm>
                <a:off x="8528483" y="2819155"/>
                <a:ext cx="1031200" cy="261342"/>
              </a:xfrm>
              <a:prstGeom prst="rect">
                <a:avLst/>
              </a:prstGeom>
            </p:spPr>
          </p:pic>
        </p:grpSp>
      </p:grpSp>
      <p:sp>
        <p:nvSpPr>
          <p:cNvPr id="18" name="Freeform: Shape 17">
            <a:extLst>
              <a:ext uri="{FF2B5EF4-FFF2-40B4-BE49-F238E27FC236}">
                <a16:creationId xmlns:a16="http://schemas.microsoft.com/office/drawing/2014/main" id="{E69EBAE1-5A9C-AD63-5336-C57A81BF4CAB}"/>
              </a:ext>
            </a:extLst>
          </p:cNvPr>
          <p:cNvSpPr/>
          <p:nvPr/>
        </p:nvSpPr>
        <p:spPr>
          <a:xfrm>
            <a:off x="3230991" y="423128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7" name="Group 6">
            <a:extLst>
              <a:ext uri="{FF2B5EF4-FFF2-40B4-BE49-F238E27FC236}">
                <a16:creationId xmlns:a16="http://schemas.microsoft.com/office/drawing/2014/main" id="{75E34545-B58F-D4A3-8F51-9475647FA218}"/>
              </a:ext>
            </a:extLst>
          </p:cNvPr>
          <p:cNvGrpSpPr/>
          <p:nvPr/>
        </p:nvGrpSpPr>
        <p:grpSpPr>
          <a:xfrm>
            <a:off x="1133665" y="4827572"/>
            <a:ext cx="949311" cy="936585"/>
            <a:chOff x="1133665" y="4827572"/>
            <a:chExt cx="949311" cy="936585"/>
          </a:xfrm>
        </p:grpSpPr>
        <p:grpSp>
          <p:nvGrpSpPr>
            <p:cNvPr id="78" name="Group 77">
              <a:extLst>
                <a:ext uri="{FF2B5EF4-FFF2-40B4-BE49-F238E27FC236}">
                  <a16:creationId xmlns:a16="http://schemas.microsoft.com/office/drawing/2014/main" id="{C944BA32-7FED-BBF7-6DF4-D155687C49F2}"/>
                </a:ext>
              </a:extLst>
            </p:cNvPr>
            <p:cNvGrpSpPr/>
            <p:nvPr/>
          </p:nvGrpSpPr>
          <p:grpSpPr>
            <a:xfrm>
              <a:off x="1133665" y="4827572"/>
              <a:ext cx="949311" cy="936585"/>
              <a:chOff x="929362" y="4727466"/>
              <a:chExt cx="1128802" cy="1113670"/>
            </a:xfrm>
          </p:grpSpPr>
          <p:sp>
            <p:nvSpPr>
              <p:cNvPr id="80" name="L-Shape 79">
                <a:extLst>
                  <a:ext uri="{FF2B5EF4-FFF2-40B4-BE49-F238E27FC236}">
                    <a16:creationId xmlns:a16="http://schemas.microsoft.com/office/drawing/2014/main" id="{48F02A9F-1EAD-CADE-0DA8-FE45325BF846}"/>
                  </a:ext>
                </a:extLst>
              </p:cNvPr>
              <p:cNvSpPr/>
              <p:nvPr userDrawn="1"/>
            </p:nvSpPr>
            <p:spPr>
              <a:xfrm>
                <a:off x="929363" y="5480272"/>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1" name="L-Shape 80">
                <a:extLst>
                  <a:ext uri="{FF2B5EF4-FFF2-40B4-BE49-F238E27FC236}">
                    <a16:creationId xmlns:a16="http://schemas.microsoft.com/office/drawing/2014/main" id="{E252D534-FE52-3EC2-6233-9578EDB9DDB3}"/>
                  </a:ext>
                </a:extLst>
              </p:cNvPr>
              <p:cNvSpPr/>
              <p:nvPr userDrawn="1"/>
            </p:nvSpPr>
            <p:spPr>
              <a:xfrm flipH="1">
                <a:off x="1698163" y="5508839"/>
                <a:ext cx="360001" cy="332297"/>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2" name="L-Shape 81">
                <a:extLst>
                  <a:ext uri="{FF2B5EF4-FFF2-40B4-BE49-F238E27FC236}">
                    <a16:creationId xmlns:a16="http://schemas.microsoft.com/office/drawing/2014/main" id="{D1070D69-8269-7744-8E20-372BA56F51F7}"/>
                  </a:ext>
                </a:extLst>
              </p:cNvPr>
              <p:cNvSpPr/>
              <p:nvPr userDrawn="1"/>
            </p:nvSpPr>
            <p:spPr>
              <a:xfrm rot="5400000">
                <a:off x="929363" y="4728190"/>
                <a:ext cx="360000" cy="360001"/>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3" name="L-Shape 82">
                <a:extLst>
                  <a:ext uri="{FF2B5EF4-FFF2-40B4-BE49-F238E27FC236}">
                    <a16:creationId xmlns:a16="http://schemas.microsoft.com/office/drawing/2014/main" id="{BE4F231D-3939-6F6E-CD53-13D2372861B9}"/>
                  </a:ext>
                </a:extLst>
              </p:cNvPr>
              <p:cNvSpPr/>
              <p:nvPr userDrawn="1"/>
            </p:nvSpPr>
            <p:spPr>
              <a:xfrm rot="10800000">
                <a:off x="1698161" y="4727466"/>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pic>
          <p:nvPicPr>
            <p:cNvPr id="6" name="Picture 5">
              <a:extLst>
                <a:ext uri="{FF2B5EF4-FFF2-40B4-BE49-F238E27FC236}">
                  <a16:creationId xmlns:a16="http://schemas.microsoft.com/office/drawing/2014/main" id="{667ECDD9-52EA-E22C-6B43-F64346D4D9B7}"/>
                </a:ext>
              </a:extLst>
            </p:cNvPr>
            <p:cNvPicPr>
              <a:picLocks noChangeAspect="1"/>
            </p:cNvPicPr>
            <p:nvPr/>
          </p:nvPicPr>
          <p:blipFill>
            <a:blip r:embed="rId21"/>
            <a:stretch>
              <a:fillRect/>
            </a:stretch>
          </p:blipFill>
          <p:spPr>
            <a:xfrm>
              <a:off x="1234217" y="4922668"/>
              <a:ext cx="748205" cy="748205"/>
            </a:xfrm>
            <a:prstGeom prst="rect">
              <a:avLst/>
            </a:prstGeom>
            <a:ln>
              <a:noFill/>
            </a:ln>
          </p:spPr>
        </p:pic>
      </p:grpSp>
      <p:grpSp>
        <p:nvGrpSpPr>
          <p:cNvPr id="31" name="Group 30">
            <a:extLst>
              <a:ext uri="{FF2B5EF4-FFF2-40B4-BE49-F238E27FC236}">
                <a16:creationId xmlns:a16="http://schemas.microsoft.com/office/drawing/2014/main" id="{DBB0B9C4-E216-7B3D-4C41-4F5A13725D17}"/>
              </a:ext>
            </a:extLst>
          </p:cNvPr>
          <p:cNvGrpSpPr/>
          <p:nvPr/>
        </p:nvGrpSpPr>
        <p:grpSpPr>
          <a:xfrm>
            <a:off x="3216645" y="4215089"/>
            <a:ext cx="971932" cy="552452"/>
            <a:chOff x="3216645" y="4215089"/>
            <a:chExt cx="971932" cy="552452"/>
          </a:xfrm>
        </p:grpSpPr>
        <p:sp>
          <p:nvSpPr>
            <p:cNvPr id="200" name="Rectangle 199">
              <a:extLst>
                <a:ext uri="{FF2B5EF4-FFF2-40B4-BE49-F238E27FC236}">
                  <a16:creationId xmlns:a16="http://schemas.microsoft.com/office/drawing/2014/main" id="{D58F9457-1C4E-F399-FA52-6543ADBC7BA0}"/>
                </a:ext>
              </a:extLst>
            </p:cNvPr>
            <p:cNvSpPr/>
            <p:nvPr userDrawn="1"/>
          </p:nvSpPr>
          <p:spPr>
            <a:xfrm>
              <a:off x="3216645" y="4215089"/>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199" name="TextBox 198">
              <a:extLst>
                <a:ext uri="{FF2B5EF4-FFF2-40B4-BE49-F238E27FC236}">
                  <a16:creationId xmlns:a16="http://schemas.microsoft.com/office/drawing/2014/main" id="{FDF8E18F-9533-7195-3C67-B1B4E61BAB88}"/>
                </a:ext>
              </a:extLst>
            </p:cNvPr>
            <p:cNvSpPr txBox="1"/>
            <p:nvPr userDrawn="1"/>
          </p:nvSpPr>
          <p:spPr>
            <a:xfrm>
              <a:off x="3216645" y="4260482"/>
              <a:ext cx="971930" cy="461665"/>
            </a:xfrm>
            <a:prstGeom prst="rect">
              <a:avLst/>
            </a:prstGeom>
            <a:noFill/>
            <a:ln>
              <a:noFill/>
            </a:ln>
          </p:spPr>
          <p:txBody>
            <a:bodyPr wrap="square" rtlCol="0">
              <a:spAutoFit/>
            </a:bodyPr>
            <a:lstStyle/>
            <a:p>
              <a:pPr algn="ctr"/>
              <a:r>
                <a:rPr lang="en-SG" sz="2400" b="1" dirty="0">
                  <a:solidFill>
                    <a:srgbClr val="2F3C7E"/>
                  </a:solidFill>
                  <a:latin typeface="+mj-lt"/>
                </a:rPr>
                <a:t>MAP</a:t>
              </a:r>
            </a:p>
          </p:txBody>
        </p:sp>
      </p:grpSp>
      <p:pic>
        <p:nvPicPr>
          <p:cNvPr id="346" name="Picture 345">
            <a:extLst>
              <a:ext uri="{FF2B5EF4-FFF2-40B4-BE49-F238E27FC236}">
                <a16:creationId xmlns:a16="http://schemas.microsoft.com/office/drawing/2014/main" id="{0AB017FF-6356-9B68-3E1E-69F2361C3637}"/>
              </a:ext>
            </a:extLst>
          </p:cNvPr>
          <p:cNvPicPr>
            <a:picLocks noChangeAspect="1"/>
          </p:cNvPicPr>
          <p:nvPr/>
        </p:nvPicPr>
        <p:blipFill>
          <a:blip r:embed="rId22"/>
          <a:srcRect l="16117" r="13552"/>
          <a:stretch>
            <a:fillRect/>
          </a:stretch>
        </p:blipFill>
        <p:spPr>
          <a:xfrm>
            <a:off x="5948005" y="5268685"/>
            <a:ext cx="334895" cy="476171"/>
          </a:xfrm>
          <a:prstGeom prst="rect">
            <a:avLst/>
          </a:prstGeom>
        </p:spPr>
      </p:pic>
      <p:pic>
        <p:nvPicPr>
          <p:cNvPr id="347" name="Picture 346">
            <a:extLst>
              <a:ext uri="{FF2B5EF4-FFF2-40B4-BE49-F238E27FC236}">
                <a16:creationId xmlns:a16="http://schemas.microsoft.com/office/drawing/2014/main" id="{02C3D7BB-D67E-7E97-7C2F-A2E47862BE5F}"/>
              </a:ext>
            </a:extLst>
          </p:cNvPr>
          <p:cNvPicPr>
            <a:picLocks noChangeAspect="1"/>
          </p:cNvPicPr>
          <p:nvPr/>
        </p:nvPicPr>
        <p:blipFill>
          <a:blip r:embed="rId17"/>
          <a:stretch>
            <a:fillRect/>
          </a:stretch>
        </p:blipFill>
        <p:spPr>
          <a:xfrm>
            <a:off x="4757445" y="6000662"/>
            <a:ext cx="347891" cy="347891"/>
          </a:xfrm>
          <a:prstGeom prst="rect">
            <a:avLst/>
          </a:prstGeom>
        </p:spPr>
      </p:pic>
      <p:pic>
        <p:nvPicPr>
          <p:cNvPr id="350" name="Picture 349">
            <a:extLst>
              <a:ext uri="{FF2B5EF4-FFF2-40B4-BE49-F238E27FC236}">
                <a16:creationId xmlns:a16="http://schemas.microsoft.com/office/drawing/2014/main" id="{5D105ABC-DB80-D8B0-849B-E48B1089148C}"/>
              </a:ext>
            </a:extLst>
          </p:cNvPr>
          <p:cNvPicPr>
            <a:picLocks noChangeAspect="1"/>
          </p:cNvPicPr>
          <p:nvPr/>
        </p:nvPicPr>
        <p:blipFill>
          <a:blip r:embed="rId3"/>
          <a:stretch>
            <a:fillRect/>
          </a:stretch>
        </p:blipFill>
        <p:spPr>
          <a:xfrm>
            <a:off x="3478261" y="5305504"/>
            <a:ext cx="778291" cy="390601"/>
          </a:xfrm>
          <a:prstGeom prst="rect">
            <a:avLst/>
          </a:prstGeom>
          <a:ln>
            <a:noFill/>
          </a:ln>
        </p:spPr>
      </p:pic>
      <p:grpSp>
        <p:nvGrpSpPr>
          <p:cNvPr id="19" name="Group 18">
            <a:extLst>
              <a:ext uri="{FF2B5EF4-FFF2-40B4-BE49-F238E27FC236}">
                <a16:creationId xmlns:a16="http://schemas.microsoft.com/office/drawing/2014/main" id="{20CDBB92-7FD7-6DA5-982D-E11D008F19D2}"/>
              </a:ext>
            </a:extLst>
          </p:cNvPr>
          <p:cNvGrpSpPr/>
          <p:nvPr/>
        </p:nvGrpSpPr>
        <p:grpSpPr>
          <a:xfrm>
            <a:off x="5587919" y="4217828"/>
            <a:ext cx="1016161" cy="353526"/>
            <a:chOff x="5586845" y="4846215"/>
            <a:chExt cx="1016161" cy="353526"/>
          </a:xfrm>
        </p:grpSpPr>
        <p:sp>
          <p:nvSpPr>
            <p:cNvPr id="203" name="Rectangle 202">
              <a:extLst>
                <a:ext uri="{FF2B5EF4-FFF2-40B4-BE49-F238E27FC236}">
                  <a16:creationId xmlns:a16="http://schemas.microsoft.com/office/drawing/2014/main" id="{FE723EB3-FD5D-6C79-EFBB-F060FD4F539D}"/>
                </a:ext>
              </a:extLst>
            </p:cNvPr>
            <p:cNvSpPr/>
            <p:nvPr userDrawn="1"/>
          </p:nvSpPr>
          <p:spPr>
            <a:xfrm>
              <a:off x="5588996" y="4846215"/>
              <a:ext cx="1014010" cy="353526"/>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202" name="TextBox 201">
              <a:extLst>
                <a:ext uri="{FF2B5EF4-FFF2-40B4-BE49-F238E27FC236}">
                  <a16:creationId xmlns:a16="http://schemas.microsoft.com/office/drawing/2014/main" id="{F45B4C07-2281-3279-ADF8-6C8693D1B393}"/>
                </a:ext>
              </a:extLst>
            </p:cNvPr>
            <p:cNvSpPr txBox="1"/>
            <p:nvPr userDrawn="1"/>
          </p:nvSpPr>
          <p:spPr>
            <a:xfrm>
              <a:off x="5586845" y="4869089"/>
              <a:ext cx="1014010" cy="307777"/>
            </a:xfrm>
            <a:prstGeom prst="rect">
              <a:avLst/>
            </a:prstGeom>
            <a:noFill/>
            <a:ln>
              <a:noFill/>
            </a:ln>
          </p:spPr>
          <p:txBody>
            <a:bodyPr wrap="square" rtlCol="0">
              <a:spAutoFit/>
            </a:bodyPr>
            <a:lstStyle/>
            <a:p>
              <a:pPr algn="ctr"/>
              <a:r>
                <a:rPr lang="en-SG" sz="1400" b="1" dirty="0">
                  <a:solidFill>
                    <a:srgbClr val="2F3C7E"/>
                  </a:solidFill>
                  <a:latin typeface="+mn-lt"/>
                </a:rPr>
                <a:t>Touch Me!</a:t>
              </a:r>
            </a:p>
          </p:txBody>
        </p:sp>
      </p:grpSp>
      <p:grpSp>
        <p:nvGrpSpPr>
          <p:cNvPr id="28" name="Group 27">
            <a:extLst>
              <a:ext uri="{FF2B5EF4-FFF2-40B4-BE49-F238E27FC236}">
                <a16:creationId xmlns:a16="http://schemas.microsoft.com/office/drawing/2014/main" id="{9A6C67EE-D400-95AF-54FD-D052DC5A734F}"/>
              </a:ext>
            </a:extLst>
          </p:cNvPr>
          <p:cNvGrpSpPr/>
          <p:nvPr/>
        </p:nvGrpSpPr>
        <p:grpSpPr>
          <a:xfrm>
            <a:off x="7620370" y="4729264"/>
            <a:ext cx="1014010" cy="693309"/>
            <a:chOff x="7620370" y="4729264"/>
            <a:chExt cx="1014010" cy="693309"/>
          </a:xfrm>
        </p:grpSpPr>
        <p:pic>
          <p:nvPicPr>
            <p:cNvPr id="354" name="Picture 353">
              <a:extLst>
                <a:ext uri="{FF2B5EF4-FFF2-40B4-BE49-F238E27FC236}">
                  <a16:creationId xmlns:a16="http://schemas.microsoft.com/office/drawing/2014/main" id="{04553871-21EB-F796-7986-B73C8870386D}"/>
                </a:ext>
              </a:extLst>
            </p:cNvPr>
            <p:cNvPicPr>
              <a:picLocks noChangeAspect="1"/>
            </p:cNvPicPr>
            <p:nvPr/>
          </p:nvPicPr>
          <p:blipFill>
            <a:blip r:embed="rId23"/>
            <a:stretch>
              <a:fillRect/>
            </a:stretch>
          </p:blipFill>
          <p:spPr>
            <a:xfrm>
              <a:off x="7884122" y="4729264"/>
              <a:ext cx="446487" cy="446487"/>
            </a:xfrm>
            <a:prstGeom prst="rect">
              <a:avLst/>
            </a:prstGeom>
          </p:spPr>
        </p:pic>
        <p:sp>
          <p:nvSpPr>
            <p:cNvPr id="20" name="TextBox 19">
              <a:extLst>
                <a:ext uri="{FF2B5EF4-FFF2-40B4-BE49-F238E27FC236}">
                  <a16:creationId xmlns:a16="http://schemas.microsoft.com/office/drawing/2014/main" id="{440AE1AF-4022-F98A-24A1-47572C9F711B}"/>
                </a:ext>
              </a:extLst>
            </p:cNvPr>
            <p:cNvSpPr txBox="1"/>
            <p:nvPr/>
          </p:nvSpPr>
          <p:spPr>
            <a:xfrm>
              <a:off x="7620370" y="5114796"/>
              <a:ext cx="1014010" cy="307777"/>
            </a:xfrm>
            <a:prstGeom prst="rect">
              <a:avLst/>
            </a:prstGeom>
            <a:noFill/>
            <a:ln>
              <a:noFill/>
            </a:ln>
          </p:spPr>
          <p:txBody>
            <a:bodyPr wrap="square" rtlCol="0">
              <a:spAutoFit/>
            </a:bodyPr>
            <a:lstStyle/>
            <a:p>
              <a:pPr algn="ctr"/>
              <a:r>
                <a:rPr lang="en-SG" sz="1400" b="1" dirty="0">
                  <a:solidFill>
                    <a:schemeClr val="tx2"/>
                  </a:solidFill>
                  <a:latin typeface="+mn-lt"/>
                </a:rPr>
                <a:t>Entrance</a:t>
              </a:r>
            </a:p>
          </p:txBody>
        </p:sp>
      </p:grpSp>
      <p:sp>
        <p:nvSpPr>
          <p:cNvPr id="39" name="Rectangle: Rounded Corners 38">
            <a:extLst>
              <a:ext uri="{FF2B5EF4-FFF2-40B4-BE49-F238E27FC236}">
                <a16:creationId xmlns:a16="http://schemas.microsoft.com/office/drawing/2014/main" id="{C1791B0D-76A4-367B-B8A0-C30C75AF98FB}"/>
              </a:ext>
            </a:extLst>
          </p:cNvPr>
          <p:cNvSpPr/>
          <p:nvPr/>
        </p:nvSpPr>
        <p:spPr>
          <a:xfrm>
            <a:off x="5478219" y="4975182"/>
            <a:ext cx="1274465" cy="292399"/>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You Are Here</a:t>
            </a:r>
          </a:p>
        </p:txBody>
      </p:sp>
      <p:sp>
        <p:nvSpPr>
          <p:cNvPr id="42" name="TextBox 41">
            <a:extLst>
              <a:ext uri="{FF2B5EF4-FFF2-40B4-BE49-F238E27FC236}">
                <a16:creationId xmlns:a16="http://schemas.microsoft.com/office/drawing/2014/main" id="{A6B5BC87-527A-6583-48BC-357D9A84EB09}"/>
              </a:ext>
            </a:extLst>
          </p:cNvPr>
          <p:cNvSpPr txBox="1"/>
          <p:nvPr/>
        </p:nvSpPr>
        <p:spPr>
          <a:xfrm>
            <a:off x="3277630" y="5670873"/>
            <a:ext cx="1215496" cy="276999"/>
          </a:xfrm>
          <a:prstGeom prst="rect">
            <a:avLst/>
          </a:prstGeom>
          <a:noFill/>
          <a:ln>
            <a:noFill/>
          </a:ln>
        </p:spPr>
        <p:txBody>
          <a:bodyPr wrap="square" rtlCol="0">
            <a:spAutoFit/>
          </a:bodyPr>
          <a:lstStyle/>
          <a:p>
            <a:pPr algn="ctr"/>
            <a:r>
              <a:rPr lang="en-SG" sz="1200" b="1" dirty="0">
                <a:solidFill>
                  <a:schemeClr val="tx2"/>
                </a:solidFill>
              </a:rPr>
              <a:t>Dragon Roller</a:t>
            </a:r>
          </a:p>
        </p:txBody>
      </p:sp>
      <p:sp>
        <p:nvSpPr>
          <p:cNvPr id="46" name="TextBox 45">
            <a:extLst>
              <a:ext uri="{FF2B5EF4-FFF2-40B4-BE49-F238E27FC236}">
                <a16:creationId xmlns:a16="http://schemas.microsoft.com/office/drawing/2014/main" id="{AE43644A-FCAF-4F0A-CAD3-CAD6A9CADCF3}"/>
              </a:ext>
            </a:extLst>
          </p:cNvPr>
          <p:cNvSpPr txBox="1"/>
          <p:nvPr/>
        </p:nvSpPr>
        <p:spPr>
          <a:xfrm>
            <a:off x="4342067" y="6291269"/>
            <a:ext cx="1215496" cy="276999"/>
          </a:xfrm>
          <a:prstGeom prst="rect">
            <a:avLst/>
          </a:prstGeom>
          <a:noFill/>
          <a:ln>
            <a:noFill/>
          </a:ln>
        </p:spPr>
        <p:txBody>
          <a:bodyPr wrap="square" rtlCol="0">
            <a:spAutoFit/>
          </a:bodyPr>
          <a:lstStyle/>
          <a:p>
            <a:pPr algn="ctr"/>
            <a:r>
              <a:rPr lang="en-SG" sz="1200" b="1" dirty="0">
                <a:solidFill>
                  <a:schemeClr val="tx2"/>
                </a:solidFill>
                <a:latin typeface="+mn-lt"/>
              </a:rPr>
              <a:t>Jake &amp; Marks</a:t>
            </a:r>
          </a:p>
        </p:txBody>
      </p:sp>
      <p:sp>
        <p:nvSpPr>
          <p:cNvPr id="47" name="Freeform: Shape 46">
            <a:extLst>
              <a:ext uri="{FF2B5EF4-FFF2-40B4-BE49-F238E27FC236}">
                <a16:creationId xmlns:a16="http://schemas.microsoft.com/office/drawing/2014/main" id="{93B6DF26-F251-F648-858D-9061C267B11F}"/>
              </a:ext>
            </a:extLst>
          </p:cNvPr>
          <p:cNvSpPr/>
          <p:nvPr/>
        </p:nvSpPr>
        <p:spPr>
          <a:xfrm>
            <a:off x="5165271" y="5731329"/>
            <a:ext cx="914400" cy="538842"/>
          </a:xfrm>
          <a:custGeom>
            <a:avLst/>
            <a:gdLst>
              <a:gd name="connsiteX0" fmla="*/ 914400 w 914400"/>
              <a:gd name="connsiteY0" fmla="*/ 0 h 538842"/>
              <a:gd name="connsiteX1" fmla="*/ 892629 w 914400"/>
              <a:gd name="connsiteY1" fmla="*/ 27214 h 538842"/>
              <a:gd name="connsiteX2" fmla="*/ 849086 w 914400"/>
              <a:gd name="connsiteY2" fmla="*/ 141514 h 538842"/>
              <a:gd name="connsiteX3" fmla="*/ 810986 w 914400"/>
              <a:gd name="connsiteY3" fmla="*/ 195942 h 538842"/>
              <a:gd name="connsiteX4" fmla="*/ 723900 w 914400"/>
              <a:gd name="connsiteY4" fmla="*/ 283028 h 538842"/>
              <a:gd name="connsiteX5" fmla="*/ 702129 w 914400"/>
              <a:gd name="connsiteY5" fmla="*/ 299357 h 538842"/>
              <a:gd name="connsiteX6" fmla="*/ 647700 w 914400"/>
              <a:gd name="connsiteY6" fmla="*/ 310242 h 538842"/>
              <a:gd name="connsiteX7" fmla="*/ 457200 w 914400"/>
              <a:gd name="connsiteY7" fmla="*/ 321128 h 538842"/>
              <a:gd name="connsiteX8" fmla="*/ 239486 w 914400"/>
              <a:gd name="connsiteY8" fmla="*/ 332014 h 538842"/>
              <a:gd name="connsiteX9" fmla="*/ 163286 w 914400"/>
              <a:gd name="connsiteY9" fmla="*/ 375557 h 538842"/>
              <a:gd name="connsiteX10" fmla="*/ 152400 w 914400"/>
              <a:gd name="connsiteY10" fmla="*/ 413657 h 538842"/>
              <a:gd name="connsiteX11" fmla="*/ 87086 w 914400"/>
              <a:gd name="connsiteY11" fmla="*/ 446314 h 538842"/>
              <a:gd name="connsiteX12" fmla="*/ 38100 w 914400"/>
              <a:gd name="connsiteY12" fmla="*/ 484414 h 538842"/>
              <a:gd name="connsiteX13" fmla="*/ 27215 w 914400"/>
              <a:gd name="connsiteY13" fmla="*/ 500742 h 538842"/>
              <a:gd name="connsiteX14" fmla="*/ 0 w 914400"/>
              <a:gd name="connsiteY14" fmla="*/ 538842 h 538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4400" h="538842">
                <a:moveTo>
                  <a:pt x="914400" y="0"/>
                </a:moveTo>
                <a:cubicBezTo>
                  <a:pt x="907143" y="9071"/>
                  <a:pt x="897542" y="16687"/>
                  <a:pt x="892629" y="27214"/>
                </a:cubicBezTo>
                <a:cubicBezTo>
                  <a:pt x="836127" y="148290"/>
                  <a:pt x="923342" y="11565"/>
                  <a:pt x="849086" y="141514"/>
                </a:cubicBezTo>
                <a:cubicBezTo>
                  <a:pt x="838099" y="160742"/>
                  <a:pt x="825659" y="179355"/>
                  <a:pt x="810986" y="195942"/>
                </a:cubicBezTo>
                <a:cubicBezTo>
                  <a:pt x="783785" y="226690"/>
                  <a:pt x="756742" y="258396"/>
                  <a:pt x="723900" y="283028"/>
                </a:cubicBezTo>
                <a:cubicBezTo>
                  <a:pt x="716643" y="288471"/>
                  <a:pt x="710672" y="296306"/>
                  <a:pt x="702129" y="299357"/>
                </a:cubicBezTo>
                <a:cubicBezTo>
                  <a:pt x="684705" y="305580"/>
                  <a:pt x="666130" y="308604"/>
                  <a:pt x="647700" y="310242"/>
                </a:cubicBezTo>
                <a:cubicBezTo>
                  <a:pt x="584346" y="315873"/>
                  <a:pt x="520713" y="317741"/>
                  <a:pt x="457200" y="321128"/>
                </a:cubicBezTo>
                <a:lnTo>
                  <a:pt x="239486" y="332014"/>
                </a:lnTo>
                <a:cubicBezTo>
                  <a:pt x="214086" y="346528"/>
                  <a:pt x="171323" y="347428"/>
                  <a:pt x="163286" y="375557"/>
                </a:cubicBezTo>
                <a:cubicBezTo>
                  <a:pt x="159657" y="388257"/>
                  <a:pt x="160764" y="403434"/>
                  <a:pt x="152400" y="413657"/>
                </a:cubicBezTo>
                <a:cubicBezTo>
                  <a:pt x="132543" y="437926"/>
                  <a:pt x="110029" y="431565"/>
                  <a:pt x="87086" y="446314"/>
                </a:cubicBezTo>
                <a:cubicBezTo>
                  <a:pt x="69685" y="457500"/>
                  <a:pt x="49574" y="467202"/>
                  <a:pt x="38100" y="484414"/>
                </a:cubicBezTo>
                <a:cubicBezTo>
                  <a:pt x="34472" y="489857"/>
                  <a:pt x="31017" y="495419"/>
                  <a:pt x="27215" y="500742"/>
                </a:cubicBezTo>
                <a:cubicBezTo>
                  <a:pt x="-6559" y="548026"/>
                  <a:pt x="25667" y="500344"/>
                  <a:pt x="0" y="538842"/>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9" name="Picture 48">
            <a:extLst>
              <a:ext uri="{FF2B5EF4-FFF2-40B4-BE49-F238E27FC236}">
                <a16:creationId xmlns:a16="http://schemas.microsoft.com/office/drawing/2014/main" id="{039D73FA-BE61-AEE3-D18A-389F6475AE3B}"/>
              </a:ext>
            </a:extLst>
          </p:cNvPr>
          <p:cNvPicPr>
            <a:picLocks noChangeAspect="1"/>
          </p:cNvPicPr>
          <p:nvPr/>
        </p:nvPicPr>
        <p:blipFill>
          <a:blip r:embed="rId18"/>
          <a:stretch>
            <a:fillRect/>
          </a:stretch>
        </p:blipFill>
        <p:spPr>
          <a:xfrm>
            <a:off x="7138853" y="5648409"/>
            <a:ext cx="598926" cy="598926"/>
          </a:xfrm>
          <a:prstGeom prst="rect">
            <a:avLst/>
          </a:prstGeom>
        </p:spPr>
      </p:pic>
      <p:sp>
        <p:nvSpPr>
          <p:cNvPr id="52" name="TextBox 51">
            <a:extLst>
              <a:ext uri="{FF2B5EF4-FFF2-40B4-BE49-F238E27FC236}">
                <a16:creationId xmlns:a16="http://schemas.microsoft.com/office/drawing/2014/main" id="{296789DD-A6D7-E564-5662-2BE811225C5D}"/>
              </a:ext>
            </a:extLst>
          </p:cNvPr>
          <p:cNvSpPr txBox="1"/>
          <p:nvPr/>
        </p:nvSpPr>
        <p:spPr>
          <a:xfrm>
            <a:off x="6852839" y="6227354"/>
            <a:ext cx="1215496" cy="276999"/>
          </a:xfrm>
          <a:prstGeom prst="rect">
            <a:avLst/>
          </a:prstGeom>
          <a:noFill/>
          <a:ln>
            <a:noFill/>
          </a:ln>
        </p:spPr>
        <p:txBody>
          <a:bodyPr wrap="square" rtlCol="0">
            <a:spAutoFit/>
          </a:bodyPr>
          <a:lstStyle/>
          <a:p>
            <a:pPr algn="ctr"/>
            <a:r>
              <a:rPr lang="en-SG" sz="1200" b="1" dirty="0">
                <a:solidFill>
                  <a:schemeClr val="tx2"/>
                </a:solidFill>
                <a:latin typeface="+mn-lt"/>
              </a:rPr>
              <a:t>Musical B’</a:t>
            </a:r>
          </a:p>
        </p:txBody>
      </p:sp>
      <p:sp>
        <p:nvSpPr>
          <p:cNvPr id="53" name="Freeform: Shape 52">
            <a:extLst>
              <a:ext uri="{FF2B5EF4-FFF2-40B4-BE49-F238E27FC236}">
                <a16:creationId xmlns:a16="http://schemas.microsoft.com/office/drawing/2014/main" id="{94E2A357-9F87-1F09-4133-879764CC72C9}"/>
              </a:ext>
            </a:extLst>
          </p:cNvPr>
          <p:cNvSpPr/>
          <p:nvPr/>
        </p:nvSpPr>
        <p:spPr>
          <a:xfrm>
            <a:off x="6123190" y="5715000"/>
            <a:ext cx="1034167" cy="593271"/>
          </a:xfrm>
          <a:custGeom>
            <a:avLst/>
            <a:gdLst>
              <a:gd name="connsiteX0" fmla="*/ 10910 w 1034167"/>
              <a:gd name="connsiteY0" fmla="*/ 0 h 593271"/>
              <a:gd name="connsiteX1" fmla="*/ 24 w 1034167"/>
              <a:gd name="connsiteY1" fmla="*/ 27214 h 593271"/>
              <a:gd name="connsiteX2" fmla="*/ 32681 w 1034167"/>
              <a:gd name="connsiteY2" fmla="*/ 141514 h 593271"/>
              <a:gd name="connsiteX3" fmla="*/ 119767 w 1034167"/>
              <a:gd name="connsiteY3" fmla="*/ 217714 h 593271"/>
              <a:gd name="connsiteX4" fmla="*/ 185081 w 1034167"/>
              <a:gd name="connsiteY4" fmla="*/ 250371 h 593271"/>
              <a:gd name="connsiteX5" fmla="*/ 283053 w 1034167"/>
              <a:gd name="connsiteY5" fmla="*/ 288471 h 593271"/>
              <a:gd name="connsiteX6" fmla="*/ 402796 w 1034167"/>
              <a:gd name="connsiteY6" fmla="*/ 293914 h 593271"/>
              <a:gd name="connsiteX7" fmla="*/ 604181 w 1034167"/>
              <a:gd name="connsiteY7" fmla="*/ 353786 h 593271"/>
              <a:gd name="connsiteX8" fmla="*/ 615067 w 1034167"/>
              <a:gd name="connsiteY8" fmla="*/ 370114 h 593271"/>
              <a:gd name="connsiteX9" fmla="*/ 631396 w 1034167"/>
              <a:gd name="connsiteY9" fmla="*/ 429986 h 593271"/>
              <a:gd name="connsiteX10" fmla="*/ 642281 w 1034167"/>
              <a:gd name="connsiteY10" fmla="*/ 533400 h 593271"/>
              <a:gd name="connsiteX11" fmla="*/ 680381 w 1034167"/>
              <a:gd name="connsiteY11" fmla="*/ 555171 h 593271"/>
              <a:gd name="connsiteX12" fmla="*/ 778353 w 1034167"/>
              <a:gd name="connsiteY12" fmla="*/ 593271 h 593271"/>
              <a:gd name="connsiteX13" fmla="*/ 881767 w 1034167"/>
              <a:gd name="connsiteY13" fmla="*/ 587829 h 593271"/>
              <a:gd name="connsiteX14" fmla="*/ 930753 w 1034167"/>
              <a:gd name="connsiteY14" fmla="*/ 549729 h 593271"/>
              <a:gd name="connsiteX15" fmla="*/ 1034167 w 1034167"/>
              <a:gd name="connsiteY15" fmla="*/ 538843 h 59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4167" h="593271">
                <a:moveTo>
                  <a:pt x="10910" y="0"/>
                </a:moveTo>
                <a:cubicBezTo>
                  <a:pt x="7281" y="9071"/>
                  <a:pt x="-490" y="17457"/>
                  <a:pt x="24" y="27214"/>
                </a:cubicBezTo>
                <a:cubicBezTo>
                  <a:pt x="423" y="34790"/>
                  <a:pt x="16134" y="123225"/>
                  <a:pt x="32681" y="141514"/>
                </a:cubicBezTo>
                <a:cubicBezTo>
                  <a:pt x="58560" y="170117"/>
                  <a:pt x="85267" y="200464"/>
                  <a:pt x="119767" y="217714"/>
                </a:cubicBezTo>
                <a:cubicBezTo>
                  <a:pt x="141538" y="228600"/>
                  <a:pt x="164016" y="238175"/>
                  <a:pt x="185081" y="250371"/>
                </a:cubicBezTo>
                <a:cubicBezTo>
                  <a:pt x="244050" y="284512"/>
                  <a:pt x="202154" y="281117"/>
                  <a:pt x="283053" y="288471"/>
                </a:cubicBezTo>
                <a:cubicBezTo>
                  <a:pt x="322844" y="292088"/>
                  <a:pt x="362882" y="292100"/>
                  <a:pt x="402796" y="293914"/>
                </a:cubicBezTo>
                <a:cubicBezTo>
                  <a:pt x="506337" y="314622"/>
                  <a:pt x="542016" y="298529"/>
                  <a:pt x="604181" y="353786"/>
                </a:cubicBezTo>
                <a:cubicBezTo>
                  <a:pt x="609070" y="358132"/>
                  <a:pt x="611438" y="364671"/>
                  <a:pt x="615067" y="370114"/>
                </a:cubicBezTo>
                <a:cubicBezTo>
                  <a:pt x="623153" y="394372"/>
                  <a:pt x="628319" y="405367"/>
                  <a:pt x="631396" y="429986"/>
                </a:cubicBezTo>
                <a:cubicBezTo>
                  <a:pt x="635695" y="464380"/>
                  <a:pt x="629650" y="501121"/>
                  <a:pt x="642281" y="533400"/>
                </a:cubicBezTo>
                <a:cubicBezTo>
                  <a:pt x="647611" y="547021"/>
                  <a:pt x="667298" y="548630"/>
                  <a:pt x="680381" y="555171"/>
                </a:cubicBezTo>
                <a:cubicBezTo>
                  <a:pt x="737030" y="583496"/>
                  <a:pt x="728360" y="578988"/>
                  <a:pt x="778353" y="593271"/>
                </a:cubicBezTo>
                <a:lnTo>
                  <a:pt x="881767" y="587829"/>
                </a:lnTo>
                <a:cubicBezTo>
                  <a:pt x="901657" y="582146"/>
                  <a:pt x="910209" y="552146"/>
                  <a:pt x="930753" y="549729"/>
                </a:cubicBezTo>
                <a:cubicBezTo>
                  <a:pt x="1026885" y="538419"/>
                  <a:pt x="992226" y="538843"/>
                  <a:pt x="1034167" y="5388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60" name="Group 59">
            <a:extLst>
              <a:ext uri="{FF2B5EF4-FFF2-40B4-BE49-F238E27FC236}">
                <a16:creationId xmlns:a16="http://schemas.microsoft.com/office/drawing/2014/main" id="{B6F44CCE-774D-BD6C-B09B-DF6BADD47368}"/>
              </a:ext>
            </a:extLst>
          </p:cNvPr>
          <p:cNvGrpSpPr/>
          <p:nvPr/>
        </p:nvGrpSpPr>
        <p:grpSpPr>
          <a:xfrm>
            <a:off x="6262885" y="5837206"/>
            <a:ext cx="776731" cy="378714"/>
            <a:chOff x="4579693" y="5139808"/>
            <a:chExt cx="776731" cy="378714"/>
          </a:xfrm>
        </p:grpSpPr>
        <p:sp>
          <p:nvSpPr>
            <p:cNvPr id="61" name="Rectangle: Rounded Corners 60">
              <a:extLst>
                <a:ext uri="{FF2B5EF4-FFF2-40B4-BE49-F238E27FC236}">
                  <a16:creationId xmlns:a16="http://schemas.microsoft.com/office/drawing/2014/main" id="{D9CF4919-433B-6539-5FC0-B2EBF20CCE29}"/>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1.0 KM</a:t>
              </a:r>
            </a:p>
          </p:txBody>
        </p:sp>
        <p:grpSp>
          <p:nvGrpSpPr>
            <p:cNvPr id="62" name="Group 61">
              <a:extLst>
                <a:ext uri="{FF2B5EF4-FFF2-40B4-BE49-F238E27FC236}">
                  <a16:creationId xmlns:a16="http://schemas.microsoft.com/office/drawing/2014/main" id="{D3AFCEC3-7209-0DDC-AF68-C39BD7EDFAD3}"/>
                </a:ext>
              </a:extLst>
            </p:cNvPr>
            <p:cNvGrpSpPr/>
            <p:nvPr/>
          </p:nvGrpSpPr>
          <p:grpSpPr>
            <a:xfrm>
              <a:off x="4579693" y="5287690"/>
              <a:ext cx="776731" cy="230832"/>
              <a:chOff x="4622782" y="5567706"/>
              <a:chExt cx="776731" cy="230832"/>
            </a:xfrm>
          </p:grpSpPr>
          <p:sp>
            <p:nvSpPr>
              <p:cNvPr id="63" name="TextBox 62">
                <a:extLst>
                  <a:ext uri="{FF2B5EF4-FFF2-40B4-BE49-F238E27FC236}">
                    <a16:creationId xmlns:a16="http://schemas.microsoft.com/office/drawing/2014/main" id="{E05E886F-0E58-97A8-35D1-FA222E4DF671}"/>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10 mins</a:t>
                </a:r>
                <a:endParaRPr lang="en-SG" sz="900" dirty="0">
                  <a:solidFill>
                    <a:schemeClr val="tx2"/>
                  </a:solidFill>
                  <a:latin typeface="+mn-lt"/>
                </a:endParaRPr>
              </a:p>
            </p:txBody>
          </p:sp>
          <p:pic>
            <p:nvPicPr>
              <p:cNvPr id="64" name="Picture 63" descr="A person walking on a black background&#10;&#10;AI-generated content may be incorrect.">
                <a:extLst>
                  <a:ext uri="{FF2B5EF4-FFF2-40B4-BE49-F238E27FC236}">
                    <a16:creationId xmlns:a16="http://schemas.microsoft.com/office/drawing/2014/main" id="{439FE2E9-D800-EAE4-CC04-10A9585BAA29}"/>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grpSp>
        <p:nvGrpSpPr>
          <p:cNvPr id="65" name="Group 64">
            <a:extLst>
              <a:ext uri="{FF2B5EF4-FFF2-40B4-BE49-F238E27FC236}">
                <a16:creationId xmlns:a16="http://schemas.microsoft.com/office/drawing/2014/main" id="{584E0C9E-9F9E-8491-FBE7-FA2E45CD4AA0}"/>
              </a:ext>
            </a:extLst>
          </p:cNvPr>
          <p:cNvGrpSpPr/>
          <p:nvPr/>
        </p:nvGrpSpPr>
        <p:grpSpPr>
          <a:xfrm>
            <a:off x="5362875" y="5985250"/>
            <a:ext cx="776731" cy="378714"/>
            <a:chOff x="4579693" y="5139808"/>
            <a:chExt cx="776731" cy="378714"/>
          </a:xfrm>
        </p:grpSpPr>
        <p:sp>
          <p:nvSpPr>
            <p:cNvPr id="66" name="Rectangle: Rounded Corners 65">
              <a:extLst>
                <a:ext uri="{FF2B5EF4-FFF2-40B4-BE49-F238E27FC236}">
                  <a16:creationId xmlns:a16="http://schemas.microsoft.com/office/drawing/2014/main" id="{4C82A865-4E47-0C7B-367D-2DB0CBF73E25}"/>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500 m</a:t>
              </a:r>
            </a:p>
          </p:txBody>
        </p:sp>
        <p:grpSp>
          <p:nvGrpSpPr>
            <p:cNvPr id="76" name="Group 75">
              <a:extLst>
                <a:ext uri="{FF2B5EF4-FFF2-40B4-BE49-F238E27FC236}">
                  <a16:creationId xmlns:a16="http://schemas.microsoft.com/office/drawing/2014/main" id="{3ACA5624-D8BD-207C-D3C5-CF8BBD25A9CD}"/>
                </a:ext>
              </a:extLst>
            </p:cNvPr>
            <p:cNvGrpSpPr/>
            <p:nvPr/>
          </p:nvGrpSpPr>
          <p:grpSpPr>
            <a:xfrm>
              <a:off x="4579693" y="5287690"/>
              <a:ext cx="776731" cy="230832"/>
              <a:chOff x="4622782" y="5567706"/>
              <a:chExt cx="776731" cy="230832"/>
            </a:xfrm>
          </p:grpSpPr>
          <p:sp>
            <p:nvSpPr>
              <p:cNvPr id="84" name="TextBox 83">
                <a:extLst>
                  <a:ext uri="{FF2B5EF4-FFF2-40B4-BE49-F238E27FC236}">
                    <a16:creationId xmlns:a16="http://schemas.microsoft.com/office/drawing/2014/main" id="{A3249CB3-FC8F-E0FA-04DE-0FF48A2BA0AC}"/>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5 mins</a:t>
                </a:r>
                <a:endParaRPr lang="en-SG" sz="900" dirty="0">
                  <a:solidFill>
                    <a:schemeClr val="tx2"/>
                  </a:solidFill>
                  <a:latin typeface="+mn-lt"/>
                </a:endParaRPr>
              </a:p>
            </p:txBody>
          </p:sp>
          <p:pic>
            <p:nvPicPr>
              <p:cNvPr id="86" name="Picture 85" descr="A person walking on a black background&#10;&#10;AI-generated content may be incorrect.">
                <a:extLst>
                  <a:ext uri="{FF2B5EF4-FFF2-40B4-BE49-F238E27FC236}">
                    <a16:creationId xmlns:a16="http://schemas.microsoft.com/office/drawing/2014/main" id="{FA6FBA23-F432-E940-5956-F20618E7B259}"/>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sp>
        <p:nvSpPr>
          <p:cNvPr id="97" name="Rectangle 96">
            <a:extLst>
              <a:ext uri="{FF2B5EF4-FFF2-40B4-BE49-F238E27FC236}">
                <a16:creationId xmlns:a16="http://schemas.microsoft.com/office/drawing/2014/main" id="{9220E7A4-75AA-D75B-9FFF-6DBB2B6DB14E}"/>
              </a:ext>
            </a:extLst>
          </p:cNvPr>
          <p:cNvSpPr/>
          <p:nvPr/>
        </p:nvSpPr>
        <p:spPr>
          <a:xfrm>
            <a:off x="8967452" y="4211670"/>
            <a:ext cx="1466386" cy="2646330"/>
          </a:xfrm>
          <a:prstGeom prst="rect">
            <a:avLst/>
          </a:prstGeom>
          <a:solidFill>
            <a:schemeClr val="bg1"/>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9" name="TextBox 98">
            <a:extLst>
              <a:ext uri="{FF2B5EF4-FFF2-40B4-BE49-F238E27FC236}">
                <a16:creationId xmlns:a16="http://schemas.microsoft.com/office/drawing/2014/main" id="{8BAFF92A-641A-0D52-87DF-7844CBAE6F6F}"/>
              </a:ext>
            </a:extLst>
          </p:cNvPr>
          <p:cNvSpPr txBox="1"/>
          <p:nvPr/>
        </p:nvSpPr>
        <p:spPr>
          <a:xfrm>
            <a:off x="9078864" y="4907207"/>
            <a:ext cx="1227849" cy="633622"/>
          </a:xfrm>
          <a:prstGeom prst="rect">
            <a:avLst/>
          </a:prstGeom>
          <a:noFill/>
          <a:ln>
            <a:solidFill>
              <a:srgbClr val="2F3C7E"/>
            </a:solidFill>
          </a:ln>
        </p:spPr>
        <p:txBody>
          <a:bodyPr wrap="square" rtlCol="0">
            <a:spAutoFit/>
          </a:bodyPr>
          <a:lstStyle/>
          <a:p>
            <a:endParaRPr lang="en-SG" dirty="0"/>
          </a:p>
        </p:txBody>
      </p:sp>
      <p:sp>
        <p:nvSpPr>
          <p:cNvPr id="113" name="TextBox 112">
            <a:extLst>
              <a:ext uri="{FF2B5EF4-FFF2-40B4-BE49-F238E27FC236}">
                <a16:creationId xmlns:a16="http://schemas.microsoft.com/office/drawing/2014/main" id="{3E0C4BF2-9DCF-34E6-BEAB-530C66A053EC}"/>
              </a:ext>
            </a:extLst>
          </p:cNvPr>
          <p:cNvSpPr txBox="1"/>
          <p:nvPr/>
        </p:nvSpPr>
        <p:spPr>
          <a:xfrm>
            <a:off x="10433837" y="4215089"/>
            <a:ext cx="1756011" cy="307777"/>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2700">
            <a:solidFill>
              <a:schemeClr val="tx1"/>
            </a:solidFill>
          </a:ln>
        </p:spPr>
        <p:txBody>
          <a:bodyPr wrap="square" rtlCol="0">
            <a:spAutoFit/>
          </a:bodyPr>
          <a:lstStyle/>
          <a:p>
            <a:r>
              <a:rPr lang="en-SG" sz="1400" b="1" dirty="0"/>
              <a:t>About</a:t>
            </a:r>
          </a:p>
        </p:txBody>
      </p:sp>
      <p:sp>
        <p:nvSpPr>
          <p:cNvPr id="114" name="TextBox 113">
            <a:extLst>
              <a:ext uri="{FF2B5EF4-FFF2-40B4-BE49-F238E27FC236}">
                <a16:creationId xmlns:a16="http://schemas.microsoft.com/office/drawing/2014/main" id="{B12D8BD5-7187-F1DB-4CEF-49E552297039}"/>
              </a:ext>
            </a:extLst>
          </p:cNvPr>
          <p:cNvSpPr txBox="1"/>
          <p:nvPr/>
        </p:nvSpPr>
        <p:spPr>
          <a:xfrm>
            <a:off x="10434912" y="4526271"/>
            <a:ext cx="1749183" cy="784830"/>
          </a:xfrm>
          <a:prstGeom prst="rect">
            <a:avLst/>
          </a:prstGeom>
          <a:noFill/>
          <a:ln>
            <a:solidFill>
              <a:schemeClr val="tx1"/>
            </a:solidFill>
          </a:ln>
        </p:spPr>
        <p:txBody>
          <a:bodyPr wrap="square" rtlCol="0">
            <a:spAutoFit/>
          </a:bodyPr>
          <a:lstStyle/>
          <a:p>
            <a:r>
              <a:rPr lang="en-SG" sz="900" dirty="0"/>
              <a:t>Lorem ipsum </a:t>
            </a:r>
            <a:r>
              <a:rPr lang="en-SG" sz="900" dirty="0" err="1"/>
              <a:t>dolor</a:t>
            </a:r>
            <a:r>
              <a:rPr lang="en-SG" sz="900" dirty="0"/>
              <a:t> sit </a:t>
            </a:r>
            <a:r>
              <a:rPr lang="en-SG" sz="900" dirty="0" err="1"/>
              <a:t>amet</a:t>
            </a:r>
            <a:r>
              <a:rPr lang="en-SG" sz="900" dirty="0"/>
              <a:t>, </a:t>
            </a:r>
            <a:r>
              <a:rPr lang="en-SG" sz="900" dirty="0" err="1"/>
              <a:t>consectetur</a:t>
            </a:r>
            <a:r>
              <a:rPr lang="en-SG" sz="900" dirty="0"/>
              <a:t> </a:t>
            </a:r>
            <a:r>
              <a:rPr lang="en-SG" sz="900" dirty="0" err="1"/>
              <a:t>adipiscing</a:t>
            </a:r>
            <a:r>
              <a:rPr lang="en-SG" sz="900" dirty="0"/>
              <a:t> </a:t>
            </a:r>
            <a:r>
              <a:rPr lang="en-SG" sz="900" dirty="0" err="1"/>
              <a:t>elit</a:t>
            </a:r>
            <a:r>
              <a:rPr lang="en-SG" sz="900" dirty="0"/>
              <a:t>, </a:t>
            </a:r>
            <a:r>
              <a:rPr lang="en-SG" sz="900" dirty="0" err="1"/>
              <a:t>sed</a:t>
            </a:r>
            <a:r>
              <a:rPr lang="en-SG" sz="900" dirty="0"/>
              <a:t> do </a:t>
            </a:r>
            <a:r>
              <a:rPr lang="en-SG" sz="900" dirty="0" err="1"/>
              <a:t>eiusmod</a:t>
            </a:r>
            <a:r>
              <a:rPr lang="en-SG" sz="900" dirty="0"/>
              <a:t> </a:t>
            </a:r>
            <a:r>
              <a:rPr lang="en-SG" sz="900" dirty="0" err="1"/>
              <a:t>tempor</a:t>
            </a:r>
            <a:r>
              <a:rPr lang="en-SG" sz="900" dirty="0"/>
              <a:t> </a:t>
            </a:r>
            <a:r>
              <a:rPr lang="en-SG" sz="900" dirty="0" err="1"/>
              <a:t>incididunt</a:t>
            </a:r>
            <a:r>
              <a:rPr lang="en-SG" sz="900" dirty="0"/>
              <a:t> </a:t>
            </a:r>
            <a:r>
              <a:rPr lang="en-SG" sz="900" dirty="0" err="1"/>
              <a:t>ut</a:t>
            </a:r>
            <a:r>
              <a:rPr lang="en-SG" sz="900" dirty="0"/>
              <a:t> labore et dolore magna </a:t>
            </a:r>
            <a:r>
              <a:rPr lang="en-SG" sz="900" dirty="0" err="1"/>
              <a:t>aliqua</a:t>
            </a:r>
            <a:r>
              <a:rPr lang="en-SG" sz="900" dirty="0"/>
              <a:t>. </a:t>
            </a:r>
          </a:p>
        </p:txBody>
      </p:sp>
      <p:sp>
        <p:nvSpPr>
          <p:cNvPr id="115" name="TextBox 114">
            <a:extLst>
              <a:ext uri="{FF2B5EF4-FFF2-40B4-BE49-F238E27FC236}">
                <a16:creationId xmlns:a16="http://schemas.microsoft.com/office/drawing/2014/main" id="{665DECA8-E81B-30D6-122E-74D0253C6DFD}"/>
              </a:ext>
            </a:extLst>
          </p:cNvPr>
          <p:cNvSpPr txBox="1"/>
          <p:nvPr/>
        </p:nvSpPr>
        <p:spPr>
          <a:xfrm>
            <a:off x="10434913" y="5311814"/>
            <a:ext cx="1756011" cy="307777"/>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2700">
            <a:solidFill>
              <a:schemeClr val="tx1"/>
            </a:solidFill>
          </a:ln>
        </p:spPr>
        <p:txBody>
          <a:bodyPr wrap="square" rtlCol="0">
            <a:spAutoFit/>
          </a:bodyPr>
          <a:lstStyle/>
          <a:p>
            <a:r>
              <a:rPr lang="en-SG" sz="1400" b="1" dirty="0"/>
              <a:t>How to get there</a:t>
            </a:r>
          </a:p>
        </p:txBody>
      </p:sp>
      <p:sp>
        <p:nvSpPr>
          <p:cNvPr id="122" name="Rectangle: Rounded Corners 121">
            <a:extLst>
              <a:ext uri="{FF2B5EF4-FFF2-40B4-BE49-F238E27FC236}">
                <a16:creationId xmlns:a16="http://schemas.microsoft.com/office/drawing/2014/main" id="{E10E2BBD-D08A-0FB3-143A-B6E983270434}"/>
              </a:ext>
            </a:extLst>
          </p:cNvPr>
          <p:cNvSpPr/>
          <p:nvPr/>
        </p:nvSpPr>
        <p:spPr>
          <a:xfrm rot="5400000">
            <a:off x="11970550" y="5822130"/>
            <a:ext cx="336725"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6" name="Rectangle: Rounded Corners 125">
            <a:extLst>
              <a:ext uri="{FF2B5EF4-FFF2-40B4-BE49-F238E27FC236}">
                <a16:creationId xmlns:a16="http://schemas.microsoft.com/office/drawing/2014/main" id="{3CEC6C17-082C-FD96-0267-58A62598BD3B}"/>
              </a:ext>
            </a:extLst>
          </p:cNvPr>
          <p:cNvSpPr/>
          <p:nvPr/>
        </p:nvSpPr>
        <p:spPr>
          <a:xfrm rot="5400000">
            <a:off x="11970550" y="4724556"/>
            <a:ext cx="336725"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7" name="Rectangle: Rounded Corners 126">
            <a:extLst>
              <a:ext uri="{FF2B5EF4-FFF2-40B4-BE49-F238E27FC236}">
                <a16:creationId xmlns:a16="http://schemas.microsoft.com/office/drawing/2014/main" id="{208B38D3-ECE9-B666-6A0C-4DE7EB2EFC48}"/>
              </a:ext>
            </a:extLst>
          </p:cNvPr>
          <p:cNvSpPr/>
          <p:nvPr/>
        </p:nvSpPr>
        <p:spPr>
          <a:xfrm rot="5400000">
            <a:off x="11663175" y="986565"/>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8" name="Rectangle: Rounded Corners 127">
            <a:extLst>
              <a:ext uri="{FF2B5EF4-FFF2-40B4-BE49-F238E27FC236}">
                <a16:creationId xmlns:a16="http://schemas.microsoft.com/office/drawing/2014/main" id="{B2DEC472-5B08-56AB-781C-B2D775C5653A}"/>
              </a:ext>
            </a:extLst>
          </p:cNvPr>
          <p:cNvSpPr/>
          <p:nvPr/>
        </p:nvSpPr>
        <p:spPr>
          <a:xfrm rot="5400000">
            <a:off x="7368109" y="971118"/>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2" name="Rectangle: Rounded Corners 1">
            <a:extLst>
              <a:ext uri="{FF2B5EF4-FFF2-40B4-BE49-F238E27FC236}">
                <a16:creationId xmlns:a16="http://schemas.microsoft.com/office/drawing/2014/main" id="{DABB01A1-1553-C63E-A03E-896DE057FA30}"/>
              </a:ext>
            </a:extLst>
          </p:cNvPr>
          <p:cNvSpPr/>
          <p:nvPr/>
        </p:nvSpPr>
        <p:spPr>
          <a:xfrm rot="5400000">
            <a:off x="3406156" y="2514864"/>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0" name="Freeform: Shape 9">
            <a:extLst>
              <a:ext uri="{FF2B5EF4-FFF2-40B4-BE49-F238E27FC236}">
                <a16:creationId xmlns:a16="http://schemas.microsoft.com/office/drawing/2014/main" id="{6A511703-901F-DE3A-2AFF-C5411CDF2129}"/>
              </a:ext>
            </a:extLst>
          </p:cNvPr>
          <p:cNvSpPr/>
          <p:nvPr/>
        </p:nvSpPr>
        <p:spPr>
          <a:xfrm>
            <a:off x="4316186" y="5524500"/>
            <a:ext cx="1763485" cy="299357"/>
          </a:xfrm>
          <a:custGeom>
            <a:avLst/>
            <a:gdLst>
              <a:gd name="connsiteX0" fmla="*/ 1763485 w 1763485"/>
              <a:gd name="connsiteY0" fmla="*/ 206829 h 299357"/>
              <a:gd name="connsiteX1" fmla="*/ 1540328 w 1763485"/>
              <a:gd name="connsiteY1" fmla="*/ 299357 h 299357"/>
              <a:gd name="connsiteX2" fmla="*/ 1409700 w 1763485"/>
              <a:gd name="connsiteY2" fmla="*/ 272143 h 299357"/>
              <a:gd name="connsiteX3" fmla="*/ 1322614 w 1763485"/>
              <a:gd name="connsiteY3" fmla="*/ 190500 h 299357"/>
              <a:gd name="connsiteX4" fmla="*/ 1306285 w 1763485"/>
              <a:gd name="connsiteY4" fmla="*/ 157843 h 299357"/>
              <a:gd name="connsiteX5" fmla="*/ 1284514 w 1763485"/>
              <a:gd name="connsiteY5" fmla="*/ 130629 h 299357"/>
              <a:gd name="connsiteX6" fmla="*/ 1273628 w 1763485"/>
              <a:gd name="connsiteY6" fmla="*/ 92529 h 299357"/>
              <a:gd name="connsiteX7" fmla="*/ 1268185 w 1763485"/>
              <a:gd name="connsiteY7" fmla="*/ 76200 h 299357"/>
              <a:gd name="connsiteX8" fmla="*/ 1191985 w 1763485"/>
              <a:gd name="connsiteY8" fmla="*/ 16329 h 299357"/>
              <a:gd name="connsiteX9" fmla="*/ 1028700 w 1763485"/>
              <a:gd name="connsiteY9" fmla="*/ 0 h 299357"/>
              <a:gd name="connsiteX10" fmla="*/ 849085 w 1763485"/>
              <a:gd name="connsiteY10" fmla="*/ 10886 h 299357"/>
              <a:gd name="connsiteX11" fmla="*/ 800100 w 1763485"/>
              <a:gd name="connsiteY11" fmla="*/ 43543 h 299357"/>
              <a:gd name="connsiteX12" fmla="*/ 685800 w 1763485"/>
              <a:gd name="connsiteY12" fmla="*/ 119743 h 299357"/>
              <a:gd name="connsiteX13" fmla="*/ 658585 w 1763485"/>
              <a:gd name="connsiteY13" fmla="*/ 136071 h 299357"/>
              <a:gd name="connsiteX14" fmla="*/ 544285 w 1763485"/>
              <a:gd name="connsiteY14" fmla="*/ 163286 h 299357"/>
              <a:gd name="connsiteX15" fmla="*/ 511628 w 1763485"/>
              <a:gd name="connsiteY15" fmla="*/ 174171 h 299357"/>
              <a:gd name="connsiteX16" fmla="*/ 255814 w 1763485"/>
              <a:gd name="connsiteY16" fmla="*/ 130629 h 299357"/>
              <a:gd name="connsiteX17" fmla="*/ 239485 w 1763485"/>
              <a:gd name="connsiteY17" fmla="*/ 119743 h 299357"/>
              <a:gd name="connsiteX18" fmla="*/ 217714 w 1763485"/>
              <a:gd name="connsiteY18" fmla="*/ 114300 h 299357"/>
              <a:gd name="connsiteX19" fmla="*/ 168728 w 1763485"/>
              <a:gd name="connsiteY19" fmla="*/ 76200 h 299357"/>
              <a:gd name="connsiteX20" fmla="*/ 54428 w 1763485"/>
              <a:gd name="connsiteY20" fmla="*/ 43543 h 299357"/>
              <a:gd name="connsiteX21" fmla="*/ 0 w 1763485"/>
              <a:gd name="connsiteY21" fmla="*/ 43543 h 29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3485" h="299357">
                <a:moveTo>
                  <a:pt x="1763485" y="206829"/>
                </a:moveTo>
                <a:cubicBezTo>
                  <a:pt x="1614475" y="277785"/>
                  <a:pt x="1689015" y="247316"/>
                  <a:pt x="1540328" y="299357"/>
                </a:cubicBezTo>
                <a:cubicBezTo>
                  <a:pt x="1496785" y="290286"/>
                  <a:pt x="1452266" y="285042"/>
                  <a:pt x="1409700" y="272143"/>
                </a:cubicBezTo>
                <a:cubicBezTo>
                  <a:pt x="1360103" y="257114"/>
                  <a:pt x="1349198" y="233034"/>
                  <a:pt x="1322614" y="190500"/>
                </a:cubicBezTo>
                <a:cubicBezTo>
                  <a:pt x="1316164" y="180179"/>
                  <a:pt x="1312819" y="168111"/>
                  <a:pt x="1306285" y="157843"/>
                </a:cubicBezTo>
                <a:cubicBezTo>
                  <a:pt x="1300048" y="148042"/>
                  <a:pt x="1291771" y="139700"/>
                  <a:pt x="1284514" y="130629"/>
                </a:cubicBezTo>
                <a:cubicBezTo>
                  <a:pt x="1280885" y="117929"/>
                  <a:pt x="1277423" y="105180"/>
                  <a:pt x="1273628" y="92529"/>
                </a:cubicBezTo>
                <a:cubicBezTo>
                  <a:pt x="1271979" y="87034"/>
                  <a:pt x="1271858" y="80608"/>
                  <a:pt x="1268185" y="76200"/>
                </a:cubicBezTo>
                <a:cubicBezTo>
                  <a:pt x="1250833" y="55378"/>
                  <a:pt x="1224333" y="20950"/>
                  <a:pt x="1191985" y="16329"/>
                </a:cubicBezTo>
                <a:cubicBezTo>
                  <a:pt x="1137835" y="8593"/>
                  <a:pt x="1028700" y="0"/>
                  <a:pt x="1028700" y="0"/>
                </a:cubicBezTo>
                <a:cubicBezTo>
                  <a:pt x="968828" y="3629"/>
                  <a:pt x="908007" y="-337"/>
                  <a:pt x="849085" y="10886"/>
                </a:cubicBezTo>
                <a:cubicBezTo>
                  <a:pt x="829807" y="14558"/>
                  <a:pt x="817184" y="33887"/>
                  <a:pt x="800100" y="43543"/>
                </a:cubicBezTo>
                <a:cubicBezTo>
                  <a:pt x="628196" y="140706"/>
                  <a:pt x="794349" y="29288"/>
                  <a:pt x="685800" y="119743"/>
                </a:cubicBezTo>
                <a:cubicBezTo>
                  <a:pt x="677673" y="126516"/>
                  <a:pt x="668445" y="132237"/>
                  <a:pt x="658585" y="136071"/>
                </a:cubicBezTo>
                <a:cubicBezTo>
                  <a:pt x="599918" y="158886"/>
                  <a:pt x="596861" y="156714"/>
                  <a:pt x="544285" y="163286"/>
                </a:cubicBezTo>
                <a:cubicBezTo>
                  <a:pt x="533399" y="166914"/>
                  <a:pt x="523087" y="174759"/>
                  <a:pt x="511628" y="174171"/>
                </a:cubicBezTo>
                <a:cubicBezTo>
                  <a:pt x="367189" y="166764"/>
                  <a:pt x="363109" y="161284"/>
                  <a:pt x="255814" y="130629"/>
                </a:cubicBezTo>
                <a:cubicBezTo>
                  <a:pt x="250371" y="127000"/>
                  <a:pt x="245498" y="122320"/>
                  <a:pt x="239485" y="119743"/>
                </a:cubicBezTo>
                <a:cubicBezTo>
                  <a:pt x="232609" y="116796"/>
                  <a:pt x="223003" y="119589"/>
                  <a:pt x="217714" y="114300"/>
                </a:cubicBezTo>
                <a:cubicBezTo>
                  <a:pt x="170934" y="67520"/>
                  <a:pt x="236527" y="87500"/>
                  <a:pt x="168728" y="76200"/>
                </a:cubicBezTo>
                <a:cubicBezTo>
                  <a:pt x="117113" y="55554"/>
                  <a:pt x="111054" y="48936"/>
                  <a:pt x="54428" y="43543"/>
                </a:cubicBezTo>
                <a:cubicBezTo>
                  <a:pt x="36367" y="41823"/>
                  <a:pt x="18143" y="43543"/>
                  <a:pt x="0" y="435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 name="Group 2">
            <a:extLst>
              <a:ext uri="{FF2B5EF4-FFF2-40B4-BE49-F238E27FC236}">
                <a16:creationId xmlns:a16="http://schemas.microsoft.com/office/drawing/2014/main" id="{84AA8020-C224-D1B5-0DE2-C96122F7EA99}"/>
              </a:ext>
            </a:extLst>
          </p:cNvPr>
          <p:cNvGrpSpPr/>
          <p:nvPr/>
        </p:nvGrpSpPr>
        <p:grpSpPr>
          <a:xfrm>
            <a:off x="4648576" y="5564302"/>
            <a:ext cx="776731" cy="378714"/>
            <a:chOff x="4579693" y="5139808"/>
            <a:chExt cx="776731" cy="378714"/>
          </a:xfrm>
        </p:grpSpPr>
        <p:sp>
          <p:nvSpPr>
            <p:cNvPr id="4" name="Rectangle: Rounded Corners 3">
              <a:extLst>
                <a:ext uri="{FF2B5EF4-FFF2-40B4-BE49-F238E27FC236}">
                  <a16:creationId xmlns:a16="http://schemas.microsoft.com/office/drawing/2014/main" id="{C657CB5D-9288-D29D-A301-B11678F16E33}"/>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2.4 KM</a:t>
              </a:r>
            </a:p>
          </p:txBody>
        </p:sp>
        <p:grpSp>
          <p:nvGrpSpPr>
            <p:cNvPr id="5" name="Group 4">
              <a:extLst>
                <a:ext uri="{FF2B5EF4-FFF2-40B4-BE49-F238E27FC236}">
                  <a16:creationId xmlns:a16="http://schemas.microsoft.com/office/drawing/2014/main" id="{60B9F8BD-A72E-17FB-990B-9ECC64171F78}"/>
                </a:ext>
              </a:extLst>
            </p:cNvPr>
            <p:cNvGrpSpPr/>
            <p:nvPr/>
          </p:nvGrpSpPr>
          <p:grpSpPr>
            <a:xfrm>
              <a:off x="4579693" y="5287690"/>
              <a:ext cx="776731" cy="230832"/>
              <a:chOff x="4622782" y="5567706"/>
              <a:chExt cx="776731" cy="230832"/>
            </a:xfrm>
          </p:grpSpPr>
          <p:sp>
            <p:nvSpPr>
              <p:cNvPr id="8" name="TextBox 7">
                <a:extLst>
                  <a:ext uri="{FF2B5EF4-FFF2-40B4-BE49-F238E27FC236}">
                    <a16:creationId xmlns:a16="http://schemas.microsoft.com/office/drawing/2014/main" id="{FCE6F157-C314-FEC1-DBAE-D7FC56E19954}"/>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20 mins</a:t>
                </a:r>
                <a:endParaRPr lang="en-SG" sz="900" dirty="0">
                  <a:solidFill>
                    <a:schemeClr val="tx2"/>
                  </a:solidFill>
                  <a:latin typeface="+mn-lt"/>
                </a:endParaRPr>
              </a:p>
            </p:txBody>
          </p:sp>
          <p:pic>
            <p:nvPicPr>
              <p:cNvPr id="9" name="Picture 8" descr="A person walking on a black background&#10;&#10;AI-generated content may be incorrect.">
                <a:extLst>
                  <a:ext uri="{FF2B5EF4-FFF2-40B4-BE49-F238E27FC236}">
                    <a16:creationId xmlns:a16="http://schemas.microsoft.com/office/drawing/2014/main" id="{FC646460-81C9-7302-3C45-7DFA18B59E40}"/>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sp>
        <p:nvSpPr>
          <p:cNvPr id="45" name="TextBox 44">
            <a:extLst>
              <a:ext uri="{FF2B5EF4-FFF2-40B4-BE49-F238E27FC236}">
                <a16:creationId xmlns:a16="http://schemas.microsoft.com/office/drawing/2014/main" id="{D02BBF34-1F1A-7C75-A913-5678AF8E60F4}"/>
              </a:ext>
            </a:extLst>
          </p:cNvPr>
          <p:cNvSpPr txBox="1"/>
          <p:nvPr/>
        </p:nvSpPr>
        <p:spPr>
          <a:xfrm>
            <a:off x="8950972" y="4381184"/>
            <a:ext cx="1605061" cy="307777"/>
          </a:xfrm>
          <a:prstGeom prst="rect">
            <a:avLst/>
          </a:prstGeom>
          <a:noFill/>
        </p:spPr>
        <p:txBody>
          <a:bodyPr wrap="square" rtlCol="0">
            <a:spAutoFit/>
          </a:bodyPr>
          <a:lstStyle/>
          <a:p>
            <a:r>
              <a:rPr lang="en-SG" sz="1400" b="1" dirty="0">
                <a:solidFill>
                  <a:schemeClr val="tx2">
                    <a:lumMod val="50000"/>
                  </a:schemeClr>
                </a:solidFill>
              </a:rPr>
              <a:t>Jake &amp; Marks</a:t>
            </a:r>
          </a:p>
        </p:txBody>
      </p:sp>
      <p:sp>
        <p:nvSpPr>
          <p:cNvPr id="50" name="TextBox 49">
            <a:extLst>
              <a:ext uri="{FF2B5EF4-FFF2-40B4-BE49-F238E27FC236}">
                <a16:creationId xmlns:a16="http://schemas.microsoft.com/office/drawing/2014/main" id="{FD48B006-299C-3CF5-FF0E-9701EA802BDC}"/>
              </a:ext>
            </a:extLst>
          </p:cNvPr>
          <p:cNvSpPr txBox="1"/>
          <p:nvPr/>
        </p:nvSpPr>
        <p:spPr>
          <a:xfrm>
            <a:off x="10437251" y="5623709"/>
            <a:ext cx="1749183" cy="230832"/>
          </a:xfrm>
          <a:prstGeom prst="rect">
            <a:avLst/>
          </a:prstGeom>
          <a:noFill/>
          <a:ln>
            <a:solidFill>
              <a:schemeClr val="tx1"/>
            </a:solidFill>
          </a:ln>
        </p:spPr>
        <p:txBody>
          <a:bodyPr wrap="square" rtlCol="0">
            <a:spAutoFit/>
          </a:bodyPr>
          <a:lstStyle/>
          <a:p>
            <a:r>
              <a:rPr lang="en-SG" sz="900" dirty="0"/>
              <a:t>Walk straight for 200m.</a:t>
            </a:r>
          </a:p>
        </p:txBody>
      </p:sp>
      <p:sp>
        <p:nvSpPr>
          <p:cNvPr id="51" name="TextBox 50">
            <a:extLst>
              <a:ext uri="{FF2B5EF4-FFF2-40B4-BE49-F238E27FC236}">
                <a16:creationId xmlns:a16="http://schemas.microsoft.com/office/drawing/2014/main" id="{35EAA59A-AD14-6CB5-4D3D-4FA7A5186EBD}"/>
              </a:ext>
            </a:extLst>
          </p:cNvPr>
          <p:cNvSpPr txBox="1"/>
          <p:nvPr/>
        </p:nvSpPr>
        <p:spPr>
          <a:xfrm>
            <a:off x="10434911" y="5860138"/>
            <a:ext cx="1749183" cy="230832"/>
          </a:xfrm>
          <a:prstGeom prst="rect">
            <a:avLst/>
          </a:prstGeom>
          <a:noFill/>
          <a:ln>
            <a:solidFill>
              <a:schemeClr val="tx1"/>
            </a:solidFill>
          </a:ln>
        </p:spPr>
        <p:txBody>
          <a:bodyPr wrap="square" rtlCol="0">
            <a:spAutoFit/>
          </a:bodyPr>
          <a:lstStyle/>
          <a:p>
            <a:r>
              <a:rPr lang="en-SG" sz="900" dirty="0"/>
              <a:t>Turn right.</a:t>
            </a:r>
          </a:p>
        </p:txBody>
      </p:sp>
      <p:sp>
        <p:nvSpPr>
          <p:cNvPr id="56" name="TextBox 55">
            <a:extLst>
              <a:ext uri="{FF2B5EF4-FFF2-40B4-BE49-F238E27FC236}">
                <a16:creationId xmlns:a16="http://schemas.microsoft.com/office/drawing/2014/main" id="{673D773C-1F1A-A05F-A953-CC402DF0CD33}"/>
              </a:ext>
            </a:extLst>
          </p:cNvPr>
          <p:cNvSpPr txBox="1"/>
          <p:nvPr/>
        </p:nvSpPr>
        <p:spPr>
          <a:xfrm>
            <a:off x="10434911" y="6093349"/>
            <a:ext cx="1749183" cy="230832"/>
          </a:xfrm>
          <a:prstGeom prst="rect">
            <a:avLst/>
          </a:prstGeom>
          <a:noFill/>
          <a:ln>
            <a:solidFill>
              <a:schemeClr val="tx1"/>
            </a:solidFill>
          </a:ln>
        </p:spPr>
        <p:txBody>
          <a:bodyPr wrap="square" rtlCol="0">
            <a:spAutoFit/>
          </a:bodyPr>
          <a:lstStyle/>
          <a:p>
            <a:r>
              <a:rPr lang="en-SG" sz="900" dirty="0"/>
              <a:t>Continue for 300m.</a:t>
            </a:r>
          </a:p>
        </p:txBody>
      </p:sp>
      <p:sp>
        <p:nvSpPr>
          <p:cNvPr id="79" name="TextBox 78">
            <a:extLst>
              <a:ext uri="{FF2B5EF4-FFF2-40B4-BE49-F238E27FC236}">
                <a16:creationId xmlns:a16="http://schemas.microsoft.com/office/drawing/2014/main" id="{07ADD482-26C7-7DAA-056B-FAF70382EF3E}"/>
              </a:ext>
            </a:extLst>
          </p:cNvPr>
          <p:cNvSpPr txBox="1"/>
          <p:nvPr/>
        </p:nvSpPr>
        <p:spPr>
          <a:xfrm>
            <a:off x="10434911" y="6321730"/>
            <a:ext cx="1749183" cy="230832"/>
          </a:xfrm>
          <a:prstGeom prst="rect">
            <a:avLst/>
          </a:prstGeom>
          <a:noFill/>
          <a:ln>
            <a:solidFill>
              <a:schemeClr val="tx1"/>
            </a:solidFill>
          </a:ln>
        </p:spPr>
        <p:txBody>
          <a:bodyPr wrap="square" rtlCol="0">
            <a:spAutoFit/>
          </a:bodyPr>
          <a:lstStyle/>
          <a:p>
            <a:r>
              <a:rPr lang="en-SG" sz="900" dirty="0"/>
              <a:t>Destination is on the left.</a:t>
            </a:r>
          </a:p>
        </p:txBody>
      </p:sp>
      <p:pic>
        <p:nvPicPr>
          <p:cNvPr id="87" name="Picture 86">
            <a:extLst>
              <a:ext uri="{FF2B5EF4-FFF2-40B4-BE49-F238E27FC236}">
                <a16:creationId xmlns:a16="http://schemas.microsoft.com/office/drawing/2014/main" id="{45D26D0B-3C65-494B-A1E8-E1C7FD7224ED}"/>
              </a:ext>
            </a:extLst>
          </p:cNvPr>
          <p:cNvPicPr>
            <a:picLocks noChangeAspect="1"/>
          </p:cNvPicPr>
          <p:nvPr/>
        </p:nvPicPr>
        <p:blipFill>
          <a:blip r:embed="rId17"/>
          <a:stretch>
            <a:fillRect/>
          </a:stretch>
        </p:blipFill>
        <p:spPr>
          <a:xfrm>
            <a:off x="9381511" y="4944495"/>
            <a:ext cx="590339" cy="590339"/>
          </a:xfrm>
          <a:prstGeom prst="rect">
            <a:avLst/>
          </a:prstGeom>
        </p:spPr>
      </p:pic>
      <p:sp>
        <p:nvSpPr>
          <p:cNvPr id="88" name="TextBox 87">
            <a:extLst>
              <a:ext uri="{FF2B5EF4-FFF2-40B4-BE49-F238E27FC236}">
                <a16:creationId xmlns:a16="http://schemas.microsoft.com/office/drawing/2014/main" id="{CF70E5EA-1D29-C023-2B3A-602F6A300649}"/>
              </a:ext>
            </a:extLst>
          </p:cNvPr>
          <p:cNvSpPr txBox="1"/>
          <p:nvPr/>
        </p:nvSpPr>
        <p:spPr>
          <a:xfrm>
            <a:off x="9080628" y="5741516"/>
            <a:ext cx="1227849" cy="633622"/>
          </a:xfrm>
          <a:prstGeom prst="rect">
            <a:avLst/>
          </a:prstGeom>
          <a:noFill/>
          <a:ln>
            <a:solidFill>
              <a:srgbClr val="2F3C7E"/>
            </a:solidFill>
          </a:ln>
        </p:spPr>
        <p:txBody>
          <a:bodyPr wrap="square" rtlCol="0">
            <a:spAutoFit/>
          </a:bodyPr>
          <a:lstStyle/>
          <a:p>
            <a:endParaRPr lang="en-SG" dirty="0"/>
          </a:p>
        </p:txBody>
      </p:sp>
      <p:pic>
        <p:nvPicPr>
          <p:cNvPr id="100" name="Picture 99">
            <a:extLst>
              <a:ext uri="{FF2B5EF4-FFF2-40B4-BE49-F238E27FC236}">
                <a16:creationId xmlns:a16="http://schemas.microsoft.com/office/drawing/2014/main" id="{918427F7-231A-D4B7-E223-074E3D874795}"/>
              </a:ext>
            </a:extLst>
          </p:cNvPr>
          <p:cNvPicPr>
            <a:picLocks noChangeAspect="1"/>
          </p:cNvPicPr>
          <p:nvPr/>
        </p:nvPicPr>
        <p:blipFill>
          <a:blip r:embed="rId25"/>
          <a:stretch>
            <a:fillRect/>
          </a:stretch>
        </p:blipFill>
        <p:spPr>
          <a:xfrm>
            <a:off x="9432990" y="5809372"/>
            <a:ext cx="570438" cy="570438"/>
          </a:xfrm>
          <a:prstGeom prst="rect">
            <a:avLst/>
          </a:prstGeom>
        </p:spPr>
      </p:pic>
      <p:pic>
        <p:nvPicPr>
          <p:cNvPr id="101" name="Picture 100">
            <a:extLst>
              <a:ext uri="{FF2B5EF4-FFF2-40B4-BE49-F238E27FC236}">
                <a16:creationId xmlns:a16="http://schemas.microsoft.com/office/drawing/2014/main" id="{8018DB59-1FCE-662D-47CF-07CBD1F4235F}"/>
              </a:ext>
            </a:extLst>
          </p:cNvPr>
          <p:cNvPicPr>
            <a:picLocks noChangeAspect="1"/>
          </p:cNvPicPr>
          <p:nvPr/>
        </p:nvPicPr>
        <p:blipFill>
          <a:blip r:embed="rId26"/>
          <a:stretch>
            <a:fillRect/>
          </a:stretch>
        </p:blipFill>
        <p:spPr>
          <a:xfrm>
            <a:off x="9588892" y="5985250"/>
            <a:ext cx="223506" cy="223506"/>
          </a:xfrm>
          <a:prstGeom prst="rect">
            <a:avLst/>
          </a:prstGeom>
        </p:spPr>
      </p:pic>
      <p:pic>
        <p:nvPicPr>
          <p:cNvPr id="105" name="Picture 104" descr="A yellow hand pointing up&#10;&#10;AI-generated content may be incorrect.">
            <a:extLst>
              <a:ext uri="{FF2B5EF4-FFF2-40B4-BE49-F238E27FC236}">
                <a16:creationId xmlns:a16="http://schemas.microsoft.com/office/drawing/2014/main" id="{E2A74FAA-8647-3B73-EE57-DBC864361C97}"/>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2743532" y="6234293"/>
            <a:ext cx="663866" cy="663866"/>
          </a:xfrm>
          <a:prstGeom prst="rect">
            <a:avLst/>
          </a:prstGeom>
        </p:spPr>
      </p:pic>
    </p:spTree>
    <p:extLst>
      <p:ext uri="{BB962C8B-B14F-4D97-AF65-F5344CB8AC3E}">
        <p14:creationId xmlns:p14="http://schemas.microsoft.com/office/powerpoint/2010/main" val="25505505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105"/>
                                        </p:tgtEl>
                                        <p:attrNameLst>
                                          <p:attrName>style.visibility</p:attrName>
                                        </p:attrNameLst>
                                      </p:cBhvr>
                                      <p:to>
                                        <p:strVal val="visible"/>
                                      </p:to>
                                    </p:set>
                                  </p:childTnLst>
                                </p:cTn>
                              </p:par>
                            </p:childTnLst>
                          </p:cTn>
                        </p:par>
                        <p:par>
                          <p:cTn id="7" fill="hold">
                            <p:stCondLst>
                              <p:cond delay="500"/>
                            </p:stCondLst>
                            <p:childTnLst>
                              <p:par>
                                <p:cTn id="8" presetID="32" presetClass="emph" presetSubtype="0" fill="hold" nodeType="afterEffect">
                                  <p:stCondLst>
                                    <p:cond delay="0"/>
                                  </p:stCondLst>
                                  <p:childTnLst>
                                    <p:animRot by="120000">
                                      <p:cBhvr>
                                        <p:cTn id="9" dur="100" fill="hold">
                                          <p:stCondLst>
                                            <p:cond delay="0"/>
                                          </p:stCondLst>
                                        </p:cTn>
                                        <p:tgtEl>
                                          <p:spTgt spid="105"/>
                                        </p:tgtEl>
                                        <p:attrNameLst>
                                          <p:attrName>r</p:attrName>
                                        </p:attrNameLst>
                                      </p:cBhvr>
                                    </p:animRot>
                                    <p:animRot by="-240000">
                                      <p:cBhvr>
                                        <p:cTn id="10" dur="200" fill="hold">
                                          <p:stCondLst>
                                            <p:cond delay="200"/>
                                          </p:stCondLst>
                                        </p:cTn>
                                        <p:tgtEl>
                                          <p:spTgt spid="105"/>
                                        </p:tgtEl>
                                        <p:attrNameLst>
                                          <p:attrName>r</p:attrName>
                                        </p:attrNameLst>
                                      </p:cBhvr>
                                    </p:animRot>
                                    <p:animRot by="240000">
                                      <p:cBhvr>
                                        <p:cTn id="11" dur="200" fill="hold">
                                          <p:stCondLst>
                                            <p:cond delay="400"/>
                                          </p:stCondLst>
                                        </p:cTn>
                                        <p:tgtEl>
                                          <p:spTgt spid="105"/>
                                        </p:tgtEl>
                                        <p:attrNameLst>
                                          <p:attrName>r</p:attrName>
                                        </p:attrNameLst>
                                      </p:cBhvr>
                                    </p:animRot>
                                    <p:animRot by="-240000">
                                      <p:cBhvr>
                                        <p:cTn id="12" dur="200" fill="hold">
                                          <p:stCondLst>
                                            <p:cond delay="600"/>
                                          </p:stCondLst>
                                        </p:cTn>
                                        <p:tgtEl>
                                          <p:spTgt spid="105"/>
                                        </p:tgtEl>
                                        <p:attrNameLst>
                                          <p:attrName>r</p:attrName>
                                        </p:attrNameLst>
                                      </p:cBhvr>
                                    </p:animRot>
                                    <p:animRot by="120000">
                                      <p:cBhvr>
                                        <p:cTn id="13" dur="200" fill="hold">
                                          <p:stCondLst>
                                            <p:cond delay="800"/>
                                          </p:stCondLst>
                                        </p:cTn>
                                        <p:tgtEl>
                                          <p:spTgt spid="10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5C6C2-B393-D6A8-88AE-BF5922932AAF}"/>
            </a:ext>
          </a:extLst>
        </p:cNvPr>
        <p:cNvGrpSpPr/>
        <p:nvPr/>
      </p:nvGrpSpPr>
      <p:grpSpPr>
        <a:xfrm>
          <a:off x="0" y="0"/>
          <a:ext cx="0" cy="0"/>
          <a:chOff x="0" y="0"/>
          <a:chExt cx="0" cy="0"/>
        </a:xfrm>
      </p:grpSpPr>
      <p:grpSp>
        <p:nvGrpSpPr>
          <p:cNvPr id="166" name="Group 165">
            <a:extLst>
              <a:ext uri="{FF2B5EF4-FFF2-40B4-BE49-F238E27FC236}">
                <a16:creationId xmlns:a16="http://schemas.microsoft.com/office/drawing/2014/main" id="{B5904BEC-7BF3-BB4A-A125-EFEAE625279F}"/>
              </a:ext>
            </a:extLst>
          </p:cNvPr>
          <p:cNvGrpSpPr/>
          <p:nvPr/>
        </p:nvGrpSpPr>
        <p:grpSpPr>
          <a:xfrm>
            <a:off x="107366" y="3611407"/>
            <a:ext cx="3720247" cy="1331334"/>
            <a:chOff x="132499" y="675272"/>
            <a:chExt cx="3720247" cy="1331334"/>
          </a:xfrm>
        </p:grpSpPr>
        <p:grpSp>
          <p:nvGrpSpPr>
            <p:cNvPr id="167" name="Group 166">
              <a:extLst>
                <a:ext uri="{FF2B5EF4-FFF2-40B4-BE49-F238E27FC236}">
                  <a16:creationId xmlns:a16="http://schemas.microsoft.com/office/drawing/2014/main" id="{E7D1206C-3B3F-BFFA-6DBA-09D9234331BE}"/>
                </a:ext>
              </a:extLst>
            </p:cNvPr>
            <p:cNvGrpSpPr/>
            <p:nvPr/>
          </p:nvGrpSpPr>
          <p:grpSpPr>
            <a:xfrm>
              <a:off x="132499" y="675272"/>
              <a:ext cx="3720247" cy="1331334"/>
              <a:chOff x="103998" y="1586574"/>
              <a:chExt cx="3720247" cy="1331334"/>
            </a:xfrm>
          </p:grpSpPr>
          <p:sp>
            <p:nvSpPr>
              <p:cNvPr id="169" name="Rectangle: Rounded Corners 168">
                <a:extLst>
                  <a:ext uri="{FF2B5EF4-FFF2-40B4-BE49-F238E27FC236}">
                    <a16:creationId xmlns:a16="http://schemas.microsoft.com/office/drawing/2014/main" id="{C1F7CB7F-2CAA-78F2-581A-CF45CDCC22DA}"/>
                  </a:ext>
                </a:extLst>
              </p:cNvPr>
              <p:cNvSpPr/>
              <p:nvPr/>
            </p:nvSpPr>
            <p:spPr>
              <a:xfrm>
                <a:off x="103998" y="1586574"/>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170" name="Group 169">
                <a:extLst>
                  <a:ext uri="{FF2B5EF4-FFF2-40B4-BE49-F238E27FC236}">
                    <a16:creationId xmlns:a16="http://schemas.microsoft.com/office/drawing/2014/main" id="{A7F90C69-B8F3-ACF7-144A-B0DAE4D622B8}"/>
                  </a:ext>
                </a:extLst>
              </p:cNvPr>
              <p:cNvGrpSpPr/>
              <p:nvPr/>
            </p:nvGrpSpPr>
            <p:grpSpPr>
              <a:xfrm>
                <a:off x="137199" y="1612840"/>
                <a:ext cx="3661914" cy="1261007"/>
                <a:chOff x="137199" y="1612840"/>
                <a:chExt cx="3661914" cy="1261007"/>
              </a:xfrm>
            </p:grpSpPr>
            <p:sp>
              <p:nvSpPr>
                <p:cNvPr id="171" name="TextBox 170">
                  <a:extLst>
                    <a:ext uri="{FF2B5EF4-FFF2-40B4-BE49-F238E27FC236}">
                      <a16:creationId xmlns:a16="http://schemas.microsoft.com/office/drawing/2014/main" id="{0C536E2B-496B-E7C6-5C2D-A42F6F64EE02}"/>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172" name="Group 171">
                  <a:extLst>
                    <a:ext uri="{FF2B5EF4-FFF2-40B4-BE49-F238E27FC236}">
                      <a16:creationId xmlns:a16="http://schemas.microsoft.com/office/drawing/2014/main" id="{7D240202-8CA5-C6DB-97E6-630499C3DEB5}"/>
                    </a:ext>
                  </a:extLst>
                </p:cNvPr>
                <p:cNvGrpSpPr/>
                <p:nvPr/>
              </p:nvGrpSpPr>
              <p:grpSpPr>
                <a:xfrm>
                  <a:off x="137199" y="1612840"/>
                  <a:ext cx="3230564" cy="1261007"/>
                  <a:chOff x="137199" y="1612840"/>
                  <a:chExt cx="3230564" cy="1261007"/>
                </a:xfrm>
              </p:grpSpPr>
              <p:pic>
                <p:nvPicPr>
                  <p:cNvPr id="173" name="Picture 172">
                    <a:extLst>
                      <a:ext uri="{FF2B5EF4-FFF2-40B4-BE49-F238E27FC236}">
                        <a16:creationId xmlns:a16="http://schemas.microsoft.com/office/drawing/2014/main" id="{3D3D949E-3299-8E75-A9FA-8567D4AB006D}"/>
                      </a:ext>
                    </a:extLst>
                  </p:cNvPr>
                  <p:cNvPicPr>
                    <a:picLocks noChangeAspect="1"/>
                  </p:cNvPicPr>
                  <p:nvPr/>
                </p:nvPicPr>
                <p:blipFill>
                  <a:blip r:embed="rId3"/>
                  <a:stretch>
                    <a:fillRect/>
                  </a:stretch>
                </p:blipFill>
                <p:spPr>
                  <a:xfrm>
                    <a:off x="248797" y="2006940"/>
                    <a:ext cx="1605062" cy="805533"/>
                  </a:xfrm>
                  <a:prstGeom prst="rect">
                    <a:avLst/>
                  </a:prstGeom>
                  <a:ln>
                    <a:noFill/>
                  </a:ln>
                </p:spPr>
              </p:pic>
              <p:sp>
                <p:nvSpPr>
                  <p:cNvPr id="174" name="TextBox 173">
                    <a:hlinkClick r:id="rId4" action="ppaction://hlinksldjump"/>
                    <a:extLst>
                      <a:ext uri="{FF2B5EF4-FFF2-40B4-BE49-F238E27FC236}">
                        <a16:creationId xmlns:a16="http://schemas.microsoft.com/office/drawing/2014/main" id="{FC3AAA57-F404-3576-C2B8-B089CC51040E}"/>
                      </a:ext>
                    </a:extLst>
                  </p:cNvPr>
                  <p:cNvSpPr txBox="1"/>
                  <p:nvPr/>
                </p:nvSpPr>
                <p:spPr>
                  <a:xfrm>
                    <a:off x="137199" y="1612840"/>
                    <a:ext cx="1888340" cy="369332"/>
                  </a:xfrm>
                  <a:prstGeom prst="rect">
                    <a:avLst/>
                  </a:prstGeom>
                  <a:noFill/>
                </p:spPr>
                <p:txBody>
                  <a:bodyPr wrap="square" rtlCol="0">
                    <a:spAutoFit/>
                  </a:bodyPr>
                  <a:lstStyle/>
                  <a:p>
                    <a:r>
                      <a:rPr lang="en-SG" b="1" dirty="0">
                        <a:solidFill>
                          <a:schemeClr val="tx2">
                            <a:lumMod val="50000"/>
                          </a:schemeClr>
                        </a:solidFill>
                      </a:rPr>
                      <a:t>Roaring Thunder</a:t>
                    </a:r>
                  </a:p>
                </p:txBody>
              </p:sp>
              <p:sp>
                <p:nvSpPr>
                  <p:cNvPr id="175" name="TextBox 174">
                    <a:extLst>
                      <a:ext uri="{FF2B5EF4-FFF2-40B4-BE49-F238E27FC236}">
                        <a16:creationId xmlns:a16="http://schemas.microsoft.com/office/drawing/2014/main" id="{F4A6F323-74F1-3317-0263-C3E66F83908F}"/>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pic>
                <p:nvPicPr>
                  <p:cNvPr id="176" name="Picture 175" descr="A red person silhouette on a black background&#10;&#10;AI-generated content may be incorrect.">
                    <a:extLst>
                      <a:ext uri="{FF2B5EF4-FFF2-40B4-BE49-F238E27FC236}">
                        <a16:creationId xmlns:a16="http://schemas.microsoft.com/office/drawing/2014/main" id="{2170540E-C32C-9232-F8AA-0E67E9AFDB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16734" y="1900571"/>
                    <a:ext cx="451029" cy="451029"/>
                  </a:xfrm>
                  <a:prstGeom prst="rect">
                    <a:avLst/>
                  </a:prstGeom>
                </p:spPr>
              </p:pic>
              <p:pic>
                <p:nvPicPr>
                  <p:cNvPr id="177" name="Picture 176" descr="A red person silhouette on a black background&#10;&#10;AI-generated content may be incorrect.">
                    <a:extLst>
                      <a:ext uri="{FF2B5EF4-FFF2-40B4-BE49-F238E27FC236}">
                        <a16:creationId xmlns:a16="http://schemas.microsoft.com/office/drawing/2014/main" id="{2CD14E7C-F5D7-8669-A2C4-82F4E6AB3F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94573" y="1900572"/>
                    <a:ext cx="451029" cy="451029"/>
                  </a:xfrm>
                  <a:prstGeom prst="rect">
                    <a:avLst/>
                  </a:prstGeom>
                </p:spPr>
              </p:pic>
              <p:pic>
                <p:nvPicPr>
                  <p:cNvPr id="178" name="Picture 177" descr="A red person silhouette on a black background&#10;&#10;AI-generated content may be incorrect.">
                    <a:extLst>
                      <a:ext uri="{FF2B5EF4-FFF2-40B4-BE49-F238E27FC236}">
                        <a16:creationId xmlns:a16="http://schemas.microsoft.com/office/drawing/2014/main" id="{C7CB4470-0AFE-6663-7B7E-8D15AC113A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41997" y="1900571"/>
                    <a:ext cx="451029" cy="451029"/>
                  </a:xfrm>
                  <a:prstGeom prst="rect">
                    <a:avLst/>
                  </a:prstGeom>
                </p:spPr>
              </p:pic>
              <p:pic>
                <p:nvPicPr>
                  <p:cNvPr id="179" name="Picture 178" descr="A red person silhouette on a black background&#10;&#10;AI-generated content may be incorrect.">
                    <a:extLst>
                      <a:ext uri="{FF2B5EF4-FFF2-40B4-BE49-F238E27FC236}">
                        <a16:creationId xmlns:a16="http://schemas.microsoft.com/office/drawing/2014/main" id="{14FA1B93-7049-9828-FAE0-FF387D117B9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69310" y="1901767"/>
                    <a:ext cx="451029" cy="451029"/>
                  </a:xfrm>
                  <a:prstGeom prst="rect">
                    <a:avLst/>
                  </a:prstGeom>
                </p:spPr>
              </p:pic>
              <p:sp>
                <p:nvSpPr>
                  <p:cNvPr id="180" name="TextBox 179">
                    <a:extLst>
                      <a:ext uri="{FF2B5EF4-FFF2-40B4-BE49-F238E27FC236}">
                        <a16:creationId xmlns:a16="http://schemas.microsoft.com/office/drawing/2014/main" id="{E85E3387-563B-729A-4819-EB58B972D1C2}"/>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4"/>
                        </a:solidFill>
                      </a:rPr>
                      <a:t>~ 50 mins</a:t>
                    </a:r>
                  </a:p>
                </p:txBody>
              </p:sp>
            </p:grpSp>
          </p:grpSp>
        </p:grpSp>
        <p:sp>
          <p:nvSpPr>
            <p:cNvPr id="168" name="TextBox 167">
              <a:hlinkClick r:id="rId4" action="ppaction://hlinksldjump"/>
              <a:extLst>
                <a:ext uri="{FF2B5EF4-FFF2-40B4-BE49-F238E27FC236}">
                  <a16:creationId xmlns:a16="http://schemas.microsoft.com/office/drawing/2014/main" id="{35AAE622-D188-B49E-6A3C-4FF0258BDA03}"/>
                </a:ext>
              </a:extLst>
            </p:cNvPr>
            <p:cNvSpPr txBox="1"/>
            <p:nvPr/>
          </p:nvSpPr>
          <p:spPr>
            <a:xfrm>
              <a:off x="277298" y="1070870"/>
              <a:ext cx="1608909" cy="830265"/>
            </a:xfrm>
            <a:prstGeom prst="rect">
              <a:avLst/>
            </a:prstGeom>
            <a:noFill/>
            <a:ln>
              <a:solidFill>
                <a:srgbClr val="2F3C7E"/>
              </a:solidFill>
            </a:ln>
          </p:spPr>
          <p:txBody>
            <a:bodyPr wrap="square" rtlCol="0">
              <a:spAutoFit/>
            </a:bodyPr>
            <a:lstStyle/>
            <a:p>
              <a:endParaRPr lang="en-SG" dirty="0"/>
            </a:p>
          </p:txBody>
        </p:sp>
      </p:grpSp>
      <p:sp>
        <p:nvSpPr>
          <p:cNvPr id="207" name="Rectangle 206">
            <a:extLst>
              <a:ext uri="{FF2B5EF4-FFF2-40B4-BE49-F238E27FC236}">
                <a16:creationId xmlns:a16="http://schemas.microsoft.com/office/drawing/2014/main" id="{29A869A2-E6E2-6673-16F0-42CF9B5AF25A}"/>
              </a:ext>
            </a:extLst>
          </p:cNvPr>
          <p:cNvSpPr/>
          <p:nvPr/>
        </p:nvSpPr>
        <p:spPr>
          <a:xfrm>
            <a:off x="0" y="4211669"/>
            <a:ext cx="3216643" cy="2646331"/>
          </a:xfrm>
          <a:prstGeom prst="rect">
            <a:avLst/>
          </a:prstGeom>
          <a:solidFill>
            <a:schemeClr val="bg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43" name="Group 342">
            <a:extLst>
              <a:ext uri="{FF2B5EF4-FFF2-40B4-BE49-F238E27FC236}">
                <a16:creationId xmlns:a16="http://schemas.microsoft.com/office/drawing/2014/main" id="{CBE6F13D-8B3E-2C04-FD89-5CD32F5AEDA9}"/>
              </a:ext>
            </a:extLst>
          </p:cNvPr>
          <p:cNvGrpSpPr/>
          <p:nvPr/>
        </p:nvGrpSpPr>
        <p:grpSpPr>
          <a:xfrm>
            <a:off x="7894507" y="3172316"/>
            <a:ext cx="4297493" cy="1304616"/>
            <a:chOff x="7894507" y="3172316"/>
            <a:chExt cx="4297493" cy="1304616"/>
          </a:xfrm>
        </p:grpSpPr>
        <p:grpSp>
          <p:nvGrpSpPr>
            <p:cNvPr id="324" name="Group 323">
              <a:extLst>
                <a:ext uri="{FF2B5EF4-FFF2-40B4-BE49-F238E27FC236}">
                  <a16:creationId xmlns:a16="http://schemas.microsoft.com/office/drawing/2014/main" id="{5BC7D30A-FD3B-3819-AFC7-3101D1692A07}"/>
                </a:ext>
              </a:extLst>
            </p:cNvPr>
            <p:cNvGrpSpPr/>
            <p:nvPr/>
          </p:nvGrpSpPr>
          <p:grpSpPr>
            <a:xfrm>
              <a:off x="7894507" y="3172316"/>
              <a:ext cx="4297493" cy="1304616"/>
              <a:chOff x="7894507" y="560614"/>
              <a:chExt cx="4297493" cy="1304616"/>
            </a:xfrm>
          </p:grpSpPr>
          <p:sp>
            <p:nvSpPr>
              <p:cNvPr id="325" name="Rectangle 324">
                <a:extLst>
                  <a:ext uri="{FF2B5EF4-FFF2-40B4-BE49-F238E27FC236}">
                    <a16:creationId xmlns:a16="http://schemas.microsoft.com/office/drawing/2014/main" id="{36D41753-A8C9-1EC0-3D81-EA9510D01979}"/>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26" name="Group 325">
                <a:extLst>
                  <a:ext uri="{FF2B5EF4-FFF2-40B4-BE49-F238E27FC236}">
                    <a16:creationId xmlns:a16="http://schemas.microsoft.com/office/drawing/2014/main" id="{E2404364-8A2F-5B78-4ED2-188F79EF194D}"/>
                  </a:ext>
                </a:extLst>
              </p:cNvPr>
              <p:cNvGrpSpPr/>
              <p:nvPr/>
            </p:nvGrpSpPr>
            <p:grpSpPr>
              <a:xfrm>
                <a:off x="7930586" y="614285"/>
                <a:ext cx="3353441" cy="1177732"/>
                <a:chOff x="7930586" y="614285"/>
                <a:chExt cx="3353441" cy="1177732"/>
              </a:xfrm>
            </p:grpSpPr>
            <p:sp>
              <p:nvSpPr>
                <p:cNvPr id="327" name="TextBox 326">
                  <a:extLst>
                    <a:ext uri="{FF2B5EF4-FFF2-40B4-BE49-F238E27FC236}">
                      <a16:creationId xmlns:a16="http://schemas.microsoft.com/office/drawing/2014/main" id="{618B86D6-DD01-7720-EC14-16CD041D926E}"/>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sp>
              <p:nvSpPr>
                <p:cNvPr id="329" name="TextBox 328">
                  <a:extLst>
                    <a:ext uri="{FF2B5EF4-FFF2-40B4-BE49-F238E27FC236}">
                      <a16:creationId xmlns:a16="http://schemas.microsoft.com/office/drawing/2014/main" id="{131E1539-53F5-E6DA-F43E-F966EFA847B4}"/>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330" name="TextBox 329">
                  <a:extLst>
                    <a:ext uri="{FF2B5EF4-FFF2-40B4-BE49-F238E27FC236}">
                      <a16:creationId xmlns:a16="http://schemas.microsoft.com/office/drawing/2014/main" id="{A336808B-178B-D14F-518A-45EE974A4FAA}"/>
                    </a:ext>
                  </a:extLst>
                </p:cNvPr>
                <p:cNvSpPr txBox="1"/>
                <p:nvPr/>
              </p:nvSpPr>
              <p:spPr>
                <a:xfrm>
                  <a:off x="7930586" y="614285"/>
                  <a:ext cx="1826192" cy="646331"/>
                </a:xfrm>
                <a:prstGeom prst="rect">
                  <a:avLst/>
                </a:prstGeom>
                <a:noFill/>
              </p:spPr>
              <p:txBody>
                <a:bodyPr wrap="square" rtlCol="0">
                  <a:spAutoFit/>
                </a:bodyPr>
                <a:lstStyle/>
                <a:p>
                  <a:r>
                    <a:rPr lang="en-SG" b="1" dirty="0">
                      <a:solidFill>
                        <a:schemeClr val="tx2">
                          <a:lumMod val="50000"/>
                        </a:schemeClr>
                      </a:solidFill>
                    </a:rPr>
                    <a:t>Cirque Du Lune</a:t>
                  </a:r>
                </a:p>
                <a:p>
                  <a:endParaRPr lang="en-SG" b="1" dirty="0">
                    <a:solidFill>
                      <a:schemeClr val="tx2">
                        <a:lumMod val="50000"/>
                      </a:schemeClr>
                    </a:solidFill>
                  </a:endParaRPr>
                </a:p>
              </p:txBody>
            </p:sp>
            <p:sp>
              <p:nvSpPr>
                <p:cNvPr id="331" name="TextBox 330">
                  <a:extLst>
                    <a:ext uri="{FF2B5EF4-FFF2-40B4-BE49-F238E27FC236}">
                      <a16:creationId xmlns:a16="http://schemas.microsoft.com/office/drawing/2014/main" id="{B90CD9C1-4286-A741-EBD8-97D294CDC396}"/>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332" name="TextBox 331">
                  <a:extLst>
                    <a:ext uri="{FF2B5EF4-FFF2-40B4-BE49-F238E27FC236}">
                      <a16:creationId xmlns:a16="http://schemas.microsoft.com/office/drawing/2014/main" id="{A3EE5295-9DBA-0320-8B01-4C2D664453BF}"/>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12:00 PM</a:t>
                  </a:r>
                </a:p>
              </p:txBody>
            </p:sp>
            <p:sp>
              <p:nvSpPr>
                <p:cNvPr id="333" name="TextBox 332">
                  <a:extLst>
                    <a:ext uri="{FF2B5EF4-FFF2-40B4-BE49-F238E27FC236}">
                      <a16:creationId xmlns:a16="http://schemas.microsoft.com/office/drawing/2014/main" id="{7C3AE909-1459-C340-B5CF-A074CB13CE78}"/>
                    </a:ext>
                  </a:extLst>
                </p:cNvPr>
                <p:cNvSpPr txBox="1"/>
                <p:nvPr/>
              </p:nvSpPr>
              <p:spPr>
                <a:xfrm>
                  <a:off x="10046183" y="1449798"/>
                  <a:ext cx="1237844" cy="307777"/>
                </a:xfrm>
                <a:prstGeom prst="rect">
                  <a:avLst/>
                </a:prstGeom>
                <a:noFill/>
              </p:spPr>
              <p:txBody>
                <a:bodyPr wrap="square" rtlCol="0">
                  <a:spAutoFit/>
                </a:bodyPr>
                <a:lstStyle/>
                <a:p>
                  <a:r>
                    <a:rPr lang="en-SG" sz="1400" b="1" dirty="0">
                      <a:solidFill>
                        <a:schemeClr val="accent1"/>
                      </a:solidFill>
                    </a:rPr>
                    <a:t>Circus Circle</a:t>
                  </a:r>
                </a:p>
              </p:txBody>
            </p:sp>
          </p:grpSp>
        </p:grpSp>
        <p:pic>
          <p:nvPicPr>
            <p:cNvPr id="342" name="Picture 341">
              <a:extLst>
                <a:ext uri="{FF2B5EF4-FFF2-40B4-BE49-F238E27FC236}">
                  <a16:creationId xmlns:a16="http://schemas.microsoft.com/office/drawing/2014/main" id="{B3D21A47-6201-E7C4-0BED-3D9EB72D636F}"/>
                </a:ext>
              </a:extLst>
            </p:cNvPr>
            <p:cNvPicPr>
              <a:picLocks noChangeAspect="1"/>
            </p:cNvPicPr>
            <p:nvPr/>
          </p:nvPicPr>
          <p:blipFill>
            <a:blip r:embed="rId6"/>
            <a:stretch>
              <a:fillRect/>
            </a:stretch>
          </p:blipFill>
          <p:spPr>
            <a:xfrm>
              <a:off x="8417093" y="3594914"/>
              <a:ext cx="813824" cy="813824"/>
            </a:xfrm>
            <a:prstGeom prst="rect">
              <a:avLst/>
            </a:prstGeom>
          </p:spPr>
        </p:pic>
      </p:grpSp>
      <p:grpSp>
        <p:nvGrpSpPr>
          <p:cNvPr id="284" name="Group 283">
            <a:extLst>
              <a:ext uri="{FF2B5EF4-FFF2-40B4-BE49-F238E27FC236}">
                <a16:creationId xmlns:a16="http://schemas.microsoft.com/office/drawing/2014/main" id="{FB8B3A63-1733-ED79-BF4A-E22280144C48}"/>
              </a:ext>
            </a:extLst>
          </p:cNvPr>
          <p:cNvGrpSpPr/>
          <p:nvPr/>
        </p:nvGrpSpPr>
        <p:grpSpPr>
          <a:xfrm>
            <a:off x="4064481" y="3594815"/>
            <a:ext cx="3720247" cy="1331334"/>
            <a:chOff x="4205770" y="3536881"/>
            <a:chExt cx="3720247" cy="1331334"/>
          </a:xfrm>
        </p:grpSpPr>
        <p:grpSp>
          <p:nvGrpSpPr>
            <p:cNvPr id="267" name="Group 266">
              <a:extLst>
                <a:ext uri="{FF2B5EF4-FFF2-40B4-BE49-F238E27FC236}">
                  <a16:creationId xmlns:a16="http://schemas.microsoft.com/office/drawing/2014/main" id="{549472AA-0457-9FD5-6B46-18EB9C13BAA6}"/>
                </a:ext>
              </a:extLst>
            </p:cNvPr>
            <p:cNvGrpSpPr/>
            <p:nvPr/>
          </p:nvGrpSpPr>
          <p:grpSpPr>
            <a:xfrm>
              <a:off x="4205770" y="3536881"/>
              <a:ext cx="3720247" cy="1331334"/>
              <a:chOff x="4100301" y="701538"/>
              <a:chExt cx="3720247" cy="1331334"/>
            </a:xfrm>
          </p:grpSpPr>
          <p:grpSp>
            <p:nvGrpSpPr>
              <p:cNvPr id="269" name="Group 268">
                <a:extLst>
                  <a:ext uri="{FF2B5EF4-FFF2-40B4-BE49-F238E27FC236}">
                    <a16:creationId xmlns:a16="http://schemas.microsoft.com/office/drawing/2014/main" id="{31C4DA02-1C17-3B51-DD51-F1E3A305B416}"/>
                  </a:ext>
                </a:extLst>
              </p:cNvPr>
              <p:cNvGrpSpPr/>
              <p:nvPr/>
            </p:nvGrpSpPr>
            <p:grpSpPr>
              <a:xfrm>
                <a:off x="4100301" y="701538"/>
                <a:ext cx="3720247" cy="1331334"/>
                <a:chOff x="107367" y="676770"/>
                <a:chExt cx="3720247" cy="1331334"/>
              </a:xfrm>
            </p:grpSpPr>
            <p:grpSp>
              <p:nvGrpSpPr>
                <p:cNvPr id="271" name="Group 270">
                  <a:extLst>
                    <a:ext uri="{FF2B5EF4-FFF2-40B4-BE49-F238E27FC236}">
                      <a16:creationId xmlns:a16="http://schemas.microsoft.com/office/drawing/2014/main" id="{D61636AD-599F-E1D5-6D70-BA9530173BE6}"/>
                    </a:ext>
                  </a:extLst>
                </p:cNvPr>
                <p:cNvGrpSpPr/>
                <p:nvPr/>
              </p:nvGrpSpPr>
              <p:grpSpPr>
                <a:xfrm>
                  <a:off x="107367" y="676770"/>
                  <a:ext cx="3720247" cy="1331334"/>
                  <a:chOff x="78866" y="1588072"/>
                  <a:chExt cx="3720247" cy="1331334"/>
                </a:xfrm>
              </p:grpSpPr>
              <p:sp>
                <p:nvSpPr>
                  <p:cNvPr id="273" name="Rectangle: Rounded Corners 272">
                    <a:extLst>
                      <a:ext uri="{FF2B5EF4-FFF2-40B4-BE49-F238E27FC236}">
                        <a16:creationId xmlns:a16="http://schemas.microsoft.com/office/drawing/2014/main" id="{6B2B9054-80EB-3887-8937-C1C9729AA2A7}"/>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a:t>`</a:t>
                    </a:r>
                    <a:endParaRPr lang="en-SG" dirty="0"/>
                  </a:p>
                </p:txBody>
              </p:sp>
              <p:grpSp>
                <p:nvGrpSpPr>
                  <p:cNvPr id="274" name="Group 273">
                    <a:extLst>
                      <a:ext uri="{FF2B5EF4-FFF2-40B4-BE49-F238E27FC236}">
                        <a16:creationId xmlns:a16="http://schemas.microsoft.com/office/drawing/2014/main" id="{BA4085C1-5D6E-FDEB-9294-784D8C40D115}"/>
                      </a:ext>
                    </a:extLst>
                  </p:cNvPr>
                  <p:cNvGrpSpPr/>
                  <p:nvPr/>
                </p:nvGrpSpPr>
                <p:grpSpPr>
                  <a:xfrm>
                    <a:off x="159359" y="1612729"/>
                    <a:ext cx="3639754" cy="1261118"/>
                    <a:chOff x="159359" y="1612729"/>
                    <a:chExt cx="3639754" cy="1261118"/>
                  </a:xfrm>
                </p:grpSpPr>
                <p:sp>
                  <p:nvSpPr>
                    <p:cNvPr id="275" name="TextBox 274">
                      <a:extLst>
                        <a:ext uri="{FF2B5EF4-FFF2-40B4-BE49-F238E27FC236}">
                          <a16:creationId xmlns:a16="http://schemas.microsoft.com/office/drawing/2014/main" id="{0B2CF896-6814-4F9B-8590-B5909D2FCC2A}"/>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76" name="Group 275">
                      <a:extLst>
                        <a:ext uri="{FF2B5EF4-FFF2-40B4-BE49-F238E27FC236}">
                          <a16:creationId xmlns:a16="http://schemas.microsoft.com/office/drawing/2014/main" id="{C5EE693A-58EC-0D18-4C0D-BACC4D769294}"/>
                        </a:ext>
                      </a:extLst>
                    </p:cNvPr>
                    <p:cNvGrpSpPr/>
                    <p:nvPr/>
                  </p:nvGrpSpPr>
                  <p:grpSpPr>
                    <a:xfrm>
                      <a:off x="159359" y="1612729"/>
                      <a:ext cx="2971657" cy="1261118"/>
                      <a:chOff x="159359" y="1612729"/>
                      <a:chExt cx="2971657" cy="1261118"/>
                    </a:xfrm>
                  </p:grpSpPr>
                  <p:sp>
                    <p:nvSpPr>
                      <p:cNvPr id="277" name="TextBox 276">
                        <a:extLst>
                          <a:ext uri="{FF2B5EF4-FFF2-40B4-BE49-F238E27FC236}">
                            <a16:creationId xmlns:a16="http://schemas.microsoft.com/office/drawing/2014/main" id="{67CC8450-E66F-D0E6-CADB-597E2561C1A2}"/>
                          </a:ext>
                        </a:extLst>
                      </p:cNvPr>
                      <p:cNvSpPr txBox="1"/>
                      <p:nvPr/>
                    </p:nvSpPr>
                    <p:spPr>
                      <a:xfrm>
                        <a:off x="159359" y="1612729"/>
                        <a:ext cx="1556953" cy="369332"/>
                      </a:xfrm>
                      <a:prstGeom prst="rect">
                        <a:avLst/>
                      </a:prstGeom>
                      <a:noFill/>
                    </p:spPr>
                    <p:txBody>
                      <a:bodyPr wrap="square" rtlCol="0">
                        <a:spAutoFit/>
                      </a:bodyPr>
                      <a:lstStyle/>
                      <a:p>
                        <a:r>
                          <a:rPr lang="en-SG" b="1" dirty="0">
                            <a:solidFill>
                              <a:schemeClr val="tx2">
                                <a:lumMod val="50000"/>
                              </a:schemeClr>
                            </a:solidFill>
                          </a:rPr>
                          <a:t>Bakes n Love</a:t>
                        </a:r>
                      </a:p>
                    </p:txBody>
                  </p:sp>
                  <p:sp>
                    <p:nvSpPr>
                      <p:cNvPr id="278" name="TextBox 277">
                        <a:extLst>
                          <a:ext uri="{FF2B5EF4-FFF2-40B4-BE49-F238E27FC236}">
                            <a16:creationId xmlns:a16="http://schemas.microsoft.com/office/drawing/2014/main" id="{DBD53500-D36B-D53B-C21A-9FCDEA689A6E}"/>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79" name="TextBox 278">
                        <a:extLst>
                          <a:ext uri="{FF2B5EF4-FFF2-40B4-BE49-F238E27FC236}">
                            <a16:creationId xmlns:a16="http://schemas.microsoft.com/office/drawing/2014/main" id="{7E7FF2DE-3231-1F25-B2CA-81D52DEEB9AD}"/>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&lt;1 min</a:t>
                        </a:r>
                      </a:p>
                    </p:txBody>
                  </p:sp>
                </p:grpSp>
              </p:grpSp>
            </p:grpSp>
            <p:sp>
              <p:nvSpPr>
                <p:cNvPr id="272" name="TextBox 271">
                  <a:extLst>
                    <a:ext uri="{FF2B5EF4-FFF2-40B4-BE49-F238E27FC236}">
                      <a16:creationId xmlns:a16="http://schemas.microsoft.com/office/drawing/2014/main" id="{099321EA-41F2-5ECE-E368-32EE696D1DD4}"/>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270" name="Picture 269" descr="A green person silhouette on a black background&#10;&#10;AI-generated content may be incorrect.">
                <a:extLst>
                  <a:ext uri="{FF2B5EF4-FFF2-40B4-BE49-F238E27FC236}">
                    <a16:creationId xmlns:a16="http://schemas.microsoft.com/office/drawing/2014/main" id="{567501F8-F593-6425-D66D-273C2774156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283" name="Picture 282">
              <a:extLst>
                <a:ext uri="{FF2B5EF4-FFF2-40B4-BE49-F238E27FC236}">
                  <a16:creationId xmlns:a16="http://schemas.microsoft.com/office/drawing/2014/main" id="{3F38B621-88B9-0E08-A156-2BFF7C378AC4}"/>
                </a:ext>
              </a:extLst>
            </p:cNvPr>
            <p:cNvPicPr>
              <a:picLocks noChangeAspect="1"/>
            </p:cNvPicPr>
            <p:nvPr/>
          </p:nvPicPr>
          <p:blipFill>
            <a:blip r:embed="rId8"/>
            <a:stretch>
              <a:fillRect/>
            </a:stretch>
          </p:blipFill>
          <p:spPr>
            <a:xfrm>
              <a:off x="4788294" y="4008502"/>
              <a:ext cx="724368" cy="724368"/>
            </a:xfrm>
            <a:prstGeom prst="rect">
              <a:avLst/>
            </a:prstGeom>
          </p:spPr>
        </p:pic>
      </p:grpSp>
      <p:grpSp>
        <p:nvGrpSpPr>
          <p:cNvPr id="246" name="Group 245">
            <a:extLst>
              <a:ext uri="{FF2B5EF4-FFF2-40B4-BE49-F238E27FC236}">
                <a16:creationId xmlns:a16="http://schemas.microsoft.com/office/drawing/2014/main" id="{B90993E5-7732-91C2-5340-0335F9490C02}"/>
              </a:ext>
            </a:extLst>
          </p:cNvPr>
          <p:cNvGrpSpPr/>
          <p:nvPr/>
        </p:nvGrpSpPr>
        <p:grpSpPr>
          <a:xfrm>
            <a:off x="107367" y="2156298"/>
            <a:ext cx="3720247" cy="1331334"/>
            <a:chOff x="107367" y="3598419"/>
            <a:chExt cx="3720247" cy="1331334"/>
          </a:xfrm>
        </p:grpSpPr>
        <p:grpSp>
          <p:nvGrpSpPr>
            <p:cNvPr id="245" name="Group 244">
              <a:extLst>
                <a:ext uri="{FF2B5EF4-FFF2-40B4-BE49-F238E27FC236}">
                  <a16:creationId xmlns:a16="http://schemas.microsoft.com/office/drawing/2014/main" id="{D0DD4929-381A-F156-21CC-6EBC52A152AE}"/>
                </a:ext>
              </a:extLst>
            </p:cNvPr>
            <p:cNvGrpSpPr/>
            <p:nvPr/>
          </p:nvGrpSpPr>
          <p:grpSpPr>
            <a:xfrm>
              <a:off x="107367" y="3598419"/>
              <a:ext cx="3720247" cy="1331334"/>
              <a:chOff x="107367" y="3598419"/>
              <a:chExt cx="3720247" cy="1331334"/>
            </a:xfrm>
          </p:grpSpPr>
          <p:grpSp>
            <p:nvGrpSpPr>
              <p:cNvPr id="225" name="Group 224">
                <a:extLst>
                  <a:ext uri="{FF2B5EF4-FFF2-40B4-BE49-F238E27FC236}">
                    <a16:creationId xmlns:a16="http://schemas.microsoft.com/office/drawing/2014/main" id="{1A6C091E-BD61-B121-A96D-D1F5D67D0824}"/>
                  </a:ext>
                </a:extLst>
              </p:cNvPr>
              <p:cNvGrpSpPr/>
              <p:nvPr/>
            </p:nvGrpSpPr>
            <p:grpSpPr>
              <a:xfrm>
                <a:off x="107367" y="3598419"/>
                <a:ext cx="3720247" cy="1331334"/>
                <a:chOff x="4100301" y="701538"/>
                <a:chExt cx="3720247" cy="1331334"/>
              </a:xfrm>
            </p:grpSpPr>
            <p:grpSp>
              <p:nvGrpSpPr>
                <p:cNvPr id="227" name="Group 226">
                  <a:extLst>
                    <a:ext uri="{FF2B5EF4-FFF2-40B4-BE49-F238E27FC236}">
                      <a16:creationId xmlns:a16="http://schemas.microsoft.com/office/drawing/2014/main" id="{F54E5F84-75E1-C32C-C5F7-CC27C0B8332A}"/>
                    </a:ext>
                  </a:extLst>
                </p:cNvPr>
                <p:cNvGrpSpPr/>
                <p:nvPr/>
              </p:nvGrpSpPr>
              <p:grpSpPr>
                <a:xfrm>
                  <a:off x="4100301" y="701538"/>
                  <a:ext cx="3720247" cy="1331334"/>
                  <a:chOff x="107367" y="676770"/>
                  <a:chExt cx="3720247" cy="1331334"/>
                </a:xfrm>
              </p:grpSpPr>
              <p:grpSp>
                <p:nvGrpSpPr>
                  <p:cNvPr id="229" name="Group 228">
                    <a:extLst>
                      <a:ext uri="{FF2B5EF4-FFF2-40B4-BE49-F238E27FC236}">
                        <a16:creationId xmlns:a16="http://schemas.microsoft.com/office/drawing/2014/main" id="{A416ED3A-F278-C95C-0508-60FCD71D5414}"/>
                      </a:ext>
                    </a:extLst>
                  </p:cNvPr>
                  <p:cNvGrpSpPr/>
                  <p:nvPr/>
                </p:nvGrpSpPr>
                <p:grpSpPr>
                  <a:xfrm>
                    <a:off x="107367" y="676770"/>
                    <a:ext cx="3720247" cy="1331334"/>
                    <a:chOff x="78866" y="1588072"/>
                    <a:chExt cx="3720247" cy="1331334"/>
                  </a:xfrm>
                </p:grpSpPr>
                <p:sp>
                  <p:nvSpPr>
                    <p:cNvPr id="231" name="Rectangle: Rounded Corners 230">
                      <a:extLst>
                        <a:ext uri="{FF2B5EF4-FFF2-40B4-BE49-F238E27FC236}">
                          <a16:creationId xmlns:a16="http://schemas.microsoft.com/office/drawing/2014/main" id="{34156D10-6959-393A-015B-9B268DE92743}"/>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232" name="Group 231">
                      <a:extLst>
                        <a:ext uri="{FF2B5EF4-FFF2-40B4-BE49-F238E27FC236}">
                          <a16:creationId xmlns:a16="http://schemas.microsoft.com/office/drawing/2014/main" id="{61C33DDA-4F30-145E-B6C6-CECC256BC5B7}"/>
                        </a:ext>
                      </a:extLst>
                    </p:cNvPr>
                    <p:cNvGrpSpPr/>
                    <p:nvPr/>
                  </p:nvGrpSpPr>
                  <p:grpSpPr>
                    <a:xfrm>
                      <a:off x="155765" y="1613114"/>
                      <a:ext cx="3643348" cy="1260733"/>
                      <a:chOff x="155765" y="1613114"/>
                      <a:chExt cx="3643348" cy="1260733"/>
                    </a:xfrm>
                  </p:grpSpPr>
                  <p:sp>
                    <p:nvSpPr>
                      <p:cNvPr id="233" name="TextBox 232">
                        <a:extLst>
                          <a:ext uri="{FF2B5EF4-FFF2-40B4-BE49-F238E27FC236}">
                            <a16:creationId xmlns:a16="http://schemas.microsoft.com/office/drawing/2014/main" id="{5295C10C-E723-DE6C-DE5F-CD066BADF63D}"/>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34" name="Group 233">
                        <a:extLst>
                          <a:ext uri="{FF2B5EF4-FFF2-40B4-BE49-F238E27FC236}">
                            <a16:creationId xmlns:a16="http://schemas.microsoft.com/office/drawing/2014/main" id="{460EFD04-FC8E-0529-AC8F-02D6FD85D8C2}"/>
                          </a:ext>
                        </a:extLst>
                      </p:cNvPr>
                      <p:cNvGrpSpPr/>
                      <p:nvPr/>
                    </p:nvGrpSpPr>
                    <p:grpSpPr>
                      <a:xfrm>
                        <a:off x="155765" y="1613114"/>
                        <a:ext cx="2975251" cy="1260733"/>
                        <a:chOff x="155765" y="1613114"/>
                        <a:chExt cx="2975251" cy="1260733"/>
                      </a:xfrm>
                    </p:grpSpPr>
                    <p:sp>
                      <p:nvSpPr>
                        <p:cNvPr id="235" name="TextBox 234">
                          <a:extLst>
                            <a:ext uri="{FF2B5EF4-FFF2-40B4-BE49-F238E27FC236}">
                              <a16:creationId xmlns:a16="http://schemas.microsoft.com/office/drawing/2014/main" id="{3C0EB5CF-3775-C122-B9F8-176ACFE411DB}"/>
                            </a:ext>
                          </a:extLst>
                        </p:cNvPr>
                        <p:cNvSpPr txBox="1"/>
                        <p:nvPr/>
                      </p:nvSpPr>
                      <p:spPr>
                        <a:xfrm>
                          <a:off x="155765" y="1613114"/>
                          <a:ext cx="1927117" cy="369332"/>
                        </a:xfrm>
                        <a:prstGeom prst="rect">
                          <a:avLst/>
                        </a:prstGeom>
                        <a:noFill/>
                      </p:spPr>
                      <p:txBody>
                        <a:bodyPr wrap="square" rtlCol="0">
                          <a:spAutoFit/>
                        </a:bodyPr>
                        <a:lstStyle/>
                        <a:p>
                          <a:r>
                            <a:rPr lang="en-SG" b="1" dirty="0">
                              <a:solidFill>
                                <a:schemeClr val="tx2">
                                  <a:lumMod val="50000"/>
                                </a:schemeClr>
                              </a:solidFill>
                            </a:rPr>
                            <a:t>Merry Go Round</a:t>
                          </a:r>
                        </a:p>
                      </p:txBody>
                    </p:sp>
                    <p:sp>
                      <p:nvSpPr>
                        <p:cNvPr id="236" name="TextBox 235">
                          <a:extLst>
                            <a:ext uri="{FF2B5EF4-FFF2-40B4-BE49-F238E27FC236}">
                              <a16:creationId xmlns:a16="http://schemas.microsoft.com/office/drawing/2014/main" id="{38813620-B125-E8CC-FA33-45A9CE6D0A98}"/>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37" name="TextBox 236">
                          <a:extLst>
                            <a:ext uri="{FF2B5EF4-FFF2-40B4-BE49-F238E27FC236}">
                              <a16:creationId xmlns:a16="http://schemas.microsoft.com/office/drawing/2014/main" id="{32710C4F-8B53-2C96-5233-207A19953089}"/>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~10 mins</a:t>
                          </a:r>
                        </a:p>
                      </p:txBody>
                    </p:sp>
                  </p:grpSp>
                </p:grpSp>
              </p:grpSp>
              <p:sp>
                <p:nvSpPr>
                  <p:cNvPr id="230" name="TextBox 229">
                    <a:extLst>
                      <a:ext uri="{FF2B5EF4-FFF2-40B4-BE49-F238E27FC236}">
                        <a16:creationId xmlns:a16="http://schemas.microsoft.com/office/drawing/2014/main" id="{04FA30AC-E7E5-4BC9-5372-17886F291B20}"/>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228" name="Picture 227" descr="A green person silhouette on a black background&#10;&#10;AI-generated content may be incorrect.">
                  <a:extLst>
                    <a:ext uri="{FF2B5EF4-FFF2-40B4-BE49-F238E27FC236}">
                      <a16:creationId xmlns:a16="http://schemas.microsoft.com/office/drawing/2014/main" id="{D972EBAA-81C8-8782-18D7-F773D42CEEC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242" name="Picture 241">
                <a:extLst>
                  <a:ext uri="{FF2B5EF4-FFF2-40B4-BE49-F238E27FC236}">
                    <a16:creationId xmlns:a16="http://schemas.microsoft.com/office/drawing/2014/main" id="{6B30F620-0787-3861-86A3-99BF7E9B5184}"/>
                  </a:ext>
                </a:extLst>
              </p:cNvPr>
              <p:cNvPicPr>
                <a:picLocks noChangeAspect="1"/>
              </p:cNvPicPr>
              <p:nvPr/>
            </p:nvPicPr>
            <p:blipFill>
              <a:blip r:embed="rId9"/>
              <a:stretch>
                <a:fillRect/>
              </a:stretch>
            </p:blipFill>
            <p:spPr>
              <a:xfrm>
                <a:off x="678545" y="4022645"/>
                <a:ext cx="782190" cy="782190"/>
              </a:xfrm>
              <a:prstGeom prst="rect">
                <a:avLst/>
              </a:prstGeom>
            </p:spPr>
          </p:pic>
        </p:grpSp>
        <p:pic>
          <p:nvPicPr>
            <p:cNvPr id="238" name="Picture 237" descr="A green person silhouette on a black background&#10;&#10;AI-generated content may be incorrect.">
              <a:extLst>
                <a:ext uri="{FF2B5EF4-FFF2-40B4-BE49-F238E27FC236}">
                  <a16:creationId xmlns:a16="http://schemas.microsoft.com/office/drawing/2014/main" id="{70016A3B-F729-E88F-8905-094C1289A8A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03386" y="3912607"/>
              <a:ext cx="449084" cy="449084"/>
            </a:xfrm>
            <a:prstGeom prst="rect">
              <a:avLst/>
            </a:prstGeom>
          </p:spPr>
        </p:pic>
      </p:grpSp>
      <p:sp>
        <p:nvSpPr>
          <p:cNvPr id="205" name="Rectangle 204">
            <a:extLst>
              <a:ext uri="{FF2B5EF4-FFF2-40B4-BE49-F238E27FC236}">
                <a16:creationId xmlns:a16="http://schemas.microsoft.com/office/drawing/2014/main" id="{4F998FF1-B348-7574-B037-9D57149E424F}"/>
              </a:ext>
            </a:extLst>
          </p:cNvPr>
          <p:cNvSpPr/>
          <p:nvPr/>
        </p:nvSpPr>
        <p:spPr>
          <a:xfrm>
            <a:off x="3216648" y="421166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5" name="TextBox 84">
            <a:extLst>
              <a:ext uri="{FF2B5EF4-FFF2-40B4-BE49-F238E27FC236}">
                <a16:creationId xmlns:a16="http://schemas.microsoft.com/office/drawing/2014/main" id="{B74C006D-0719-DB1D-3550-D87163DE82A2}"/>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11:01 AM</a:t>
            </a:r>
          </a:p>
        </p:txBody>
      </p:sp>
      <p:grpSp>
        <p:nvGrpSpPr>
          <p:cNvPr id="194" name="Group 193">
            <a:extLst>
              <a:ext uri="{FF2B5EF4-FFF2-40B4-BE49-F238E27FC236}">
                <a16:creationId xmlns:a16="http://schemas.microsoft.com/office/drawing/2014/main" id="{C1AE4011-7802-0D94-C554-258EC8011F19}"/>
              </a:ext>
            </a:extLst>
          </p:cNvPr>
          <p:cNvGrpSpPr/>
          <p:nvPr/>
        </p:nvGrpSpPr>
        <p:grpSpPr>
          <a:xfrm>
            <a:off x="107367" y="689416"/>
            <a:ext cx="3720247" cy="1331334"/>
            <a:chOff x="107367" y="2142193"/>
            <a:chExt cx="3720247" cy="1331334"/>
          </a:xfrm>
        </p:grpSpPr>
        <p:grpSp>
          <p:nvGrpSpPr>
            <p:cNvPr id="94" name="Group 93">
              <a:extLst>
                <a:ext uri="{FF2B5EF4-FFF2-40B4-BE49-F238E27FC236}">
                  <a16:creationId xmlns:a16="http://schemas.microsoft.com/office/drawing/2014/main" id="{57E3F2DE-B986-EAF6-2C20-46629C3AD04F}"/>
                </a:ext>
              </a:extLst>
            </p:cNvPr>
            <p:cNvGrpSpPr/>
            <p:nvPr/>
          </p:nvGrpSpPr>
          <p:grpSpPr>
            <a:xfrm>
              <a:off x="107367" y="2142193"/>
              <a:ext cx="3720247" cy="1331334"/>
              <a:chOff x="107367" y="2142193"/>
              <a:chExt cx="3720247" cy="1331334"/>
            </a:xfrm>
          </p:grpSpPr>
          <p:grpSp>
            <p:nvGrpSpPr>
              <p:cNvPr id="69" name="Group 68">
                <a:extLst>
                  <a:ext uri="{FF2B5EF4-FFF2-40B4-BE49-F238E27FC236}">
                    <a16:creationId xmlns:a16="http://schemas.microsoft.com/office/drawing/2014/main" id="{7E0916BA-521A-4C65-82C4-366A4EDCEA21}"/>
                  </a:ext>
                </a:extLst>
              </p:cNvPr>
              <p:cNvGrpSpPr/>
              <p:nvPr/>
            </p:nvGrpSpPr>
            <p:grpSpPr>
              <a:xfrm>
                <a:off x="107367" y="2142193"/>
                <a:ext cx="3720247" cy="1331334"/>
                <a:chOff x="107366" y="2104595"/>
                <a:chExt cx="3720247" cy="1331334"/>
              </a:xfrm>
            </p:grpSpPr>
            <p:grpSp>
              <p:nvGrpSpPr>
                <p:cNvPr id="34" name="Group 33">
                  <a:extLst>
                    <a:ext uri="{FF2B5EF4-FFF2-40B4-BE49-F238E27FC236}">
                      <a16:creationId xmlns:a16="http://schemas.microsoft.com/office/drawing/2014/main" id="{E6F10D86-BC5A-74B4-A69A-7C7424FAF7FE}"/>
                    </a:ext>
                  </a:extLst>
                </p:cNvPr>
                <p:cNvGrpSpPr/>
                <p:nvPr/>
              </p:nvGrpSpPr>
              <p:grpSpPr>
                <a:xfrm>
                  <a:off x="107366" y="2104595"/>
                  <a:ext cx="3720247" cy="1331334"/>
                  <a:chOff x="78866" y="1588072"/>
                  <a:chExt cx="3720247" cy="1331334"/>
                </a:xfrm>
              </p:grpSpPr>
              <p:sp>
                <p:nvSpPr>
                  <p:cNvPr id="35" name="Rectangle: Rounded Corners 34">
                    <a:extLst>
                      <a:ext uri="{FF2B5EF4-FFF2-40B4-BE49-F238E27FC236}">
                        <a16:creationId xmlns:a16="http://schemas.microsoft.com/office/drawing/2014/main" id="{6B679F66-AD80-C163-BDBD-6E7108EC3B2C}"/>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36" name="Group 35">
                    <a:extLst>
                      <a:ext uri="{FF2B5EF4-FFF2-40B4-BE49-F238E27FC236}">
                        <a16:creationId xmlns:a16="http://schemas.microsoft.com/office/drawing/2014/main" id="{2F3137A2-A25E-5A2F-873C-FA7C0142E091}"/>
                      </a:ext>
                    </a:extLst>
                  </p:cNvPr>
                  <p:cNvGrpSpPr/>
                  <p:nvPr/>
                </p:nvGrpSpPr>
                <p:grpSpPr>
                  <a:xfrm>
                    <a:off x="173207" y="1610398"/>
                    <a:ext cx="3625906" cy="1263449"/>
                    <a:chOff x="173207" y="1610398"/>
                    <a:chExt cx="3625906" cy="1263449"/>
                  </a:xfrm>
                </p:grpSpPr>
                <p:sp>
                  <p:nvSpPr>
                    <p:cNvPr id="37" name="TextBox 36">
                      <a:extLst>
                        <a:ext uri="{FF2B5EF4-FFF2-40B4-BE49-F238E27FC236}">
                          <a16:creationId xmlns:a16="http://schemas.microsoft.com/office/drawing/2014/main" id="{79BA9FE4-8720-2011-4370-218FAA915364}"/>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38" name="Group 37">
                      <a:extLst>
                        <a:ext uri="{FF2B5EF4-FFF2-40B4-BE49-F238E27FC236}">
                          <a16:creationId xmlns:a16="http://schemas.microsoft.com/office/drawing/2014/main" id="{56176FE5-6E46-04D6-A678-E23251D9027E}"/>
                        </a:ext>
                      </a:extLst>
                    </p:cNvPr>
                    <p:cNvGrpSpPr/>
                    <p:nvPr/>
                  </p:nvGrpSpPr>
                  <p:grpSpPr>
                    <a:xfrm>
                      <a:off x="173207" y="1610398"/>
                      <a:ext cx="2957809" cy="1263449"/>
                      <a:chOff x="173207" y="1610398"/>
                      <a:chExt cx="2957809" cy="1263449"/>
                    </a:xfrm>
                  </p:grpSpPr>
                  <p:sp>
                    <p:nvSpPr>
                      <p:cNvPr id="40" name="TextBox 39">
                        <a:extLst>
                          <a:ext uri="{FF2B5EF4-FFF2-40B4-BE49-F238E27FC236}">
                            <a16:creationId xmlns:a16="http://schemas.microsoft.com/office/drawing/2014/main" id="{B0412793-EAB6-A757-C27D-0D832D6E4A13}"/>
                          </a:ext>
                        </a:extLst>
                      </p:cNvPr>
                      <p:cNvSpPr txBox="1"/>
                      <p:nvPr/>
                    </p:nvSpPr>
                    <p:spPr>
                      <a:xfrm>
                        <a:off x="173207" y="1610398"/>
                        <a:ext cx="1102790" cy="369332"/>
                      </a:xfrm>
                      <a:prstGeom prst="rect">
                        <a:avLst/>
                      </a:prstGeom>
                      <a:noFill/>
                    </p:spPr>
                    <p:txBody>
                      <a:bodyPr wrap="square" rtlCol="0">
                        <a:spAutoFit/>
                      </a:bodyPr>
                      <a:lstStyle/>
                      <a:p>
                        <a:r>
                          <a:rPr lang="en-SG" b="1" dirty="0">
                            <a:solidFill>
                              <a:schemeClr val="tx2">
                                <a:lumMod val="50000"/>
                              </a:schemeClr>
                            </a:solidFill>
                          </a:rPr>
                          <a:t>Typhoon</a:t>
                        </a:r>
                      </a:p>
                    </p:txBody>
                  </p:sp>
                  <p:sp>
                    <p:nvSpPr>
                      <p:cNvPr id="43" name="TextBox 42">
                        <a:extLst>
                          <a:ext uri="{FF2B5EF4-FFF2-40B4-BE49-F238E27FC236}">
                            <a16:creationId xmlns:a16="http://schemas.microsoft.com/office/drawing/2014/main" id="{B27F02F5-CADE-C55E-FF8B-38FFA304EEAA}"/>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48" name="TextBox 47">
                        <a:extLst>
                          <a:ext uri="{FF2B5EF4-FFF2-40B4-BE49-F238E27FC236}">
                            <a16:creationId xmlns:a16="http://schemas.microsoft.com/office/drawing/2014/main" id="{98FC6F33-2239-AA53-4B0D-358FCE896280}"/>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3"/>
                            </a:solidFill>
                          </a:rPr>
                          <a:t>~ 25 mins</a:t>
                        </a:r>
                      </a:p>
                    </p:txBody>
                  </p:sp>
                </p:grpSp>
              </p:grpSp>
            </p:grpSp>
            <p:pic>
              <p:nvPicPr>
                <p:cNvPr id="68" name="Picture 67" descr="A yellow person silhouette on a black background&#10;&#10;AI-generated content may be incorrect.">
                  <a:extLst>
                    <a:ext uri="{FF2B5EF4-FFF2-40B4-BE49-F238E27FC236}">
                      <a16:creationId xmlns:a16="http://schemas.microsoft.com/office/drawing/2014/main" id="{5178D958-B7AA-DE1F-1066-C3F36AE06C8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71468" y="2412758"/>
                  <a:ext cx="449085" cy="449085"/>
                </a:xfrm>
                <a:prstGeom prst="rect">
                  <a:avLst/>
                </a:prstGeom>
              </p:spPr>
            </p:pic>
            <p:pic>
              <p:nvPicPr>
                <p:cNvPr id="67" name="Picture 66" descr="A yellow person silhouette on a black background&#10;&#10;AI-generated content may be incorrect.">
                  <a:extLst>
                    <a:ext uri="{FF2B5EF4-FFF2-40B4-BE49-F238E27FC236}">
                      <a16:creationId xmlns:a16="http://schemas.microsoft.com/office/drawing/2014/main" id="{3283C7B0-557D-8055-EC47-DB0C91F53CF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96732" y="2415898"/>
                  <a:ext cx="449085" cy="449085"/>
                </a:xfrm>
                <a:prstGeom prst="rect">
                  <a:avLst/>
                </a:prstGeom>
              </p:spPr>
            </p:pic>
            <p:pic>
              <p:nvPicPr>
                <p:cNvPr id="21" name="Picture 20" descr="A yellow person silhouette on a black background&#10;&#10;AI-generated content may be incorrect.">
                  <a:extLst>
                    <a:ext uri="{FF2B5EF4-FFF2-40B4-BE49-F238E27FC236}">
                      <a16:creationId xmlns:a16="http://schemas.microsoft.com/office/drawing/2014/main" id="{597D758F-6BC9-87E6-04CE-27587F10D1E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24044" y="2415900"/>
                  <a:ext cx="449085" cy="449085"/>
                </a:xfrm>
                <a:prstGeom prst="rect">
                  <a:avLst/>
                </a:prstGeom>
              </p:spPr>
            </p:pic>
          </p:grpSp>
          <p:sp>
            <p:nvSpPr>
              <p:cNvPr id="92" name="TextBox 91">
                <a:extLst>
                  <a:ext uri="{FF2B5EF4-FFF2-40B4-BE49-F238E27FC236}">
                    <a16:creationId xmlns:a16="http://schemas.microsoft.com/office/drawing/2014/main" id="{D710953B-B189-FF75-CE71-C9A5D90CDEEB}"/>
                  </a:ext>
                </a:extLst>
              </p:cNvPr>
              <p:cNvSpPr txBox="1"/>
              <p:nvPr/>
            </p:nvSpPr>
            <p:spPr>
              <a:xfrm>
                <a:off x="281771" y="2534198"/>
                <a:ext cx="1605062" cy="830265"/>
              </a:xfrm>
              <a:prstGeom prst="rect">
                <a:avLst/>
              </a:prstGeom>
              <a:noFill/>
              <a:ln>
                <a:solidFill>
                  <a:srgbClr val="2F3C7E"/>
                </a:solidFill>
              </a:ln>
            </p:spPr>
            <p:txBody>
              <a:bodyPr wrap="square" rtlCol="0">
                <a:spAutoFit/>
              </a:bodyPr>
              <a:lstStyle/>
              <a:p>
                <a:endParaRPr lang="en-SG" dirty="0"/>
              </a:p>
            </p:txBody>
          </p:sp>
        </p:grpSp>
        <p:pic>
          <p:nvPicPr>
            <p:cNvPr id="90" name="Picture 89">
              <a:extLst>
                <a:ext uri="{FF2B5EF4-FFF2-40B4-BE49-F238E27FC236}">
                  <a16:creationId xmlns:a16="http://schemas.microsoft.com/office/drawing/2014/main" id="{F899C063-2AAB-DA59-CF29-C45269B11F0C}"/>
                </a:ext>
              </a:extLst>
            </p:cNvPr>
            <p:cNvPicPr>
              <a:picLocks noChangeAspect="1"/>
            </p:cNvPicPr>
            <p:nvPr/>
          </p:nvPicPr>
          <p:blipFill>
            <a:blip r:embed="rId11"/>
            <a:stretch>
              <a:fillRect/>
            </a:stretch>
          </p:blipFill>
          <p:spPr>
            <a:xfrm>
              <a:off x="662055" y="2543705"/>
              <a:ext cx="852090" cy="814520"/>
            </a:xfrm>
            <a:prstGeom prst="rect">
              <a:avLst/>
            </a:prstGeom>
            <a:ln>
              <a:noFill/>
            </a:ln>
          </p:spPr>
        </p:pic>
      </p:grpSp>
      <p:grpSp>
        <p:nvGrpSpPr>
          <p:cNvPr id="191" name="Group 190">
            <a:extLst>
              <a:ext uri="{FF2B5EF4-FFF2-40B4-BE49-F238E27FC236}">
                <a16:creationId xmlns:a16="http://schemas.microsoft.com/office/drawing/2014/main" id="{56299DEB-D6BF-9CD2-8C9D-1F3FDA9CF1F7}"/>
              </a:ext>
            </a:extLst>
          </p:cNvPr>
          <p:cNvGrpSpPr/>
          <p:nvPr/>
        </p:nvGrpSpPr>
        <p:grpSpPr>
          <a:xfrm>
            <a:off x="4064481" y="2147454"/>
            <a:ext cx="3720247" cy="1331334"/>
            <a:chOff x="4100301" y="2166961"/>
            <a:chExt cx="3720247" cy="1331334"/>
          </a:xfrm>
        </p:grpSpPr>
        <p:grpSp>
          <p:nvGrpSpPr>
            <p:cNvPr id="149" name="Group 148">
              <a:extLst>
                <a:ext uri="{FF2B5EF4-FFF2-40B4-BE49-F238E27FC236}">
                  <a16:creationId xmlns:a16="http://schemas.microsoft.com/office/drawing/2014/main" id="{B9181970-DF3A-9982-CC1A-2F43195F8228}"/>
                </a:ext>
              </a:extLst>
            </p:cNvPr>
            <p:cNvGrpSpPr/>
            <p:nvPr/>
          </p:nvGrpSpPr>
          <p:grpSpPr>
            <a:xfrm>
              <a:off x="4100301" y="2166961"/>
              <a:ext cx="3720247" cy="1331334"/>
              <a:chOff x="4100301" y="701538"/>
              <a:chExt cx="3720247" cy="1331334"/>
            </a:xfrm>
          </p:grpSpPr>
          <p:grpSp>
            <p:nvGrpSpPr>
              <p:cNvPr id="150" name="Group 149">
                <a:extLst>
                  <a:ext uri="{FF2B5EF4-FFF2-40B4-BE49-F238E27FC236}">
                    <a16:creationId xmlns:a16="http://schemas.microsoft.com/office/drawing/2014/main" id="{6CAB9031-3E03-60D8-38A0-47EC15B6BA44}"/>
                  </a:ext>
                </a:extLst>
              </p:cNvPr>
              <p:cNvGrpSpPr/>
              <p:nvPr/>
            </p:nvGrpSpPr>
            <p:grpSpPr>
              <a:xfrm>
                <a:off x="4100301" y="701538"/>
                <a:ext cx="3720247" cy="1331334"/>
                <a:chOff x="107367" y="676770"/>
                <a:chExt cx="3720247" cy="1331334"/>
              </a:xfrm>
            </p:grpSpPr>
            <p:grpSp>
              <p:nvGrpSpPr>
                <p:cNvPr id="152" name="Group 151">
                  <a:extLst>
                    <a:ext uri="{FF2B5EF4-FFF2-40B4-BE49-F238E27FC236}">
                      <a16:creationId xmlns:a16="http://schemas.microsoft.com/office/drawing/2014/main" id="{F5252E1B-D067-25B8-EC16-48DB3C1E2248}"/>
                    </a:ext>
                  </a:extLst>
                </p:cNvPr>
                <p:cNvGrpSpPr/>
                <p:nvPr/>
              </p:nvGrpSpPr>
              <p:grpSpPr>
                <a:xfrm>
                  <a:off x="107367" y="676770"/>
                  <a:ext cx="3720247" cy="1331334"/>
                  <a:chOff x="78866" y="1588072"/>
                  <a:chExt cx="3720247" cy="1331334"/>
                </a:xfrm>
              </p:grpSpPr>
              <p:sp>
                <p:nvSpPr>
                  <p:cNvPr id="154" name="Rectangle: Rounded Corners 153">
                    <a:extLst>
                      <a:ext uri="{FF2B5EF4-FFF2-40B4-BE49-F238E27FC236}">
                        <a16:creationId xmlns:a16="http://schemas.microsoft.com/office/drawing/2014/main" id="{0E19E929-0F0B-4BA4-C610-F2410FB18852}"/>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155" name="Group 154">
                    <a:extLst>
                      <a:ext uri="{FF2B5EF4-FFF2-40B4-BE49-F238E27FC236}">
                        <a16:creationId xmlns:a16="http://schemas.microsoft.com/office/drawing/2014/main" id="{AEEFD3C1-BCA0-B112-047C-2558AB6CE52C}"/>
                      </a:ext>
                    </a:extLst>
                  </p:cNvPr>
                  <p:cNvGrpSpPr/>
                  <p:nvPr/>
                </p:nvGrpSpPr>
                <p:grpSpPr>
                  <a:xfrm>
                    <a:off x="145454" y="1610398"/>
                    <a:ext cx="3653659" cy="1263449"/>
                    <a:chOff x="145454" y="1610398"/>
                    <a:chExt cx="3653659" cy="1263449"/>
                  </a:xfrm>
                </p:grpSpPr>
                <p:sp>
                  <p:nvSpPr>
                    <p:cNvPr id="156" name="TextBox 155">
                      <a:extLst>
                        <a:ext uri="{FF2B5EF4-FFF2-40B4-BE49-F238E27FC236}">
                          <a16:creationId xmlns:a16="http://schemas.microsoft.com/office/drawing/2014/main" id="{63FA40DD-E22A-DC79-41BD-B202AED61F61}"/>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157" name="Group 156">
                      <a:extLst>
                        <a:ext uri="{FF2B5EF4-FFF2-40B4-BE49-F238E27FC236}">
                          <a16:creationId xmlns:a16="http://schemas.microsoft.com/office/drawing/2014/main" id="{7177E961-59FE-A45D-E492-08E92BBCA41F}"/>
                        </a:ext>
                      </a:extLst>
                    </p:cNvPr>
                    <p:cNvGrpSpPr/>
                    <p:nvPr/>
                  </p:nvGrpSpPr>
                  <p:grpSpPr>
                    <a:xfrm>
                      <a:off x="145454" y="1610398"/>
                      <a:ext cx="2985562" cy="1263449"/>
                      <a:chOff x="145454" y="1610398"/>
                      <a:chExt cx="2985562" cy="1263449"/>
                    </a:xfrm>
                  </p:grpSpPr>
                  <p:sp>
                    <p:nvSpPr>
                      <p:cNvPr id="158" name="TextBox 157">
                        <a:extLst>
                          <a:ext uri="{FF2B5EF4-FFF2-40B4-BE49-F238E27FC236}">
                            <a16:creationId xmlns:a16="http://schemas.microsoft.com/office/drawing/2014/main" id="{D6ADCD6B-8BC3-CD14-1EE0-CA9410788614}"/>
                          </a:ext>
                        </a:extLst>
                      </p:cNvPr>
                      <p:cNvSpPr txBox="1"/>
                      <p:nvPr/>
                    </p:nvSpPr>
                    <p:spPr>
                      <a:xfrm>
                        <a:off x="145454" y="1610398"/>
                        <a:ext cx="1437410" cy="369332"/>
                      </a:xfrm>
                      <a:prstGeom prst="rect">
                        <a:avLst/>
                      </a:prstGeom>
                      <a:noFill/>
                    </p:spPr>
                    <p:txBody>
                      <a:bodyPr wrap="square" rtlCol="0">
                        <a:spAutoFit/>
                      </a:bodyPr>
                      <a:lstStyle/>
                      <a:p>
                        <a:r>
                          <a:rPr lang="en-SG" b="1" dirty="0">
                            <a:solidFill>
                              <a:schemeClr val="tx2">
                                <a:lumMod val="50000"/>
                              </a:schemeClr>
                            </a:solidFill>
                          </a:rPr>
                          <a:t>Green Bites</a:t>
                        </a:r>
                      </a:p>
                    </p:txBody>
                  </p:sp>
                  <p:sp>
                    <p:nvSpPr>
                      <p:cNvPr id="159" name="TextBox 158">
                        <a:extLst>
                          <a:ext uri="{FF2B5EF4-FFF2-40B4-BE49-F238E27FC236}">
                            <a16:creationId xmlns:a16="http://schemas.microsoft.com/office/drawing/2014/main" id="{94384BE3-6752-CC39-3845-E11B4C80A7BA}"/>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160" name="TextBox 159">
                        <a:extLst>
                          <a:ext uri="{FF2B5EF4-FFF2-40B4-BE49-F238E27FC236}">
                            <a16:creationId xmlns:a16="http://schemas.microsoft.com/office/drawing/2014/main" id="{AF12CA10-F2E7-38C7-97A5-023BFA73E515}"/>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 5 mins</a:t>
                        </a:r>
                      </a:p>
                    </p:txBody>
                  </p:sp>
                </p:grpSp>
              </p:grpSp>
            </p:grpSp>
            <p:sp>
              <p:nvSpPr>
                <p:cNvPr id="153" name="TextBox 152">
                  <a:extLst>
                    <a:ext uri="{FF2B5EF4-FFF2-40B4-BE49-F238E27FC236}">
                      <a16:creationId xmlns:a16="http://schemas.microsoft.com/office/drawing/2014/main" id="{E8FC04F7-89FA-179C-8D99-3D6B2F8344AB}"/>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151" name="Picture 150" descr="A green person silhouette on a black background&#10;&#10;AI-generated content may be incorrect.">
                <a:extLst>
                  <a:ext uri="{FF2B5EF4-FFF2-40B4-BE49-F238E27FC236}">
                    <a16:creationId xmlns:a16="http://schemas.microsoft.com/office/drawing/2014/main" id="{B76DD524-E6E8-FFCA-6BD8-6C2EA1C883E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190" name="Picture 189">
              <a:extLst>
                <a:ext uri="{FF2B5EF4-FFF2-40B4-BE49-F238E27FC236}">
                  <a16:creationId xmlns:a16="http://schemas.microsoft.com/office/drawing/2014/main" id="{A6755CA7-6CD2-CC61-7958-3062D173D2AB}"/>
                </a:ext>
              </a:extLst>
            </p:cNvPr>
            <p:cNvPicPr>
              <a:picLocks noChangeAspect="1"/>
            </p:cNvPicPr>
            <p:nvPr/>
          </p:nvPicPr>
          <p:blipFill>
            <a:blip r:embed="rId12"/>
            <a:stretch>
              <a:fillRect/>
            </a:stretch>
          </p:blipFill>
          <p:spPr>
            <a:xfrm>
              <a:off x="4788793" y="2790287"/>
              <a:ext cx="567938" cy="567938"/>
            </a:xfrm>
            <a:prstGeom prst="rect">
              <a:avLst/>
            </a:prstGeom>
          </p:spPr>
        </p:pic>
      </p:grpSp>
      <p:sp>
        <p:nvSpPr>
          <p:cNvPr id="204" name="Rectangle 203">
            <a:extLst>
              <a:ext uri="{FF2B5EF4-FFF2-40B4-BE49-F238E27FC236}">
                <a16:creationId xmlns:a16="http://schemas.microsoft.com/office/drawing/2014/main" id="{C4C2AD91-FFE5-3EC8-5E9A-C697B42FDB5D}"/>
              </a:ext>
            </a:extLst>
          </p:cNvPr>
          <p:cNvSpPr/>
          <p:nvPr/>
        </p:nvSpPr>
        <p:spPr>
          <a:xfrm>
            <a:off x="8973206" y="4211670"/>
            <a:ext cx="3216643" cy="2646330"/>
          </a:xfrm>
          <a:prstGeom prst="rect">
            <a:avLst/>
          </a:prstGeom>
          <a:solidFill>
            <a:schemeClr val="bg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70" name="Group 69">
            <a:extLst>
              <a:ext uri="{FF2B5EF4-FFF2-40B4-BE49-F238E27FC236}">
                <a16:creationId xmlns:a16="http://schemas.microsoft.com/office/drawing/2014/main" id="{F9F476B0-B68D-EC72-A4C9-22A641EE427C}"/>
              </a:ext>
            </a:extLst>
          </p:cNvPr>
          <p:cNvGrpSpPr/>
          <p:nvPr/>
        </p:nvGrpSpPr>
        <p:grpSpPr>
          <a:xfrm>
            <a:off x="143591" y="6086943"/>
            <a:ext cx="1808128" cy="523220"/>
            <a:chOff x="107750" y="5908742"/>
            <a:chExt cx="1890270" cy="541337"/>
          </a:xfrm>
        </p:grpSpPr>
        <p:sp>
          <p:nvSpPr>
            <p:cNvPr id="71" name="TextBox 70">
              <a:hlinkClick r:id="rId13" action="ppaction://hlinksldjump"/>
              <a:extLst>
                <a:ext uri="{FF2B5EF4-FFF2-40B4-BE49-F238E27FC236}">
                  <a16:creationId xmlns:a16="http://schemas.microsoft.com/office/drawing/2014/main" id="{3F57EE82-A575-B9A9-0BD7-A9438CF3348A}"/>
                </a:ext>
              </a:extLst>
            </p:cNvPr>
            <p:cNvSpPr txBox="1"/>
            <p:nvPr userDrawn="1"/>
          </p:nvSpPr>
          <p:spPr>
            <a:xfrm>
              <a:off x="107750" y="5908742"/>
              <a:ext cx="1890270" cy="541337"/>
            </a:xfrm>
            <a:prstGeom prst="rect">
              <a:avLst/>
            </a:prstGeom>
            <a:noFill/>
            <a:ln w="12700">
              <a:solidFill>
                <a:srgbClr val="1C252E"/>
              </a:solidFill>
            </a:ln>
          </p:spPr>
          <p:txBody>
            <a:bodyPr wrap="square" rtlCol="0">
              <a:spAutoFit/>
            </a:bodyPr>
            <a:lstStyle/>
            <a:p>
              <a:r>
                <a:rPr lang="en-SG" sz="1400" dirty="0">
                  <a:solidFill>
                    <a:schemeClr val="tx2">
                      <a:lumMod val="50000"/>
                    </a:schemeClr>
                  </a:solidFill>
                </a:rPr>
                <a:t>Accessibility</a:t>
              </a:r>
            </a:p>
            <a:p>
              <a:r>
                <a:rPr lang="en-SG" sz="1400" dirty="0">
                  <a:solidFill>
                    <a:schemeClr val="tx2">
                      <a:lumMod val="50000"/>
                    </a:schemeClr>
                  </a:solidFill>
                </a:rPr>
                <a:t>Mode</a:t>
              </a:r>
            </a:p>
          </p:txBody>
        </p:sp>
        <p:pic>
          <p:nvPicPr>
            <p:cNvPr id="72" name="Picture 71" descr="A black and grey symbol of a wheelchair&#10;&#10;AI-generated content may be incorrect.">
              <a:hlinkClick r:id="rId13" action="ppaction://hlinksldjump"/>
              <a:extLst>
                <a:ext uri="{FF2B5EF4-FFF2-40B4-BE49-F238E27FC236}">
                  <a16:creationId xmlns:a16="http://schemas.microsoft.com/office/drawing/2014/main" id="{518D9D59-FE8C-EEDB-AA65-188956A3DC15}"/>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463695" y="5968337"/>
              <a:ext cx="422146" cy="422146"/>
            </a:xfrm>
            <a:prstGeom prst="rect">
              <a:avLst/>
            </a:prstGeom>
          </p:spPr>
        </p:pic>
      </p:grpSp>
      <p:grpSp>
        <p:nvGrpSpPr>
          <p:cNvPr id="73" name="Group 72">
            <a:extLst>
              <a:ext uri="{FF2B5EF4-FFF2-40B4-BE49-F238E27FC236}">
                <a16:creationId xmlns:a16="http://schemas.microsoft.com/office/drawing/2014/main" id="{6F6E682C-4A5A-B70C-5724-7586942995D1}"/>
              </a:ext>
            </a:extLst>
          </p:cNvPr>
          <p:cNvGrpSpPr/>
          <p:nvPr/>
        </p:nvGrpSpPr>
        <p:grpSpPr>
          <a:xfrm>
            <a:off x="1951719" y="6106155"/>
            <a:ext cx="1405699" cy="514863"/>
            <a:chOff x="1949087" y="6024499"/>
            <a:chExt cx="1405699" cy="514863"/>
          </a:xfrm>
        </p:grpSpPr>
        <p:pic>
          <p:nvPicPr>
            <p:cNvPr id="74" name="Picture 73" descr="A globe with a black background&#10;&#10;AI-generated content may be incorrect.">
              <a:extLst>
                <a:ext uri="{FF2B5EF4-FFF2-40B4-BE49-F238E27FC236}">
                  <a16:creationId xmlns:a16="http://schemas.microsoft.com/office/drawing/2014/main" id="{3EFC474E-552B-8BE9-853E-2CD5F3DD9E65}"/>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2530738" y="6024499"/>
              <a:ext cx="242398" cy="242398"/>
            </a:xfrm>
            <a:prstGeom prst="rect">
              <a:avLst/>
            </a:prstGeom>
          </p:spPr>
        </p:pic>
        <p:sp>
          <p:nvSpPr>
            <p:cNvPr id="75" name="TextBox 74">
              <a:extLst>
                <a:ext uri="{FF2B5EF4-FFF2-40B4-BE49-F238E27FC236}">
                  <a16:creationId xmlns:a16="http://schemas.microsoft.com/office/drawing/2014/main" id="{1E71B661-34C4-529F-2AC8-DDCC9551E2C3}"/>
                </a:ext>
              </a:extLst>
            </p:cNvPr>
            <p:cNvSpPr txBox="1"/>
            <p:nvPr userDrawn="1"/>
          </p:nvSpPr>
          <p:spPr>
            <a:xfrm>
              <a:off x="1949087" y="6231585"/>
              <a:ext cx="1405699" cy="307777"/>
            </a:xfrm>
            <a:prstGeom prst="rect">
              <a:avLst/>
            </a:prstGeom>
            <a:noFill/>
          </p:spPr>
          <p:txBody>
            <a:bodyPr wrap="square" rtlCol="0">
              <a:spAutoFit/>
            </a:bodyPr>
            <a:lstStyle/>
            <a:p>
              <a:pPr algn="ctr"/>
              <a:r>
                <a:rPr lang="en-SG" sz="1400" dirty="0">
                  <a:solidFill>
                    <a:schemeClr val="tx2">
                      <a:lumMod val="50000"/>
                    </a:schemeClr>
                  </a:solidFill>
                </a:rPr>
                <a:t>Language</a:t>
              </a:r>
            </a:p>
          </p:txBody>
        </p:sp>
      </p:grpSp>
      <p:sp>
        <p:nvSpPr>
          <p:cNvPr id="77" name="TextBox 76">
            <a:extLst>
              <a:ext uri="{FF2B5EF4-FFF2-40B4-BE49-F238E27FC236}">
                <a16:creationId xmlns:a16="http://schemas.microsoft.com/office/drawing/2014/main" id="{84F7B4EA-06E2-51D1-F97E-7E50186A0140}"/>
              </a:ext>
            </a:extLst>
          </p:cNvPr>
          <p:cNvSpPr txBox="1"/>
          <p:nvPr/>
        </p:nvSpPr>
        <p:spPr>
          <a:xfrm>
            <a:off x="153156" y="4372078"/>
            <a:ext cx="2910328" cy="369332"/>
          </a:xfrm>
          <a:prstGeom prst="rect">
            <a:avLst/>
          </a:prstGeom>
          <a:noFill/>
        </p:spPr>
        <p:txBody>
          <a:bodyPr wrap="square" rtlCol="0">
            <a:spAutoFit/>
          </a:bodyPr>
          <a:lstStyle/>
          <a:p>
            <a:pPr algn="ctr"/>
            <a:r>
              <a:rPr lang="en-SG" sz="1800" dirty="0">
                <a:solidFill>
                  <a:schemeClr val="tx2">
                    <a:lumMod val="50000"/>
                  </a:schemeClr>
                </a:solidFill>
              </a:rPr>
              <a:t>Touch here to start planning</a:t>
            </a:r>
          </a:p>
        </p:txBody>
      </p:sp>
      <p:grpSp>
        <p:nvGrpSpPr>
          <p:cNvPr id="264" name="Group 263">
            <a:extLst>
              <a:ext uri="{FF2B5EF4-FFF2-40B4-BE49-F238E27FC236}">
                <a16:creationId xmlns:a16="http://schemas.microsoft.com/office/drawing/2014/main" id="{D4B7C3CC-7C91-AA71-B084-48FC39A78562}"/>
              </a:ext>
            </a:extLst>
          </p:cNvPr>
          <p:cNvGrpSpPr/>
          <p:nvPr/>
        </p:nvGrpSpPr>
        <p:grpSpPr>
          <a:xfrm>
            <a:off x="4064481" y="677213"/>
            <a:ext cx="3720247" cy="1331334"/>
            <a:chOff x="7183616" y="2200118"/>
            <a:chExt cx="3720247" cy="1331334"/>
          </a:xfrm>
        </p:grpSpPr>
        <p:grpSp>
          <p:nvGrpSpPr>
            <p:cNvPr id="248" name="Group 247">
              <a:extLst>
                <a:ext uri="{FF2B5EF4-FFF2-40B4-BE49-F238E27FC236}">
                  <a16:creationId xmlns:a16="http://schemas.microsoft.com/office/drawing/2014/main" id="{61C622E9-AF94-A915-D58E-1C1AE9B48B22}"/>
                </a:ext>
              </a:extLst>
            </p:cNvPr>
            <p:cNvGrpSpPr/>
            <p:nvPr/>
          </p:nvGrpSpPr>
          <p:grpSpPr>
            <a:xfrm>
              <a:off x="7183616" y="2200118"/>
              <a:ext cx="3720247" cy="1331334"/>
              <a:chOff x="107367" y="2142193"/>
              <a:chExt cx="3720247" cy="1331334"/>
            </a:xfrm>
          </p:grpSpPr>
          <p:grpSp>
            <p:nvGrpSpPr>
              <p:cNvPr id="250" name="Group 249">
                <a:extLst>
                  <a:ext uri="{FF2B5EF4-FFF2-40B4-BE49-F238E27FC236}">
                    <a16:creationId xmlns:a16="http://schemas.microsoft.com/office/drawing/2014/main" id="{3B11A6A3-7F80-788B-D289-4EDBB9251C98}"/>
                  </a:ext>
                </a:extLst>
              </p:cNvPr>
              <p:cNvGrpSpPr/>
              <p:nvPr/>
            </p:nvGrpSpPr>
            <p:grpSpPr>
              <a:xfrm>
                <a:off x="107367" y="2142193"/>
                <a:ext cx="3720247" cy="1331334"/>
                <a:chOff x="107366" y="2104595"/>
                <a:chExt cx="3720247" cy="1331334"/>
              </a:xfrm>
            </p:grpSpPr>
            <p:grpSp>
              <p:nvGrpSpPr>
                <p:cNvPr id="252" name="Group 251">
                  <a:extLst>
                    <a:ext uri="{FF2B5EF4-FFF2-40B4-BE49-F238E27FC236}">
                      <a16:creationId xmlns:a16="http://schemas.microsoft.com/office/drawing/2014/main" id="{723DEAB3-88AE-152E-7444-93B52D00E965}"/>
                    </a:ext>
                  </a:extLst>
                </p:cNvPr>
                <p:cNvGrpSpPr/>
                <p:nvPr/>
              </p:nvGrpSpPr>
              <p:grpSpPr>
                <a:xfrm>
                  <a:off x="107366" y="2104595"/>
                  <a:ext cx="3720247" cy="1331334"/>
                  <a:chOff x="78866" y="1588072"/>
                  <a:chExt cx="3720247" cy="1331334"/>
                </a:xfrm>
              </p:grpSpPr>
              <p:sp>
                <p:nvSpPr>
                  <p:cNvPr id="256" name="Rectangle: Rounded Corners 255">
                    <a:extLst>
                      <a:ext uri="{FF2B5EF4-FFF2-40B4-BE49-F238E27FC236}">
                        <a16:creationId xmlns:a16="http://schemas.microsoft.com/office/drawing/2014/main" id="{BAEBA33D-8B70-C79A-729D-B897F15F052B}"/>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257" name="Group 256">
                    <a:extLst>
                      <a:ext uri="{FF2B5EF4-FFF2-40B4-BE49-F238E27FC236}">
                        <a16:creationId xmlns:a16="http://schemas.microsoft.com/office/drawing/2014/main" id="{13C0907B-977A-CE8A-1F30-728DA6DFEFD2}"/>
                      </a:ext>
                    </a:extLst>
                  </p:cNvPr>
                  <p:cNvGrpSpPr/>
                  <p:nvPr/>
                </p:nvGrpSpPr>
                <p:grpSpPr>
                  <a:xfrm>
                    <a:off x="173206" y="1610398"/>
                    <a:ext cx="3625907" cy="1263449"/>
                    <a:chOff x="173206" y="1610398"/>
                    <a:chExt cx="3625907" cy="1263449"/>
                  </a:xfrm>
                </p:grpSpPr>
                <p:sp>
                  <p:nvSpPr>
                    <p:cNvPr id="258" name="TextBox 257">
                      <a:extLst>
                        <a:ext uri="{FF2B5EF4-FFF2-40B4-BE49-F238E27FC236}">
                          <a16:creationId xmlns:a16="http://schemas.microsoft.com/office/drawing/2014/main" id="{E2593702-3D4A-05CF-5D17-529F8E7504F2}"/>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59" name="Group 258">
                      <a:extLst>
                        <a:ext uri="{FF2B5EF4-FFF2-40B4-BE49-F238E27FC236}">
                          <a16:creationId xmlns:a16="http://schemas.microsoft.com/office/drawing/2014/main" id="{BF62AA02-7C7A-CE40-2BD3-D88DB48D894F}"/>
                        </a:ext>
                      </a:extLst>
                    </p:cNvPr>
                    <p:cNvGrpSpPr/>
                    <p:nvPr/>
                  </p:nvGrpSpPr>
                  <p:grpSpPr>
                    <a:xfrm>
                      <a:off x="173206" y="1610398"/>
                      <a:ext cx="2957810" cy="1263449"/>
                      <a:chOff x="173206" y="1610398"/>
                      <a:chExt cx="2957810" cy="1263449"/>
                    </a:xfrm>
                  </p:grpSpPr>
                  <p:sp>
                    <p:nvSpPr>
                      <p:cNvPr id="260" name="TextBox 259">
                        <a:extLst>
                          <a:ext uri="{FF2B5EF4-FFF2-40B4-BE49-F238E27FC236}">
                            <a16:creationId xmlns:a16="http://schemas.microsoft.com/office/drawing/2014/main" id="{495605AD-06C4-D5CE-5BB1-11F56C416D93}"/>
                          </a:ext>
                        </a:extLst>
                      </p:cNvPr>
                      <p:cNvSpPr txBox="1"/>
                      <p:nvPr/>
                    </p:nvSpPr>
                    <p:spPr>
                      <a:xfrm>
                        <a:off x="173206" y="1610398"/>
                        <a:ext cx="1647601" cy="646331"/>
                      </a:xfrm>
                      <a:prstGeom prst="rect">
                        <a:avLst/>
                      </a:prstGeom>
                      <a:noFill/>
                    </p:spPr>
                    <p:txBody>
                      <a:bodyPr wrap="square" rtlCol="0">
                        <a:spAutoFit/>
                      </a:bodyPr>
                      <a:lstStyle/>
                      <a:p>
                        <a:r>
                          <a:rPr lang="en-SG" b="1" dirty="0">
                            <a:solidFill>
                              <a:schemeClr val="tx2">
                                <a:lumMod val="50000"/>
                              </a:schemeClr>
                            </a:solidFill>
                          </a:rPr>
                          <a:t>Jake &amp; Marks</a:t>
                        </a:r>
                      </a:p>
                      <a:p>
                        <a:endParaRPr lang="en-SG" b="1" dirty="0">
                          <a:solidFill>
                            <a:schemeClr val="tx2">
                              <a:lumMod val="50000"/>
                            </a:schemeClr>
                          </a:solidFill>
                        </a:endParaRPr>
                      </a:p>
                    </p:txBody>
                  </p:sp>
                  <p:sp>
                    <p:nvSpPr>
                      <p:cNvPr id="261" name="TextBox 260">
                        <a:extLst>
                          <a:ext uri="{FF2B5EF4-FFF2-40B4-BE49-F238E27FC236}">
                            <a16:creationId xmlns:a16="http://schemas.microsoft.com/office/drawing/2014/main" id="{D0977D13-CD64-E00C-87CA-AEABD3B3FDEF}"/>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62" name="TextBox 261">
                        <a:extLst>
                          <a:ext uri="{FF2B5EF4-FFF2-40B4-BE49-F238E27FC236}">
                            <a16:creationId xmlns:a16="http://schemas.microsoft.com/office/drawing/2014/main" id="{DFABB1AF-116E-892B-BA22-CF87B4CB96F9}"/>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3"/>
                            </a:solidFill>
                          </a:rPr>
                          <a:t>~ 15 mins</a:t>
                        </a:r>
                      </a:p>
                    </p:txBody>
                  </p:sp>
                </p:grpSp>
              </p:grpSp>
            </p:grpSp>
            <p:pic>
              <p:nvPicPr>
                <p:cNvPr id="253" name="Picture 252" descr="A yellow person silhouette on a black background&#10;&#10;AI-generated content may be incorrect.">
                  <a:extLst>
                    <a:ext uri="{FF2B5EF4-FFF2-40B4-BE49-F238E27FC236}">
                      <a16:creationId xmlns:a16="http://schemas.microsoft.com/office/drawing/2014/main" id="{02F7BE12-F344-CC8C-2E1B-B4EC2F699C0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71468" y="2412758"/>
                  <a:ext cx="449085" cy="449085"/>
                </a:xfrm>
                <a:prstGeom prst="rect">
                  <a:avLst/>
                </a:prstGeom>
              </p:spPr>
            </p:pic>
            <p:pic>
              <p:nvPicPr>
                <p:cNvPr id="254" name="Picture 253" descr="A yellow person silhouette on a black background&#10;&#10;AI-generated content may be incorrect.">
                  <a:extLst>
                    <a:ext uri="{FF2B5EF4-FFF2-40B4-BE49-F238E27FC236}">
                      <a16:creationId xmlns:a16="http://schemas.microsoft.com/office/drawing/2014/main" id="{F83D61E3-19AB-88CF-745E-D3F4C276914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96732" y="2415898"/>
                  <a:ext cx="449085" cy="449085"/>
                </a:xfrm>
                <a:prstGeom prst="rect">
                  <a:avLst/>
                </a:prstGeom>
              </p:spPr>
            </p:pic>
            <p:pic>
              <p:nvPicPr>
                <p:cNvPr id="255" name="Picture 254" descr="A yellow person silhouette on a black background&#10;&#10;AI-generated content may be incorrect.">
                  <a:extLst>
                    <a:ext uri="{FF2B5EF4-FFF2-40B4-BE49-F238E27FC236}">
                      <a16:creationId xmlns:a16="http://schemas.microsoft.com/office/drawing/2014/main" id="{563089D7-BF71-CDFC-0968-46EE9A2C9C2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24044" y="2415900"/>
                  <a:ext cx="449085" cy="449085"/>
                </a:xfrm>
                <a:prstGeom prst="rect">
                  <a:avLst/>
                </a:prstGeom>
              </p:spPr>
            </p:pic>
          </p:grpSp>
          <p:sp>
            <p:nvSpPr>
              <p:cNvPr id="251" name="TextBox 250">
                <a:extLst>
                  <a:ext uri="{FF2B5EF4-FFF2-40B4-BE49-F238E27FC236}">
                    <a16:creationId xmlns:a16="http://schemas.microsoft.com/office/drawing/2014/main" id="{5875AEC9-8EDE-9161-EAF7-9D9B4EB89D30}"/>
                  </a:ext>
                </a:extLst>
              </p:cNvPr>
              <p:cNvSpPr txBox="1"/>
              <p:nvPr/>
            </p:nvSpPr>
            <p:spPr>
              <a:xfrm>
                <a:off x="281771" y="2534198"/>
                <a:ext cx="1605062" cy="830265"/>
              </a:xfrm>
              <a:prstGeom prst="rect">
                <a:avLst/>
              </a:prstGeom>
              <a:noFill/>
              <a:ln>
                <a:solidFill>
                  <a:srgbClr val="2F3C7E"/>
                </a:solidFill>
              </a:ln>
            </p:spPr>
            <p:txBody>
              <a:bodyPr wrap="square" rtlCol="0">
                <a:spAutoFit/>
              </a:bodyPr>
              <a:lstStyle/>
              <a:p>
                <a:endParaRPr lang="en-SG" dirty="0"/>
              </a:p>
            </p:txBody>
          </p:sp>
        </p:grpSp>
        <p:pic>
          <p:nvPicPr>
            <p:cNvPr id="263" name="Picture 262">
              <a:extLst>
                <a:ext uri="{FF2B5EF4-FFF2-40B4-BE49-F238E27FC236}">
                  <a16:creationId xmlns:a16="http://schemas.microsoft.com/office/drawing/2014/main" id="{4AF9AC09-3133-BB87-00BD-31C8808B3166}"/>
                </a:ext>
              </a:extLst>
            </p:cNvPr>
            <p:cNvPicPr>
              <a:picLocks noChangeAspect="1"/>
            </p:cNvPicPr>
            <p:nvPr/>
          </p:nvPicPr>
          <p:blipFill>
            <a:blip r:embed="rId16"/>
            <a:stretch>
              <a:fillRect/>
            </a:stretch>
          </p:blipFill>
          <p:spPr>
            <a:xfrm>
              <a:off x="7777020" y="2629546"/>
              <a:ext cx="778200" cy="778200"/>
            </a:xfrm>
            <a:prstGeom prst="rect">
              <a:avLst/>
            </a:prstGeom>
          </p:spPr>
        </p:pic>
      </p:grpSp>
      <p:grpSp>
        <p:nvGrpSpPr>
          <p:cNvPr id="311" name="Group 310">
            <a:extLst>
              <a:ext uri="{FF2B5EF4-FFF2-40B4-BE49-F238E27FC236}">
                <a16:creationId xmlns:a16="http://schemas.microsoft.com/office/drawing/2014/main" id="{080D5A74-8D56-3BE8-80F8-CB816AF5ABE2}"/>
              </a:ext>
            </a:extLst>
          </p:cNvPr>
          <p:cNvGrpSpPr/>
          <p:nvPr/>
        </p:nvGrpSpPr>
        <p:grpSpPr>
          <a:xfrm>
            <a:off x="7894507" y="560614"/>
            <a:ext cx="4297493" cy="1304616"/>
            <a:chOff x="7894507" y="560614"/>
            <a:chExt cx="4297493" cy="1304616"/>
          </a:xfrm>
        </p:grpSpPr>
        <p:sp>
          <p:nvSpPr>
            <p:cNvPr id="195" name="Rectangle 194">
              <a:extLst>
                <a:ext uri="{FF2B5EF4-FFF2-40B4-BE49-F238E27FC236}">
                  <a16:creationId xmlns:a16="http://schemas.microsoft.com/office/drawing/2014/main" id="{B82F7E56-2BE4-3DD6-6268-ACC5E551D8B8}"/>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296" name="Group 295">
              <a:extLst>
                <a:ext uri="{FF2B5EF4-FFF2-40B4-BE49-F238E27FC236}">
                  <a16:creationId xmlns:a16="http://schemas.microsoft.com/office/drawing/2014/main" id="{C4BEEBCF-5183-67FF-E95F-495CE02B06D1}"/>
                </a:ext>
              </a:extLst>
            </p:cNvPr>
            <p:cNvGrpSpPr/>
            <p:nvPr/>
          </p:nvGrpSpPr>
          <p:grpSpPr>
            <a:xfrm>
              <a:off x="7930588" y="626794"/>
              <a:ext cx="3160336" cy="1176250"/>
              <a:chOff x="7930588" y="626794"/>
              <a:chExt cx="3160336" cy="1176250"/>
            </a:xfrm>
          </p:grpSpPr>
          <p:sp>
            <p:nvSpPr>
              <p:cNvPr id="287" name="TextBox 286">
                <a:extLst>
                  <a:ext uri="{FF2B5EF4-FFF2-40B4-BE49-F238E27FC236}">
                    <a16:creationId xmlns:a16="http://schemas.microsoft.com/office/drawing/2014/main" id="{2DBBDC55-B93A-8CEF-2275-958B7D383B50}"/>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grpSp>
            <p:nvGrpSpPr>
              <p:cNvPr id="289" name="Group 288">
                <a:extLst>
                  <a:ext uri="{FF2B5EF4-FFF2-40B4-BE49-F238E27FC236}">
                    <a16:creationId xmlns:a16="http://schemas.microsoft.com/office/drawing/2014/main" id="{6CCF68E2-D927-1F77-0832-CE8DB175D1D1}"/>
                  </a:ext>
                </a:extLst>
              </p:cNvPr>
              <p:cNvGrpSpPr/>
              <p:nvPr/>
            </p:nvGrpSpPr>
            <p:grpSpPr>
              <a:xfrm>
                <a:off x="7982250" y="1022704"/>
                <a:ext cx="1222466" cy="780340"/>
                <a:chOff x="7982250" y="1022704"/>
                <a:chExt cx="1222466" cy="780340"/>
              </a:xfrm>
            </p:grpSpPr>
            <p:pic>
              <p:nvPicPr>
                <p:cNvPr id="286" name="Picture 285">
                  <a:extLst>
                    <a:ext uri="{FF2B5EF4-FFF2-40B4-BE49-F238E27FC236}">
                      <a16:creationId xmlns:a16="http://schemas.microsoft.com/office/drawing/2014/main" id="{67871105-FB7D-D235-9BDB-C405245BB752}"/>
                    </a:ext>
                  </a:extLst>
                </p:cNvPr>
                <p:cNvPicPr>
                  <a:picLocks noChangeAspect="1"/>
                </p:cNvPicPr>
                <p:nvPr/>
              </p:nvPicPr>
              <p:blipFill>
                <a:blip r:embed="rId17"/>
                <a:stretch>
                  <a:fillRect/>
                </a:stretch>
              </p:blipFill>
              <p:spPr>
                <a:xfrm>
                  <a:off x="7982250" y="1022704"/>
                  <a:ext cx="772868" cy="772868"/>
                </a:xfrm>
                <a:prstGeom prst="rect">
                  <a:avLst/>
                </a:prstGeom>
              </p:spPr>
            </p:pic>
            <p:pic>
              <p:nvPicPr>
                <p:cNvPr id="288" name="Picture 287">
                  <a:extLst>
                    <a:ext uri="{FF2B5EF4-FFF2-40B4-BE49-F238E27FC236}">
                      <a16:creationId xmlns:a16="http://schemas.microsoft.com/office/drawing/2014/main" id="{20B04CCB-75FA-0112-D64F-955430D80E1E}"/>
                    </a:ext>
                  </a:extLst>
                </p:cNvPr>
                <p:cNvPicPr>
                  <a:picLocks noChangeAspect="1"/>
                </p:cNvPicPr>
                <p:nvPr/>
              </p:nvPicPr>
              <p:blipFill>
                <a:blip r:embed="rId18"/>
                <a:srcRect t="60238"/>
                <a:stretch>
                  <a:fillRect/>
                </a:stretch>
              </p:blipFill>
              <p:spPr>
                <a:xfrm>
                  <a:off x="8431848" y="1487261"/>
                  <a:ext cx="772868" cy="315783"/>
                </a:xfrm>
                <a:prstGeom prst="rect">
                  <a:avLst/>
                </a:prstGeom>
              </p:spPr>
            </p:pic>
          </p:grpSp>
          <p:sp>
            <p:nvSpPr>
              <p:cNvPr id="290" name="TextBox 289">
                <a:extLst>
                  <a:ext uri="{FF2B5EF4-FFF2-40B4-BE49-F238E27FC236}">
                    <a16:creationId xmlns:a16="http://schemas.microsoft.com/office/drawing/2014/main" id="{7CE153B9-62B9-E296-4291-2A5737EFCB6D}"/>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291" name="TextBox 290">
                <a:extLst>
                  <a:ext uri="{FF2B5EF4-FFF2-40B4-BE49-F238E27FC236}">
                    <a16:creationId xmlns:a16="http://schemas.microsoft.com/office/drawing/2014/main" id="{65DA9513-B45B-8F05-A7B5-E89F1D1D4E4B}"/>
                  </a:ext>
                </a:extLst>
              </p:cNvPr>
              <p:cNvSpPr txBox="1"/>
              <p:nvPr/>
            </p:nvSpPr>
            <p:spPr>
              <a:xfrm>
                <a:off x="7930588" y="626794"/>
                <a:ext cx="1647601" cy="646331"/>
              </a:xfrm>
              <a:prstGeom prst="rect">
                <a:avLst/>
              </a:prstGeom>
              <a:noFill/>
            </p:spPr>
            <p:txBody>
              <a:bodyPr wrap="square" rtlCol="0">
                <a:spAutoFit/>
              </a:bodyPr>
              <a:lstStyle/>
              <a:p>
                <a:r>
                  <a:rPr lang="en-SG" b="1" dirty="0">
                    <a:solidFill>
                      <a:schemeClr val="tx2">
                        <a:lumMod val="50000"/>
                      </a:schemeClr>
                    </a:solidFill>
                  </a:rPr>
                  <a:t>Musical B’</a:t>
                </a:r>
              </a:p>
              <a:p>
                <a:endParaRPr lang="en-SG" b="1" dirty="0">
                  <a:solidFill>
                    <a:schemeClr val="tx2">
                      <a:lumMod val="50000"/>
                    </a:schemeClr>
                  </a:solidFill>
                </a:endParaRPr>
              </a:p>
            </p:txBody>
          </p:sp>
          <p:sp>
            <p:nvSpPr>
              <p:cNvPr id="292" name="TextBox 291">
                <a:extLst>
                  <a:ext uri="{FF2B5EF4-FFF2-40B4-BE49-F238E27FC236}">
                    <a16:creationId xmlns:a16="http://schemas.microsoft.com/office/drawing/2014/main" id="{C7943CCF-5D19-D79F-48CB-D0F7E0F039D9}"/>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293" name="TextBox 292">
                <a:extLst>
                  <a:ext uri="{FF2B5EF4-FFF2-40B4-BE49-F238E27FC236}">
                    <a16:creationId xmlns:a16="http://schemas.microsoft.com/office/drawing/2014/main" id="{E3B928EA-84AD-B7B9-867C-C75175502705}"/>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11:00 AM</a:t>
                </a:r>
              </a:p>
            </p:txBody>
          </p:sp>
          <p:sp>
            <p:nvSpPr>
              <p:cNvPr id="295" name="TextBox 294">
                <a:extLst>
                  <a:ext uri="{FF2B5EF4-FFF2-40B4-BE49-F238E27FC236}">
                    <a16:creationId xmlns:a16="http://schemas.microsoft.com/office/drawing/2014/main" id="{494EA3B6-FAE9-8EC0-B25E-E55D55978ABB}"/>
                  </a:ext>
                </a:extLst>
              </p:cNvPr>
              <p:cNvSpPr txBox="1"/>
              <p:nvPr/>
            </p:nvSpPr>
            <p:spPr>
              <a:xfrm>
                <a:off x="10046183" y="1449798"/>
                <a:ext cx="1044741" cy="307777"/>
              </a:xfrm>
              <a:prstGeom prst="rect">
                <a:avLst/>
              </a:prstGeom>
              <a:noFill/>
            </p:spPr>
            <p:txBody>
              <a:bodyPr wrap="square" rtlCol="0">
                <a:spAutoFit/>
              </a:bodyPr>
              <a:lstStyle/>
              <a:p>
                <a:r>
                  <a:rPr lang="en-SG" sz="1400" b="1" dirty="0">
                    <a:solidFill>
                      <a:schemeClr val="accent1"/>
                    </a:solidFill>
                  </a:rPr>
                  <a:t>Theatre</a:t>
                </a:r>
              </a:p>
            </p:txBody>
          </p:sp>
        </p:grpSp>
      </p:grpSp>
      <p:grpSp>
        <p:nvGrpSpPr>
          <p:cNvPr id="340" name="Group 339">
            <a:extLst>
              <a:ext uri="{FF2B5EF4-FFF2-40B4-BE49-F238E27FC236}">
                <a16:creationId xmlns:a16="http://schemas.microsoft.com/office/drawing/2014/main" id="{96B91E12-0214-EBA3-2778-FF35859D0F28}"/>
              </a:ext>
            </a:extLst>
          </p:cNvPr>
          <p:cNvGrpSpPr/>
          <p:nvPr/>
        </p:nvGrpSpPr>
        <p:grpSpPr>
          <a:xfrm>
            <a:off x="7894505" y="1865917"/>
            <a:ext cx="4297493" cy="1304616"/>
            <a:chOff x="7894505" y="1865917"/>
            <a:chExt cx="4297493" cy="1304616"/>
          </a:xfrm>
        </p:grpSpPr>
        <p:grpSp>
          <p:nvGrpSpPr>
            <p:cNvPr id="312" name="Group 311">
              <a:extLst>
                <a:ext uri="{FF2B5EF4-FFF2-40B4-BE49-F238E27FC236}">
                  <a16:creationId xmlns:a16="http://schemas.microsoft.com/office/drawing/2014/main" id="{792898D7-6C87-CAE5-02C0-23F9A632A164}"/>
                </a:ext>
              </a:extLst>
            </p:cNvPr>
            <p:cNvGrpSpPr/>
            <p:nvPr/>
          </p:nvGrpSpPr>
          <p:grpSpPr>
            <a:xfrm>
              <a:off x="7894505" y="1865917"/>
              <a:ext cx="4297493" cy="1304616"/>
              <a:chOff x="7894507" y="560614"/>
              <a:chExt cx="4297493" cy="1304616"/>
            </a:xfrm>
          </p:grpSpPr>
          <p:sp>
            <p:nvSpPr>
              <p:cNvPr id="313" name="Rectangle 312">
                <a:extLst>
                  <a:ext uri="{FF2B5EF4-FFF2-40B4-BE49-F238E27FC236}">
                    <a16:creationId xmlns:a16="http://schemas.microsoft.com/office/drawing/2014/main" id="{207A893C-F277-FA67-6D56-77ADA9D18652}"/>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14" name="Group 313">
                <a:extLst>
                  <a:ext uri="{FF2B5EF4-FFF2-40B4-BE49-F238E27FC236}">
                    <a16:creationId xmlns:a16="http://schemas.microsoft.com/office/drawing/2014/main" id="{9E90DA6C-9679-BF14-BDF0-221FC41D607E}"/>
                  </a:ext>
                </a:extLst>
              </p:cNvPr>
              <p:cNvGrpSpPr/>
              <p:nvPr/>
            </p:nvGrpSpPr>
            <p:grpSpPr>
              <a:xfrm>
                <a:off x="7930588" y="626794"/>
                <a:ext cx="3160336" cy="1165223"/>
                <a:chOff x="7930588" y="626794"/>
                <a:chExt cx="3160336" cy="1165223"/>
              </a:xfrm>
            </p:grpSpPr>
            <p:sp>
              <p:nvSpPr>
                <p:cNvPr id="315" name="TextBox 314">
                  <a:extLst>
                    <a:ext uri="{FF2B5EF4-FFF2-40B4-BE49-F238E27FC236}">
                      <a16:creationId xmlns:a16="http://schemas.microsoft.com/office/drawing/2014/main" id="{12567523-9F41-AD2C-6EC1-3D656A812117}"/>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sp>
              <p:nvSpPr>
                <p:cNvPr id="317" name="TextBox 316">
                  <a:extLst>
                    <a:ext uri="{FF2B5EF4-FFF2-40B4-BE49-F238E27FC236}">
                      <a16:creationId xmlns:a16="http://schemas.microsoft.com/office/drawing/2014/main" id="{27682F67-4F49-48AB-4640-FBB8F3AD42CE}"/>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318" name="TextBox 317">
                  <a:extLst>
                    <a:ext uri="{FF2B5EF4-FFF2-40B4-BE49-F238E27FC236}">
                      <a16:creationId xmlns:a16="http://schemas.microsoft.com/office/drawing/2014/main" id="{4F3395D6-56F5-C22C-67DD-A17AB7872180}"/>
                    </a:ext>
                  </a:extLst>
                </p:cNvPr>
                <p:cNvSpPr txBox="1"/>
                <p:nvPr/>
              </p:nvSpPr>
              <p:spPr>
                <a:xfrm>
                  <a:off x="7930588" y="626794"/>
                  <a:ext cx="1743694" cy="646331"/>
                </a:xfrm>
                <a:prstGeom prst="rect">
                  <a:avLst/>
                </a:prstGeom>
                <a:noFill/>
              </p:spPr>
              <p:txBody>
                <a:bodyPr wrap="square" rtlCol="0">
                  <a:spAutoFit/>
                </a:bodyPr>
                <a:lstStyle/>
                <a:p>
                  <a:r>
                    <a:rPr lang="en-SG" b="1" dirty="0">
                      <a:solidFill>
                        <a:schemeClr val="tx2">
                          <a:lumMod val="50000"/>
                        </a:schemeClr>
                      </a:solidFill>
                    </a:rPr>
                    <a:t>Ocean Fantasy</a:t>
                  </a:r>
                </a:p>
                <a:p>
                  <a:endParaRPr lang="en-SG" b="1" dirty="0">
                    <a:solidFill>
                      <a:schemeClr val="tx2">
                        <a:lumMod val="50000"/>
                      </a:schemeClr>
                    </a:solidFill>
                  </a:endParaRPr>
                </a:p>
              </p:txBody>
            </p:sp>
            <p:sp>
              <p:nvSpPr>
                <p:cNvPr id="319" name="TextBox 318">
                  <a:extLst>
                    <a:ext uri="{FF2B5EF4-FFF2-40B4-BE49-F238E27FC236}">
                      <a16:creationId xmlns:a16="http://schemas.microsoft.com/office/drawing/2014/main" id="{90C23AB6-1347-A0A3-6728-4CB6DE0E7550}"/>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320" name="TextBox 319">
                  <a:extLst>
                    <a:ext uri="{FF2B5EF4-FFF2-40B4-BE49-F238E27FC236}">
                      <a16:creationId xmlns:a16="http://schemas.microsoft.com/office/drawing/2014/main" id="{CA95C5A0-D45D-48FE-6977-C8E363C427B7}"/>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12:00 PM</a:t>
                  </a:r>
                </a:p>
              </p:txBody>
            </p:sp>
            <p:sp>
              <p:nvSpPr>
                <p:cNvPr id="321" name="TextBox 320">
                  <a:extLst>
                    <a:ext uri="{FF2B5EF4-FFF2-40B4-BE49-F238E27FC236}">
                      <a16:creationId xmlns:a16="http://schemas.microsoft.com/office/drawing/2014/main" id="{633347B7-8885-5204-CD32-23438166F454}"/>
                    </a:ext>
                  </a:extLst>
                </p:cNvPr>
                <p:cNvSpPr txBox="1"/>
                <p:nvPr/>
              </p:nvSpPr>
              <p:spPr>
                <a:xfrm>
                  <a:off x="10046183" y="1449798"/>
                  <a:ext cx="1044741" cy="307777"/>
                </a:xfrm>
                <a:prstGeom prst="rect">
                  <a:avLst/>
                </a:prstGeom>
                <a:noFill/>
              </p:spPr>
              <p:txBody>
                <a:bodyPr wrap="square" rtlCol="0">
                  <a:spAutoFit/>
                </a:bodyPr>
                <a:lstStyle/>
                <a:p>
                  <a:r>
                    <a:rPr lang="en-SG" sz="1400" b="1" dirty="0">
                      <a:solidFill>
                        <a:schemeClr val="accent1"/>
                      </a:solidFill>
                    </a:rPr>
                    <a:t>Sea World</a:t>
                  </a:r>
                </a:p>
              </p:txBody>
            </p:sp>
          </p:grpSp>
        </p:grpSp>
        <p:grpSp>
          <p:nvGrpSpPr>
            <p:cNvPr id="339" name="Group 338">
              <a:extLst>
                <a:ext uri="{FF2B5EF4-FFF2-40B4-BE49-F238E27FC236}">
                  <a16:creationId xmlns:a16="http://schemas.microsoft.com/office/drawing/2014/main" id="{CDCF4807-64FB-D04D-24B8-77B6B6A8197D}"/>
                </a:ext>
              </a:extLst>
            </p:cNvPr>
            <p:cNvGrpSpPr/>
            <p:nvPr/>
          </p:nvGrpSpPr>
          <p:grpSpPr>
            <a:xfrm>
              <a:off x="8012883" y="2287713"/>
              <a:ext cx="1546800" cy="795567"/>
              <a:chOff x="8012883" y="2287713"/>
              <a:chExt cx="1546800" cy="795567"/>
            </a:xfrm>
          </p:grpSpPr>
          <p:pic>
            <p:nvPicPr>
              <p:cNvPr id="337" name="Picture 336">
                <a:extLst>
                  <a:ext uri="{FF2B5EF4-FFF2-40B4-BE49-F238E27FC236}">
                    <a16:creationId xmlns:a16="http://schemas.microsoft.com/office/drawing/2014/main" id="{3B9B0B1D-AEA6-9D2A-F8BC-55A201DC7B85}"/>
                  </a:ext>
                </a:extLst>
              </p:cNvPr>
              <p:cNvPicPr>
                <a:picLocks noChangeAspect="1"/>
              </p:cNvPicPr>
              <p:nvPr/>
            </p:nvPicPr>
            <p:blipFill>
              <a:blip r:embed="rId19"/>
              <a:stretch>
                <a:fillRect/>
              </a:stretch>
            </p:blipFill>
            <p:spPr>
              <a:xfrm>
                <a:off x="8012883" y="2287713"/>
                <a:ext cx="1031200" cy="795567"/>
              </a:xfrm>
              <a:prstGeom prst="rect">
                <a:avLst/>
              </a:prstGeom>
            </p:spPr>
          </p:pic>
          <p:pic>
            <p:nvPicPr>
              <p:cNvPr id="338" name="Picture 337">
                <a:extLst>
                  <a:ext uri="{FF2B5EF4-FFF2-40B4-BE49-F238E27FC236}">
                    <a16:creationId xmlns:a16="http://schemas.microsoft.com/office/drawing/2014/main" id="{E2DBA12B-9BA1-8293-6C3D-0F250FA47A77}"/>
                  </a:ext>
                </a:extLst>
              </p:cNvPr>
              <p:cNvPicPr>
                <a:picLocks noChangeAspect="1"/>
              </p:cNvPicPr>
              <p:nvPr/>
            </p:nvPicPr>
            <p:blipFill>
              <a:blip r:embed="rId19"/>
              <a:srcRect t="67150"/>
              <a:stretch>
                <a:fillRect/>
              </a:stretch>
            </p:blipFill>
            <p:spPr>
              <a:xfrm>
                <a:off x="8528483" y="2819155"/>
                <a:ext cx="1031200" cy="261342"/>
              </a:xfrm>
              <a:prstGeom prst="rect">
                <a:avLst/>
              </a:prstGeom>
            </p:spPr>
          </p:pic>
        </p:grpSp>
      </p:grpSp>
      <p:sp>
        <p:nvSpPr>
          <p:cNvPr id="18" name="Freeform: Shape 17">
            <a:extLst>
              <a:ext uri="{FF2B5EF4-FFF2-40B4-BE49-F238E27FC236}">
                <a16:creationId xmlns:a16="http://schemas.microsoft.com/office/drawing/2014/main" id="{D4EBD8F5-236A-B6CD-4AF9-115D8E86F32C}"/>
              </a:ext>
            </a:extLst>
          </p:cNvPr>
          <p:cNvSpPr/>
          <p:nvPr/>
        </p:nvSpPr>
        <p:spPr>
          <a:xfrm>
            <a:off x="3230991" y="423128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7" name="Group 6">
            <a:extLst>
              <a:ext uri="{FF2B5EF4-FFF2-40B4-BE49-F238E27FC236}">
                <a16:creationId xmlns:a16="http://schemas.microsoft.com/office/drawing/2014/main" id="{F22AE9BB-2308-84C9-680B-12389F2C15C4}"/>
              </a:ext>
            </a:extLst>
          </p:cNvPr>
          <p:cNvGrpSpPr/>
          <p:nvPr/>
        </p:nvGrpSpPr>
        <p:grpSpPr>
          <a:xfrm>
            <a:off x="1133665" y="4827572"/>
            <a:ext cx="949311" cy="936585"/>
            <a:chOff x="1133665" y="4827572"/>
            <a:chExt cx="949311" cy="936585"/>
          </a:xfrm>
        </p:grpSpPr>
        <p:grpSp>
          <p:nvGrpSpPr>
            <p:cNvPr id="78" name="Group 77">
              <a:extLst>
                <a:ext uri="{FF2B5EF4-FFF2-40B4-BE49-F238E27FC236}">
                  <a16:creationId xmlns:a16="http://schemas.microsoft.com/office/drawing/2014/main" id="{D2B9ADB7-63CA-7F23-DE2E-11C085D33DDC}"/>
                </a:ext>
              </a:extLst>
            </p:cNvPr>
            <p:cNvGrpSpPr/>
            <p:nvPr/>
          </p:nvGrpSpPr>
          <p:grpSpPr>
            <a:xfrm>
              <a:off x="1133665" y="4827572"/>
              <a:ext cx="949311" cy="936585"/>
              <a:chOff x="929362" y="4727466"/>
              <a:chExt cx="1128802" cy="1113670"/>
            </a:xfrm>
          </p:grpSpPr>
          <p:sp>
            <p:nvSpPr>
              <p:cNvPr id="80" name="L-Shape 79">
                <a:extLst>
                  <a:ext uri="{FF2B5EF4-FFF2-40B4-BE49-F238E27FC236}">
                    <a16:creationId xmlns:a16="http://schemas.microsoft.com/office/drawing/2014/main" id="{B01E4C0D-9956-ECB1-73B3-8E944DEC1F71}"/>
                  </a:ext>
                </a:extLst>
              </p:cNvPr>
              <p:cNvSpPr/>
              <p:nvPr userDrawn="1"/>
            </p:nvSpPr>
            <p:spPr>
              <a:xfrm>
                <a:off x="929363" y="5480272"/>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1" name="L-Shape 80">
                <a:extLst>
                  <a:ext uri="{FF2B5EF4-FFF2-40B4-BE49-F238E27FC236}">
                    <a16:creationId xmlns:a16="http://schemas.microsoft.com/office/drawing/2014/main" id="{3045CFF5-65CB-AB5B-1C75-E9E1D008DD41}"/>
                  </a:ext>
                </a:extLst>
              </p:cNvPr>
              <p:cNvSpPr/>
              <p:nvPr userDrawn="1"/>
            </p:nvSpPr>
            <p:spPr>
              <a:xfrm flipH="1">
                <a:off x="1698163" y="5508839"/>
                <a:ext cx="360001" cy="332297"/>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2" name="L-Shape 81">
                <a:extLst>
                  <a:ext uri="{FF2B5EF4-FFF2-40B4-BE49-F238E27FC236}">
                    <a16:creationId xmlns:a16="http://schemas.microsoft.com/office/drawing/2014/main" id="{650CF024-2BD5-D846-993E-3C47C0EA6D95}"/>
                  </a:ext>
                </a:extLst>
              </p:cNvPr>
              <p:cNvSpPr/>
              <p:nvPr userDrawn="1"/>
            </p:nvSpPr>
            <p:spPr>
              <a:xfrm rot="5400000">
                <a:off x="929363" y="4728190"/>
                <a:ext cx="360000" cy="360001"/>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3" name="L-Shape 82">
                <a:extLst>
                  <a:ext uri="{FF2B5EF4-FFF2-40B4-BE49-F238E27FC236}">
                    <a16:creationId xmlns:a16="http://schemas.microsoft.com/office/drawing/2014/main" id="{8B70790B-E5FC-E32D-41DA-50B64893AC7D}"/>
                  </a:ext>
                </a:extLst>
              </p:cNvPr>
              <p:cNvSpPr/>
              <p:nvPr userDrawn="1"/>
            </p:nvSpPr>
            <p:spPr>
              <a:xfrm rot="10800000">
                <a:off x="1698161" y="4727466"/>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pic>
          <p:nvPicPr>
            <p:cNvPr id="6" name="Picture 5">
              <a:extLst>
                <a:ext uri="{FF2B5EF4-FFF2-40B4-BE49-F238E27FC236}">
                  <a16:creationId xmlns:a16="http://schemas.microsoft.com/office/drawing/2014/main" id="{B34C31D1-5599-511C-9205-E9DA8B950AD1}"/>
                </a:ext>
              </a:extLst>
            </p:cNvPr>
            <p:cNvPicPr>
              <a:picLocks noChangeAspect="1"/>
            </p:cNvPicPr>
            <p:nvPr/>
          </p:nvPicPr>
          <p:blipFill>
            <a:blip r:embed="rId20"/>
            <a:stretch>
              <a:fillRect/>
            </a:stretch>
          </p:blipFill>
          <p:spPr>
            <a:xfrm>
              <a:off x="1234217" y="4922668"/>
              <a:ext cx="748205" cy="748205"/>
            </a:xfrm>
            <a:prstGeom prst="rect">
              <a:avLst/>
            </a:prstGeom>
            <a:ln>
              <a:noFill/>
            </a:ln>
          </p:spPr>
        </p:pic>
      </p:grpSp>
      <p:grpSp>
        <p:nvGrpSpPr>
          <p:cNvPr id="31" name="Group 30">
            <a:extLst>
              <a:ext uri="{FF2B5EF4-FFF2-40B4-BE49-F238E27FC236}">
                <a16:creationId xmlns:a16="http://schemas.microsoft.com/office/drawing/2014/main" id="{6376E8FD-EABB-F343-4F5F-03438C8EAF0D}"/>
              </a:ext>
            </a:extLst>
          </p:cNvPr>
          <p:cNvGrpSpPr/>
          <p:nvPr/>
        </p:nvGrpSpPr>
        <p:grpSpPr>
          <a:xfrm>
            <a:off x="3216645" y="4215089"/>
            <a:ext cx="971932" cy="552452"/>
            <a:chOff x="3216645" y="4215089"/>
            <a:chExt cx="971932" cy="552452"/>
          </a:xfrm>
        </p:grpSpPr>
        <p:sp>
          <p:nvSpPr>
            <p:cNvPr id="200" name="Rectangle 199">
              <a:extLst>
                <a:ext uri="{FF2B5EF4-FFF2-40B4-BE49-F238E27FC236}">
                  <a16:creationId xmlns:a16="http://schemas.microsoft.com/office/drawing/2014/main" id="{67E78EE4-507E-2A93-864E-006617048CAE}"/>
                </a:ext>
              </a:extLst>
            </p:cNvPr>
            <p:cNvSpPr/>
            <p:nvPr userDrawn="1"/>
          </p:nvSpPr>
          <p:spPr>
            <a:xfrm>
              <a:off x="3216645" y="4215089"/>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199" name="TextBox 198">
              <a:extLst>
                <a:ext uri="{FF2B5EF4-FFF2-40B4-BE49-F238E27FC236}">
                  <a16:creationId xmlns:a16="http://schemas.microsoft.com/office/drawing/2014/main" id="{D491DFBB-EFF0-1F40-9004-67CFA98F1108}"/>
                </a:ext>
              </a:extLst>
            </p:cNvPr>
            <p:cNvSpPr txBox="1"/>
            <p:nvPr userDrawn="1"/>
          </p:nvSpPr>
          <p:spPr>
            <a:xfrm>
              <a:off x="3216645" y="4260482"/>
              <a:ext cx="971930" cy="461665"/>
            </a:xfrm>
            <a:prstGeom prst="rect">
              <a:avLst/>
            </a:prstGeom>
            <a:noFill/>
            <a:ln>
              <a:noFill/>
            </a:ln>
          </p:spPr>
          <p:txBody>
            <a:bodyPr wrap="square" rtlCol="0">
              <a:spAutoFit/>
            </a:bodyPr>
            <a:lstStyle/>
            <a:p>
              <a:pPr algn="ctr"/>
              <a:r>
                <a:rPr lang="en-SG" sz="2400" b="1" dirty="0">
                  <a:solidFill>
                    <a:srgbClr val="2F3C7E"/>
                  </a:solidFill>
                  <a:latin typeface="+mj-lt"/>
                </a:rPr>
                <a:t>MAP</a:t>
              </a:r>
            </a:p>
          </p:txBody>
        </p:sp>
      </p:grpSp>
      <p:pic>
        <p:nvPicPr>
          <p:cNvPr id="346" name="Picture 345">
            <a:extLst>
              <a:ext uri="{FF2B5EF4-FFF2-40B4-BE49-F238E27FC236}">
                <a16:creationId xmlns:a16="http://schemas.microsoft.com/office/drawing/2014/main" id="{D7F1D8D5-F5C1-9D7E-4B2A-CF2DEE3EF253}"/>
              </a:ext>
            </a:extLst>
          </p:cNvPr>
          <p:cNvPicPr>
            <a:picLocks noChangeAspect="1"/>
          </p:cNvPicPr>
          <p:nvPr/>
        </p:nvPicPr>
        <p:blipFill>
          <a:blip r:embed="rId21"/>
          <a:srcRect l="16117" r="13552"/>
          <a:stretch>
            <a:fillRect/>
          </a:stretch>
        </p:blipFill>
        <p:spPr>
          <a:xfrm>
            <a:off x="5948005" y="5268685"/>
            <a:ext cx="334895" cy="476171"/>
          </a:xfrm>
          <a:prstGeom prst="rect">
            <a:avLst/>
          </a:prstGeom>
        </p:spPr>
      </p:pic>
      <p:pic>
        <p:nvPicPr>
          <p:cNvPr id="347" name="Picture 346">
            <a:extLst>
              <a:ext uri="{FF2B5EF4-FFF2-40B4-BE49-F238E27FC236}">
                <a16:creationId xmlns:a16="http://schemas.microsoft.com/office/drawing/2014/main" id="{995A8E26-C60D-0125-50B0-B0CC83FA44CB}"/>
              </a:ext>
            </a:extLst>
          </p:cNvPr>
          <p:cNvPicPr>
            <a:picLocks noChangeAspect="1"/>
          </p:cNvPicPr>
          <p:nvPr/>
        </p:nvPicPr>
        <p:blipFill>
          <a:blip r:embed="rId16"/>
          <a:stretch>
            <a:fillRect/>
          </a:stretch>
        </p:blipFill>
        <p:spPr>
          <a:xfrm>
            <a:off x="4757445" y="6000662"/>
            <a:ext cx="347891" cy="347891"/>
          </a:xfrm>
          <a:prstGeom prst="rect">
            <a:avLst/>
          </a:prstGeom>
        </p:spPr>
      </p:pic>
      <p:pic>
        <p:nvPicPr>
          <p:cNvPr id="350" name="Picture 349">
            <a:extLst>
              <a:ext uri="{FF2B5EF4-FFF2-40B4-BE49-F238E27FC236}">
                <a16:creationId xmlns:a16="http://schemas.microsoft.com/office/drawing/2014/main" id="{759621F7-22FB-0511-6396-2F7C02BE90A5}"/>
              </a:ext>
            </a:extLst>
          </p:cNvPr>
          <p:cNvPicPr>
            <a:picLocks noChangeAspect="1"/>
          </p:cNvPicPr>
          <p:nvPr/>
        </p:nvPicPr>
        <p:blipFill>
          <a:blip r:embed="rId3"/>
          <a:stretch>
            <a:fillRect/>
          </a:stretch>
        </p:blipFill>
        <p:spPr>
          <a:xfrm>
            <a:off x="3478261" y="5305504"/>
            <a:ext cx="778291" cy="390601"/>
          </a:xfrm>
          <a:prstGeom prst="rect">
            <a:avLst/>
          </a:prstGeom>
          <a:ln>
            <a:noFill/>
          </a:ln>
        </p:spPr>
      </p:pic>
      <p:grpSp>
        <p:nvGrpSpPr>
          <p:cNvPr id="19" name="Group 18">
            <a:extLst>
              <a:ext uri="{FF2B5EF4-FFF2-40B4-BE49-F238E27FC236}">
                <a16:creationId xmlns:a16="http://schemas.microsoft.com/office/drawing/2014/main" id="{50013FCC-4DD2-CB41-56C9-3016A9B20885}"/>
              </a:ext>
            </a:extLst>
          </p:cNvPr>
          <p:cNvGrpSpPr/>
          <p:nvPr/>
        </p:nvGrpSpPr>
        <p:grpSpPr>
          <a:xfrm>
            <a:off x="5587919" y="4217828"/>
            <a:ext cx="1016161" cy="353526"/>
            <a:chOff x="5586845" y="4846215"/>
            <a:chExt cx="1016161" cy="353526"/>
          </a:xfrm>
        </p:grpSpPr>
        <p:sp>
          <p:nvSpPr>
            <p:cNvPr id="203" name="Rectangle 202">
              <a:extLst>
                <a:ext uri="{FF2B5EF4-FFF2-40B4-BE49-F238E27FC236}">
                  <a16:creationId xmlns:a16="http://schemas.microsoft.com/office/drawing/2014/main" id="{4A979341-5CE0-B48E-17F6-A266C51891C7}"/>
                </a:ext>
              </a:extLst>
            </p:cNvPr>
            <p:cNvSpPr/>
            <p:nvPr userDrawn="1"/>
          </p:nvSpPr>
          <p:spPr>
            <a:xfrm>
              <a:off x="5588996" y="4846215"/>
              <a:ext cx="1014010" cy="353526"/>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202" name="TextBox 201">
              <a:extLst>
                <a:ext uri="{FF2B5EF4-FFF2-40B4-BE49-F238E27FC236}">
                  <a16:creationId xmlns:a16="http://schemas.microsoft.com/office/drawing/2014/main" id="{4F989949-A98D-C783-BE05-BF100D583FFD}"/>
                </a:ext>
              </a:extLst>
            </p:cNvPr>
            <p:cNvSpPr txBox="1"/>
            <p:nvPr userDrawn="1"/>
          </p:nvSpPr>
          <p:spPr>
            <a:xfrm>
              <a:off x="5586845" y="4869089"/>
              <a:ext cx="1014010" cy="307777"/>
            </a:xfrm>
            <a:prstGeom prst="rect">
              <a:avLst/>
            </a:prstGeom>
            <a:noFill/>
            <a:ln>
              <a:noFill/>
            </a:ln>
          </p:spPr>
          <p:txBody>
            <a:bodyPr wrap="square" rtlCol="0">
              <a:spAutoFit/>
            </a:bodyPr>
            <a:lstStyle/>
            <a:p>
              <a:pPr algn="ctr"/>
              <a:r>
                <a:rPr lang="en-SG" sz="1400" b="1" dirty="0">
                  <a:solidFill>
                    <a:srgbClr val="2F3C7E"/>
                  </a:solidFill>
                  <a:latin typeface="+mn-lt"/>
                </a:rPr>
                <a:t>Touch Me!</a:t>
              </a:r>
            </a:p>
          </p:txBody>
        </p:sp>
      </p:grpSp>
      <p:grpSp>
        <p:nvGrpSpPr>
          <p:cNvPr id="28" name="Group 27">
            <a:extLst>
              <a:ext uri="{FF2B5EF4-FFF2-40B4-BE49-F238E27FC236}">
                <a16:creationId xmlns:a16="http://schemas.microsoft.com/office/drawing/2014/main" id="{B52BF2C3-782C-0355-CE39-256A1911D980}"/>
              </a:ext>
            </a:extLst>
          </p:cNvPr>
          <p:cNvGrpSpPr/>
          <p:nvPr/>
        </p:nvGrpSpPr>
        <p:grpSpPr>
          <a:xfrm>
            <a:off x="7620370" y="4729264"/>
            <a:ext cx="1014010" cy="693309"/>
            <a:chOff x="7620370" y="4729264"/>
            <a:chExt cx="1014010" cy="693309"/>
          </a:xfrm>
        </p:grpSpPr>
        <p:pic>
          <p:nvPicPr>
            <p:cNvPr id="354" name="Picture 353">
              <a:extLst>
                <a:ext uri="{FF2B5EF4-FFF2-40B4-BE49-F238E27FC236}">
                  <a16:creationId xmlns:a16="http://schemas.microsoft.com/office/drawing/2014/main" id="{AC1D93E9-0B42-6675-B8DF-A1DA99810FBB}"/>
                </a:ext>
              </a:extLst>
            </p:cNvPr>
            <p:cNvPicPr>
              <a:picLocks noChangeAspect="1"/>
            </p:cNvPicPr>
            <p:nvPr/>
          </p:nvPicPr>
          <p:blipFill>
            <a:blip r:embed="rId22"/>
            <a:stretch>
              <a:fillRect/>
            </a:stretch>
          </p:blipFill>
          <p:spPr>
            <a:xfrm>
              <a:off x="7884122" y="4729264"/>
              <a:ext cx="446487" cy="446487"/>
            </a:xfrm>
            <a:prstGeom prst="rect">
              <a:avLst/>
            </a:prstGeom>
          </p:spPr>
        </p:pic>
        <p:sp>
          <p:nvSpPr>
            <p:cNvPr id="20" name="TextBox 19">
              <a:extLst>
                <a:ext uri="{FF2B5EF4-FFF2-40B4-BE49-F238E27FC236}">
                  <a16:creationId xmlns:a16="http://schemas.microsoft.com/office/drawing/2014/main" id="{D188E67D-AC08-7BE2-8EA5-58907E7EC09B}"/>
                </a:ext>
              </a:extLst>
            </p:cNvPr>
            <p:cNvSpPr txBox="1"/>
            <p:nvPr/>
          </p:nvSpPr>
          <p:spPr>
            <a:xfrm>
              <a:off x="7620370" y="5114796"/>
              <a:ext cx="1014010" cy="307777"/>
            </a:xfrm>
            <a:prstGeom prst="rect">
              <a:avLst/>
            </a:prstGeom>
            <a:noFill/>
            <a:ln>
              <a:noFill/>
            </a:ln>
          </p:spPr>
          <p:txBody>
            <a:bodyPr wrap="square" rtlCol="0">
              <a:spAutoFit/>
            </a:bodyPr>
            <a:lstStyle/>
            <a:p>
              <a:pPr algn="ctr"/>
              <a:r>
                <a:rPr lang="en-SG" sz="1400" b="1" dirty="0">
                  <a:solidFill>
                    <a:schemeClr val="tx2"/>
                  </a:solidFill>
                  <a:latin typeface="+mn-lt"/>
                </a:rPr>
                <a:t>Entrance</a:t>
              </a:r>
            </a:p>
          </p:txBody>
        </p:sp>
      </p:grpSp>
      <p:sp>
        <p:nvSpPr>
          <p:cNvPr id="39" name="Rectangle: Rounded Corners 38">
            <a:extLst>
              <a:ext uri="{FF2B5EF4-FFF2-40B4-BE49-F238E27FC236}">
                <a16:creationId xmlns:a16="http://schemas.microsoft.com/office/drawing/2014/main" id="{F5999C09-5F9C-BA87-BEDF-1B3E73DE8A5F}"/>
              </a:ext>
            </a:extLst>
          </p:cNvPr>
          <p:cNvSpPr/>
          <p:nvPr/>
        </p:nvSpPr>
        <p:spPr>
          <a:xfrm>
            <a:off x="5478219" y="4975182"/>
            <a:ext cx="1274465" cy="292399"/>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You Are Here</a:t>
            </a:r>
          </a:p>
        </p:txBody>
      </p:sp>
      <p:sp>
        <p:nvSpPr>
          <p:cNvPr id="42" name="TextBox 41">
            <a:extLst>
              <a:ext uri="{FF2B5EF4-FFF2-40B4-BE49-F238E27FC236}">
                <a16:creationId xmlns:a16="http://schemas.microsoft.com/office/drawing/2014/main" id="{6DC716EC-EF40-0436-CA28-62D716238C0D}"/>
              </a:ext>
            </a:extLst>
          </p:cNvPr>
          <p:cNvSpPr txBox="1"/>
          <p:nvPr/>
        </p:nvSpPr>
        <p:spPr>
          <a:xfrm>
            <a:off x="3277630" y="5670873"/>
            <a:ext cx="1215496" cy="276999"/>
          </a:xfrm>
          <a:prstGeom prst="rect">
            <a:avLst/>
          </a:prstGeom>
          <a:noFill/>
          <a:ln>
            <a:noFill/>
          </a:ln>
        </p:spPr>
        <p:txBody>
          <a:bodyPr wrap="square" rtlCol="0">
            <a:spAutoFit/>
          </a:bodyPr>
          <a:lstStyle/>
          <a:p>
            <a:pPr algn="ctr"/>
            <a:r>
              <a:rPr lang="en-SG" sz="1200" b="1" dirty="0">
                <a:solidFill>
                  <a:schemeClr val="tx2"/>
                </a:solidFill>
              </a:rPr>
              <a:t>Dragon Roller</a:t>
            </a:r>
          </a:p>
        </p:txBody>
      </p:sp>
      <p:sp>
        <p:nvSpPr>
          <p:cNvPr id="46" name="TextBox 45">
            <a:extLst>
              <a:ext uri="{FF2B5EF4-FFF2-40B4-BE49-F238E27FC236}">
                <a16:creationId xmlns:a16="http://schemas.microsoft.com/office/drawing/2014/main" id="{0EED2E51-FEEC-74A1-BA52-919A36BC524B}"/>
              </a:ext>
            </a:extLst>
          </p:cNvPr>
          <p:cNvSpPr txBox="1"/>
          <p:nvPr/>
        </p:nvSpPr>
        <p:spPr>
          <a:xfrm>
            <a:off x="4342067" y="6291269"/>
            <a:ext cx="1215496" cy="276999"/>
          </a:xfrm>
          <a:prstGeom prst="rect">
            <a:avLst/>
          </a:prstGeom>
          <a:noFill/>
          <a:ln>
            <a:noFill/>
          </a:ln>
        </p:spPr>
        <p:txBody>
          <a:bodyPr wrap="square" rtlCol="0">
            <a:spAutoFit/>
          </a:bodyPr>
          <a:lstStyle/>
          <a:p>
            <a:pPr algn="ctr"/>
            <a:r>
              <a:rPr lang="en-SG" sz="1200" b="1" dirty="0">
                <a:solidFill>
                  <a:schemeClr val="tx2"/>
                </a:solidFill>
                <a:latin typeface="+mn-lt"/>
              </a:rPr>
              <a:t>Jake &amp; Marks</a:t>
            </a:r>
          </a:p>
        </p:txBody>
      </p:sp>
      <p:sp>
        <p:nvSpPr>
          <p:cNvPr id="47" name="Freeform: Shape 46">
            <a:extLst>
              <a:ext uri="{FF2B5EF4-FFF2-40B4-BE49-F238E27FC236}">
                <a16:creationId xmlns:a16="http://schemas.microsoft.com/office/drawing/2014/main" id="{276D42F1-A4F6-A6FD-8F4A-584C065AB381}"/>
              </a:ext>
            </a:extLst>
          </p:cNvPr>
          <p:cNvSpPr/>
          <p:nvPr/>
        </p:nvSpPr>
        <p:spPr>
          <a:xfrm>
            <a:off x="5165271" y="5731329"/>
            <a:ext cx="914400" cy="538842"/>
          </a:xfrm>
          <a:custGeom>
            <a:avLst/>
            <a:gdLst>
              <a:gd name="connsiteX0" fmla="*/ 914400 w 914400"/>
              <a:gd name="connsiteY0" fmla="*/ 0 h 538842"/>
              <a:gd name="connsiteX1" fmla="*/ 892629 w 914400"/>
              <a:gd name="connsiteY1" fmla="*/ 27214 h 538842"/>
              <a:gd name="connsiteX2" fmla="*/ 849086 w 914400"/>
              <a:gd name="connsiteY2" fmla="*/ 141514 h 538842"/>
              <a:gd name="connsiteX3" fmla="*/ 810986 w 914400"/>
              <a:gd name="connsiteY3" fmla="*/ 195942 h 538842"/>
              <a:gd name="connsiteX4" fmla="*/ 723900 w 914400"/>
              <a:gd name="connsiteY4" fmla="*/ 283028 h 538842"/>
              <a:gd name="connsiteX5" fmla="*/ 702129 w 914400"/>
              <a:gd name="connsiteY5" fmla="*/ 299357 h 538842"/>
              <a:gd name="connsiteX6" fmla="*/ 647700 w 914400"/>
              <a:gd name="connsiteY6" fmla="*/ 310242 h 538842"/>
              <a:gd name="connsiteX7" fmla="*/ 457200 w 914400"/>
              <a:gd name="connsiteY7" fmla="*/ 321128 h 538842"/>
              <a:gd name="connsiteX8" fmla="*/ 239486 w 914400"/>
              <a:gd name="connsiteY8" fmla="*/ 332014 h 538842"/>
              <a:gd name="connsiteX9" fmla="*/ 163286 w 914400"/>
              <a:gd name="connsiteY9" fmla="*/ 375557 h 538842"/>
              <a:gd name="connsiteX10" fmla="*/ 152400 w 914400"/>
              <a:gd name="connsiteY10" fmla="*/ 413657 h 538842"/>
              <a:gd name="connsiteX11" fmla="*/ 87086 w 914400"/>
              <a:gd name="connsiteY11" fmla="*/ 446314 h 538842"/>
              <a:gd name="connsiteX12" fmla="*/ 38100 w 914400"/>
              <a:gd name="connsiteY12" fmla="*/ 484414 h 538842"/>
              <a:gd name="connsiteX13" fmla="*/ 27215 w 914400"/>
              <a:gd name="connsiteY13" fmla="*/ 500742 h 538842"/>
              <a:gd name="connsiteX14" fmla="*/ 0 w 914400"/>
              <a:gd name="connsiteY14" fmla="*/ 538842 h 538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4400" h="538842">
                <a:moveTo>
                  <a:pt x="914400" y="0"/>
                </a:moveTo>
                <a:cubicBezTo>
                  <a:pt x="907143" y="9071"/>
                  <a:pt x="897542" y="16687"/>
                  <a:pt x="892629" y="27214"/>
                </a:cubicBezTo>
                <a:cubicBezTo>
                  <a:pt x="836127" y="148290"/>
                  <a:pt x="923342" y="11565"/>
                  <a:pt x="849086" y="141514"/>
                </a:cubicBezTo>
                <a:cubicBezTo>
                  <a:pt x="838099" y="160742"/>
                  <a:pt x="825659" y="179355"/>
                  <a:pt x="810986" y="195942"/>
                </a:cubicBezTo>
                <a:cubicBezTo>
                  <a:pt x="783785" y="226690"/>
                  <a:pt x="756742" y="258396"/>
                  <a:pt x="723900" y="283028"/>
                </a:cubicBezTo>
                <a:cubicBezTo>
                  <a:pt x="716643" y="288471"/>
                  <a:pt x="710672" y="296306"/>
                  <a:pt x="702129" y="299357"/>
                </a:cubicBezTo>
                <a:cubicBezTo>
                  <a:pt x="684705" y="305580"/>
                  <a:pt x="666130" y="308604"/>
                  <a:pt x="647700" y="310242"/>
                </a:cubicBezTo>
                <a:cubicBezTo>
                  <a:pt x="584346" y="315873"/>
                  <a:pt x="520713" y="317741"/>
                  <a:pt x="457200" y="321128"/>
                </a:cubicBezTo>
                <a:lnTo>
                  <a:pt x="239486" y="332014"/>
                </a:lnTo>
                <a:cubicBezTo>
                  <a:pt x="214086" y="346528"/>
                  <a:pt x="171323" y="347428"/>
                  <a:pt x="163286" y="375557"/>
                </a:cubicBezTo>
                <a:cubicBezTo>
                  <a:pt x="159657" y="388257"/>
                  <a:pt x="160764" y="403434"/>
                  <a:pt x="152400" y="413657"/>
                </a:cubicBezTo>
                <a:cubicBezTo>
                  <a:pt x="132543" y="437926"/>
                  <a:pt x="110029" y="431565"/>
                  <a:pt x="87086" y="446314"/>
                </a:cubicBezTo>
                <a:cubicBezTo>
                  <a:pt x="69685" y="457500"/>
                  <a:pt x="49574" y="467202"/>
                  <a:pt x="38100" y="484414"/>
                </a:cubicBezTo>
                <a:cubicBezTo>
                  <a:pt x="34472" y="489857"/>
                  <a:pt x="31017" y="495419"/>
                  <a:pt x="27215" y="500742"/>
                </a:cubicBezTo>
                <a:cubicBezTo>
                  <a:pt x="-6559" y="548026"/>
                  <a:pt x="25667" y="500344"/>
                  <a:pt x="0" y="538842"/>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9" name="Picture 48">
            <a:extLst>
              <a:ext uri="{FF2B5EF4-FFF2-40B4-BE49-F238E27FC236}">
                <a16:creationId xmlns:a16="http://schemas.microsoft.com/office/drawing/2014/main" id="{59851DC5-0266-933F-A9C6-180C51A06420}"/>
              </a:ext>
            </a:extLst>
          </p:cNvPr>
          <p:cNvPicPr>
            <a:picLocks noChangeAspect="1"/>
          </p:cNvPicPr>
          <p:nvPr/>
        </p:nvPicPr>
        <p:blipFill>
          <a:blip r:embed="rId17"/>
          <a:stretch>
            <a:fillRect/>
          </a:stretch>
        </p:blipFill>
        <p:spPr>
          <a:xfrm>
            <a:off x="7138853" y="5648409"/>
            <a:ext cx="598926" cy="598926"/>
          </a:xfrm>
          <a:prstGeom prst="rect">
            <a:avLst/>
          </a:prstGeom>
        </p:spPr>
      </p:pic>
      <p:sp>
        <p:nvSpPr>
          <p:cNvPr id="52" name="TextBox 51">
            <a:extLst>
              <a:ext uri="{FF2B5EF4-FFF2-40B4-BE49-F238E27FC236}">
                <a16:creationId xmlns:a16="http://schemas.microsoft.com/office/drawing/2014/main" id="{0747CFBE-7D51-825B-5FB2-7FD040E4D4B3}"/>
              </a:ext>
            </a:extLst>
          </p:cNvPr>
          <p:cNvSpPr txBox="1"/>
          <p:nvPr/>
        </p:nvSpPr>
        <p:spPr>
          <a:xfrm>
            <a:off x="6852839" y="6227354"/>
            <a:ext cx="1215496" cy="276999"/>
          </a:xfrm>
          <a:prstGeom prst="rect">
            <a:avLst/>
          </a:prstGeom>
          <a:noFill/>
          <a:ln>
            <a:noFill/>
          </a:ln>
        </p:spPr>
        <p:txBody>
          <a:bodyPr wrap="square" rtlCol="0">
            <a:spAutoFit/>
          </a:bodyPr>
          <a:lstStyle/>
          <a:p>
            <a:pPr algn="ctr"/>
            <a:r>
              <a:rPr lang="en-SG" sz="1200" b="1" dirty="0">
                <a:solidFill>
                  <a:schemeClr val="tx2"/>
                </a:solidFill>
                <a:latin typeface="+mn-lt"/>
              </a:rPr>
              <a:t>Musical B’</a:t>
            </a:r>
          </a:p>
        </p:txBody>
      </p:sp>
      <p:sp>
        <p:nvSpPr>
          <p:cNvPr id="53" name="Freeform: Shape 52">
            <a:extLst>
              <a:ext uri="{FF2B5EF4-FFF2-40B4-BE49-F238E27FC236}">
                <a16:creationId xmlns:a16="http://schemas.microsoft.com/office/drawing/2014/main" id="{8C8246C9-2B73-9951-0101-57A90D6EF070}"/>
              </a:ext>
            </a:extLst>
          </p:cNvPr>
          <p:cNvSpPr/>
          <p:nvPr/>
        </p:nvSpPr>
        <p:spPr>
          <a:xfrm>
            <a:off x="6123190" y="5715000"/>
            <a:ext cx="1034167" cy="593271"/>
          </a:xfrm>
          <a:custGeom>
            <a:avLst/>
            <a:gdLst>
              <a:gd name="connsiteX0" fmla="*/ 10910 w 1034167"/>
              <a:gd name="connsiteY0" fmla="*/ 0 h 593271"/>
              <a:gd name="connsiteX1" fmla="*/ 24 w 1034167"/>
              <a:gd name="connsiteY1" fmla="*/ 27214 h 593271"/>
              <a:gd name="connsiteX2" fmla="*/ 32681 w 1034167"/>
              <a:gd name="connsiteY2" fmla="*/ 141514 h 593271"/>
              <a:gd name="connsiteX3" fmla="*/ 119767 w 1034167"/>
              <a:gd name="connsiteY3" fmla="*/ 217714 h 593271"/>
              <a:gd name="connsiteX4" fmla="*/ 185081 w 1034167"/>
              <a:gd name="connsiteY4" fmla="*/ 250371 h 593271"/>
              <a:gd name="connsiteX5" fmla="*/ 283053 w 1034167"/>
              <a:gd name="connsiteY5" fmla="*/ 288471 h 593271"/>
              <a:gd name="connsiteX6" fmla="*/ 402796 w 1034167"/>
              <a:gd name="connsiteY6" fmla="*/ 293914 h 593271"/>
              <a:gd name="connsiteX7" fmla="*/ 604181 w 1034167"/>
              <a:gd name="connsiteY7" fmla="*/ 353786 h 593271"/>
              <a:gd name="connsiteX8" fmla="*/ 615067 w 1034167"/>
              <a:gd name="connsiteY8" fmla="*/ 370114 h 593271"/>
              <a:gd name="connsiteX9" fmla="*/ 631396 w 1034167"/>
              <a:gd name="connsiteY9" fmla="*/ 429986 h 593271"/>
              <a:gd name="connsiteX10" fmla="*/ 642281 w 1034167"/>
              <a:gd name="connsiteY10" fmla="*/ 533400 h 593271"/>
              <a:gd name="connsiteX11" fmla="*/ 680381 w 1034167"/>
              <a:gd name="connsiteY11" fmla="*/ 555171 h 593271"/>
              <a:gd name="connsiteX12" fmla="*/ 778353 w 1034167"/>
              <a:gd name="connsiteY12" fmla="*/ 593271 h 593271"/>
              <a:gd name="connsiteX13" fmla="*/ 881767 w 1034167"/>
              <a:gd name="connsiteY13" fmla="*/ 587829 h 593271"/>
              <a:gd name="connsiteX14" fmla="*/ 930753 w 1034167"/>
              <a:gd name="connsiteY14" fmla="*/ 549729 h 593271"/>
              <a:gd name="connsiteX15" fmla="*/ 1034167 w 1034167"/>
              <a:gd name="connsiteY15" fmla="*/ 538843 h 59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4167" h="593271">
                <a:moveTo>
                  <a:pt x="10910" y="0"/>
                </a:moveTo>
                <a:cubicBezTo>
                  <a:pt x="7281" y="9071"/>
                  <a:pt x="-490" y="17457"/>
                  <a:pt x="24" y="27214"/>
                </a:cubicBezTo>
                <a:cubicBezTo>
                  <a:pt x="423" y="34790"/>
                  <a:pt x="16134" y="123225"/>
                  <a:pt x="32681" y="141514"/>
                </a:cubicBezTo>
                <a:cubicBezTo>
                  <a:pt x="58560" y="170117"/>
                  <a:pt x="85267" y="200464"/>
                  <a:pt x="119767" y="217714"/>
                </a:cubicBezTo>
                <a:cubicBezTo>
                  <a:pt x="141538" y="228600"/>
                  <a:pt x="164016" y="238175"/>
                  <a:pt x="185081" y="250371"/>
                </a:cubicBezTo>
                <a:cubicBezTo>
                  <a:pt x="244050" y="284512"/>
                  <a:pt x="202154" y="281117"/>
                  <a:pt x="283053" y="288471"/>
                </a:cubicBezTo>
                <a:cubicBezTo>
                  <a:pt x="322844" y="292088"/>
                  <a:pt x="362882" y="292100"/>
                  <a:pt x="402796" y="293914"/>
                </a:cubicBezTo>
                <a:cubicBezTo>
                  <a:pt x="506337" y="314622"/>
                  <a:pt x="542016" y="298529"/>
                  <a:pt x="604181" y="353786"/>
                </a:cubicBezTo>
                <a:cubicBezTo>
                  <a:pt x="609070" y="358132"/>
                  <a:pt x="611438" y="364671"/>
                  <a:pt x="615067" y="370114"/>
                </a:cubicBezTo>
                <a:cubicBezTo>
                  <a:pt x="623153" y="394372"/>
                  <a:pt x="628319" y="405367"/>
                  <a:pt x="631396" y="429986"/>
                </a:cubicBezTo>
                <a:cubicBezTo>
                  <a:pt x="635695" y="464380"/>
                  <a:pt x="629650" y="501121"/>
                  <a:pt x="642281" y="533400"/>
                </a:cubicBezTo>
                <a:cubicBezTo>
                  <a:pt x="647611" y="547021"/>
                  <a:pt x="667298" y="548630"/>
                  <a:pt x="680381" y="555171"/>
                </a:cubicBezTo>
                <a:cubicBezTo>
                  <a:pt x="737030" y="583496"/>
                  <a:pt x="728360" y="578988"/>
                  <a:pt x="778353" y="593271"/>
                </a:cubicBezTo>
                <a:lnTo>
                  <a:pt x="881767" y="587829"/>
                </a:lnTo>
                <a:cubicBezTo>
                  <a:pt x="901657" y="582146"/>
                  <a:pt x="910209" y="552146"/>
                  <a:pt x="930753" y="549729"/>
                </a:cubicBezTo>
                <a:cubicBezTo>
                  <a:pt x="1026885" y="538419"/>
                  <a:pt x="992226" y="538843"/>
                  <a:pt x="1034167" y="5388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60" name="Group 59">
            <a:extLst>
              <a:ext uri="{FF2B5EF4-FFF2-40B4-BE49-F238E27FC236}">
                <a16:creationId xmlns:a16="http://schemas.microsoft.com/office/drawing/2014/main" id="{E32D97AF-316A-1631-AC90-9B3D71FB87B6}"/>
              </a:ext>
            </a:extLst>
          </p:cNvPr>
          <p:cNvGrpSpPr/>
          <p:nvPr/>
        </p:nvGrpSpPr>
        <p:grpSpPr>
          <a:xfrm>
            <a:off x="6262885" y="5837206"/>
            <a:ext cx="776731" cy="378714"/>
            <a:chOff x="4579693" y="5139808"/>
            <a:chExt cx="776731" cy="378714"/>
          </a:xfrm>
        </p:grpSpPr>
        <p:sp>
          <p:nvSpPr>
            <p:cNvPr id="61" name="Rectangle: Rounded Corners 60">
              <a:extLst>
                <a:ext uri="{FF2B5EF4-FFF2-40B4-BE49-F238E27FC236}">
                  <a16:creationId xmlns:a16="http://schemas.microsoft.com/office/drawing/2014/main" id="{5315A014-85E9-89C8-7518-5666BDC36E6A}"/>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1.0 KM</a:t>
              </a:r>
            </a:p>
          </p:txBody>
        </p:sp>
        <p:grpSp>
          <p:nvGrpSpPr>
            <p:cNvPr id="62" name="Group 61">
              <a:extLst>
                <a:ext uri="{FF2B5EF4-FFF2-40B4-BE49-F238E27FC236}">
                  <a16:creationId xmlns:a16="http://schemas.microsoft.com/office/drawing/2014/main" id="{3DFB1921-173B-93B0-659F-A7C83E033735}"/>
                </a:ext>
              </a:extLst>
            </p:cNvPr>
            <p:cNvGrpSpPr/>
            <p:nvPr/>
          </p:nvGrpSpPr>
          <p:grpSpPr>
            <a:xfrm>
              <a:off x="4579693" y="5287690"/>
              <a:ext cx="776731" cy="230832"/>
              <a:chOff x="4622782" y="5567706"/>
              <a:chExt cx="776731" cy="230832"/>
            </a:xfrm>
          </p:grpSpPr>
          <p:sp>
            <p:nvSpPr>
              <p:cNvPr id="63" name="TextBox 62">
                <a:extLst>
                  <a:ext uri="{FF2B5EF4-FFF2-40B4-BE49-F238E27FC236}">
                    <a16:creationId xmlns:a16="http://schemas.microsoft.com/office/drawing/2014/main" id="{675D2E97-D17D-CEA9-8017-0E257CA81832}"/>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10 mins</a:t>
                </a:r>
                <a:endParaRPr lang="en-SG" sz="900" dirty="0">
                  <a:solidFill>
                    <a:schemeClr val="tx2"/>
                  </a:solidFill>
                  <a:latin typeface="+mn-lt"/>
                </a:endParaRPr>
              </a:p>
            </p:txBody>
          </p:sp>
          <p:pic>
            <p:nvPicPr>
              <p:cNvPr id="64" name="Picture 63" descr="A person walking on a black background&#10;&#10;AI-generated content may be incorrect.">
                <a:extLst>
                  <a:ext uri="{FF2B5EF4-FFF2-40B4-BE49-F238E27FC236}">
                    <a16:creationId xmlns:a16="http://schemas.microsoft.com/office/drawing/2014/main" id="{8E4AF640-BFF8-2C56-328F-619AE61DC6CF}"/>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grpSp>
        <p:nvGrpSpPr>
          <p:cNvPr id="65" name="Group 64">
            <a:extLst>
              <a:ext uri="{FF2B5EF4-FFF2-40B4-BE49-F238E27FC236}">
                <a16:creationId xmlns:a16="http://schemas.microsoft.com/office/drawing/2014/main" id="{31C24443-3A13-989A-3459-F2821427FE3B}"/>
              </a:ext>
            </a:extLst>
          </p:cNvPr>
          <p:cNvGrpSpPr/>
          <p:nvPr/>
        </p:nvGrpSpPr>
        <p:grpSpPr>
          <a:xfrm>
            <a:off x="5362875" y="5985250"/>
            <a:ext cx="776731" cy="378714"/>
            <a:chOff x="4579693" y="5139808"/>
            <a:chExt cx="776731" cy="378714"/>
          </a:xfrm>
        </p:grpSpPr>
        <p:sp>
          <p:nvSpPr>
            <p:cNvPr id="66" name="Rectangle: Rounded Corners 65">
              <a:extLst>
                <a:ext uri="{FF2B5EF4-FFF2-40B4-BE49-F238E27FC236}">
                  <a16:creationId xmlns:a16="http://schemas.microsoft.com/office/drawing/2014/main" id="{D558491E-55DE-9104-A018-03E3FDBA0EB8}"/>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500 m</a:t>
              </a:r>
            </a:p>
          </p:txBody>
        </p:sp>
        <p:grpSp>
          <p:nvGrpSpPr>
            <p:cNvPr id="76" name="Group 75">
              <a:extLst>
                <a:ext uri="{FF2B5EF4-FFF2-40B4-BE49-F238E27FC236}">
                  <a16:creationId xmlns:a16="http://schemas.microsoft.com/office/drawing/2014/main" id="{E7E9B023-2357-C95D-93EF-AF9D48A787F3}"/>
                </a:ext>
              </a:extLst>
            </p:cNvPr>
            <p:cNvGrpSpPr/>
            <p:nvPr/>
          </p:nvGrpSpPr>
          <p:grpSpPr>
            <a:xfrm>
              <a:off x="4579693" y="5287690"/>
              <a:ext cx="776731" cy="230832"/>
              <a:chOff x="4622782" y="5567706"/>
              <a:chExt cx="776731" cy="230832"/>
            </a:xfrm>
          </p:grpSpPr>
          <p:sp>
            <p:nvSpPr>
              <p:cNvPr id="84" name="TextBox 83">
                <a:extLst>
                  <a:ext uri="{FF2B5EF4-FFF2-40B4-BE49-F238E27FC236}">
                    <a16:creationId xmlns:a16="http://schemas.microsoft.com/office/drawing/2014/main" id="{4629CA62-2EFB-CDF1-6711-E166DCD014A2}"/>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5 mins</a:t>
                </a:r>
                <a:endParaRPr lang="en-SG" sz="900" dirty="0">
                  <a:solidFill>
                    <a:schemeClr val="tx2"/>
                  </a:solidFill>
                  <a:latin typeface="+mn-lt"/>
                </a:endParaRPr>
              </a:p>
            </p:txBody>
          </p:sp>
          <p:pic>
            <p:nvPicPr>
              <p:cNvPr id="86" name="Picture 85" descr="A person walking on a black background&#10;&#10;AI-generated content may be incorrect.">
                <a:extLst>
                  <a:ext uri="{FF2B5EF4-FFF2-40B4-BE49-F238E27FC236}">
                    <a16:creationId xmlns:a16="http://schemas.microsoft.com/office/drawing/2014/main" id="{E6A53A8C-ED45-C912-E474-1DF5DC590A1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sp>
        <p:nvSpPr>
          <p:cNvPr id="97" name="Rectangle 96">
            <a:extLst>
              <a:ext uri="{FF2B5EF4-FFF2-40B4-BE49-F238E27FC236}">
                <a16:creationId xmlns:a16="http://schemas.microsoft.com/office/drawing/2014/main" id="{AD80935B-6F07-2196-BC5E-1DC1266DFF53}"/>
              </a:ext>
            </a:extLst>
          </p:cNvPr>
          <p:cNvSpPr/>
          <p:nvPr/>
        </p:nvSpPr>
        <p:spPr>
          <a:xfrm>
            <a:off x="8967452" y="4211670"/>
            <a:ext cx="1466386" cy="2646330"/>
          </a:xfrm>
          <a:prstGeom prst="rect">
            <a:avLst/>
          </a:prstGeom>
          <a:solidFill>
            <a:schemeClr val="bg1"/>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9" name="TextBox 98">
            <a:extLst>
              <a:ext uri="{FF2B5EF4-FFF2-40B4-BE49-F238E27FC236}">
                <a16:creationId xmlns:a16="http://schemas.microsoft.com/office/drawing/2014/main" id="{ADBDFF41-8FE9-2FCB-A7B2-AD91D641F8F1}"/>
              </a:ext>
            </a:extLst>
          </p:cNvPr>
          <p:cNvSpPr txBox="1"/>
          <p:nvPr/>
        </p:nvSpPr>
        <p:spPr>
          <a:xfrm>
            <a:off x="9078864" y="4907207"/>
            <a:ext cx="1227849" cy="633622"/>
          </a:xfrm>
          <a:prstGeom prst="rect">
            <a:avLst/>
          </a:prstGeom>
          <a:noFill/>
          <a:ln>
            <a:solidFill>
              <a:srgbClr val="2F3C7E"/>
            </a:solidFill>
          </a:ln>
        </p:spPr>
        <p:txBody>
          <a:bodyPr wrap="square" rtlCol="0">
            <a:spAutoFit/>
          </a:bodyPr>
          <a:lstStyle/>
          <a:p>
            <a:endParaRPr lang="en-SG" dirty="0"/>
          </a:p>
        </p:txBody>
      </p:sp>
      <p:sp>
        <p:nvSpPr>
          <p:cNvPr id="113" name="TextBox 112">
            <a:extLst>
              <a:ext uri="{FF2B5EF4-FFF2-40B4-BE49-F238E27FC236}">
                <a16:creationId xmlns:a16="http://schemas.microsoft.com/office/drawing/2014/main" id="{22E4B804-367A-48E4-D46F-583B95A9EF57}"/>
              </a:ext>
            </a:extLst>
          </p:cNvPr>
          <p:cNvSpPr txBox="1"/>
          <p:nvPr/>
        </p:nvSpPr>
        <p:spPr>
          <a:xfrm>
            <a:off x="10433837" y="4215089"/>
            <a:ext cx="1756011" cy="307777"/>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2700">
            <a:solidFill>
              <a:schemeClr val="tx1"/>
            </a:solidFill>
          </a:ln>
        </p:spPr>
        <p:txBody>
          <a:bodyPr wrap="square" rtlCol="0">
            <a:spAutoFit/>
          </a:bodyPr>
          <a:lstStyle/>
          <a:p>
            <a:r>
              <a:rPr lang="en-SG" sz="1400" b="1" dirty="0"/>
              <a:t>About</a:t>
            </a:r>
          </a:p>
        </p:txBody>
      </p:sp>
      <p:sp>
        <p:nvSpPr>
          <p:cNvPr id="114" name="TextBox 113">
            <a:extLst>
              <a:ext uri="{FF2B5EF4-FFF2-40B4-BE49-F238E27FC236}">
                <a16:creationId xmlns:a16="http://schemas.microsoft.com/office/drawing/2014/main" id="{704D516A-415A-A1BA-A384-F9CC519C53C9}"/>
              </a:ext>
            </a:extLst>
          </p:cNvPr>
          <p:cNvSpPr txBox="1"/>
          <p:nvPr/>
        </p:nvSpPr>
        <p:spPr>
          <a:xfrm>
            <a:off x="10434912" y="4526271"/>
            <a:ext cx="1749183" cy="784830"/>
          </a:xfrm>
          <a:prstGeom prst="rect">
            <a:avLst/>
          </a:prstGeom>
          <a:noFill/>
          <a:ln>
            <a:solidFill>
              <a:schemeClr val="tx1"/>
            </a:solidFill>
          </a:ln>
        </p:spPr>
        <p:txBody>
          <a:bodyPr wrap="square" rtlCol="0">
            <a:spAutoFit/>
          </a:bodyPr>
          <a:lstStyle/>
          <a:p>
            <a:r>
              <a:rPr lang="en-SG" sz="900" dirty="0"/>
              <a:t>Lorem ipsum </a:t>
            </a:r>
            <a:r>
              <a:rPr lang="en-SG" sz="900" dirty="0" err="1"/>
              <a:t>dolor</a:t>
            </a:r>
            <a:r>
              <a:rPr lang="en-SG" sz="900" dirty="0"/>
              <a:t> sit </a:t>
            </a:r>
            <a:r>
              <a:rPr lang="en-SG" sz="900" dirty="0" err="1"/>
              <a:t>amet</a:t>
            </a:r>
            <a:r>
              <a:rPr lang="en-SG" sz="900" dirty="0"/>
              <a:t>, </a:t>
            </a:r>
            <a:r>
              <a:rPr lang="en-SG" sz="900" dirty="0" err="1"/>
              <a:t>consectetur</a:t>
            </a:r>
            <a:r>
              <a:rPr lang="en-SG" sz="900" dirty="0"/>
              <a:t> </a:t>
            </a:r>
            <a:r>
              <a:rPr lang="en-SG" sz="900" dirty="0" err="1"/>
              <a:t>adipiscing</a:t>
            </a:r>
            <a:r>
              <a:rPr lang="en-SG" sz="900" dirty="0"/>
              <a:t> </a:t>
            </a:r>
            <a:r>
              <a:rPr lang="en-SG" sz="900" dirty="0" err="1"/>
              <a:t>elit</a:t>
            </a:r>
            <a:r>
              <a:rPr lang="en-SG" sz="900" dirty="0"/>
              <a:t>, </a:t>
            </a:r>
            <a:r>
              <a:rPr lang="en-SG" sz="900" dirty="0" err="1"/>
              <a:t>sed</a:t>
            </a:r>
            <a:r>
              <a:rPr lang="en-SG" sz="900" dirty="0"/>
              <a:t> do </a:t>
            </a:r>
            <a:r>
              <a:rPr lang="en-SG" sz="900" dirty="0" err="1"/>
              <a:t>eiusmod</a:t>
            </a:r>
            <a:r>
              <a:rPr lang="en-SG" sz="900" dirty="0"/>
              <a:t> </a:t>
            </a:r>
            <a:r>
              <a:rPr lang="en-SG" sz="900" dirty="0" err="1"/>
              <a:t>tempor</a:t>
            </a:r>
            <a:r>
              <a:rPr lang="en-SG" sz="900" dirty="0"/>
              <a:t> </a:t>
            </a:r>
            <a:r>
              <a:rPr lang="en-SG" sz="900" dirty="0" err="1"/>
              <a:t>incididunt</a:t>
            </a:r>
            <a:r>
              <a:rPr lang="en-SG" sz="900" dirty="0"/>
              <a:t> </a:t>
            </a:r>
            <a:r>
              <a:rPr lang="en-SG" sz="900" dirty="0" err="1"/>
              <a:t>ut</a:t>
            </a:r>
            <a:r>
              <a:rPr lang="en-SG" sz="900" dirty="0"/>
              <a:t> labore et dolore magna </a:t>
            </a:r>
            <a:r>
              <a:rPr lang="en-SG" sz="900" dirty="0" err="1"/>
              <a:t>aliqua</a:t>
            </a:r>
            <a:r>
              <a:rPr lang="en-SG" sz="900" dirty="0"/>
              <a:t>. </a:t>
            </a:r>
          </a:p>
        </p:txBody>
      </p:sp>
      <p:sp>
        <p:nvSpPr>
          <p:cNvPr id="115" name="TextBox 114">
            <a:extLst>
              <a:ext uri="{FF2B5EF4-FFF2-40B4-BE49-F238E27FC236}">
                <a16:creationId xmlns:a16="http://schemas.microsoft.com/office/drawing/2014/main" id="{06E8272E-1D1A-A48E-42C5-4462B13D4639}"/>
              </a:ext>
            </a:extLst>
          </p:cNvPr>
          <p:cNvSpPr txBox="1"/>
          <p:nvPr/>
        </p:nvSpPr>
        <p:spPr>
          <a:xfrm>
            <a:off x="10434913" y="5311814"/>
            <a:ext cx="1756011" cy="307777"/>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2700">
            <a:solidFill>
              <a:schemeClr val="tx1"/>
            </a:solidFill>
          </a:ln>
        </p:spPr>
        <p:txBody>
          <a:bodyPr wrap="square" rtlCol="0">
            <a:spAutoFit/>
          </a:bodyPr>
          <a:lstStyle/>
          <a:p>
            <a:r>
              <a:rPr lang="en-SG" sz="1400" b="1" dirty="0"/>
              <a:t>How to get there</a:t>
            </a:r>
          </a:p>
        </p:txBody>
      </p:sp>
      <p:sp>
        <p:nvSpPr>
          <p:cNvPr id="122" name="Rectangle: Rounded Corners 121">
            <a:extLst>
              <a:ext uri="{FF2B5EF4-FFF2-40B4-BE49-F238E27FC236}">
                <a16:creationId xmlns:a16="http://schemas.microsoft.com/office/drawing/2014/main" id="{FEF1F31C-0860-6B35-F17D-B535C6F8C0C2}"/>
              </a:ext>
            </a:extLst>
          </p:cNvPr>
          <p:cNvSpPr/>
          <p:nvPr/>
        </p:nvSpPr>
        <p:spPr>
          <a:xfrm rot="5400000">
            <a:off x="11970550" y="5822130"/>
            <a:ext cx="336725"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6" name="Rectangle: Rounded Corners 125">
            <a:extLst>
              <a:ext uri="{FF2B5EF4-FFF2-40B4-BE49-F238E27FC236}">
                <a16:creationId xmlns:a16="http://schemas.microsoft.com/office/drawing/2014/main" id="{33DF61F1-75E0-E5BB-A434-14F15B0BC491}"/>
              </a:ext>
            </a:extLst>
          </p:cNvPr>
          <p:cNvSpPr/>
          <p:nvPr/>
        </p:nvSpPr>
        <p:spPr>
          <a:xfrm rot="5400000">
            <a:off x="11970550" y="4724556"/>
            <a:ext cx="336725"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7" name="Rectangle: Rounded Corners 126">
            <a:extLst>
              <a:ext uri="{FF2B5EF4-FFF2-40B4-BE49-F238E27FC236}">
                <a16:creationId xmlns:a16="http://schemas.microsoft.com/office/drawing/2014/main" id="{7CAADF80-436F-4D44-DDE0-F4CC543F82A3}"/>
              </a:ext>
            </a:extLst>
          </p:cNvPr>
          <p:cNvSpPr/>
          <p:nvPr/>
        </p:nvSpPr>
        <p:spPr>
          <a:xfrm rot="5400000">
            <a:off x="11663175" y="986565"/>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8" name="Rectangle: Rounded Corners 127">
            <a:extLst>
              <a:ext uri="{FF2B5EF4-FFF2-40B4-BE49-F238E27FC236}">
                <a16:creationId xmlns:a16="http://schemas.microsoft.com/office/drawing/2014/main" id="{AE118A99-A685-BFC7-2658-E40175961636}"/>
              </a:ext>
            </a:extLst>
          </p:cNvPr>
          <p:cNvSpPr/>
          <p:nvPr/>
        </p:nvSpPr>
        <p:spPr>
          <a:xfrm rot="5400000">
            <a:off x="7368109" y="971118"/>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2" name="Rectangle: Rounded Corners 1">
            <a:extLst>
              <a:ext uri="{FF2B5EF4-FFF2-40B4-BE49-F238E27FC236}">
                <a16:creationId xmlns:a16="http://schemas.microsoft.com/office/drawing/2014/main" id="{1B6D551D-509B-4224-A980-D586EC5B9811}"/>
              </a:ext>
            </a:extLst>
          </p:cNvPr>
          <p:cNvSpPr/>
          <p:nvPr/>
        </p:nvSpPr>
        <p:spPr>
          <a:xfrm rot="5400000">
            <a:off x="3406156" y="2514864"/>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0" name="Freeform: Shape 9">
            <a:extLst>
              <a:ext uri="{FF2B5EF4-FFF2-40B4-BE49-F238E27FC236}">
                <a16:creationId xmlns:a16="http://schemas.microsoft.com/office/drawing/2014/main" id="{6D16BCA2-12E7-5BA8-69E1-3FE23003D251}"/>
              </a:ext>
            </a:extLst>
          </p:cNvPr>
          <p:cNvSpPr/>
          <p:nvPr/>
        </p:nvSpPr>
        <p:spPr>
          <a:xfrm>
            <a:off x="4316186" y="5524500"/>
            <a:ext cx="1763485" cy="299357"/>
          </a:xfrm>
          <a:custGeom>
            <a:avLst/>
            <a:gdLst>
              <a:gd name="connsiteX0" fmla="*/ 1763485 w 1763485"/>
              <a:gd name="connsiteY0" fmla="*/ 206829 h 299357"/>
              <a:gd name="connsiteX1" fmla="*/ 1540328 w 1763485"/>
              <a:gd name="connsiteY1" fmla="*/ 299357 h 299357"/>
              <a:gd name="connsiteX2" fmla="*/ 1409700 w 1763485"/>
              <a:gd name="connsiteY2" fmla="*/ 272143 h 299357"/>
              <a:gd name="connsiteX3" fmla="*/ 1322614 w 1763485"/>
              <a:gd name="connsiteY3" fmla="*/ 190500 h 299357"/>
              <a:gd name="connsiteX4" fmla="*/ 1306285 w 1763485"/>
              <a:gd name="connsiteY4" fmla="*/ 157843 h 299357"/>
              <a:gd name="connsiteX5" fmla="*/ 1284514 w 1763485"/>
              <a:gd name="connsiteY5" fmla="*/ 130629 h 299357"/>
              <a:gd name="connsiteX6" fmla="*/ 1273628 w 1763485"/>
              <a:gd name="connsiteY6" fmla="*/ 92529 h 299357"/>
              <a:gd name="connsiteX7" fmla="*/ 1268185 w 1763485"/>
              <a:gd name="connsiteY7" fmla="*/ 76200 h 299357"/>
              <a:gd name="connsiteX8" fmla="*/ 1191985 w 1763485"/>
              <a:gd name="connsiteY8" fmla="*/ 16329 h 299357"/>
              <a:gd name="connsiteX9" fmla="*/ 1028700 w 1763485"/>
              <a:gd name="connsiteY9" fmla="*/ 0 h 299357"/>
              <a:gd name="connsiteX10" fmla="*/ 849085 w 1763485"/>
              <a:gd name="connsiteY10" fmla="*/ 10886 h 299357"/>
              <a:gd name="connsiteX11" fmla="*/ 800100 w 1763485"/>
              <a:gd name="connsiteY11" fmla="*/ 43543 h 299357"/>
              <a:gd name="connsiteX12" fmla="*/ 685800 w 1763485"/>
              <a:gd name="connsiteY12" fmla="*/ 119743 h 299357"/>
              <a:gd name="connsiteX13" fmla="*/ 658585 w 1763485"/>
              <a:gd name="connsiteY13" fmla="*/ 136071 h 299357"/>
              <a:gd name="connsiteX14" fmla="*/ 544285 w 1763485"/>
              <a:gd name="connsiteY14" fmla="*/ 163286 h 299357"/>
              <a:gd name="connsiteX15" fmla="*/ 511628 w 1763485"/>
              <a:gd name="connsiteY15" fmla="*/ 174171 h 299357"/>
              <a:gd name="connsiteX16" fmla="*/ 255814 w 1763485"/>
              <a:gd name="connsiteY16" fmla="*/ 130629 h 299357"/>
              <a:gd name="connsiteX17" fmla="*/ 239485 w 1763485"/>
              <a:gd name="connsiteY17" fmla="*/ 119743 h 299357"/>
              <a:gd name="connsiteX18" fmla="*/ 217714 w 1763485"/>
              <a:gd name="connsiteY18" fmla="*/ 114300 h 299357"/>
              <a:gd name="connsiteX19" fmla="*/ 168728 w 1763485"/>
              <a:gd name="connsiteY19" fmla="*/ 76200 h 299357"/>
              <a:gd name="connsiteX20" fmla="*/ 54428 w 1763485"/>
              <a:gd name="connsiteY20" fmla="*/ 43543 h 299357"/>
              <a:gd name="connsiteX21" fmla="*/ 0 w 1763485"/>
              <a:gd name="connsiteY21" fmla="*/ 43543 h 29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3485" h="299357">
                <a:moveTo>
                  <a:pt x="1763485" y="206829"/>
                </a:moveTo>
                <a:cubicBezTo>
                  <a:pt x="1614475" y="277785"/>
                  <a:pt x="1689015" y="247316"/>
                  <a:pt x="1540328" y="299357"/>
                </a:cubicBezTo>
                <a:cubicBezTo>
                  <a:pt x="1496785" y="290286"/>
                  <a:pt x="1452266" y="285042"/>
                  <a:pt x="1409700" y="272143"/>
                </a:cubicBezTo>
                <a:cubicBezTo>
                  <a:pt x="1360103" y="257114"/>
                  <a:pt x="1349198" y="233034"/>
                  <a:pt x="1322614" y="190500"/>
                </a:cubicBezTo>
                <a:cubicBezTo>
                  <a:pt x="1316164" y="180179"/>
                  <a:pt x="1312819" y="168111"/>
                  <a:pt x="1306285" y="157843"/>
                </a:cubicBezTo>
                <a:cubicBezTo>
                  <a:pt x="1300048" y="148042"/>
                  <a:pt x="1291771" y="139700"/>
                  <a:pt x="1284514" y="130629"/>
                </a:cubicBezTo>
                <a:cubicBezTo>
                  <a:pt x="1280885" y="117929"/>
                  <a:pt x="1277423" y="105180"/>
                  <a:pt x="1273628" y="92529"/>
                </a:cubicBezTo>
                <a:cubicBezTo>
                  <a:pt x="1271979" y="87034"/>
                  <a:pt x="1271858" y="80608"/>
                  <a:pt x="1268185" y="76200"/>
                </a:cubicBezTo>
                <a:cubicBezTo>
                  <a:pt x="1250833" y="55378"/>
                  <a:pt x="1224333" y="20950"/>
                  <a:pt x="1191985" y="16329"/>
                </a:cubicBezTo>
                <a:cubicBezTo>
                  <a:pt x="1137835" y="8593"/>
                  <a:pt x="1028700" y="0"/>
                  <a:pt x="1028700" y="0"/>
                </a:cubicBezTo>
                <a:cubicBezTo>
                  <a:pt x="968828" y="3629"/>
                  <a:pt x="908007" y="-337"/>
                  <a:pt x="849085" y="10886"/>
                </a:cubicBezTo>
                <a:cubicBezTo>
                  <a:pt x="829807" y="14558"/>
                  <a:pt x="817184" y="33887"/>
                  <a:pt x="800100" y="43543"/>
                </a:cubicBezTo>
                <a:cubicBezTo>
                  <a:pt x="628196" y="140706"/>
                  <a:pt x="794349" y="29288"/>
                  <a:pt x="685800" y="119743"/>
                </a:cubicBezTo>
                <a:cubicBezTo>
                  <a:pt x="677673" y="126516"/>
                  <a:pt x="668445" y="132237"/>
                  <a:pt x="658585" y="136071"/>
                </a:cubicBezTo>
                <a:cubicBezTo>
                  <a:pt x="599918" y="158886"/>
                  <a:pt x="596861" y="156714"/>
                  <a:pt x="544285" y="163286"/>
                </a:cubicBezTo>
                <a:cubicBezTo>
                  <a:pt x="533399" y="166914"/>
                  <a:pt x="523087" y="174759"/>
                  <a:pt x="511628" y="174171"/>
                </a:cubicBezTo>
                <a:cubicBezTo>
                  <a:pt x="367189" y="166764"/>
                  <a:pt x="363109" y="161284"/>
                  <a:pt x="255814" y="130629"/>
                </a:cubicBezTo>
                <a:cubicBezTo>
                  <a:pt x="250371" y="127000"/>
                  <a:pt x="245498" y="122320"/>
                  <a:pt x="239485" y="119743"/>
                </a:cubicBezTo>
                <a:cubicBezTo>
                  <a:pt x="232609" y="116796"/>
                  <a:pt x="223003" y="119589"/>
                  <a:pt x="217714" y="114300"/>
                </a:cubicBezTo>
                <a:cubicBezTo>
                  <a:pt x="170934" y="67520"/>
                  <a:pt x="236527" y="87500"/>
                  <a:pt x="168728" y="76200"/>
                </a:cubicBezTo>
                <a:cubicBezTo>
                  <a:pt x="117113" y="55554"/>
                  <a:pt x="111054" y="48936"/>
                  <a:pt x="54428" y="43543"/>
                </a:cubicBezTo>
                <a:cubicBezTo>
                  <a:pt x="36367" y="41823"/>
                  <a:pt x="18143" y="43543"/>
                  <a:pt x="0" y="435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 name="Group 2">
            <a:extLst>
              <a:ext uri="{FF2B5EF4-FFF2-40B4-BE49-F238E27FC236}">
                <a16:creationId xmlns:a16="http://schemas.microsoft.com/office/drawing/2014/main" id="{5546E837-18E2-CCCB-CCA5-06F39B399533}"/>
              </a:ext>
            </a:extLst>
          </p:cNvPr>
          <p:cNvGrpSpPr/>
          <p:nvPr/>
        </p:nvGrpSpPr>
        <p:grpSpPr>
          <a:xfrm>
            <a:off x="4648576" y="5564302"/>
            <a:ext cx="776731" cy="378714"/>
            <a:chOff x="4579693" y="5139808"/>
            <a:chExt cx="776731" cy="378714"/>
          </a:xfrm>
        </p:grpSpPr>
        <p:sp>
          <p:nvSpPr>
            <p:cNvPr id="4" name="Rectangle: Rounded Corners 3">
              <a:extLst>
                <a:ext uri="{FF2B5EF4-FFF2-40B4-BE49-F238E27FC236}">
                  <a16:creationId xmlns:a16="http://schemas.microsoft.com/office/drawing/2014/main" id="{4416F06D-B66D-3B89-F7F9-5A816F15AEC0}"/>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2.4 KM</a:t>
              </a:r>
            </a:p>
          </p:txBody>
        </p:sp>
        <p:grpSp>
          <p:nvGrpSpPr>
            <p:cNvPr id="5" name="Group 4">
              <a:extLst>
                <a:ext uri="{FF2B5EF4-FFF2-40B4-BE49-F238E27FC236}">
                  <a16:creationId xmlns:a16="http://schemas.microsoft.com/office/drawing/2014/main" id="{811AF475-C1DE-FAB8-06F6-6D314F95B0CD}"/>
                </a:ext>
              </a:extLst>
            </p:cNvPr>
            <p:cNvGrpSpPr/>
            <p:nvPr/>
          </p:nvGrpSpPr>
          <p:grpSpPr>
            <a:xfrm>
              <a:off x="4579693" y="5287690"/>
              <a:ext cx="776731" cy="230832"/>
              <a:chOff x="4622782" y="5567706"/>
              <a:chExt cx="776731" cy="230832"/>
            </a:xfrm>
          </p:grpSpPr>
          <p:sp>
            <p:nvSpPr>
              <p:cNvPr id="8" name="TextBox 7">
                <a:extLst>
                  <a:ext uri="{FF2B5EF4-FFF2-40B4-BE49-F238E27FC236}">
                    <a16:creationId xmlns:a16="http://schemas.microsoft.com/office/drawing/2014/main" id="{055780DC-3A3E-C770-C900-1067EC254EF6}"/>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20 mins</a:t>
                </a:r>
                <a:endParaRPr lang="en-SG" sz="900" dirty="0">
                  <a:solidFill>
                    <a:schemeClr val="tx2"/>
                  </a:solidFill>
                  <a:latin typeface="+mn-lt"/>
                </a:endParaRPr>
              </a:p>
            </p:txBody>
          </p:sp>
          <p:pic>
            <p:nvPicPr>
              <p:cNvPr id="9" name="Picture 8" descr="A person walking on a black background&#10;&#10;AI-generated content may be incorrect.">
                <a:extLst>
                  <a:ext uri="{FF2B5EF4-FFF2-40B4-BE49-F238E27FC236}">
                    <a16:creationId xmlns:a16="http://schemas.microsoft.com/office/drawing/2014/main" id="{2DEB2D3F-A86A-47F3-C2AB-796A00F7F150}"/>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sp>
        <p:nvSpPr>
          <p:cNvPr id="45" name="TextBox 44">
            <a:extLst>
              <a:ext uri="{FF2B5EF4-FFF2-40B4-BE49-F238E27FC236}">
                <a16:creationId xmlns:a16="http://schemas.microsoft.com/office/drawing/2014/main" id="{1CE8AB8C-C13E-FE8E-4C67-9798D70BBBA6}"/>
              </a:ext>
            </a:extLst>
          </p:cNvPr>
          <p:cNvSpPr txBox="1"/>
          <p:nvPr/>
        </p:nvSpPr>
        <p:spPr>
          <a:xfrm>
            <a:off x="8950972" y="4381184"/>
            <a:ext cx="1605061" cy="307777"/>
          </a:xfrm>
          <a:prstGeom prst="rect">
            <a:avLst/>
          </a:prstGeom>
          <a:noFill/>
        </p:spPr>
        <p:txBody>
          <a:bodyPr wrap="square" rtlCol="0">
            <a:spAutoFit/>
          </a:bodyPr>
          <a:lstStyle/>
          <a:p>
            <a:r>
              <a:rPr lang="en-SG" sz="1400" b="1" dirty="0">
                <a:solidFill>
                  <a:schemeClr val="tx2">
                    <a:lumMod val="50000"/>
                  </a:schemeClr>
                </a:solidFill>
              </a:rPr>
              <a:t>Jake &amp; Marks</a:t>
            </a:r>
          </a:p>
        </p:txBody>
      </p:sp>
      <p:sp>
        <p:nvSpPr>
          <p:cNvPr id="50" name="TextBox 49">
            <a:extLst>
              <a:ext uri="{FF2B5EF4-FFF2-40B4-BE49-F238E27FC236}">
                <a16:creationId xmlns:a16="http://schemas.microsoft.com/office/drawing/2014/main" id="{869987EB-736C-0BEC-86F8-23E7A0711E2E}"/>
              </a:ext>
            </a:extLst>
          </p:cNvPr>
          <p:cNvSpPr txBox="1"/>
          <p:nvPr/>
        </p:nvSpPr>
        <p:spPr>
          <a:xfrm>
            <a:off x="10437251" y="5623709"/>
            <a:ext cx="1749183" cy="230832"/>
          </a:xfrm>
          <a:prstGeom prst="rect">
            <a:avLst/>
          </a:prstGeom>
          <a:noFill/>
          <a:ln>
            <a:solidFill>
              <a:schemeClr val="tx1"/>
            </a:solidFill>
          </a:ln>
        </p:spPr>
        <p:txBody>
          <a:bodyPr wrap="square" rtlCol="0">
            <a:spAutoFit/>
          </a:bodyPr>
          <a:lstStyle/>
          <a:p>
            <a:r>
              <a:rPr lang="en-SG" sz="900" dirty="0"/>
              <a:t>Walk straight for 200m.</a:t>
            </a:r>
          </a:p>
        </p:txBody>
      </p:sp>
      <p:sp>
        <p:nvSpPr>
          <p:cNvPr id="51" name="TextBox 50">
            <a:extLst>
              <a:ext uri="{FF2B5EF4-FFF2-40B4-BE49-F238E27FC236}">
                <a16:creationId xmlns:a16="http://schemas.microsoft.com/office/drawing/2014/main" id="{71AA04E4-183F-28B6-1364-6C494551D9C9}"/>
              </a:ext>
            </a:extLst>
          </p:cNvPr>
          <p:cNvSpPr txBox="1"/>
          <p:nvPr/>
        </p:nvSpPr>
        <p:spPr>
          <a:xfrm>
            <a:off x="10434911" y="5860138"/>
            <a:ext cx="1749183" cy="230832"/>
          </a:xfrm>
          <a:prstGeom prst="rect">
            <a:avLst/>
          </a:prstGeom>
          <a:noFill/>
          <a:ln>
            <a:solidFill>
              <a:schemeClr val="tx1"/>
            </a:solidFill>
          </a:ln>
        </p:spPr>
        <p:txBody>
          <a:bodyPr wrap="square" rtlCol="0">
            <a:spAutoFit/>
          </a:bodyPr>
          <a:lstStyle/>
          <a:p>
            <a:r>
              <a:rPr lang="en-SG" sz="900" dirty="0"/>
              <a:t>Turn right.</a:t>
            </a:r>
          </a:p>
        </p:txBody>
      </p:sp>
      <p:sp>
        <p:nvSpPr>
          <p:cNvPr id="56" name="TextBox 55">
            <a:extLst>
              <a:ext uri="{FF2B5EF4-FFF2-40B4-BE49-F238E27FC236}">
                <a16:creationId xmlns:a16="http://schemas.microsoft.com/office/drawing/2014/main" id="{759DC5C3-F6DC-B5DF-03DE-5A722F360DB8}"/>
              </a:ext>
            </a:extLst>
          </p:cNvPr>
          <p:cNvSpPr txBox="1"/>
          <p:nvPr/>
        </p:nvSpPr>
        <p:spPr>
          <a:xfrm>
            <a:off x="10434911" y="6093349"/>
            <a:ext cx="1749183" cy="230832"/>
          </a:xfrm>
          <a:prstGeom prst="rect">
            <a:avLst/>
          </a:prstGeom>
          <a:noFill/>
          <a:ln>
            <a:solidFill>
              <a:schemeClr val="tx1"/>
            </a:solidFill>
          </a:ln>
        </p:spPr>
        <p:txBody>
          <a:bodyPr wrap="square" rtlCol="0">
            <a:spAutoFit/>
          </a:bodyPr>
          <a:lstStyle/>
          <a:p>
            <a:r>
              <a:rPr lang="en-SG" sz="900" dirty="0"/>
              <a:t>Continue for 300m.</a:t>
            </a:r>
          </a:p>
        </p:txBody>
      </p:sp>
      <p:sp>
        <p:nvSpPr>
          <p:cNvPr id="79" name="TextBox 78">
            <a:extLst>
              <a:ext uri="{FF2B5EF4-FFF2-40B4-BE49-F238E27FC236}">
                <a16:creationId xmlns:a16="http://schemas.microsoft.com/office/drawing/2014/main" id="{CEC7EAEA-FA0F-742A-CCA7-18F8EFE360D6}"/>
              </a:ext>
            </a:extLst>
          </p:cNvPr>
          <p:cNvSpPr txBox="1"/>
          <p:nvPr/>
        </p:nvSpPr>
        <p:spPr>
          <a:xfrm>
            <a:off x="10434911" y="6321730"/>
            <a:ext cx="1749183" cy="230832"/>
          </a:xfrm>
          <a:prstGeom prst="rect">
            <a:avLst/>
          </a:prstGeom>
          <a:noFill/>
          <a:ln>
            <a:solidFill>
              <a:schemeClr val="tx1"/>
            </a:solidFill>
          </a:ln>
        </p:spPr>
        <p:txBody>
          <a:bodyPr wrap="square" rtlCol="0">
            <a:spAutoFit/>
          </a:bodyPr>
          <a:lstStyle/>
          <a:p>
            <a:r>
              <a:rPr lang="en-SG" sz="900" dirty="0"/>
              <a:t>Destination is on the left.</a:t>
            </a:r>
          </a:p>
        </p:txBody>
      </p:sp>
      <p:pic>
        <p:nvPicPr>
          <p:cNvPr id="87" name="Picture 86">
            <a:extLst>
              <a:ext uri="{FF2B5EF4-FFF2-40B4-BE49-F238E27FC236}">
                <a16:creationId xmlns:a16="http://schemas.microsoft.com/office/drawing/2014/main" id="{D4CB9C3E-97C0-E3D5-9B16-52661EAC20B6}"/>
              </a:ext>
            </a:extLst>
          </p:cNvPr>
          <p:cNvPicPr>
            <a:picLocks noChangeAspect="1"/>
          </p:cNvPicPr>
          <p:nvPr/>
        </p:nvPicPr>
        <p:blipFill>
          <a:blip r:embed="rId16"/>
          <a:stretch>
            <a:fillRect/>
          </a:stretch>
        </p:blipFill>
        <p:spPr>
          <a:xfrm>
            <a:off x="9381511" y="4944495"/>
            <a:ext cx="590339" cy="590339"/>
          </a:xfrm>
          <a:prstGeom prst="rect">
            <a:avLst/>
          </a:prstGeom>
        </p:spPr>
      </p:pic>
      <p:sp>
        <p:nvSpPr>
          <p:cNvPr id="88" name="TextBox 87">
            <a:extLst>
              <a:ext uri="{FF2B5EF4-FFF2-40B4-BE49-F238E27FC236}">
                <a16:creationId xmlns:a16="http://schemas.microsoft.com/office/drawing/2014/main" id="{EAFBBB59-D2BE-7855-BBD6-653D8FDC7E04}"/>
              </a:ext>
            </a:extLst>
          </p:cNvPr>
          <p:cNvSpPr txBox="1"/>
          <p:nvPr/>
        </p:nvSpPr>
        <p:spPr>
          <a:xfrm>
            <a:off x="9080628" y="5741516"/>
            <a:ext cx="1227849" cy="633622"/>
          </a:xfrm>
          <a:prstGeom prst="rect">
            <a:avLst/>
          </a:prstGeom>
          <a:noFill/>
          <a:ln>
            <a:solidFill>
              <a:srgbClr val="2F3C7E"/>
            </a:solidFill>
          </a:ln>
        </p:spPr>
        <p:txBody>
          <a:bodyPr wrap="square" rtlCol="0">
            <a:spAutoFit/>
          </a:bodyPr>
          <a:lstStyle/>
          <a:p>
            <a:endParaRPr lang="en-SG" dirty="0"/>
          </a:p>
        </p:txBody>
      </p:sp>
      <p:pic>
        <p:nvPicPr>
          <p:cNvPr id="100" name="Picture 99">
            <a:extLst>
              <a:ext uri="{FF2B5EF4-FFF2-40B4-BE49-F238E27FC236}">
                <a16:creationId xmlns:a16="http://schemas.microsoft.com/office/drawing/2014/main" id="{1A0B88B3-C185-21D6-2C16-85903510056D}"/>
              </a:ext>
            </a:extLst>
          </p:cNvPr>
          <p:cNvPicPr>
            <a:picLocks noChangeAspect="1"/>
          </p:cNvPicPr>
          <p:nvPr/>
        </p:nvPicPr>
        <p:blipFill>
          <a:blip r:embed="rId24"/>
          <a:stretch>
            <a:fillRect/>
          </a:stretch>
        </p:blipFill>
        <p:spPr>
          <a:xfrm>
            <a:off x="9432990" y="5809372"/>
            <a:ext cx="570438" cy="570438"/>
          </a:xfrm>
          <a:prstGeom prst="rect">
            <a:avLst/>
          </a:prstGeom>
        </p:spPr>
      </p:pic>
      <p:pic>
        <p:nvPicPr>
          <p:cNvPr id="101" name="Picture 100">
            <a:extLst>
              <a:ext uri="{FF2B5EF4-FFF2-40B4-BE49-F238E27FC236}">
                <a16:creationId xmlns:a16="http://schemas.microsoft.com/office/drawing/2014/main" id="{EA4EEF9F-8307-A069-E758-DE8AE9B8CAD3}"/>
              </a:ext>
            </a:extLst>
          </p:cNvPr>
          <p:cNvPicPr>
            <a:picLocks noChangeAspect="1"/>
          </p:cNvPicPr>
          <p:nvPr/>
        </p:nvPicPr>
        <p:blipFill>
          <a:blip r:embed="rId25"/>
          <a:stretch>
            <a:fillRect/>
          </a:stretch>
        </p:blipFill>
        <p:spPr>
          <a:xfrm>
            <a:off x="9588892" y="5985250"/>
            <a:ext cx="223506" cy="223506"/>
          </a:xfrm>
          <a:prstGeom prst="rect">
            <a:avLst/>
          </a:prstGeom>
        </p:spPr>
      </p:pic>
      <p:grpSp>
        <p:nvGrpSpPr>
          <p:cNvPr id="30" name="Group 29">
            <a:extLst>
              <a:ext uri="{FF2B5EF4-FFF2-40B4-BE49-F238E27FC236}">
                <a16:creationId xmlns:a16="http://schemas.microsoft.com/office/drawing/2014/main" id="{D5830242-DE30-9A33-FBDC-961A70EAF21A}"/>
              </a:ext>
            </a:extLst>
          </p:cNvPr>
          <p:cNvGrpSpPr/>
          <p:nvPr/>
        </p:nvGrpSpPr>
        <p:grpSpPr>
          <a:xfrm>
            <a:off x="2201190" y="5445129"/>
            <a:ext cx="1751523" cy="928853"/>
            <a:chOff x="1793301" y="5147235"/>
            <a:chExt cx="1751523" cy="928853"/>
          </a:xfrm>
        </p:grpSpPr>
        <p:sp>
          <p:nvSpPr>
            <p:cNvPr id="12" name="TextBox 11">
              <a:extLst>
                <a:ext uri="{FF2B5EF4-FFF2-40B4-BE49-F238E27FC236}">
                  <a16:creationId xmlns:a16="http://schemas.microsoft.com/office/drawing/2014/main" id="{8B698CFE-C13C-C666-5113-5CE70549F947}"/>
                </a:ext>
              </a:extLst>
            </p:cNvPr>
            <p:cNvSpPr txBox="1"/>
            <p:nvPr/>
          </p:nvSpPr>
          <p:spPr>
            <a:xfrm>
              <a:off x="1793301" y="5383664"/>
              <a:ext cx="1749183" cy="230832"/>
            </a:xfrm>
            <a:prstGeom prst="rect">
              <a:avLst/>
            </a:prstGeom>
            <a:solidFill>
              <a:schemeClr val="bg1"/>
            </a:solidFill>
            <a:ln>
              <a:solidFill>
                <a:schemeClr val="accent5"/>
              </a:solidFill>
            </a:ln>
          </p:spPr>
          <p:txBody>
            <a:bodyPr wrap="square" rtlCol="0">
              <a:spAutoFit/>
            </a:bodyPr>
            <a:lstStyle/>
            <a:p>
              <a:r>
                <a:rPr lang="en-SG" sz="900" dirty="0">
                  <a:solidFill>
                    <a:schemeClr val="tx2"/>
                  </a:solidFill>
                </a:rPr>
                <a:t>Bahasa </a:t>
              </a:r>
              <a:r>
                <a:rPr lang="en-SG" sz="900" dirty="0" err="1">
                  <a:solidFill>
                    <a:schemeClr val="tx2"/>
                  </a:solidFill>
                </a:rPr>
                <a:t>Melayu</a:t>
              </a:r>
              <a:endParaRPr lang="en-SG" sz="900" dirty="0">
                <a:solidFill>
                  <a:schemeClr val="tx2"/>
                </a:solidFill>
              </a:endParaRPr>
            </a:p>
          </p:txBody>
        </p:sp>
        <p:sp>
          <p:nvSpPr>
            <p:cNvPr id="13" name="TextBox 12">
              <a:hlinkClick r:id="rId26" action="ppaction://hlinksldjump"/>
              <a:extLst>
                <a:ext uri="{FF2B5EF4-FFF2-40B4-BE49-F238E27FC236}">
                  <a16:creationId xmlns:a16="http://schemas.microsoft.com/office/drawing/2014/main" id="{65E1AB65-DF2E-9B55-BA72-2D8771DED2EB}"/>
                </a:ext>
              </a:extLst>
            </p:cNvPr>
            <p:cNvSpPr txBox="1"/>
            <p:nvPr/>
          </p:nvSpPr>
          <p:spPr>
            <a:xfrm>
              <a:off x="1793301" y="5616875"/>
              <a:ext cx="1749183" cy="230832"/>
            </a:xfrm>
            <a:prstGeom prst="rect">
              <a:avLst/>
            </a:prstGeom>
            <a:solidFill>
              <a:schemeClr val="bg1"/>
            </a:solidFill>
            <a:ln>
              <a:solidFill>
                <a:schemeClr val="accent5"/>
              </a:solidFill>
            </a:ln>
          </p:spPr>
          <p:txBody>
            <a:bodyPr wrap="square" rtlCol="0">
              <a:spAutoFit/>
            </a:bodyPr>
            <a:lstStyle/>
            <a:p>
              <a:r>
                <a:rPr lang="zh-CN" altLang="en-US" sz="900" dirty="0">
                  <a:solidFill>
                    <a:schemeClr val="tx2"/>
                  </a:solidFill>
                </a:rPr>
                <a:t>中文</a:t>
              </a:r>
              <a:endParaRPr lang="en-SG" sz="900" dirty="0">
                <a:solidFill>
                  <a:schemeClr val="tx2"/>
                </a:solidFill>
              </a:endParaRPr>
            </a:p>
          </p:txBody>
        </p:sp>
        <p:sp>
          <p:nvSpPr>
            <p:cNvPr id="14" name="TextBox 13">
              <a:extLst>
                <a:ext uri="{FF2B5EF4-FFF2-40B4-BE49-F238E27FC236}">
                  <a16:creationId xmlns:a16="http://schemas.microsoft.com/office/drawing/2014/main" id="{5AFD34F8-835A-5A82-500F-305FC05C9A09}"/>
                </a:ext>
              </a:extLst>
            </p:cNvPr>
            <p:cNvSpPr txBox="1"/>
            <p:nvPr/>
          </p:nvSpPr>
          <p:spPr>
            <a:xfrm>
              <a:off x="1793301" y="5845256"/>
              <a:ext cx="1749183" cy="230832"/>
            </a:xfrm>
            <a:prstGeom prst="rect">
              <a:avLst/>
            </a:prstGeom>
            <a:solidFill>
              <a:schemeClr val="bg1"/>
            </a:solidFill>
            <a:ln>
              <a:solidFill>
                <a:schemeClr val="accent5"/>
              </a:solidFill>
            </a:ln>
          </p:spPr>
          <p:txBody>
            <a:bodyPr wrap="square" rtlCol="0">
              <a:spAutoFit/>
            </a:bodyPr>
            <a:lstStyle/>
            <a:p>
              <a:r>
                <a:rPr lang="en-SG" sz="900" b="1" dirty="0">
                  <a:solidFill>
                    <a:schemeClr val="tx2"/>
                  </a:solidFill>
                </a:rPr>
                <a:t>English</a:t>
              </a:r>
            </a:p>
          </p:txBody>
        </p:sp>
        <p:grpSp>
          <p:nvGrpSpPr>
            <p:cNvPr id="29" name="Group 28">
              <a:extLst>
                <a:ext uri="{FF2B5EF4-FFF2-40B4-BE49-F238E27FC236}">
                  <a16:creationId xmlns:a16="http://schemas.microsoft.com/office/drawing/2014/main" id="{B229CC20-7EA1-388B-DE63-D1F663625A5E}"/>
                </a:ext>
              </a:extLst>
            </p:cNvPr>
            <p:cNvGrpSpPr/>
            <p:nvPr/>
          </p:nvGrpSpPr>
          <p:grpSpPr>
            <a:xfrm>
              <a:off x="1795641" y="5147235"/>
              <a:ext cx="1749183" cy="230832"/>
              <a:chOff x="1795641" y="5147235"/>
              <a:chExt cx="1749183" cy="230832"/>
            </a:xfrm>
          </p:grpSpPr>
          <p:sp>
            <p:nvSpPr>
              <p:cNvPr id="11" name="TextBox 10">
                <a:extLst>
                  <a:ext uri="{FF2B5EF4-FFF2-40B4-BE49-F238E27FC236}">
                    <a16:creationId xmlns:a16="http://schemas.microsoft.com/office/drawing/2014/main" id="{4CE4BCAE-1108-1E8B-68E5-BD42007C76FB}"/>
                  </a:ext>
                </a:extLst>
              </p:cNvPr>
              <p:cNvSpPr txBox="1"/>
              <p:nvPr/>
            </p:nvSpPr>
            <p:spPr>
              <a:xfrm>
                <a:off x="1795641" y="5147235"/>
                <a:ext cx="1749183" cy="230832"/>
              </a:xfrm>
              <a:prstGeom prst="rect">
                <a:avLst/>
              </a:prstGeom>
              <a:solidFill>
                <a:schemeClr val="bg1"/>
              </a:solidFill>
              <a:ln>
                <a:solidFill>
                  <a:schemeClr val="accent5"/>
                </a:solidFill>
              </a:ln>
            </p:spPr>
            <p:txBody>
              <a:bodyPr wrap="square" rtlCol="0">
                <a:spAutoFit/>
              </a:bodyPr>
              <a:lstStyle/>
              <a:p>
                <a:endParaRPr lang="en-SG" sz="900" dirty="0">
                  <a:solidFill>
                    <a:schemeClr val="tx2"/>
                  </a:solidFill>
                </a:endParaRPr>
              </a:p>
            </p:txBody>
          </p:sp>
          <p:grpSp>
            <p:nvGrpSpPr>
              <p:cNvPr id="24" name="Group 23">
                <a:extLst>
                  <a:ext uri="{FF2B5EF4-FFF2-40B4-BE49-F238E27FC236}">
                    <a16:creationId xmlns:a16="http://schemas.microsoft.com/office/drawing/2014/main" id="{1B736A85-7A85-3E2F-0DFB-A0B0CCAA6D83}"/>
                  </a:ext>
                </a:extLst>
              </p:cNvPr>
              <p:cNvGrpSpPr/>
              <p:nvPr/>
            </p:nvGrpSpPr>
            <p:grpSpPr>
              <a:xfrm>
                <a:off x="1824101" y="5189635"/>
                <a:ext cx="1622479" cy="161760"/>
                <a:chOff x="1824101" y="5189635"/>
                <a:chExt cx="1622479" cy="161760"/>
              </a:xfrm>
            </p:grpSpPr>
            <p:sp>
              <p:nvSpPr>
                <p:cNvPr id="17" name="Rectangle: Rounded Corners 16">
                  <a:extLst>
                    <a:ext uri="{FF2B5EF4-FFF2-40B4-BE49-F238E27FC236}">
                      <a16:creationId xmlns:a16="http://schemas.microsoft.com/office/drawing/2014/main" id="{2F9EB4E7-94A1-9FB3-CEFB-AC2C1ADAC564}"/>
                    </a:ext>
                  </a:extLst>
                </p:cNvPr>
                <p:cNvSpPr/>
                <p:nvPr/>
              </p:nvSpPr>
              <p:spPr>
                <a:xfrm>
                  <a:off x="1824101" y="5189635"/>
                  <a:ext cx="1622479" cy="161760"/>
                </a:xfrm>
                <a:prstGeom prst="roundRect">
                  <a:avLst>
                    <a:gd name="adj" fmla="val 50000"/>
                  </a:avLst>
                </a:prstGeom>
                <a:noFill/>
                <a:ln w="31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900" dirty="0">
                      <a:solidFill>
                        <a:schemeClr val="tx2">
                          <a:lumMod val="40000"/>
                          <a:lumOff val="60000"/>
                        </a:schemeClr>
                      </a:solidFill>
                      <a:latin typeface="+mj-lt"/>
                    </a:rPr>
                    <a:t>US - English</a:t>
                  </a:r>
                  <a:endParaRPr lang="en-SG" sz="900" dirty="0">
                    <a:solidFill>
                      <a:schemeClr val="tx2">
                        <a:lumMod val="40000"/>
                        <a:lumOff val="60000"/>
                      </a:schemeClr>
                    </a:solidFill>
                    <a:latin typeface="+mj-lt"/>
                  </a:endParaRPr>
                </a:p>
              </p:txBody>
            </p:sp>
            <p:pic>
              <p:nvPicPr>
                <p:cNvPr id="23" name="Picture 22" descr="A blue magnifying glass with a black background&#10;&#10;AI-generated content may be incorrect.">
                  <a:extLst>
                    <a:ext uri="{FF2B5EF4-FFF2-40B4-BE49-F238E27FC236}">
                      <a16:creationId xmlns:a16="http://schemas.microsoft.com/office/drawing/2014/main" id="{0F44B644-5E15-9552-21DE-C51BD618B080}"/>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3238384" y="5212317"/>
                  <a:ext cx="123887" cy="123887"/>
                </a:xfrm>
                <a:prstGeom prst="rect">
                  <a:avLst/>
                </a:prstGeom>
              </p:spPr>
            </p:pic>
          </p:grpSp>
        </p:grpSp>
      </p:grpSp>
      <p:grpSp>
        <p:nvGrpSpPr>
          <p:cNvPr id="25" name="Group 24">
            <a:extLst>
              <a:ext uri="{FF2B5EF4-FFF2-40B4-BE49-F238E27FC236}">
                <a16:creationId xmlns:a16="http://schemas.microsoft.com/office/drawing/2014/main" id="{0081ECD4-F81E-9E15-6814-D71C04BAE44A}"/>
              </a:ext>
            </a:extLst>
          </p:cNvPr>
          <p:cNvGrpSpPr/>
          <p:nvPr/>
        </p:nvGrpSpPr>
        <p:grpSpPr>
          <a:xfrm>
            <a:off x="4091707" y="4852843"/>
            <a:ext cx="3262183" cy="1913057"/>
            <a:chOff x="3378090" y="1544951"/>
            <a:chExt cx="3262183" cy="1913057"/>
          </a:xfrm>
        </p:grpSpPr>
        <p:sp>
          <p:nvSpPr>
            <p:cNvPr id="26" name="TextBox 25">
              <a:extLst>
                <a:ext uri="{FF2B5EF4-FFF2-40B4-BE49-F238E27FC236}">
                  <a16:creationId xmlns:a16="http://schemas.microsoft.com/office/drawing/2014/main" id="{D7EB2023-D495-E4DE-8B55-A2DC4EC24149}"/>
                </a:ext>
              </a:extLst>
            </p:cNvPr>
            <p:cNvSpPr txBox="1"/>
            <p:nvPr/>
          </p:nvSpPr>
          <p:spPr>
            <a:xfrm>
              <a:off x="3655670" y="1888348"/>
              <a:ext cx="2984603" cy="1569660"/>
            </a:xfrm>
            <a:prstGeom prst="rect">
              <a:avLst/>
            </a:prstGeom>
            <a:solidFill>
              <a:schemeClr val="bg1"/>
            </a:solidFill>
            <a:ln w="25400">
              <a:solidFill>
                <a:schemeClr val="accent5"/>
              </a:solidFill>
            </a:ln>
          </p:spPr>
          <p:txBody>
            <a:bodyPr wrap="square" rtlCol="0">
              <a:spAutoFit/>
            </a:bodyPr>
            <a:lstStyle/>
            <a:p>
              <a:pPr algn="just"/>
              <a:r>
                <a:rPr lang="en-GB" sz="1600" dirty="0">
                  <a:solidFill>
                    <a:srgbClr val="000000"/>
                  </a:solidFill>
                  <a:latin typeface="Arial" panose="020B0604020202020204" pitchFamily="34" charset="0"/>
                  <a:cs typeface="Arial" panose="020B0604020202020204" pitchFamily="34" charset="0"/>
                </a:rPr>
                <a:t>Language switch button to cater to different nationalities and their preferred language. Users can also search for their language by name or by country</a:t>
              </a:r>
              <a:endParaRPr lang="en-SG" sz="1600" dirty="0">
                <a:solidFill>
                  <a:srgbClr val="000000"/>
                </a:solidFill>
                <a:latin typeface="Arial" panose="020B0604020202020204" pitchFamily="34" charset="0"/>
                <a:cs typeface="Arial" panose="020B0604020202020204" pitchFamily="34" charset="0"/>
              </a:endParaRPr>
            </a:p>
          </p:txBody>
        </p:sp>
        <p:pic>
          <p:nvPicPr>
            <p:cNvPr id="27" name="Picture 26">
              <a:extLst>
                <a:ext uri="{FF2B5EF4-FFF2-40B4-BE49-F238E27FC236}">
                  <a16:creationId xmlns:a16="http://schemas.microsoft.com/office/drawing/2014/main" id="{648FF78A-551F-1485-9091-D2B2AE7989C8}"/>
                </a:ext>
              </a:extLst>
            </p:cNvPr>
            <p:cNvPicPr>
              <a:picLocks noChangeAspect="1"/>
            </p:cNvPicPr>
            <p:nvPr/>
          </p:nvPicPr>
          <p:blipFill>
            <a:blip r:embed="rId28"/>
            <a:stretch>
              <a:fillRect/>
            </a:stretch>
          </p:blipFill>
          <p:spPr>
            <a:xfrm>
              <a:off x="3378090" y="1544951"/>
              <a:ext cx="555159" cy="555159"/>
            </a:xfrm>
            <a:prstGeom prst="rect">
              <a:avLst/>
            </a:prstGeom>
          </p:spPr>
        </p:pic>
      </p:grpSp>
      <p:pic>
        <p:nvPicPr>
          <p:cNvPr id="15" name="Picture 14" descr="A yellow hand pointing up&#10;&#10;AI-generated content may be incorrect.">
            <a:extLst>
              <a:ext uri="{FF2B5EF4-FFF2-40B4-BE49-F238E27FC236}">
                <a16:creationId xmlns:a16="http://schemas.microsoft.com/office/drawing/2014/main" id="{1E556E9E-D437-4422-4602-94016A6C702C}"/>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3768499" y="5970502"/>
            <a:ext cx="663866" cy="663866"/>
          </a:xfrm>
          <a:prstGeom prst="rect">
            <a:avLst/>
          </a:prstGeom>
        </p:spPr>
      </p:pic>
    </p:spTree>
    <p:extLst>
      <p:ext uri="{BB962C8B-B14F-4D97-AF65-F5344CB8AC3E}">
        <p14:creationId xmlns:p14="http://schemas.microsoft.com/office/powerpoint/2010/main" val="99142304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15"/>
                                        </p:tgtEl>
                                        <p:attrNameLst>
                                          <p:attrName>style.visibility</p:attrName>
                                        </p:attrNameLst>
                                      </p:cBhvr>
                                      <p:to>
                                        <p:strVal val="visible"/>
                                      </p:to>
                                    </p:set>
                                  </p:childTnLst>
                                </p:cTn>
                              </p:par>
                            </p:childTnLst>
                          </p:cTn>
                        </p:par>
                        <p:par>
                          <p:cTn id="7" fill="hold">
                            <p:stCondLst>
                              <p:cond delay="500"/>
                            </p:stCondLst>
                            <p:childTnLst>
                              <p:par>
                                <p:cTn id="8" presetID="32" presetClass="emph" presetSubtype="0" fill="hold" nodeType="afterEffect">
                                  <p:stCondLst>
                                    <p:cond delay="0"/>
                                  </p:stCondLst>
                                  <p:childTnLst>
                                    <p:animRot by="120000">
                                      <p:cBhvr>
                                        <p:cTn id="9" dur="100" fill="hold">
                                          <p:stCondLst>
                                            <p:cond delay="0"/>
                                          </p:stCondLst>
                                        </p:cTn>
                                        <p:tgtEl>
                                          <p:spTgt spid="15"/>
                                        </p:tgtEl>
                                        <p:attrNameLst>
                                          <p:attrName>r</p:attrName>
                                        </p:attrNameLst>
                                      </p:cBhvr>
                                    </p:animRot>
                                    <p:animRot by="-240000">
                                      <p:cBhvr>
                                        <p:cTn id="10" dur="200" fill="hold">
                                          <p:stCondLst>
                                            <p:cond delay="200"/>
                                          </p:stCondLst>
                                        </p:cTn>
                                        <p:tgtEl>
                                          <p:spTgt spid="15"/>
                                        </p:tgtEl>
                                        <p:attrNameLst>
                                          <p:attrName>r</p:attrName>
                                        </p:attrNameLst>
                                      </p:cBhvr>
                                    </p:animRot>
                                    <p:animRot by="240000">
                                      <p:cBhvr>
                                        <p:cTn id="11" dur="200" fill="hold">
                                          <p:stCondLst>
                                            <p:cond delay="400"/>
                                          </p:stCondLst>
                                        </p:cTn>
                                        <p:tgtEl>
                                          <p:spTgt spid="15"/>
                                        </p:tgtEl>
                                        <p:attrNameLst>
                                          <p:attrName>r</p:attrName>
                                        </p:attrNameLst>
                                      </p:cBhvr>
                                    </p:animRot>
                                    <p:animRot by="-240000">
                                      <p:cBhvr>
                                        <p:cTn id="12" dur="200" fill="hold">
                                          <p:stCondLst>
                                            <p:cond delay="600"/>
                                          </p:stCondLst>
                                        </p:cTn>
                                        <p:tgtEl>
                                          <p:spTgt spid="15"/>
                                        </p:tgtEl>
                                        <p:attrNameLst>
                                          <p:attrName>r</p:attrName>
                                        </p:attrNameLst>
                                      </p:cBhvr>
                                    </p:animRot>
                                    <p:animRot by="120000">
                                      <p:cBhvr>
                                        <p:cTn id="13" dur="200" fill="hold">
                                          <p:stCondLst>
                                            <p:cond delay="800"/>
                                          </p:stCondLst>
                                        </p:cTn>
                                        <p:tgtEl>
                                          <p:spTgt spid="1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1905914"/>
      </p:ext>
    </p:extLst>
  </p:cSld>
  <p:clrMapOvr>
    <a:masterClrMapping/>
  </p:clrMapOvr>
  <mc:AlternateContent xmlns:mc="http://schemas.openxmlformats.org/markup-compatibility/2006" xmlns:p14="http://schemas.microsoft.com/office/powerpoint/2010/main">
    <mc:Choice Requires="p14">
      <p:transition spd="slow" p14:dur="2000" advClick="0" advTm="750"/>
    </mc:Choice>
    <mc:Fallback xmlns="">
      <p:transition spd="slow" advClick="0" advTm="75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8DF5899-3F43-EE05-1F66-CEEC738769DA}"/>
              </a:ext>
            </a:extLst>
          </p:cNvPr>
          <p:cNvGrpSpPr/>
          <p:nvPr/>
        </p:nvGrpSpPr>
        <p:grpSpPr>
          <a:xfrm>
            <a:off x="107366" y="3611407"/>
            <a:ext cx="3720247" cy="1331334"/>
            <a:chOff x="132499" y="675272"/>
            <a:chExt cx="3720247" cy="1331334"/>
          </a:xfrm>
        </p:grpSpPr>
        <p:grpSp>
          <p:nvGrpSpPr>
            <p:cNvPr id="3" name="Group 2">
              <a:extLst>
                <a:ext uri="{FF2B5EF4-FFF2-40B4-BE49-F238E27FC236}">
                  <a16:creationId xmlns:a16="http://schemas.microsoft.com/office/drawing/2014/main" id="{85B5D563-64BC-C738-CE21-1601D9087D89}"/>
                </a:ext>
              </a:extLst>
            </p:cNvPr>
            <p:cNvGrpSpPr/>
            <p:nvPr/>
          </p:nvGrpSpPr>
          <p:grpSpPr>
            <a:xfrm>
              <a:off x="132499" y="675272"/>
              <a:ext cx="3720247" cy="1331334"/>
              <a:chOff x="103998" y="1586574"/>
              <a:chExt cx="3720247" cy="1331334"/>
            </a:xfrm>
          </p:grpSpPr>
          <p:sp>
            <p:nvSpPr>
              <p:cNvPr id="5" name="Rectangle: Rounded Corners 4">
                <a:extLst>
                  <a:ext uri="{FF2B5EF4-FFF2-40B4-BE49-F238E27FC236}">
                    <a16:creationId xmlns:a16="http://schemas.microsoft.com/office/drawing/2014/main" id="{456A062B-6C99-ED95-4D44-931BD25004AC}"/>
                  </a:ext>
                </a:extLst>
              </p:cNvPr>
              <p:cNvSpPr/>
              <p:nvPr/>
            </p:nvSpPr>
            <p:spPr>
              <a:xfrm>
                <a:off x="103998" y="1586574"/>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6" name="Group 5">
                <a:extLst>
                  <a:ext uri="{FF2B5EF4-FFF2-40B4-BE49-F238E27FC236}">
                    <a16:creationId xmlns:a16="http://schemas.microsoft.com/office/drawing/2014/main" id="{64579E6D-36FC-2A68-40B7-C691B5D5BA67}"/>
                  </a:ext>
                </a:extLst>
              </p:cNvPr>
              <p:cNvGrpSpPr/>
              <p:nvPr/>
            </p:nvGrpSpPr>
            <p:grpSpPr>
              <a:xfrm>
                <a:off x="137199" y="1612840"/>
                <a:ext cx="3661914" cy="1261007"/>
                <a:chOff x="137199" y="1612840"/>
                <a:chExt cx="3661914" cy="1261007"/>
              </a:xfrm>
            </p:grpSpPr>
            <p:sp>
              <p:nvSpPr>
                <p:cNvPr id="7" name="TextBox 6">
                  <a:extLst>
                    <a:ext uri="{FF2B5EF4-FFF2-40B4-BE49-F238E27FC236}">
                      <a16:creationId xmlns:a16="http://schemas.microsoft.com/office/drawing/2014/main" id="{B5644CA4-1E92-BE45-2D1A-9C1D57B9088B}"/>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8" name="Group 7">
                  <a:extLst>
                    <a:ext uri="{FF2B5EF4-FFF2-40B4-BE49-F238E27FC236}">
                      <a16:creationId xmlns:a16="http://schemas.microsoft.com/office/drawing/2014/main" id="{D3E5315A-2B19-6608-8DCC-4E05673B1617}"/>
                    </a:ext>
                  </a:extLst>
                </p:cNvPr>
                <p:cNvGrpSpPr/>
                <p:nvPr/>
              </p:nvGrpSpPr>
              <p:grpSpPr>
                <a:xfrm>
                  <a:off x="137199" y="1612840"/>
                  <a:ext cx="3230564" cy="1261007"/>
                  <a:chOff x="137199" y="1612840"/>
                  <a:chExt cx="3230564" cy="1261007"/>
                </a:xfrm>
              </p:grpSpPr>
              <p:pic>
                <p:nvPicPr>
                  <p:cNvPr id="9" name="Picture 8">
                    <a:extLst>
                      <a:ext uri="{FF2B5EF4-FFF2-40B4-BE49-F238E27FC236}">
                        <a16:creationId xmlns:a16="http://schemas.microsoft.com/office/drawing/2014/main" id="{D023C2EE-26B2-9420-E834-26E7F83D87F0}"/>
                      </a:ext>
                    </a:extLst>
                  </p:cNvPr>
                  <p:cNvPicPr>
                    <a:picLocks noChangeAspect="1"/>
                  </p:cNvPicPr>
                  <p:nvPr/>
                </p:nvPicPr>
                <p:blipFill>
                  <a:blip r:embed="rId3"/>
                  <a:stretch>
                    <a:fillRect/>
                  </a:stretch>
                </p:blipFill>
                <p:spPr>
                  <a:xfrm>
                    <a:off x="248797" y="2006940"/>
                    <a:ext cx="1605062" cy="805533"/>
                  </a:xfrm>
                  <a:prstGeom prst="rect">
                    <a:avLst/>
                  </a:prstGeom>
                  <a:ln>
                    <a:noFill/>
                  </a:ln>
                </p:spPr>
              </p:pic>
              <p:sp>
                <p:nvSpPr>
                  <p:cNvPr id="10" name="TextBox 9">
                    <a:hlinkClick r:id="rId4" action="ppaction://hlinksldjump"/>
                    <a:extLst>
                      <a:ext uri="{FF2B5EF4-FFF2-40B4-BE49-F238E27FC236}">
                        <a16:creationId xmlns:a16="http://schemas.microsoft.com/office/drawing/2014/main" id="{47D93EC2-51A6-6F50-47C8-F3778C85EDF1}"/>
                      </a:ext>
                    </a:extLst>
                  </p:cNvPr>
                  <p:cNvSpPr txBox="1"/>
                  <p:nvPr/>
                </p:nvSpPr>
                <p:spPr>
                  <a:xfrm>
                    <a:off x="137199" y="1612840"/>
                    <a:ext cx="1888340" cy="400110"/>
                  </a:xfrm>
                  <a:prstGeom prst="rect">
                    <a:avLst/>
                  </a:prstGeom>
                  <a:noFill/>
                </p:spPr>
                <p:txBody>
                  <a:bodyPr wrap="square" rtlCol="0">
                    <a:spAutoFit/>
                  </a:bodyPr>
                  <a:lstStyle/>
                  <a:p>
                    <a:r>
                      <a:rPr lang="zh-CN" altLang="en-US" sz="2000" b="1" dirty="0">
                        <a:solidFill>
                          <a:schemeClr val="tx2">
                            <a:lumMod val="50000"/>
                          </a:schemeClr>
                        </a:solidFill>
                      </a:rPr>
                      <a:t>雷霆咆哮</a:t>
                    </a:r>
                    <a:endParaRPr lang="en-SG" sz="2000" b="1" dirty="0">
                      <a:solidFill>
                        <a:schemeClr val="tx2">
                          <a:lumMod val="50000"/>
                        </a:schemeClr>
                      </a:solidFill>
                    </a:endParaRPr>
                  </a:p>
                </p:txBody>
              </p:sp>
              <p:sp>
                <p:nvSpPr>
                  <p:cNvPr id="11" name="TextBox 10">
                    <a:extLst>
                      <a:ext uri="{FF2B5EF4-FFF2-40B4-BE49-F238E27FC236}">
                        <a16:creationId xmlns:a16="http://schemas.microsoft.com/office/drawing/2014/main" id="{4AB0E58F-5016-14E4-15E2-C905D4EDBE18}"/>
                      </a:ext>
                    </a:extLst>
                  </p:cNvPr>
                  <p:cNvSpPr txBox="1"/>
                  <p:nvPr/>
                </p:nvSpPr>
                <p:spPr>
                  <a:xfrm>
                    <a:off x="2132443" y="1637608"/>
                    <a:ext cx="922713" cy="523220"/>
                  </a:xfrm>
                  <a:prstGeom prst="rect">
                    <a:avLst/>
                  </a:prstGeom>
                  <a:noFill/>
                </p:spPr>
                <p:txBody>
                  <a:bodyPr wrap="square" rtlCol="0">
                    <a:spAutoFit/>
                  </a:bodyPr>
                  <a:lstStyle/>
                  <a:p>
                    <a:r>
                      <a:rPr lang="zh-CN" altLang="en-US" sz="1400" dirty="0">
                        <a:solidFill>
                          <a:schemeClr val="tx2">
                            <a:lumMod val="50000"/>
                          </a:schemeClr>
                        </a:solidFill>
                      </a:rPr>
                      <a:t>队列长度</a:t>
                    </a:r>
                    <a:endParaRPr lang="en-SG" sz="1400" dirty="0">
                      <a:solidFill>
                        <a:schemeClr val="tx2">
                          <a:lumMod val="50000"/>
                        </a:schemeClr>
                      </a:solidFill>
                    </a:endParaRPr>
                  </a:p>
                  <a:p>
                    <a:endParaRPr lang="en-SG" sz="1400" dirty="0">
                      <a:solidFill>
                        <a:schemeClr val="tx2">
                          <a:lumMod val="50000"/>
                        </a:schemeClr>
                      </a:solidFill>
                    </a:endParaRPr>
                  </a:p>
                </p:txBody>
              </p:sp>
              <p:pic>
                <p:nvPicPr>
                  <p:cNvPr id="12" name="Picture 11" descr="A red person silhouette on a black background&#10;&#10;AI-generated content may be incorrect.">
                    <a:extLst>
                      <a:ext uri="{FF2B5EF4-FFF2-40B4-BE49-F238E27FC236}">
                        <a16:creationId xmlns:a16="http://schemas.microsoft.com/office/drawing/2014/main" id="{11682B76-1DB3-AFAE-6251-34971B8402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16734" y="1900571"/>
                    <a:ext cx="451029" cy="451029"/>
                  </a:xfrm>
                  <a:prstGeom prst="rect">
                    <a:avLst/>
                  </a:prstGeom>
                </p:spPr>
              </p:pic>
              <p:pic>
                <p:nvPicPr>
                  <p:cNvPr id="13" name="Picture 12" descr="A red person silhouette on a black background&#10;&#10;AI-generated content may be incorrect.">
                    <a:extLst>
                      <a:ext uri="{FF2B5EF4-FFF2-40B4-BE49-F238E27FC236}">
                        <a16:creationId xmlns:a16="http://schemas.microsoft.com/office/drawing/2014/main" id="{8158C312-7235-770C-DFA8-EFFBD2C29D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94573" y="1900572"/>
                    <a:ext cx="451029" cy="451029"/>
                  </a:xfrm>
                  <a:prstGeom prst="rect">
                    <a:avLst/>
                  </a:prstGeom>
                </p:spPr>
              </p:pic>
              <p:pic>
                <p:nvPicPr>
                  <p:cNvPr id="14" name="Picture 13" descr="A red person silhouette on a black background&#10;&#10;AI-generated content may be incorrect.">
                    <a:extLst>
                      <a:ext uri="{FF2B5EF4-FFF2-40B4-BE49-F238E27FC236}">
                        <a16:creationId xmlns:a16="http://schemas.microsoft.com/office/drawing/2014/main" id="{C5335461-1E57-A857-B409-551245335F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41997" y="1900571"/>
                    <a:ext cx="451029" cy="451029"/>
                  </a:xfrm>
                  <a:prstGeom prst="rect">
                    <a:avLst/>
                  </a:prstGeom>
                </p:spPr>
              </p:pic>
              <p:pic>
                <p:nvPicPr>
                  <p:cNvPr id="15" name="Picture 14" descr="A red person silhouette on a black background&#10;&#10;AI-generated content may be incorrect.">
                    <a:extLst>
                      <a:ext uri="{FF2B5EF4-FFF2-40B4-BE49-F238E27FC236}">
                        <a16:creationId xmlns:a16="http://schemas.microsoft.com/office/drawing/2014/main" id="{AF2B049E-0B2A-544F-7BB3-326A51B1FBC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69310" y="1901767"/>
                    <a:ext cx="451029" cy="451029"/>
                  </a:xfrm>
                  <a:prstGeom prst="rect">
                    <a:avLst/>
                  </a:prstGeom>
                </p:spPr>
              </p:pic>
              <p:sp>
                <p:nvSpPr>
                  <p:cNvPr id="16" name="TextBox 15">
                    <a:extLst>
                      <a:ext uri="{FF2B5EF4-FFF2-40B4-BE49-F238E27FC236}">
                        <a16:creationId xmlns:a16="http://schemas.microsoft.com/office/drawing/2014/main" id="{89115C5B-9423-DC6D-5124-7E9412CEF864}"/>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4"/>
                        </a:solidFill>
                      </a:rPr>
                      <a:t>~ 50 mins</a:t>
                    </a:r>
                  </a:p>
                </p:txBody>
              </p:sp>
            </p:grpSp>
          </p:grpSp>
        </p:grpSp>
        <p:sp>
          <p:nvSpPr>
            <p:cNvPr id="4" name="TextBox 3">
              <a:hlinkClick r:id="rId4" action="ppaction://hlinksldjump"/>
              <a:extLst>
                <a:ext uri="{FF2B5EF4-FFF2-40B4-BE49-F238E27FC236}">
                  <a16:creationId xmlns:a16="http://schemas.microsoft.com/office/drawing/2014/main" id="{59594343-0B0C-3433-4481-9871936636A6}"/>
                </a:ext>
              </a:extLst>
            </p:cNvPr>
            <p:cNvSpPr txBox="1"/>
            <p:nvPr/>
          </p:nvSpPr>
          <p:spPr>
            <a:xfrm>
              <a:off x="277298" y="1070870"/>
              <a:ext cx="1608909" cy="830265"/>
            </a:xfrm>
            <a:prstGeom prst="rect">
              <a:avLst/>
            </a:prstGeom>
            <a:noFill/>
            <a:ln>
              <a:solidFill>
                <a:srgbClr val="2F3C7E"/>
              </a:solidFill>
            </a:ln>
          </p:spPr>
          <p:txBody>
            <a:bodyPr wrap="square" rtlCol="0">
              <a:spAutoFit/>
            </a:bodyPr>
            <a:lstStyle/>
            <a:p>
              <a:endParaRPr lang="en-SG" dirty="0"/>
            </a:p>
          </p:txBody>
        </p:sp>
      </p:grpSp>
      <p:sp>
        <p:nvSpPr>
          <p:cNvPr id="17" name="Rectangle 16">
            <a:extLst>
              <a:ext uri="{FF2B5EF4-FFF2-40B4-BE49-F238E27FC236}">
                <a16:creationId xmlns:a16="http://schemas.microsoft.com/office/drawing/2014/main" id="{8ADDE054-DC06-6E07-CDCB-95C0D9329E2F}"/>
              </a:ext>
            </a:extLst>
          </p:cNvPr>
          <p:cNvSpPr/>
          <p:nvPr/>
        </p:nvSpPr>
        <p:spPr>
          <a:xfrm>
            <a:off x="0" y="4211669"/>
            <a:ext cx="3216643" cy="2646331"/>
          </a:xfrm>
          <a:prstGeom prst="rect">
            <a:avLst/>
          </a:prstGeom>
          <a:solidFill>
            <a:schemeClr val="bg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8" name="Group 17">
            <a:extLst>
              <a:ext uri="{FF2B5EF4-FFF2-40B4-BE49-F238E27FC236}">
                <a16:creationId xmlns:a16="http://schemas.microsoft.com/office/drawing/2014/main" id="{59E05340-150B-1F5F-CBA1-752BF309A306}"/>
              </a:ext>
            </a:extLst>
          </p:cNvPr>
          <p:cNvGrpSpPr/>
          <p:nvPr/>
        </p:nvGrpSpPr>
        <p:grpSpPr>
          <a:xfrm>
            <a:off x="7894507" y="3172316"/>
            <a:ext cx="4297493" cy="1304616"/>
            <a:chOff x="7894507" y="3172316"/>
            <a:chExt cx="4297493" cy="1304616"/>
          </a:xfrm>
        </p:grpSpPr>
        <p:grpSp>
          <p:nvGrpSpPr>
            <p:cNvPr id="19" name="Group 18">
              <a:extLst>
                <a:ext uri="{FF2B5EF4-FFF2-40B4-BE49-F238E27FC236}">
                  <a16:creationId xmlns:a16="http://schemas.microsoft.com/office/drawing/2014/main" id="{6B1E2FFA-E340-A934-B3D5-25345681E0CE}"/>
                </a:ext>
              </a:extLst>
            </p:cNvPr>
            <p:cNvGrpSpPr/>
            <p:nvPr/>
          </p:nvGrpSpPr>
          <p:grpSpPr>
            <a:xfrm>
              <a:off x="7894507" y="3172316"/>
              <a:ext cx="4297493" cy="1304616"/>
              <a:chOff x="7894507" y="560614"/>
              <a:chExt cx="4297493" cy="1304616"/>
            </a:xfrm>
          </p:grpSpPr>
          <p:sp>
            <p:nvSpPr>
              <p:cNvPr id="21" name="Rectangle 20">
                <a:extLst>
                  <a:ext uri="{FF2B5EF4-FFF2-40B4-BE49-F238E27FC236}">
                    <a16:creationId xmlns:a16="http://schemas.microsoft.com/office/drawing/2014/main" id="{DB5602B6-1596-2549-CAE4-5CE03835EA1A}"/>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22" name="Group 21">
                <a:extLst>
                  <a:ext uri="{FF2B5EF4-FFF2-40B4-BE49-F238E27FC236}">
                    <a16:creationId xmlns:a16="http://schemas.microsoft.com/office/drawing/2014/main" id="{CE619568-8359-A960-4E27-AED25F33050C}"/>
                  </a:ext>
                </a:extLst>
              </p:cNvPr>
              <p:cNvGrpSpPr/>
              <p:nvPr/>
            </p:nvGrpSpPr>
            <p:grpSpPr>
              <a:xfrm>
                <a:off x="7930586" y="614285"/>
                <a:ext cx="3353441" cy="1177732"/>
                <a:chOff x="7930586" y="614285"/>
                <a:chExt cx="3353441" cy="1177732"/>
              </a:xfrm>
            </p:grpSpPr>
            <p:sp>
              <p:nvSpPr>
                <p:cNvPr id="23" name="TextBox 22">
                  <a:extLst>
                    <a:ext uri="{FF2B5EF4-FFF2-40B4-BE49-F238E27FC236}">
                      <a16:creationId xmlns:a16="http://schemas.microsoft.com/office/drawing/2014/main" id="{C4BAAEA7-7207-F615-FD00-3C593D00E77D}"/>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sp>
              <p:nvSpPr>
                <p:cNvPr id="24" name="TextBox 23">
                  <a:extLst>
                    <a:ext uri="{FF2B5EF4-FFF2-40B4-BE49-F238E27FC236}">
                      <a16:creationId xmlns:a16="http://schemas.microsoft.com/office/drawing/2014/main" id="{26BEDD0B-1F6C-2E15-3702-6FA24157CBDC}"/>
                    </a:ext>
                  </a:extLst>
                </p:cNvPr>
                <p:cNvSpPr txBox="1"/>
                <p:nvPr/>
              </p:nvSpPr>
              <p:spPr>
                <a:xfrm>
                  <a:off x="9860233" y="676770"/>
                  <a:ext cx="1044741" cy="307777"/>
                </a:xfrm>
                <a:prstGeom prst="rect">
                  <a:avLst/>
                </a:prstGeom>
                <a:noFill/>
              </p:spPr>
              <p:txBody>
                <a:bodyPr wrap="square" rtlCol="0">
                  <a:spAutoFit/>
                </a:bodyPr>
                <a:lstStyle/>
                <a:p>
                  <a:r>
                    <a:rPr lang="zh-CN" altLang="en-US" sz="1400" dirty="0">
                      <a:solidFill>
                        <a:schemeClr val="tx2">
                          <a:lumMod val="50000"/>
                        </a:schemeClr>
                      </a:solidFill>
                    </a:rPr>
                    <a:t>开始：</a:t>
                  </a:r>
                  <a:endParaRPr lang="en-SG" sz="1400" dirty="0">
                    <a:solidFill>
                      <a:schemeClr val="tx2">
                        <a:lumMod val="50000"/>
                      </a:schemeClr>
                    </a:solidFill>
                  </a:endParaRPr>
                </a:p>
              </p:txBody>
            </p:sp>
            <p:sp>
              <p:nvSpPr>
                <p:cNvPr id="25" name="TextBox 24">
                  <a:extLst>
                    <a:ext uri="{FF2B5EF4-FFF2-40B4-BE49-F238E27FC236}">
                      <a16:creationId xmlns:a16="http://schemas.microsoft.com/office/drawing/2014/main" id="{482D46AB-D840-0C82-CE70-3C28617B22DD}"/>
                    </a:ext>
                  </a:extLst>
                </p:cNvPr>
                <p:cNvSpPr txBox="1"/>
                <p:nvPr/>
              </p:nvSpPr>
              <p:spPr>
                <a:xfrm>
                  <a:off x="7930586" y="614285"/>
                  <a:ext cx="1826192" cy="400110"/>
                </a:xfrm>
                <a:prstGeom prst="rect">
                  <a:avLst/>
                </a:prstGeom>
                <a:noFill/>
              </p:spPr>
              <p:txBody>
                <a:bodyPr wrap="square" rtlCol="0">
                  <a:spAutoFit/>
                </a:bodyPr>
                <a:lstStyle/>
                <a:p>
                  <a:r>
                    <a:rPr lang="zh-CN" altLang="en-US" sz="2000" b="1" dirty="0">
                      <a:solidFill>
                        <a:schemeClr val="tx2">
                          <a:lumMod val="50000"/>
                        </a:schemeClr>
                      </a:solidFill>
                    </a:rPr>
                    <a:t>月之马戏</a:t>
                  </a:r>
                  <a:endParaRPr lang="en-SG" sz="2000" b="1" dirty="0">
                    <a:solidFill>
                      <a:schemeClr val="tx2">
                        <a:lumMod val="50000"/>
                      </a:schemeClr>
                    </a:solidFill>
                  </a:endParaRPr>
                </a:p>
              </p:txBody>
            </p:sp>
            <p:sp>
              <p:nvSpPr>
                <p:cNvPr id="26" name="TextBox 25">
                  <a:extLst>
                    <a:ext uri="{FF2B5EF4-FFF2-40B4-BE49-F238E27FC236}">
                      <a16:creationId xmlns:a16="http://schemas.microsoft.com/office/drawing/2014/main" id="{9ABC9258-C112-C3CB-3329-AE54D6E633B2}"/>
                    </a:ext>
                  </a:extLst>
                </p:cNvPr>
                <p:cNvSpPr txBox="1"/>
                <p:nvPr/>
              </p:nvSpPr>
              <p:spPr>
                <a:xfrm>
                  <a:off x="9860233" y="1204016"/>
                  <a:ext cx="1044741" cy="307777"/>
                </a:xfrm>
                <a:prstGeom prst="rect">
                  <a:avLst/>
                </a:prstGeom>
                <a:noFill/>
              </p:spPr>
              <p:txBody>
                <a:bodyPr wrap="square" rtlCol="0">
                  <a:spAutoFit/>
                </a:bodyPr>
                <a:lstStyle/>
                <a:p>
                  <a:r>
                    <a:rPr lang="zh-CN" altLang="en-US" sz="1400" dirty="0">
                      <a:solidFill>
                        <a:schemeClr val="tx2">
                          <a:lumMod val="50000"/>
                        </a:schemeClr>
                      </a:solidFill>
                    </a:rPr>
                    <a:t>地点：</a:t>
                  </a:r>
                  <a:endParaRPr lang="en-SG" sz="1400" dirty="0">
                    <a:solidFill>
                      <a:schemeClr val="tx2">
                        <a:lumMod val="50000"/>
                      </a:schemeClr>
                    </a:solidFill>
                  </a:endParaRPr>
                </a:p>
              </p:txBody>
            </p:sp>
            <p:sp>
              <p:nvSpPr>
                <p:cNvPr id="27" name="TextBox 26">
                  <a:extLst>
                    <a:ext uri="{FF2B5EF4-FFF2-40B4-BE49-F238E27FC236}">
                      <a16:creationId xmlns:a16="http://schemas.microsoft.com/office/drawing/2014/main" id="{3EBE43E5-698B-8C43-8E83-6B9CC40956D1}"/>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12:00 PM</a:t>
                  </a:r>
                </a:p>
              </p:txBody>
            </p:sp>
            <p:sp>
              <p:nvSpPr>
                <p:cNvPr id="28" name="TextBox 27">
                  <a:extLst>
                    <a:ext uri="{FF2B5EF4-FFF2-40B4-BE49-F238E27FC236}">
                      <a16:creationId xmlns:a16="http://schemas.microsoft.com/office/drawing/2014/main" id="{3C1BBB9F-59E3-DAC0-049B-F79A82070267}"/>
                    </a:ext>
                  </a:extLst>
                </p:cNvPr>
                <p:cNvSpPr txBox="1"/>
                <p:nvPr/>
              </p:nvSpPr>
              <p:spPr>
                <a:xfrm>
                  <a:off x="10046183" y="1449798"/>
                  <a:ext cx="1237844" cy="307777"/>
                </a:xfrm>
                <a:prstGeom prst="rect">
                  <a:avLst/>
                </a:prstGeom>
                <a:noFill/>
              </p:spPr>
              <p:txBody>
                <a:bodyPr wrap="square" rtlCol="0">
                  <a:spAutoFit/>
                </a:bodyPr>
                <a:lstStyle/>
                <a:p>
                  <a:r>
                    <a:rPr lang="zh-CN" altLang="en-US" sz="1400" b="1" dirty="0">
                      <a:solidFill>
                        <a:schemeClr val="accent1"/>
                      </a:solidFill>
                    </a:rPr>
                    <a:t>马戏团</a:t>
                  </a:r>
                </a:p>
              </p:txBody>
            </p:sp>
          </p:grpSp>
        </p:grpSp>
        <p:pic>
          <p:nvPicPr>
            <p:cNvPr id="20" name="Picture 19">
              <a:extLst>
                <a:ext uri="{FF2B5EF4-FFF2-40B4-BE49-F238E27FC236}">
                  <a16:creationId xmlns:a16="http://schemas.microsoft.com/office/drawing/2014/main" id="{270DF978-1CC1-0533-D162-B40BF79A2714}"/>
                </a:ext>
              </a:extLst>
            </p:cNvPr>
            <p:cNvPicPr>
              <a:picLocks noChangeAspect="1"/>
            </p:cNvPicPr>
            <p:nvPr/>
          </p:nvPicPr>
          <p:blipFill>
            <a:blip r:embed="rId6"/>
            <a:stretch>
              <a:fillRect/>
            </a:stretch>
          </p:blipFill>
          <p:spPr>
            <a:xfrm>
              <a:off x="8417093" y="3594914"/>
              <a:ext cx="813824" cy="813824"/>
            </a:xfrm>
            <a:prstGeom prst="rect">
              <a:avLst/>
            </a:prstGeom>
          </p:spPr>
        </p:pic>
      </p:grpSp>
      <p:grpSp>
        <p:nvGrpSpPr>
          <p:cNvPr id="29" name="Group 28">
            <a:extLst>
              <a:ext uri="{FF2B5EF4-FFF2-40B4-BE49-F238E27FC236}">
                <a16:creationId xmlns:a16="http://schemas.microsoft.com/office/drawing/2014/main" id="{65F3023E-1C5A-3423-5380-D2DFFABAD351}"/>
              </a:ext>
            </a:extLst>
          </p:cNvPr>
          <p:cNvGrpSpPr/>
          <p:nvPr/>
        </p:nvGrpSpPr>
        <p:grpSpPr>
          <a:xfrm>
            <a:off x="4064481" y="3594815"/>
            <a:ext cx="3720247" cy="1331334"/>
            <a:chOff x="4205770" y="3536881"/>
            <a:chExt cx="3720247" cy="1331334"/>
          </a:xfrm>
        </p:grpSpPr>
        <p:grpSp>
          <p:nvGrpSpPr>
            <p:cNvPr id="30" name="Group 29">
              <a:extLst>
                <a:ext uri="{FF2B5EF4-FFF2-40B4-BE49-F238E27FC236}">
                  <a16:creationId xmlns:a16="http://schemas.microsoft.com/office/drawing/2014/main" id="{392C5879-CA36-BE37-C134-83398B4655DD}"/>
                </a:ext>
              </a:extLst>
            </p:cNvPr>
            <p:cNvGrpSpPr/>
            <p:nvPr/>
          </p:nvGrpSpPr>
          <p:grpSpPr>
            <a:xfrm>
              <a:off x="4205770" y="3536881"/>
              <a:ext cx="3720247" cy="1331334"/>
              <a:chOff x="4100301" y="701538"/>
              <a:chExt cx="3720247" cy="1331334"/>
            </a:xfrm>
          </p:grpSpPr>
          <p:grpSp>
            <p:nvGrpSpPr>
              <p:cNvPr id="32" name="Group 31">
                <a:extLst>
                  <a:ext uri="{FF2B5EF4-FFF2-40B4-BE49-F238E27FC236}">
                    <a16:creationId xmlns:a16="http://schemas.microsoft.com/office/drawing/2014/main" id="{9DC92929-4F14-2D5A-5ED2-C0CE5EF8179A}"/>
                  </a:ext>
                </a:extLst>
              </p:cNvPr>
              <p:cNvGrpSpPr/>
              <p:nvPr/>
            </p:nvGrpSpPr>
            <p:grpSpPr>
              <a:xfrm>
                <a:off x="4100301" y="701538"/>
                <a:ext cx="3720247" cy="1331334"/>
                <a:chOff x="107367" y="676770"/>
                <a:chExt cx="3720247" cy="1331334"/>
              </a:xfrm>
            </p:grpSpPr>
            <p:grpSp>
              <p:nvGrpSpPr>
                <p:cNvPr id="34" name="Group 33">
                  <a:extLst>
                    <a:ext uri="{FF2B5EF4-FFF2-40B4-BE49-F238E27FC236}">
                      <a16:creationId xmlns:a16="http://schemas.microsoft.com/office/drawing/2014/main" id="{CD4E9A5E-D550-B41B-1710-398F39EA6812}"/>
                    </a:ext>
                  </a:extLst>
                </p:cNvPr>
                <p:cNvGrpSpPr/>
                <p:nvPr/>
              </p:nvGrpSpPr>
              <p:grpSpPr>
                <a:xfrm>
                  <a:off x="107367" y="676770"/>
                  <a:ext cx="3720247" cy="1331334"/>
                  <a:chOff x="78866" y="1588072"/>
                  <a:chExt cx="3720247" cy="1331334"/>
                </a:xfrm>
              </p:grpSpPr>
              <p:sp>
                <p:nvSpPr>
                  <p:cNvPr id="36" name="Rectangle: Rounded Corners 35">
                    <a:extLst>
                      <a:ext uri="{FF2B5EF4-FFF2-40B4-BE49-F238E27FC236}">
                        <a16:creationId xmlns:a16="http://schemas.microsoft.com/office/drawing/2014/main" id="{EB0ABA67-9112-681C-EC00-7A2D935AFD8F}"/>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a:t>`</a:t>
                    </a:r>
                    <a:endParaRPr lang="en-SG" dirty="0"/>
                  </a:p>
                </p:txBody>
              </p:sp>
              <p:grpSp>
                <p:nvGrpSpPr>
                  <p:cNvPr id="37" name="Group 36">
                    <a:extLst>
                      <a:ext uri="{FF2B5EF4-FFF2-40B4-BE49-F238E27FC236}">
                        <a16:creationId xmlns:a16="http://schemas.microsoft.com/office/drawing/2014/main" id="{BEBA3A36-3229-1FB0-3B73-C52D23A1289A}"/>
                      </a:ext>
                    </a:extLst>
                  </p:cNvPr>
                  <p:cNvGrpSpPr/>
                  <p:nvPr/>
                </p:nvGrpSpPr>
                <p:grpSpPr>
                  <a:xfrm>
                    <a:off x="159359" y="1612729"/>
                    <a:ext cx="3639754" cy="1261118"/>
                    <a:chOff x="159359" y="1612729"/>
                    <a:chExt cx="3639754" cy="1261118"/>
                  </a:xfrm>
                </p:grpSpPr>
                <p:sp>
                  <p:nvSpPr>
                    <p:cNvPr id="38" name="TextBox 37">
                      <a:extLst>
                        <a:ext uri="{FF2B5EF4-FFF2-40B4-BE49-F238E27FC236}">
                          <a16:creationId xmlns:a16="http://schemas.microsoft.com/office/drawing/2014/main" id="{FF8326C4-8035-1949-91FB-D6115F37D60A}"/>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39" name="Group 38">
                      <a:extLst>
                        <a:ext uri="{FF2B5EF4-FFF2-40B4-BE49-F238E27FC236}">
                          <a16:creationId xmlns:a16="http://schemas.microsoft.com/office/drawing/2014/main" id="{81847909-E23D-476B-55B1-F9186C37DF00}"/>
                        </a:ext>
                      </a:extLst>
                    </p:cNvPr>
                    <p:cNvGrpSpPr/>
                    <p:nvPr/>
                  </p:nvGrpSpPr>
                  <p:grpSpPr>
                    <a:xfrm>
                      <a:off x="159359" y="1612729"/>
                      <a:ext cx="2971657" cy="1261118"/>
                      <a:chOff x="159359" y="1612729"/>
                      <a:chExt cx="2971657" cy="1261118"/>
                    </a:xfrm>
                  </p:grpSpPr>
                  <p:sp>
                    <p:nvSpPr>
                      <p:cNvPr id="40" name="TextBox 39">
                        <a:extLst>
                          <a:ext uri="{FF2B5EF4-FFF2-40B4-BE49-F238E27FC236}">
                            <a16:creationId xmlns:a16="http://schemas.microsoft.com/office/drawing/2014/main" id="{2A27E601-8E10-2AF8-B5E2-423CC3E26ED7}"/>
                          </a:ext>
                        </a:extLst>
                      </p:cNvPr>
                      <p:cNvSpPr txBox="1"/>
                      <p:nvPr/>
                    </p:nvSpPr>
                    <p:spPr>
                      <a:xfrm>
                        <a:off x="159359" y="1612729"/>
                        <a:ext cx="1556953" cy="400110"/>
                      </a:xfrm>
                      <a:prstGeom prst="rect">
                        <a:avLst/>
                      </a:prstGeom>
                      <a:noFill/>
                    </p:spPr>
                    <p:txBody>
                      <a:bodyPr wrap="square" rtlCol="0">
                        <a:spAutoFit/>
                      </a:bodyPr>
                      <a:lstStyle/>
                      <a:p>
                        <a:r>
                          <a:rPr lang="zh-CN" altLang="en-US" sz="2000" b="1" dirty="0">
                            <a:solidFill>
                              <a:schemeClr val="tx2">
                                <a:lumMod val="50000"/>
                              </a:schemeClr>
                            </a:solidFill>
                          </a:rPr>
                          <a:t>烘焙与爱</a:t>
                        </a:r>
                        <a:endParaRPr lang="en-SG" sz="2000" b="1" dirty="0">
                          <a:solidFill>
                            <a:schemeClr val="tx2">
                              <a:lumMod val="50000"/>
                            </a:schemeClr>
                          </a:solidFill>
                        </a:endParaRPr>
                      </a:p>
                    </p:txBody>
                  </p:sp>
                  <p:sp>
                    <p:nvSpPr>
                      <p:cNvPr id="41" name="TextBox 40">
                        <a:extLst>
                          <a:ext uri="{FF2B5EF4-FFF2-40B4-BE49-F238E27FC236}">
                            <a16:creationId xmlns:a16="http://schemas.microsoft.com/office/drawing/2014/main" id="{ADB1EBF7-7110-07CE-FCFE-20815E01FAF9}"/>
                          </a:ext>
                        </a:extLst>
                      </p:cNvPr>
                      <p:cNvSpPr txBox="1"/>
                      <p:nvPr/>
                    </p:nvSpPr>
                    <p:spPr>
                      <a:xfrm>
                        <a:off x="2132443" y="1637608"/>
                        <a:ext cx="922713" cy="523220"/>
                      </a:xfrm>
                      <a:prstGeom prst="rect">
                        <a:avLst/>
                      </a:prstGeom>
                      <a:noFill/>
                    </p:spPr>
                    <p:txBody>
                      <a:bodyPr wrap="square" rtlCol="0">
                        <a:spAutoFit/>
                      </a:bodyPr>
                      <a:lstStyle/>
                      <a:p>
                        <a:r>
                          <a:rPr lang="zh-CN" altLang="en-US" sz="1400" dirty="0">
                            <a:solidFill>
                              <a:schemeClr val="tx2">
                                <a:lumMod val="50000"/>
                              </a:schemeClr>
                            </a:solidFill>
                          </a:rPr>
                          <a:t>队列长度</a:t>
                        </a:r>
                        <a:endParaRPr lang="en-SG" sz="1400" dirty="0">
                          <a:solidFill>
                            <a:schemeClr val="tx2">
                              <a:lumMod val="50000"/>
                            </a:schemeClr>
                          </a:solidFill>
                        </a:endParaRPr>
                      </a:p>
                      <a:p>
                        <a:endParaRPr lang="en-SG" sz="1400" dirty="0">
                          <a:solidFill>
                            <a:schemeClr val="tx2">
                              <a:lumMod val="50000"/>
                            </a:schemeClr>
                          </a:solidFill>
                        </a:endParaRPr>
                      </a:p>
                    </p:txBody>
                  </p:sp>
                  <p:sp>
                    <p:nvSpPr>
                      <p:cNvPr id="42" name="TextBox 41">
                        <a:extLst>
                          <a:ext uri="{FF2B5EF4-FFF2-40B4-BE49-F238E27FC236}">
                            <a16:creationId xmlns:a16="http://schemas.microsoft.com/office/drawing/2014/main" id="{BE3BA097-BC8E-30F9-BB4A-69A44BF2D3A7}"/>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&lt;1 min</a:t>
                        </a:r>
                      </a:p>
                    </p:txBody>
                  </p:sp>
                </p:grpSp>
              </p:grpSp>
            </p:grpSp>
            <p:sp>
              <p:nvSpPr>
                <p:cNvPr id="35" name="TextBox 34">
                  <a:extLst>
                    <a:ext uri="{FF2B5EF4-FFF2-40B4-BE49-F238E27FC236}">
                      <a16:creationId xmlns:a16="http://schemas.microsoft.com/office/drawing/2014/main" id="{0C59C7F4-E6C5-3B27-1044-2EEDB3B57932}"/>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33" name="Picture 32" descr="A green person silhouette on a black background&#10;&#10;AI-generated content may be incorrect.">
                <a:extLst>
                  <a:ext uri="{FF2B5EF4-FFF2-40B4-BE49-F238E27FC236}">
                    <a16:creationId xmlns:a16="http://schemas.microsoft.com/office/drawing/2014/main" id="{00C92796-EEEA-EFF6-60D9-243F97825BF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31" name="Picture 30">
              <a:extLst>
                <a:ext uri="{FF2B5EF4-FFF2-40B4-BE49-F238E27FC236}">
                  <a16:creationId xmlns:a16="http://schemas.microsoft.com/office/drawing/2014/main" id="{EFA4F248-0CB5-432A-704F-7795972B2998}"/>
                </a:ext>
              </a:extLst>
            </p:cNvPr>
            <p:cNvPicPr>
              <a:picLocks noChangeAspect="1"/>
            </p:cNvPicPr>
            <p:nvPr/>
          </p:nvPicPr>
          <p:blipFill>
            <a:blip r:embed="rId8"/>
            <a:stretch>
              <a:fillRect/>
            </a:stretch>
          </p:blipFill>
          <p:spPr>
            <a:xfrm>
              <a:off x="4788294" y="4008502"/>
              <a:ext cx="724368" cy="724368"/>
            </a:xfrm>
            <a:prstGeom prst="rect">
              <a:avLst/>
            </a:prstGeom>
          </p:spPr>
        </p:pic>
      </p:grpSp>
      <p:grpSp>
        <p:nvGrpSpPr>
          <p:cNvPr id="43" name="Group 42">
            <a:extLst>
              <a:ext uri="{FF2B5EF4-FFF2-40B4-BE49-F238E27FC236}">
                <a16:creationId xmlns:a16="http://schemas.microsoft.com/office/drawing/2014/main" id="{033CC05E-6129-FFA9-E49D-9E76147B1624}"/>
              </a:ext>
            </a:extLst>
          </p:cNvPr>
          <p:cNvGrpSpPr/>
          <p:nvPr/>
        </p:nvGrpSpPr>
        <p:grpSpPr>
          <a:xfrm>
            <a:off x="107367" y="2156298"/>
            <a:ext cx="3720247" cy="1331334"/>
            <a:chOff x="107367" y="3598419"/>
            <a:chExt cx="3720247" cy="1331334"/>
          </a:xfrm>
        </p:grpSpPr>
        <p:grpSp>
          <p:nvGrpSpPr>
            <p:cNvPr id="44" name="Group 43">
              <a:extLst>
                <a:ext uri="{FF2B5EF4-FFF2-40B4-BE49-F238E27FC236}">
                  <a16:creationId xmlns:a16="http://schemas.microsoft.com/office/drawing/2014/main" id="{268776F4-60F8-F669-8220-F7A127FA4C04}"/>
                </a:ext>
              </a:extLst>
            </p:cNvPr>
            <p:cNvGrpSpPr/>
            <p:nvPr/>
          </p:nvGrpSpPr>
          <p:grpSpPr>
            <a:xfrm>
              <a:off x="107367" y="3598419"/>
              <a:ext cx="3720247" cy="1331334"/>
              <a:chOff x="107367" y="3598419"/>
              <a:chExt cx="3720247" cy="1331334"/>
            </a:xfrm>
          </p:grpSpPr>
          <p:grpSp>
            <p:nvGrpSpPr>
              <p:cNvPr id="46" name="Group 45">
                <a:extLst>
                  <a:ext uri="{FF2B5EF4-FFF2-40B4-BE49-F238E27FC236}">
                    <a16:creationId xmlns:a16="http://schemas.microsoft.com/office/drawing/2014/main" id="{BD7FD881-7738-6AA5-0B49-8A81319BA4DE}"/>
                  </a:ext>
                </a:extLst>
              </p:cNvPr>
              <p:cNvGrpSpPr/>
              <p:nvPr/>
            </p:nvGrpSpPr>
            <p:grpSpPr>
              <a:xfrm>
                <a:off x="107367" y="3598419"/>
                <a:ext cx="3720247" cy="1331334"/>
                <a:chOff x="4100301" y="701538"/>
                <a:chExt cx="3720247" cy="1331334"/>
              </a:xfrm>
            </p:grpSpPr>
            <p:grpSp>
              <p:nvGrpSpPr>
                <p:cNvPr id="48" name="Group 47">
                  <a:extLst>
                    <a:ext uri="{FF2B5EF4-FFF2-40B4-BE49-F238E27FC236}">
                      <a16:creationId xmlns:a16="http://schemas.microsoft.com/office/drawing/2014/main" id="{E79C40B8-606B-FE05-E4D2-9F0B834F0776}"/>
                    </a:ext>
                  </a:extLst>
                </p:cNvPr>
                <p:cNvGrpSpPr/>
                <p:nvPr/>
              </p:nvGrpSpPr>
              <p:grpSpPr>
                <a:xfrm>
                  <a:off x="4100301" y="701538"/>
                  <a:ext cx="3720247" cy="1331334"/>
                  <a:chOff x="107367" y="676770"/>
                  <a:chExt cx="3720247" cy="1331334"/>
                </a:xfrm>
              </p:grpSpPr>
              <p:grpSp>
                <p:nvGrpSpPr>
                  <p:cNvPr id="50" name="Group 49">
                    <a:extLst>
                      <a:ext uri="{FF2B5EF4-FFF2-40B4-BE49-F238E27FC236}">
                        <a16:creationId xmlns:a16="http://schemas.microsoft.com/office/drawing/2014/main" id="{C6B8E6BD-00F3-5FFE-C012-C8BFDC67E9BF}"/>
                      </a:ext>
                    </a:extLst>
                  </p:cNvPr>
                  <p:cNvGrpSpPr/>
                  <p:nvPr/>
                </p:nvGrpSpPr>
                <p:grpSpPr>
                  <a:xfrm>
                    <a:off x="107367" y="676770"/>
                    <a:ext cx="3720247" cy="1331334"/>
                    <a:chOff x="78866" y="1588072"/>
                    <a:chExt cx="3720247" cy="1331334"/>
                  </a:xfrm>
                </p:grpSpPr>
                <p:sp>
                  <p:nvSpPr>
                    <p:cNvPr id="52" name="Rectangle: Rounded Corners 51">
                      <a:extLst>
                        <a:ext uri="{FF2B5EF4-FFF2-40B4-BE49-F238E27FC236}">
                          <a16:creationId xmlns:a16="http://schemas.microsoft.com/office/drawing/2014/main" id="{AD70F510-0214-A188-56C4-9D7D0FCF4B4F}"/>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53" name="Group 52">
                      <a:extLst>
                        <a:ext uri="{FF2B5EF4-FFF2-40B4-BE49-F238E27FC236}">
                          <a16:creationId xmlns:a16="http://schemas.microsoft.com/office/drawing/2014/main" id="{E5C9DFA4-9306-D3BA-3F97-075F71E18F95}"/>
                        </a:ext>
                      </a:extLst>
                    </p:cNvPr>
                    <p:cNvGrpSpPr/>
                    <p:nvPr/>
                  </p:nvGrpSpPr>
                  <p:grpSpPr>
                    <a:xfrm>
                      <a:off x="155765" y="1613114"/>
                      <a:ext cx="3643348" cy="1260733"/>
                      <a:chOff x="155765" y="1613114"/>
                      <a:chExt cx="3643348" cy="1260733"/>
                    </a:xfrm>
                  </p:grpSpPr>
                  <p:sp>
                    <p:nvSpPr>
                      <p:cNvPr id="54" name="TextBox 53">
                        <a:extLst>
                          <a:ext uri="{FF2B5EF4-FFF2-40B4-BE49-F238E27FC236}">
                            <a16:creationId xmlns:a16="http://schemas.microsoft.com/office/drawing/2014/main" id="{B0972F4B-D6C4-A7AB-3A79-AAC178E05A01}"/>
                          </a:ext>
                        </a:extLst>
                      </p:cNvPr>
                      <p:cNvSpPr txBox="1"/>
                      <p:nvPr/>
                    </p:nvSpPr>
                    <p:spPr>
                      <a:xfrm>
                        <a:off x="2132443" y="2362646"/>
                        <a:ext cx="1666670" cy="307777"/>
                      </a:xfrm>
                      <a:prstGeom prst="rect">
                        <a:avLst/>
                      </a:prstGeom>
                      <a:noFill/>
                    </p:spPr>
                    <p:txBody>
                      <a:bodyPr wrap="square" rtlCol="0">
                        <a:spAutoFit/>
                      </a:bodyPr>
                      <a:lstStyle/>
                      <a:p>
                        <a:r>
                          <a:rPr lang="zh-CN" altLang="en-US" sz="1400" dirty="0">
                            <a:solidFill>
                              <a:schemeClr val="tx2">
                                <a:lumMod val="50000"/>
                              </a:schemeClr>
                            </a:solidFill>
                          </a:rPr>
                          <a:t>预计等待时间：</a:t>
                        </a:r>
                        <a:endParaRPr lang="en-SG" sz="1400" dirty="0">
                          <a:solidFill>
                            <a:schemeClr val="tx2">
                              <a:lumMod val="50000"/>
                            </a:schemeClr>
                          </a:solidFill>
                        </a:endParaRPr>
                      </a:p>
                    </p:txBody>
                  </p:sp>
                  <p:grpSp>
                    <p:nvGrpSpPr>
                      <p:cNvPr id="55" name="Group 54">
                        <a:extLst>
                          <a:ext uri="{FF2B5EF4-FFF2-40B4-BE49-F238E27FC236}">
                            <a16:creationId xmlns:a16="http://schemas.microsoft.com/office/drawing/2014/main" id="{BD426179-CBE3-5FE3-F25B-8DFBA592DC90}"/>
                          </a:ext>
                        </a:extLst>
                      </p:cNvPr>
                      <p:cNvGrpSpPr/>
                      <p:nvPr/>
                    </p:nvGrpSpPr>
                    <p:grpSpPr>
                      <a:xfrm>
                        <a:off x="155765" y="1613114"/>
                        <a:ext cx="2975251" cy="1260733"/>
                        <a:chOff x="155765" y="1613114"/>
                        <a:chExt cx="2975251" cy="1260733"/>
                      </a:xfrm>
                    </p:grpSpPr>
                    <p:sp>
                      <p:nvSpPr>
                        <p:cNvPr id="56" name="TextBox 55">
                          <a:extLst>
                            <a:ext uri="{FF2B5EF4-FFF2-40B4-BE49-F238E27FC236}">
                              <a16:creationId xmlns:a16="http://schemas.microsoft.com/office/drawing/2014/main" id="{75821999-1235-158A-8384-7A2E5DE73985}"/>
                            </a:ext>
                          </a:extLst>
                        </p:cNvPr>
                        <p:cNvSpPr txBox="1"/>
                        <p:nvPr/>
                      </p:nvSpPr>
                      <p:spPr>
                        <a:xfrm>
                          <a:off x="155765" y="1613114"/>
                          <a:ext cx="1927117" cy="400110"/>
                        </a:xfrm>
                        <a:prstGeom prst="rect">
                          <a:avLst/>
                        </a:prstGeom>
                        <a:noFill/>
                      </p:spPr>
                      <p:txBody>
                        <a:bodyPr wrap="square" rtlCol="0">
                          <a:spAutoFit/>
                        </a:bodyPr>
                        <a:lstStyle/>
                        <a:p>
                          <a:r>
                            <a:rPr lang="zh-CN" altLang="en-US" sz="2000" b="1" dirty="0">
                              <a:solidFill>
                                <a:schemeClr val="tx2">
                                  <a:lumMod val="50000"/>
                                </a:schemeClr>
                              </a:solidFill>
                            </a:rPr>
                            <a:t>旋转木马</a:t>
                          </a:r>
                        </a:p>
                      </p:txBody>
                    </p:sp>
                    <p:sp>
                      <p:nvSpPr>
                        <p:cNvPr id="57" name="TextBox 56">
                          <a:extLst>
                            <a:ext uri="{FF2B5EF4-FFF2-40B4-BE49-F238E27FC236}">
                              <a16:creationId xmlns:a16="http://schemas.microsoft.com/office/drawing/2014/main" id="{93D656A0-9394-E0FF-6048-C791392CCC5B}"/>
                            </a:ext>
                          </a:extLst>
                        </p:cNvPr>
                        <p:cNvSpPr txBox="1"/>
                        <p:nvPr/>
                      </p:nvSpPr>
                      <p:spPr>
                        <a:xfrm>
                          <a:off x="2132443" y="1637608"/>
                          <a:ext cx="922713" cy="523220"/>
                        </a:xfrm>
                        <a:prstGeom prst="rect">
                          <a:avLst/>
                        </a:prstGeom>
                        <a:noFill/>
                      </p:spPr>
                      <p:txBody>
                        <a:bodyPr wrap="square" rtlCol="0">
                          <a:spAutoFit/>
                        </a:bodyPr>
                        <a:lstStyle/>
                        <a:p>
                          <a:r>
                            <a:rPr lang="zh-CN" altLang="en-US" sz="1400" dirty="0">
                              <a:solidFill>
                                <a:schemeClr val="tx2">
                                  <a:lumMod val="50000"/>
                                </a:schemeClr>
                              </a:solidFill>
                            </a:rPr>
                            <a:t>队列长度</a:t>
                          </a:r>
                          <a:endParaRPr lang="en-SG" sz="1400" dirty="0">
                            <a:solidFill>
                              <a:schemeClr val="tx2">
                                <a:lumMod val="50000"/>
                              </a:schemeClr>
                            </a:solidFill>
                          </a:endParaRPr>
                        </a:p>
                        <a:p>
                          <a:endParaRPr lang="en-SG" sz="1400" dirty="0">
                            <a:solidFill>
                              <a:schemeClr val="tx2">
                                <a:lumMod val="50000"/>
                              </a:schemeClr>
                            </a:solidFill>
                          </a:endParaRPr>
                        </a:p>
                      </p:txBody>
                    </p:sp>
                    <p:sp>
                      <p:nvSpPr>
                        <p:cNvPr id="58" name="TextBox 57">
                          <a:extLst>
                            <a:ext uri="{FF2B5EF4-FFF2-40B4-BE49-F238E27FC236}">
                              <a16:creationId xmlns:a16="http://schemas.microsoft.com/office/drawing/2014/main" id="{69134138-7134-4B11-5D06-FB2C4D40ABC8}"/>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~10 mins</a:t>
                          </a:r>
                        </a:p>
                      </p:txBody>
                    </p:sp>
                  </p:grpSp>
                </p:grpSp>
              </p:grpSp>
              <p:sp>
                <p:nvSpPr>
                  <p:cNvPr id="51" name="TextBox 50">
                    <a:extLst>
                      <a:ext uri="{FF2B5EF4-FFF2-40B4-BE49-F238E27FC236}">
                        <a16:creationId xmlns:a16="http://schemas.microsoft.com/office/drawing/2014/main" id="{9D698063-4217-D03E-EB93-A175B8F9CEBE}"/>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49" name="Picture 48" descr="A green person silhouette on a black background&#10;&#10;AI-generated content may be incorrect.">
                  <a:extLst>
                    <a:ext uri="{FF2B5EF4-FFF2-40B4-BE49-F238E27FC236}">
                      <a16:creationId xmlns:a16="http://schemas.microsoft.com/office/drawing/2014/main" id="{2FC5DD24-1979-45E0-D61C-528062C3DBC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47" name="Picture 46">
                <a:extLst>
                  <a:ext uri="{FF2B5EF4-FFF2-40B4-BE49-F238E27FC236}">
                    <a16:creationId xmlns:a16="http://schemas.microsoft.com/office/drawing/2014/main" id="{DBB7EC70-9A1D-D29D-D537-74C1AA009FC6}"/>
                  </a:ext>
                </a:extLst>
              </p:cNvPr>
              <p:cNvPicPr>
                <a:picLocks noChangeAspect="1"/>
              </p:cNvPicPr>
              <p:nvPr/>
            </p:nvPicPr>
            <p:blipFill>
              <a:blip r:embed="rId9"/>
              <a:stretch>
                <a:fillRect/>
              </a:stretch>
            </p:blipFill>
            <p:spPr>
              <a:xfrm>
                <a:off x="678545" y="4022645"/>
                <a:ext cx="782190" cy="782190"/>
              </a:xfrm>
              <a:prstGeom prst="rect">
                <a:avLst/>
              </a:prstGeom>
            </p:spPr>
          </p:pic>
        </p:grpSp>
        <p:pic>
          <p:nvPicPr>
            <p:cNvPr id="45" name="Picture 44" descr="A green person silhouette on a black background&#10;&#10;AI-generated content may be incorrect.">
              <a:extLst>
                <a:ext uri="{FF2B5EF4-FFF2-40B4-BE49-F238E27FC236}">
                  <a16:creationId xmlns:a16="http://schemas.microsoft.com/office/drawing/2014/main" id="{62224948-B83E-114B-AF60-AB20F97BA55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03386" y="3912607"/>
              <a:ext cx="449084" cy="449084"/>
            </a:xfrm>
            <a:prstGeom prst="rect">
              <a:avLst/>
            </a:prstGeom>
          </p:spPr>
        </p:pic>
      </p:grpSp>
      <p:sp>
        <p:nvSpPr>
          <p:cNvPr id="59" name="Rectangle 58">
            <a:extLst>
              <a:ext uri="{FF2B5EF4-FFF2-40B4-BE49-F238E27FC236}">
                <a16:creationId xmlns:a16="http://schemas.microsoft.com/office/drawing/2014/main" id="{17B51F0C-F8FF-8D2A-A7A8-9077BDBF1277}"/>
              </a:ext>
            </a:extLst>
          </p:cNvPr>
          <p:cNvSpPr/>
          <p:nvPr/>
        </p:nvSpPr>
        <p:spPr>
          <a:xfrm>
            <a:off x="3216648" y="421166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0" name="TextBox 59">
            <a:extLst>
              <a:ext uri="{FF2B5EF4-FFF2-40B4-BE49-F238E27FC236}">
                <a16:creationId xmlns:a16="http://schemas.microsoft.com/office/drawing/2014/main" id="{F75A24EF-23B4-5943-53E2-F11AEF7D8B0F}"/>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11:01 AM</a:t>
            </a:r>
          </a:p>
        </p:txBody>
      </p:sp>
      <p:grpSp>
        <p:nvGrpSpPr>
          <p:cNvPr id="61" name="Group 60">
            <a:extLst>
              <a:ext uri="{FF2B5EF4-FFF2-40B4-BE49-F238E27FC236}">
                <a16:creationId xmlns:a16="http://schemas.microsoft.com/office/drawing/2014/main" id="{6F03D93F-348F-50ED-7021-69B4D1C36BB1}"/>
              </a:ext>
            </a:extLst>
          </p:cNvPr>
          <p:cNvGrpSpPr/>
          <p:nvPr/>
        </p:nvGrpSpPr>
        <p:grpSpPr>
          <a:xfrm>
            <a:off x="107367" y="689416"/>
            <a:ext cx="3720247" cy="1331334"/>
            <a:chOff x="107367" y="2142193"/>
            <a:chExt cx="3720247" cy="1331334"/>
          </a:xfrm>
        </p:grpSpPr>
        <p:grpSp>
          <p:nvGrpSpPr>
            <p:cNvPr id="62" name="Group 61">
              <a:extLst>
                <a:ext uri="{FF2B5EF4-FFF2-40B4-BE49-F238E27FC236}">
                  <a16:creationId xmlns:a16="http://schemas.microsoft.com/office/drawing/2014/main" id="{7629127A-58C3-460F-C1BF-021678DB2F1A}"/>
                </a:ext>
              </a:extLst>
            </p:cNvPr>
            <p:cNvGrpSpPr/>
            <p:nvPr/>
          </p:nvGrpSpPr>
          <p:grpSpPr>
            <a:xfrm>
              <a:off x="107367" y="2142193"/>
              <a:ext cx="3720247" cy="1331334"/>
              <a:chOff x="107367" y="2142193"/>
              <a:chExt cx="3720247" cy="1331334"/>
            </a:xfrm>
          </p:grpSpPr>
          <p:grpSp>
            <p:nvGrpSpPr>
              <p:cNvPr id="64" name="Group 63">
                <a:extLst>
                  <a:ext uri="{FF2B5EF4-FFF2-40B4-BE49-F238E27FC236}">
                    <a16:creationId xmlns:a16="http://schemas.microsoft.com/office/drawing/2014/main" id="{3A881F1A-91E3-7CF6-BBD3-9D1215F2C55B}"/>
                  </a:ext>
                </a:extLst>
              </p:cNvPr>
              <p:cNvGrpSpPr/>
              <p:nvPr/>
            </p:nvGrpSpPr>
            <p:grpSpPr>
              <a:xfrm>
                <a:off x="107367" y="2142193"/>
                <a:ext cx="3720247" cy="1331334"/>
                <a:chOff x="107366" y="2104595"/>
                <a:chExt cx="3720247" cy="1331334"/>
              </a:xfrm>
            </p:grpSpPr>
            <p:grpSp>
              <p:nvGrpSpPr>
                <p:cNvPr id="66" name="Group 65">
                  <a:extLst>
                    <a:ext uri="{FF2B5EF4-FFF2-40B4-BE49-F238E27FC236}">
                      <a16:creationId xmlns:a16="http://schemas.microsoft.com/office/drawing/2014/main" id="{B878518F-7BE5-4516-9433-2C982E4FAE66}"/>
                    </a:ext>
                  </a:extLst>
                </p:cNvPr>
                <p:cNvGrpSpPr/>
                <p:nvPr/>
              </p:nvGrpSpPr>
              <p:grpSpPr>
                <a:xfrm>
                  <a:off x="107366" y="2104595"/>
                  <a:ext cx="3720247" cy="1331334"/>
                  <a:chOff x="78866" y="1588072"/>
                  <a:chExt cx="3720247" cy="1331334"/>
                </a:xfrm>
              </p:grpSpPr>
              <p:sp>
                <p:nvSpPr>
                  <p:cNvPr id="70" name="Rectangle: Rounded Corners 69">
                    <a:extLst>
                      <a:ext uri="{FF2B5EF4-FFF2-40B4-BE49-F238E27FC236}">
                        <a16:creationId xmlns:a16="http://schemas.microsoft.com/office/drawing/2014/main" id="{C86F08E0-D1B2-78E8-459E-3F7B2BB6EF4B}"/>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71" name="Group 70">
                    <a:extLst>
                      <a:ext uri="{FF2B5EF4-FFF2-40B4-BE49-F238E27FC236}">
                        <a16:creationId xmlns:a16="http://schemas.microsoft.com/office/drawing/2014/main" id="{8C1CBBA4-5B58-66D7-F7F3-D9EB190159DD}"/>
                      </a:ext>
                    </a:extLst>
                  </p:cNvPr>
                  <p:cNvGrpSpPr/>
                  <p:nvPr/>
                </p:nvGrpSpPr>
                <p:grpSpPr>
                  <a:xfrm>
                    <a:off x="173207" y="1610398"/>
                    <a:ext cx="3625906" cy="1263449"/>
                    <a:chOff x="173207" y="1610398"/>
                    <a:chExt cx="3625906" cy="1263449"/>
                  </a:xfrm>
                </p:grpSpPr>
                <p:sp>
                  <p:nvSpPr>
                    <p:cNvPr id="72" name="TextBox 71">
                      <a:extLst>
                        <a:ext uri="{FF2B5EF4-FFF2-40B4-BE49-F238E27FC236}">
                          <a16:creationId xmlns:a16="http://schemas.microsoft.com/office/drawing/2014/main" id="{7E5C1C48-02AE-4F86-B523-6F04C7149809}"/>
                        </a:ext>
                      </a:extLst>
                    </p:cNvPr>
                    <p:cNvSpPr txBox="1"/>
                    <p:nvPr/>
                  </p:nvSpPr>
                  <p:spPr>
                    <a:xfrm>
                      <a:off x="2132443" y="2362646"/>
                      <a:ext cx="1666670" cy="307777"/>
                    </a:xfrm>
                    <a:prstGeom prst="rect">
                      <a:avLst/>
                    </a:prstGeom>
                    <a:noFill/>
                  </p:spPr>
                  <p:txBody>
                    <a:bodyPr wrap="square" rtlCol="0">
                      <a:spAutoFit/>
                    </a:bodyPr>
                    <a:lstStyle/>
                    <a:p>
                      <a:r>
                        <a:rPr lang="zh-CN" altLang="en-US" sz="1400" dirty="0">
                          <a:solidFill>
                            <a:schemeClr val="tx2">
                              <a:lumMod val="50000"/>
                            </a:schemeClr>
                          </a:solidFill>
                        </a:rPr>
                        <a:t>预计等待时间：</a:t>
                      </a:r>
                      <a:endParaRPr lang="en-SG" sz="1400" dirty="0">
                        <a:solidFill>
                          <a:schemeClr val="tx2">
                            <a:lumMod val="50000"/>
                          </a:schemeClr>
                        </a:solidFill>
                      </a:endParaRPr>
                    </a:p>
                  </p:txBody>
                </p:sp>
                <p:grpSp>
                  <p:nvGrpSpPr>
                    <p:cNvPr id="73" name="Group 72">
                      <a:extLst>
                        <a:ext uri="{FF2B5EF4-FFF2-40B4-BE49-F238E27FC236}">
                          <a16:creationId xmlns:a16="http://schemas.microsoft.com/office/drawing/2014/main" id="{4ED76411-7B18-037C-053B-885F26CFF877}"/>
                        </a:ext>
                      </a:extLst>
                    </p:cNvPr>
                    <p:cNvGrpSpPr/>
                    <p:nvPr/>
                  </p:nvGrpSpPr>
                  <p:grpSpPr>
                    <a:xfrm>
                      <a:off x="173207" y="1610398"/>
                      <a:ext cx="2957809" cy="1263449"/>
                      <a:chOff x="173207" y="1610398"/>
                      <a:chExt cx="2957809" cy="1263449"/>
                    </a:xfrm>
                  </p:grpSpPr>
                  <p:sp>
                    <p:nvSpPr>
                      <p:cNvPr id="74" name="TextBox 73">
                        <a:extLst>
                          <a:ext uri="{FF2B5EF4-FFF2-40B4-BE49-F238E27FC236}">
                            <a16:creationId xmlns:a16="http://schemas.microsoft.com/office/drawing/2014/main" id="{2E505E6B-294D-6B8F-6590-E548B84316C0}"/>
                          </a:ext>
                        </a:extLst>
                      </p:cNvPr>
                      <p:cNvSpPr txBox="1"/>
                      <p:nvPr/>
                    </p:nvSpPr>
                    <p:spPr>
                      <a:xfrm>
                        <a:off x="173207" y="1610398"/>
                        <a:ext cx="1102790" cy="400110"/>
                      </a:xfrm>
                      <a:prstGeom prst="rect">
                        <a:avLst/>
                      </a:prstGeom>
                      <a:noFill/>
                    </p:spPr>
                    <p:txBody>
                      <a:bodyPr wrap="square" rtlCol="0">
                        <a:spAutoFit/>
                      </a:bodyPr>
                      <a:lstStyle/>
                      <a:p>
                        <a:r>
                          <a:rPr lang="zh-CN" altLang="en-US" sz="2000" b="1" dirty="0">
                            <a:solidFill>
                              <a:schemeClr val="tx2">
                                <a:lumMod val="50000"/>
                              </a:schemeClr>
                            </a:solidFill>
                          </a:rPr>
                          <a:t>台风</a:t>
                        </a:r>
                        <a:endParaRPr lang="en-SG" sz="2000" b="1" dirty="0">
                          <a:solidFill>
                            <a:schemeClr val="tx2">
                              <a:lumMod val="50000"/>
                            </a:schemeClr>
                          </a:solidFill>
                        </a:endParaRPr>
                      </a:p>
                    </p:txBody>
                  </p:sp>
                  <p:sp>
                    <p:nvSpPr>
                      <p:cNvPr id="75" name="TextBox 74">
                        <a:extLst>
                          <a:ext uri="{FF2B5EF4-FFF2-40B4-BE49-F238E27FC236}">
                            <a16:creationId xmlns:a16="http://schemas.microsoft.com/office/drawing/2014/main" id="{93F5944B-5F5A-90E5-6DA1-26A833B22A92}"/>
                          </a:ext>
                        </a:extLst>
                      </p:cNvPr>
                      <p:cNvSpPr txBox="1"/>
                      <p:nvPr/>
                    </p:nvSpPr>
                    <p:spPr>
                      <a:xfrm>
                        <a:off x="2132443" y="1637608"/>
                        <a:ext cx="922713" cy="307777"/>
                      </a:xfrm>
                      <a:prstGeom prst="rect">
                        <a:avLst/>
                      </a:prstGeom>
                      <a:noFill/>
                    </p:spPr>
                    <p:txBody>
                      <a:bodyPr wrap="square" rtlCol="0">
                        <a:spAutoFit/>
                      </a:bodyPr>
                      <a:lstStyle/>
                      <a:p>
                        <a:r>
                          <a:rPr lang="zh-CN" altLang="en-US" sz="1400" dirty="0">
                            <a:solidFill>
                              <a:schemeClr val="tx2">
                                <a:lumMod val="50000"/>
                              </a:schemeClr>
                            </a:solidFill>
                          </a:rPr>
                          <a:t>队列长度</a:t>
                        </a:r>
                        <a:endParaRPr lang="en-SG" sz="1400" dirty="0">
                          <a:solidFill>
                            <a:schemeClr val="tx2">
                              <a:lumMod val="50000"/>
                            </a:schemeClr>
                          </a:solidFill>
                        </a:endParaRPr>
                      </a:p>
                    </p:txBody>
                  </p:sp>
                  <p:sp>
                    <p:nvSpPr>
                      <p:cNvPr id="76" name="TextBox 75">
                        <a:extLst>
                          <a:ext uri="{FF2B5EF4-FFF2-40B4-BE49-F238E27FC236}">
                            <a16:creationId xmlns:a16="http://schemas.microsoft.com/office/drawing/2014/main" id="{E089368E-EB38-CC4A-224D-BCECF1E9C64C}"/>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3"/>
                            </a:solidFill>
                          </a:rPr>
                          <a:t>~ 25 mins</a:t>
                        </a:r>
                      </a:p>
                    </p:txBody>
                  </p:sp>
                </p:grpSp>
              </p:grpSp>
            </p:grpSp>
            <p:pic>
              <p:nvPicPr>
                <p:cNvPr id="67" name="Picture 66" descr="A yellow person silhouette on a black background&#10;&#10;AI-generated content may be incorrect.">
                  <a:extLst>
                    <a:ext uri="{FF2B5EF4-FFF2-40B4-BE49-F238E27FC236}">
                      <a16:creationId xmlns:a16="http://schemas.microsoft.com/office/drawing/2014/main" id="{5D50456E-D51D-A1AC-3DC5-2E1E5905A50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71468" y="2412758"/>
                  <a:ext cx="449085" cy="449085"/>
                </a:xfrm>
                <a:prstGeom prst="rect">
                  <a:avLst/>
                </a:prstGeom>
              </p:spPr>
            </p:pic>
            <p:pic>
              <p:nvPicPr>
                <p:cNvPr id="68" name="Picture 67" descr="A yellow person silhouette on a black background&#10;&#10;AI-generated content may be incorrect.">
                  <a:extLst>
                    <a:ext uri="{FF2B5EF4-FFF2-40B4-BE49-F238E27FC236}">
                      <a16:creationId xmlns:a16="http://schemas.microsoft.com/office/drawing/2014/main" id="{FCFB2252-13E7-35E4-AB48-066E8FE5385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96732" y="2415898"/>
                  <a:ext cx="449085" cy="449085"/>
                </a:xfrm>
                <a:prstGeom prst="rect">
                  <a:avLst/>
                </a:prstGeom>
              </p:spPr>
            </p:pic>
            <p:pic>
              <p:nvPicPr>
                <p:cNvPr id="69" name="Picture 68" descr="A yellow person silhouette on a black background&#10;&#10;AI-generated content may be incorrect.">
                  <a:extLst>
                    <a:ext uri="{FF2B5EF4-FFF2-40B4-BE49-F238E27FC236}">
                      <a16:creationId xmlns:a16="http://schemas.microsoft.com/office/drawing/2014/main" id="{C7A85D9E-A00E-D51A-FAD9-ED1A2C71576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24044" y="2415900"/>
                  <a:ext cx="449085" cy="449085"/>
                </a:xfrm>
                <a:prstGeom prst="rect">
                  <a:avLst/>
                </a:prstGeom>
              </p:spPr>
            </p:pic>
          </p:grpSp>
          <p:sp>
            <p:nvSpPr>
              <p:cNvPr id="65" name="TextBox 64">
                <a:extLst>
                  <a:ext uri="{FF2B5EF4-FFF2-40B4-BE49-F238E27FC236}">
                    <a16:creationId xmlns:a16="http://schemas.microsoft.com/office/drawing/2014/main" id="{384EE970-15B2-C36F-99B0-3C280DE523CA}"/>
                  </a:ext>
                </a:extLst>
              </p:cNvPr>
              <p:cNvSpPr txBox="1"/>
              <p:nvPr/>
            </p:nvSpPr>
            <p:spPr>
              <a:xfrm>
                <a:off x="281771" y="2534198"/>
                <a:ext cx="1605062" cy="830265"/>
              </a:xfrm>
              <a:prstGeom prst="rect">
                <a:avLst/>
              </a:prstGeom>
              <a:noFill/>
              <a:ln>
                <a:solidFill>
                  <a:srgbClr val="2F3C7E"/>
                </a:solidFill>
              </a:ln>
            </p:spPr>
            <p:txBody>
              <a:bodyPr wrap="square" rtlCol="0">
                <a:spAutoFit/>
              </a:bodyPr>
              <a:lstStyle/>
              <a:p>
                <a:endParaRPr lang="en-SG" dirty="0"/>
              </a:p>
            </p:txBody>
          </p:sp>
        </p:grpSp>
        <p:pic>
          <p:nvPicPr>
            <p:cNvPr id="63" name="Picture 62">
              <a:extLst>
                <a:ext uri="{FF2B5EF4-FFF2-40B4-BE49-F238E27FC236}">
                  <a16:creationId xmlns:a16="http://schemas.microsoft.com/office/drawing/2014/main" id="{F4C8C550-21D1-9F11-B4F4-616CCEC15C0C}"/>
                </a:ext>
              </a:extLst>
            </p:cNvPr>
            <p:cNvPicPr>
              <a:picLocks noChangeAspect="1"/>
            </p:cNvPicPr>
            <p:nvPr/>
          </p:nvPicPr>
          <p:blipFill>
            <a:blip r:embed="rId11"/>
            <a:stretch>
              <a:fillRect/>
            </a:stretch>
          </p:blipFill>
          <p:spPr>
            <a:xfrm>
              <a:off x="662055" y="2543705"/>
              <a:ext cx="852090" cy="814520"/>
            </a:xfrm>
            <a:prstGeom prst="rect">
              <a:avLst/>
            </a:prstGeom>
            <a:ln>
              <a:noFill/>
            </a:ln>
          </p:spPr>
        </p:pic>
      </p:grpSp>
      <p:grpSp>
        <p:nvGrpSpPr>
          <p:cNvPr id="77" name="Group 76">
            <a:extLst>
              <a:ext uri="{FF2B5EF4-FFF2-40B4-BE49-F238E27FC236}">
                <a16:creationId xmlns:a16="http://schemas.microsoft.com/office/drawing/2014/main" id="{6C3253B7-8C8A-F4E0-815A-B71B2F2350A8}"/>
              </a:ext>
            </a:extLst>
          </p:cNvPr>
          <p:cNvGrpSpPr/>
          <p:nvPr/>
        </p:nvGrpSpPr>
        <p:grpSpPr>
          <a:xfrm>
            <a:off x="4064481" y="2147454"/>
            <a:ext cx="3720247" cy="1331334"/>
            <a:chOff x="4100301" y="2166961"/>
            <a:chExt cx="3720247" cy="1331334"/>
          </a:xfrm>
        </p:grpSpPr>
        <p:grpSp>
          <p:nvGrpSpPr>
            <p:cNvPr id="78" name="Group 77">
              <a:extLst>
                <a:ext uri="{FF2B5EF4-FFF2-40B4-BE49-F238E27FC236}">
                  <a16:creationId xmlns:a16="http://schemas.microsoft.com/office/drawing/2014/main" id="{7B80E4F5-D88A-7347-8A27-0B47760C7AC5}"/>
                </a:ext>
              </a:extLst>
            </p:cNvPr>
            <p:cNvGrpSpPr/>
            <p:nvPr/>
          </p:nvGrpSpPr>
          <p:grpSpPr>
            <a:xfrm>
              <a:off x="4100301" y="2166961"/>
              <a:ext cx="3720247" cy="1331334"/>
              <a:chOff x="4100301" y="701538"/>
              <a:chExt cx="3720247" cy="1331334"/>
            </a:xfrm>
          </p:grpSpPr>
          <p:grpSp>
            <p:nvGrpSpPr>
              <p:cNvPr id="80" name="Group 79">
                <a:extLst>
                  <a:ext uri="{FF2B5EF4-FFF2-40B4-BE49-F238E27FC236}">
                    <a16:creationId xmlns:a16="http://schemas.microsoft.com/office/drawing/2014/main" id="{2B6713B5-8DD4-02D0-4B94-C9B9787A85A8}"/>
                  </a:ext>
                </a:extLst>
              </p:cNvPr>
              <p:cNvGrpSpPr/>
              <p:nvPr/>
            </p:nvGrpSpPr>
            <p:grpSpPr>
              <a:xfrm>
                <a:off x="4100301" y="701538"/>
                <a:ext cx="3720247" cy="1331334"/>
                <a:chOff x="107367" y="676770"/>
                <a:chExt cx="3720247" cy="1331334"/>
              </a:xfrm>
            </p:grpSpPr>
            <p:grpSp>
              <p:nvGrpSpPr>
                <p:cNvPr id="82" name="Group 81">
                  <a:extLst>
                    <a:ext uri="{FF2B5EF4-FFF2-40B4-BE49-F238E27FC236}">
                      <a16:creationId xmlns:a16="http://schemas.microsoft.com/office/drawing/2014/main" id="{F2018A9E-FCB8-B993-0D87-F2BCA63EBF82}"/>
                    </a:ext>
                  </a:extLst>
                </p:cNvPr>
                <p:cNvGrpSpPr/>
                <p:nvPr/>
              </p:nvGrpSpPr>
              <p:grpSpPr>
                <a:xfrm>
                  <a:off x="107367" y="676770"/>
                  <a:ext cx="3720247" cy="1331334"/>
                  <a:chOff x="78866" y="1588072"/>
                  <a:chExt cx="3720247" cy="1331334"/>
                </a:xfrm>
              </p:grpSpPr>
              <p:sp>
                <p:nvSpPr>
                  <p:cNvPr id="84" name="Rectangle: Rounded Corners 83">
                    <a:extLst>
                      <a:ext uri="{FF2B5EF4-FFF2-40B4-BE49-F238E27FC236}">
                        <a16:creationId xmlns:a16="http://schemas.microsoft.com/office/drawing/2014/main" id="{EEE63E60-E7AD-90C0-0399-DCFD6CA3A9D1}"/>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85" name="Group 84">
                    <a:extLst>
                      <a:ext uri="{FF2B5EF4-FFF2-40B4-BE49-F238E27FC236}">
                        <a16:creationId xmlns:a16="http://schemas.microsoft.com/office/drawing/2014/main" id="{F98C40D3-973E-BFBB-5567-5746E253C224}"/>
                      </a:ext>
                    </a:extLst>
                  </p:cNvPr>
                  <p:cNvGrpSpPr/>
                  <p:nvPr/>
                </p:nvGrpSpPr>
                <p:grpSpPr>
                  <a:xfrm>
                    <a:off x="145454" y="1610398"/>
                    <a:ext cx="3653659" cy="1263449"/>
                    <a:chOff x="145454" y="1610398"/>
                    <a:chExt cx="3653659" cy="1263449"/>
                  </a:xfrm>
                </p:grpSpPr>
                <p:sp>
                  <p:nvSpPr>
                    <p:cNvPr id="86" name="TextBox 85">
                      <a:extLst>
                        <a:ext uri="{FF2B5EF4-FFF2-40B4-BE49-F238E27FC236}">
                          <a16:creationId xmlns:a16="http://schemas.microsoft.com/office/drawing/2014/main" id="{FEF94078-BB5E-A90E-53B1-F2959231407C}"/>
                        </a:ext>
                      </a:extLst>
                    </p:cNvPr>
                    <p:cNvSpPr txBox="1"/>
                    <p:nvPr/>
                  </p:nvSpPr>
                  <p:spPr>
                    <a:xfrm>
                      <a:off x="2132443" y="2362646"/>
                      <a:ext cx="1666670" cy="307777"/>
                    </a:xfrm>
                    <a:prstGeom prst="rect">
                      <a:avLst/>
                    </a:prstGeom>
                    <a:noFill/>
                  </p:spPr>
                  <p:txBody>
                    <a:bodyPr wrap="square" rtlCol="0">
                      <a:spAutoFit/>
                    </a:bodyPr>
                    <a:lstStyle/>
                    <a:p>
                      <a:r>
                        <a:rPr lang="zh-CN" altLang="en-US" sz="1400" dirty="0">
                          <a:solidFill>
                            <a:schemeClr val="tx2">
                              <a:lumMod val="50000"/>
                            </a:schemeClr>
                          </a:solidFill>
                        </a:rPr>
                        <a:t>预计等待时间：</a:t>
                      </a:r>
                      <a:endParaRPr lang="en-SG" sz="1400" dirty="0">
                        <a:solidFill>
                          <a:schemeClr val="tx2">
                            <a:lumMod val="50000"/>
                          </a:schemeClr>
                        </a:solidFill>
                      </a:endParaRPr>
                    </a:p>
                  </p:txBody>
                </p:sp>
                <p:grpSp>
                  <p:nvGrpSpPr>
                    <p:cNvPr id="87" name="Group 86">
                      <a:extLst>
                        <a:ext uri="{FF2B5EF4-FFF2-40B4-BE49-F238E27FC236}">
                          <a16:creationId xmlns:a16="http://schemas.microsoft.com/office/drawing/2014/main" id="{83E7B01F-D0C0-BF1A-9095-0B3443633F97}"/>
                        </a:ext>
                      </a:extLst>
                    </p:cNvPr>
                    <p:cNvGrpSpPr/>
                    <p:nvPr/>
                  </p:nvGrpSpPr>
                  <p:grpSpPr>
                    <a:xfrm>
                      <a:off x="145454" y="1610398"/>
                      <a:ext cx="2985562" cy="1263449"/>
                      <a:chOff x="145454" y="1610398"/>
                      <a:chExt cx="2985562" cy="1263449"/>
                    </a:xfrm>
                  </p:grpSpPr>
                  <p:sp>
                    <p:nvSpPr>
                      <p:cNvPr id="88" name="TextBox 87">
                        <a:extLst>
                          <a:ext uri="{FF2B5EF4-FFF2-40B4-BE49-F238E27FC236}">
                            <a16:creationId xmlns:a16="http://schemas.microsoft.com/office/drawing/2014/main" id="{36FBB7A1-EE0C-AC34-0A94-2E5DF06C58A6}"/>
                          </a:ext>
                        </a:extLst>
                      </p:cNvPr>
                      <p:cNvSpPr txBox="1"/>
                      <p:nvPr/>
                    </p:nvSpPr>
                    <p:spPr>
                      <a:xfrm>
                        <a:off x="145454" y="1610398"/>
                        <a:ext cx="1437410" cy="400110"/>
                      </a:xfrm>
                      <a:prstGeom prst="rect">
                        <a:avLst/>
                      </a:prstGeom>
                      <a:noFill/>
                    </p:spPr>
                    <p:txBody>
                      <a:bodyPr wrap="square" rtlCol="0">
                        <a:spAutoFit/>
                      </a:bodyPr>
                      <a:lstStyle/>
                      <a:p>
                        <a:r>
                          <a:rPr lang="zh-CN" altLang="en-US" sz="2000" b="1" dirty="0">
                            <a:solidFill>
                              <a:schemeClr val="tx2">
                                <a:lumMod val="50000"/>
                              </a:schemeClr>
                            </a:solidFill>
                          </a:rPr>
                          <a:t>绿咬乐</a:t>
                        </a:r>
                        <a:endParaRPr lang="en-SG" sz="2000" b="1" dirty="0">
                          <a:solidFill>
                            <a:schemeClr val="tx2">
                              <a:lumMod val="50000"/>
                            </a:schemeClr>
                          </a:solidFill>
                        </a:endParaRPr>
                      </a:p>
                    </p:txBody>
                  </p:sp>
                  <p:sp>
                    <p:nvSpPr>
                      <p:cNvPr id="89" name="TextBox 88">
                        <a:extLst>
                          <a:ext uri="{FF2B5EF4-FFF2-40B4-BE49-F238E27FC236}">
                            <a16:creationId xmlns:a16="http://schemas.microsoft.com/office/drawing/2014/main" id="{C476026A-20CF-EB49-B67C-C969FEC6B57E}"/>
                          </a:ext>
                        </a:extLst>
                      </p:cNvPr>
                      <p:cNvSpPr txBox="1"/>
                      <p:nvPr/>
                    </p:nvSpPr>
                    <p:spPr>
                      <a:xfrm>
                        <a:off x="2132443" y="1637608"/>
                        <a:ext cx="922713" cy="523220"/>
                      </a:xfrm>
                      <a:prstGeom prst="rect">
                        <a:avLst/>
                      </a:prstGeom>
                      <a:noFill/>
                    </p:spPr>
                    <p:txBody>
                      <a:bodyPr wrap="square" rtlCol="0">
                        <a:spAutoFit/>
                      </a:bodyPr>
                      <a:lstStyle/>
                      <a:p>
                        <a:r>
                          <a:rPr lang="zh-CN" altLang="en-US" sz="1400" dirty="0">
                            <a:solidFill>
                              <a:schemeClr val="tx2">
                                <a:lumMod val="50000"/>
                              </a:schemeClr>
                            </a:solidFill>
                          </a:rPr>
                          <a:t>队列长度</a:t>
                        </a:r>
                        <a:endParaRPr lang="en-SG" sz="1400" dirty="0">
                          <a:solidFill>
                            <a:schemeClr val="tx2">
                              <a:lumMod val="50000"/>
                            </a:schemeClr>
                          </a:solidFill>
                        </a:endParaRPr>
                      </a:p>
                      <a:p>
                        <a:endParaRPr lang="en-SG" sz="1400" dirty="0">
                          <a:solidFill>
                            <a:schemeClr val="tx2">
                              <a:lumMod val="50000"/>
                            </a:schemeClr>
                          </a:solidFill>
                        </a:endParaRPr>
                      </a:p>
                    </p:txBody>
                  </p:sp>
                  <p:sp>
                    <p:nvSpPr>
                      <p:cNvPr id="90" name="TextBox 89">
                        <a:extLst>
                          <a:ext uri="{FF2B5EF4-FFF2-40B4-BE49-F238E27FC236}">
                            <a16:creationId xmlns:a16="http://schemas.microsoft.com/office/drawing/2014/main" id="{4777C144-1FF3-0873-1D89-41C77DB96807}"/>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 5 mins</a:t>
                        </a:r>
                      </a:p>
                    </p:txBody>
                  </p:sp>
                </p:grpSp>
              </p:grpSp>
            </p:grpSp>
            <p:sp>
              <p:nvSpPr>
                <p:cNvPr id="83" name="TextBox 82">
                  <a:extLst>
                    <a:ext uri="{FF2B5EF4-FFF2-40B4-BE49-F238E27FC236}">
                      <a16:creationId xmlns:a16="http://schemas.microsoft.com/office/drawing/2014/main" id="{ED5B066A-17FD-A12A-D412-BAFC07EF64E8}"/>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81" name="Picture 80" descr="A green person silhouette on a black background&#10;&#10;AI-generated content may be incorrect.">
                <a:extLst>
                  <a:ext uri="{FF2B5EF4-FFF2-40B4-BE49-F238E27FC236}">
                    <a16:creationId xmlns:a16="http://schemas.microsoft.com/office/drawing/2014/main" id="{CDB38868-F67B-E65A-000B-B74E6D068CC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79" name="Picture 78">
              <a:extLst>
                <a:ext uri="{FF2B5EF4-FFF2-40B4-BE49-F238E27FC236}">
                  <a16:creationId xmlns:a16="http://schemas.microsoft.com/office/drawing/2014/main" id="{026C5A91-A2A6-56A2-096F-FEF89229A902}"/>
                </a:ext>
              </a:extLst>
            </p:cNvPr>
            <p:cNvPicPr>
              <a:picLocks noChangeAspect="1"/>
            </p:cNvPicPr>
            <p:nvPr/>
          </p:nvPicPr>
          <p:blipFill>
            <a:blip r:embed="rId12"/>
            <a:stretch>
              <a:fillRect/>
            </a:stretch>
          </p:blipFill>
          <p:spPr>
            <a:xfrm>
              <a:off x="4788793" y="2790287"/>
              <a:ext cx="567938" cy="567938"/>
            </a:xfrm>
            <a:prstGeom prst="rect">
              <a:avLst/>
            </a:prstGeom>
          </p:spPr>
        </p:pic>
      </p:grpSp>
      <p:sp>
        <p:nvSpPr>
          <p:cNvPr id="91" name="Rectangle 90">
            <a:extLst>
              <a:ext uri="{FF2B5EF4-FFF2-40B4-BE49-F238E27FC236}">
                <a16:creationId xmlns:a16="http://schemas.microsoft.com/office/drawing/2014/main" id="{7E600E45-37A7-6E4C-A1E5-27B25337A535}"/>
              </a:ext>
            </a:extLst>
          </p:cNvPr>
          <p:cNvSpPr/>
          <p:nvPr/>
        </p:nvSpPr>
        <p:spPr>
          <a:xfrm>
            <a:off x="8973206" y="4211670"/>
            <a:ext cx="3216643" cy="2646330"/>
          </a:xfrm>
          <a:prstGeom prst="rect">
            <a:avLst/>
          </a:prstGeom>
          <a:solidFill>
            <a:schemeClr val="bg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92" name="Group 91">
            <a:extLst>
              <a:ext uri="{FF2B5EF4-FFF2-40B4-BE49-F238E27FC236}">
                <a16:creationId xmlns:a16="http://schemas.microsoft.com/office/drawing/2014/main" id="{99C6BB47-008A-DA7A-9B49-FA87B92F6865}"/>
              </a:ext>
            </a:extLst>
          </p:cNvPr>
          <p:cNvGrpSpPr/>
          <p:nvPr/>
        </p:nvGrpSpPr>
        <p:grpSpPr>
          <a:xfrm>
            <a:off x="143591" y="6086936"/>
            <a:ext cx="1808128" cy="584775"/>
            <a:chOff x="107750" y="5908751"/>
            <a:chExt cx="1890270" cy="605025"/>
          </a:xfrm>
        </p:grpSpPr>
        <p:sp>
          <p:nvSpPr>
            <p:cNvPr id="93" name="TextBox 92">
              <a:hlinkClick r:id="rId13" action="ppaction://hlinksldjump"/>
              <a:extLst>
                <a:ext uri="{FF2B5EF4-FFF2-40B4-BE49-F238E27FC236}">
                  <a16:creationId xmlns:a16="http://schemas.microsoft.com/office/drawing/2014/main" id="{A39E8EEE-4F68-5F51-950B-C124EE40BDF1}"/>
                </a:ext>
              </a:extLst>
            </p:cNvPr>
            <p:cNvSpPr txBox="1"/>
            <p:nvPr userDrawn="1"/>
          </p:nvSpPr>
          <p:spPr>
            <a:xfrm>
              <a:off x="107750" y="5908751"/>
              <a:ext cx="1890270" cy="605025"/>
            </a:xfrm>
            <a:prstGeom prst="rect">
              <a:avLst/>
            </a:prstGeom>
            <a:noFill/>
            <a:ln w="12700">
              <a:solidFill>
                <a:srgbClr val="1C252E"/>
              </a:solidFill>
            </a:ln>
          </p:spPr>
          <p:txBody>
            <a:bodyPr wrap="square" rtlCol="0">
              <a:spAutoFit/>
            </a:bodyPr>
            <a:lstStyle/>
            <a:p>
              <a:r>
                <a:rPr lang="zh-CN" altLang="en-US" sz="1600" dirty="0">
                  <a:solidFill>
                    <a:schemeClr val="tx2">
                      <a:lumMod val="50000"/>
                    </a:schemeClr>
                  </a:solidFill>
                </a:rPr>
                <a:t>无障碍</a:t>
              </a:r>
              <a:endParaRPr lang="en-US" altLang="zh-CN" sz="1600" dirty="0">
                <a:solidFill>
                  <a:schemeClr val="tx2">
                    <a:lumMod val="50000"/>
                  </a:schemeClr>
                </a:solidFill>
              </a:endParaRPr>
            </a:p>
            <a:p>
              <a:r>
                <a:rPr lang="zh-CN" altLang="en-US" sz="1600" dirty="0">
                  <a:solidFill>
                    <a:schemeClr val="tx2">
                      <a:lumMod val="50000"/>
                    </a:schemeClr>
                  </a:solidFill>
                </a:rPr>
                <a:t>模式</a:t>
              </a:r>
            </a:p>
          </p:txBody>
        </p:sp>
        <p:pic>
          <p:nvPicPr>
            <p:cNvPr id="94" name="Picture 93" descr="A black and grey symbol of a wheelchair&#10;&#10;AI-generated content may be incorrect.">
              <a:hlinkClick r:id="rId13" action="ppaction://hlinksldjump"/>
              <a:extLst>
                <a:ext uri="{FF2B5EF4-FFF2-40B4-BE49-F238E27FC236}">
                  <a16:creationId xmlns:a16="http://schemas.microsoft.com/office/drawing/2014/main" id="{806D3EFA-208A-D156-F01B-B2CADFBC9B2A}"/>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463695" y="5968337"/>
              <a:ext cx="422146" cy="422146"/>
            </a:xfrm>
            <a:prstGeom prst="rect">
              <a:avLst/>
            </a:prstGeom>
          </p:spPr>
        </p:pic>
      </p:grpSp>
      <p:grpSp>
        <p:nvGrpSpPr>
          <p:cNvPr id="95" name="Group 94">
            <a:extLst>
              <a:ext uri="{FF2B5EF4-FFF2-40B4-BE49-F238E27FC236}">
                <a16:creationId xmlns:a16="http://schemas.microsoft.com/office/drawing/2014/main" id="{F938FBC7-2F8E-40C2-B78D-3D2260BC1CF3}"/>
              </a:ext>
            </a:extLst>
          </p:cNvPr>
          <p:cNvGrpSpPr/>
          <p:nvPr/>
        </p:nvGrpSpPr>
        <p:grpSpPr>
          <a:xfrm>
            <a:off x="1951719" y="6106155"/>
            <a:ext cx="1405699" cy="545640"/>
            <a:chOff x="1949087" y="6024499"/>
            <a:chExt cx="1405699" cy="545640"/>
          </a:xfrm>
        </p:grpSpPr>
        <p:pic>
          <p:nvPicPr>
            <p:cNvPr id="96" name="Picture 95" descr="A globe with a black background&#10;&#10;AI-generated content may be incorrect.">
              <a:extLst>
                <a:ext uri="{FF2B5EF4-FFF2-40B4-BE49-F238E27FC236}">
                  <a16:creationId xmlns:a16="http://schemas.microsoft.com/office/drawing/2014/main" id="{DBA628C7-10CF-8DF3-4B37-54FC77412326}"/>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2530738" y="6024499"/>
              <a:ext cx="242398" cy="242398"/>
            </a:xfrm>
            <a:prstGeom prst="rect">
              <a:avLst/>
            </a:prstGeom>
          </p:spPr>
        </p:pic>
        <p:sp>
          <p:nvSpPr>
            <p:cNvPr id="97" name="TextBox 96">
              <a:extLst>
                <a:ext uri="{FF2B5EF4-FFF2-40B4-BE49-F238E27FC236}">
                  <a16:creationId xmlns:a16="http://schemas.microsoft.com/office/drawing/2014/main" id="{9D6B8DEE-E87E-C882-F9D6-AEB36E38BB43}"/>
                </a:ext>
              </a:extLst>
            </p:cNvPr>
            <p:cNvSpPr txBox="1"/>
            <p:nvPr userDrawn="1"/>
          </p:nvSpPr>
          <p:spPr>
            <a:xfrm>
              <a:off x="1949087" y="6231585"/>
              <a:ext cx="1405699" cy="338554"/>
            </a:xfrm>
            <a:prstGeom prst="rect">
              <a:avLst/>
            </a:prstGeom>
            <a:noFill/>
          </p:spPr>
          <p:txBody>
            <a:bodyPr wrap="square" rtlCol="0">
              <a:spAutoFit/>
            </a:bodyPr>
            <a:lstStyle/>
            <a:p>
              <a:pPr algn="ctr"/>
              <a:r>
                <a:rPr lang="zh-CN" altLang="en-US" sz="1600" dirty="0">
                  <a:solidFill>
                    <a:schemeClr val="tx2">
                      <a:lumMod val="50000"/>
                    </a:schemeClr>
                  </a:solidFill>
                </a:rPr>
                <a:t>语言</a:t>
              </a:r>
              <a:endParaRPr lang="en-SG" sz="1600" dirty="0">
                <a:solidFill>
                  <a:schemeClr val="tx2">
                    <a:lumMod val="50000"/>
                  </a:schemeClr>
                </a:solidFill>
              </a:endParaRPr>
            </a:p>
          </p:txBody>
        </p:sp>
      </p:grpSp>
      <p:sp>
        <p:nvSpPr>
          <p:cNvPr id="98" name="TextBox 97">
            <a:extLst>
              <a:ext uri="{FF2B5EF4-FFF2-40B4-BE49-F238E27FC236}">
                <a16:creationId xmlns:a16="http://schemas.microsoft.com/office/drawing/2014/main" id="{9CA0FA54-F2B7-B0B4-3350-F566F167B972}"/>
              </a:ext>
            </a:extLst>
          </p:cNvPr>
          <p:cNvSpPr txBox="1"/>
          <p:nvPr/>
        </p:nvSpPr>
        <p:spPr>
          <a:xfrm>
            <a:off x="153156" y="4372078"/>
            <a:ext cx="2910328" cy="369332"/>
          </a:xfrm>
          <a:prstGeom prst="rect">
            <a:avLst/>
          </a:prstGeom>
          <a:noFill/>
        </p:spPr>
        <p:txBody>
          <a:bodyPr wrap="square" rtlCol="0">
            <a:spAutoFit/>
          </a:bodyPr>
          <a:lstStyle/>
          <a:p>
            <a:pPr algn="ctr"/>
            <a:r>
              <a:rPr lang="zh-CN" altLang="en-US" sz="1800" dirty="0">
                <a:solidFill>
                  <a:schemeClr val="tx2">
                    <a:lumMod val="50000"/>
                  </a:schemeClr>
                </a:solidFill>
              </a:rPr>
              <a:t>点击这里开始规划</a:t>
            </a:r>
            <a:endParaRPr lang="en-SG" sz="1800" dirty="0">
              <a:solidFill>
                <a:schemeClr val="tx2">
                  <a:lumMod val="50000"/>
                </a:schemeClr>
              </a:solidFill>
            </a:endParaRPr>
          </a:p>
        </p:txBody>
      </p:sp>
      <p:grpSp>
        <p:nvGrpSpPr>
          <p:cNvPr id="99" name="Group 98">
            <a:extLst>
              <a:ext uri="{FF2B5EF4-FFF2-40B4-BE49-F238E27FC236}">
                <a16:creationId xmlns:a16="http://schemas.microsoft.com/office/drawing/2014/main" id="{9B5CEEF5-FA3D-CB10-7741-3C6F7CB799B8}"/>
              </a:ext>
            </a:extLst>
          </p:cNvPr>
          <p:cNvGrpSpPr/>
          <p:nvPr/>
        </p:nvGrpSpPr>
        <p:grpSpPr>
          <a:xfrm>
            <a:off x="4064481" y="677213"/>
            <a:ext cx="3720247" cy="1331334"/>
            <a:chOff x="7183616" y="2200118"/>
            <a:chExt cx="3720247" cy="1331334"/>
          </a:xfrm>
        </p:grpSpPr>
        <p:grpSp>
          <p:nvGrpSpPr>
            <p:cNvPr id="100" name="Group 99">
              <a:extLst>
                <a:ext uri="{FF2B5EF4-FFF2-40B4-BE49-F238E27FC236}">
                  <a16:creationId xmlns:a16="http://schemas.microsoft.com/office/drawing/2014/main" id="{D5A6C955-36A3-D727-75DD-611DFF8AAD7F}"/>
                </a:ext>
              </a:extLst>
            </p:cNvPr>
            <p:cNvGrpSpPr/>
            <p:nvPr/>
          </p:nvGrpSpPr>
          <p:grpSpPr>
            <a:xfrm>
              <a:off x="7183616" y="2200118"/>
              <a:ext cx="3720247" cy="1331334"/>
              <a:chOff x="107367" y="2142193"/>
              <a:chExt cx="3720247" cy="1331334"/>
            </a:xfrm>
          </p:grpSpPr>
          <p:grpSp>
            <p:nvGrpSpPr>
              <p:cNvPr id="102" name="Group 101">
                <a:extLst>
                  <a:ext uri="{FF2B5EF4-FFF2-40B4-BE49-F238E27FC236}">
                    <a16:creationId xmlns:a16="http://schemas.microsoft.com/office/drawing/2014/main" id="{61B3F83A-BE93-D7F3-B2DC-40FFB272C832}"/>
                  </a:ext>
                </a:extLst>
              </p:cNvPr>
              <p:cNvGrpSpPr/>
              <p:nvPr/>
            </p:nvGrpSpPr>
            <p:grpSpPr>
              <a:xfrm>
                <a:off x="107367" y="2142193"/>
                <a:ext cx="3720247" cy="1331334"/>
                <a:chOff x="107366" y="2104595"/>
                <a:chExt cx="3720247" cy="1331334"/>
              </a:xfrm>
            </p:grpSpPr>
            <p:grpSp>
              <p:nvGrpSpPr>
                <p:cNvPr id="104" name="Group 103">
                  <a:extLst>
                    <a:ext uri="{FF2B5EF4-FFF2-40B4-BE49-F238E27FC236}">
                      <a16:creationId xmlns:a16="http://schemas.microsoft.com/office/drawing/2014/main" id="{961538F5-BB5C-1A1F-9AD9-8F715B505AA6}"/>
                    </a:ext>
                  </a:extLst>
                </p:cNvPr>
                <p:cNvGrpSpPr/>
                <p:nvPr/>
              </p:nvGrpSpPr>
              <p:grpSpPr>
                <a:xfrm>
                  <a:off x="107366" y="2104595"/>
                  <a:ext cx="3720247" cy="1331334"/>
                  <a:chOff x="78866" y="1588072"/>
                  <a:chExt cx="3720247" cy="1331334"/>
                </a:xfrm>
              </p:grpSpPr>
              <p:sp>
                <p:nvSpPr>
                  <p:cNvPr id="108" name="Rectangle: Rounded Corners 107">
                    <a:extLst>
                      <a:ext uri="{FF2B5EF4-FFF2-40B4-BE49-F238E27FC236}">
                        <a16:creationId xmlns:a16="http://schemas.microsoft.com/office/drawing/2014/main" id="{E5366605-E699-D90F-09F2-E637606E164F}"/>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109" name="Group 108">
                    <a:extLst>
                      <a:ext uri="{FF2B5EF4-FFF2-40B4-BE49-F238E27FC236}">
                        <a16:creationId xmlns:a16="http://schemas.microsoft.com/office/drawing/2014/main" id="{08BA00C4-D11D-5E9A-C253-B85082D030B5}"/>
                      </a:ext>
                    </a:extLst>
                  </p:cNvPr>
                  <p:cNvGrpSpPr/>
                  <p:nvPr/>
                </p:nvGrpSpPr>
                <p:grpSpPr>
                  <a:xfrm>
                    <a:off x="173206" y="1610398"/>
                    <a:ext cx="3625907" cy="1263449"/>
                    <a:chOff x="173206" y="1610398"/>
                    <a:chExt cx="3625907" cy="1263449"/>
                  </a:xfrm>
                </p:grpSpPr>
                <p:sp>
                  <p:nvSpPr>
                    <p:cNvPr id="110" name="TextBox 109">
                      <a:extLst>
                        <a:ext uri="{FF2B5EF4-FFF2-40B4-BE49-F238E27FC236}">
                          <a16:creationId xmlns:a16="http://schemas.microsoft.com/office/drawing/2014/main" id="{8E741A3C-EB1C-356F-837B-AAD559276A3C}"/>
                        </a:ext>
                      </a:extLst>
                    </p:cNvPr>
                    <p:cNvSpPr txBox="1"/>
                    <p:nvPr/>
                  </p:nvSpPr>
                  <p:spPr>
                    <a:xfrm>
                      <a:off x="2132443" y="2362646"/>
                      <a:ext cx="1666670" cy="307777"/>
                    </a:xfrm>
                    <a:prstGeom prst="rect">
                      <a:avLst/>
                    </a:prstGeom>
                    <a:noFill/>
                  </p:spPr>
                  <p:txBody>
                    <a:bodyPr wrap="square" rtlCol="0">
                      <a:spAutoFit/>
                    </a:bodyPr>
                    <a:lstStyle/>
                    <a:p>
                      <a:r>
                        <a:rPr lang="zh-CN" altLang="en-US" sz="1400" dirty="0">
                          <a:solidFill>
                            <a:schemeClr val="tx2">
                              <a:lumMod val="50000"/>
                            </a:schemeClr>
                          </a:solidFill>
                        </a:rPr>
                        <a:t>预计等待时间：</a:t>
                      </a:r>
                      <a:endParaRPr lang="en-SG" sz="1400" dirty="0">
                        <a:solidFill>
                          <a:schemeClr val="tx2">
                            <a:lumMod val="50000"/>
                          </a:schemeClr>
                        </a:solidFill>
                      </a:endParaRPr>
                    </a:p>
                  </p:txBody>
                </p:sp>
                <p:grpSp>
                  <p:nvGrpSpPr>
                    <p:cNvPr id="111" name="Group 110">
                      <a:extLst>
                        <a:ext uri="{FF2B5EF4-FFF2-40B4-BE49-F238E27FC236}">
                          <a16:creationId xmlns:a16="http://schemas.microsoft.com/office/drawing/2014/main" id="{1BF82EEC-0CAC-75AF-2A43-9A352675E282}"/>
                        </a:ext>
                      </a:extLst>
                    </p:cNvPr>
                    <p:cNvGrpSpPr/>
                    <p:nvPr/>
                  </p:nvGrpSpPr>
                  <p:grpSpPr>
                    <a:xfrm>
                      <a:off x="173206" y="1610398"/>
                      <a:ext cx="2957810" cy="1263449"/>
                      <a:chOff x="173206" y="1610398"/>
                      <a:chExt cx="2957810" cy="1263449"/>
                    </a:xfrm>
                  </p:grpSpPr>
                  <p:sp>
                    <p:nvSpPr>
                      <p:cNvPr id="112" name="TextBox 111">
                        <a:extLst>
                          <a:ext uri="{FF2B5EF4-FFF2-40B4-BE49-F238E27FC236}">
                            <a16:creationId xmlns:a16="http://schemas.microsoft.com/office/drawing/2014/main" id="{BA7F7313-46F6-52C4-41A3-325827DF7CD0}"/>
                          </a:ext>
                        </a:extLst>
                      </p:cNvPr>
                      <p:cNvSpPr txBox="1"/>
                      <p:nvPr/>
                    </p:nvSpPr>
                    <p:spPr>
                      <a:xfrm>
                        <a:off x="173206" y="1610398"/>
                        <a:ext cx="1647601" cy="400110"/>
                      </a:xfrm>
                      <a:prstGeom prst="rect">
                        <a:avLst/>
                      </a:prstGeom>
                      <a:noFill/>
                    </p:spPr>
                    <p:txBody>
                      <a:bodyPr wrap="square" rtlCol="0">
                        <a:spAutoFit/>
                      </a:bodyPr>
                      <a:lstStyle/>
                      <a:p>
                        <a:r>
                          <a:rPr lang="zh-CN" altLang="en-US" sz="2000" b="1" dirty="0">
                            <a:solidFill>
                              <a:schemeClr val="tx2">
                                <a:lumMod val="50000"/>
                              </a:schemeClr>
                            </a:solidFill>
                          </a:rPr>
                          <a:t>杰克和马克</a:t>
                        </a:r>
                        <a:endParaRPr lang="en-SG" sz="2000" b="1" dirty="0">
                          <a:solidFill>
                            <a:schemeClr val="tx2">
                              <a:lumMod val="50000"/>
                            </a:schemeClr>
                          </a:solidFill>
                        </a:endParaRPr>
                      </a:p>
                    </p:txBody>
                  </p:sp>
                  <p:sp>
                    <p:nvSpPr>
                      <p:cNvPr id="113" name="TextBox 112">
                        <a:extLst>
                          <a:ext uri="{FF2B5EF4-FFF2-40B4-BE49-F238E27FC236}">
                            <a16:creationId xmlns:a16="http://schemas.microsoft.com/office/drawing/2014/main" id="{3EBCCB2C-5656-D575-FC82-D0FC53165835}"/>
                          </a:ext>
                        </a:extLst>
                      </p:cNvPr>
                      <p:cNvSpPr txBox="1"/>
                      <p:nvPr/>
                    </p:nvSpPr>
                    <p:spPr>
                      <a:xfrm>
                        <a:off x="2132443" y="1637608"/>
                        <a:ext cx="922713" cy="307777"/>
                      </a:xfrm>
                      <a:prstGeom prst="rect">
                        <a:avLst/>
                      </a:prstGeom>
                      <a:noFill/>
                    </p:spPr>
                    <p:txBody>
                      <a:bodyPr wrap="square" rtlCol="0">
                        <a:spAutoFit/>
                      </a:bodyPr>
                      <a:lstStyle/>
                      <a:p>
                        <a:r>
                          <a:rPr lang="zh-CN" altLang="en-US" sz="1400" dirty="0">
                            <a:solidFill>
                              <a:schemeClr val="tx2">
                                <a:lumMod val="50000"/>
                              </a:schemeClr>
                            </a:solidFill>
                          </a:rPr>
                          <a:t>队列长度</a:t>
                        </a:r>
                        <a:endParaRPr lang="en-SG" sz="1400" dirty="0">
                          <a:solidFill>
                            <a:schemeClr val="tx2">
                              <a:lumMod val="50000"/>
                            </a:schemeClr>
                          </a:solidFill>
                        </a:endParaRPr>
                      </a:p>
                    </p:txBody>
                  </p:sp>
                  <p:sp>
                    <p:nvSpPr>
                      <p:cNvPr id="114" name="TextBox 113">
                        <a:extLst>
                          <a:ext uri="{FF2B5EF4-FFF2-40B4-BE49-F238E27FC236}">
                            <a16:creationId xmlns:a16="http://schemas.microsoft.com/office/drawing/2014/main" id="{579E9CF1-80BA-E6BA-8491-7A54817AFA96}"/>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3"/>
                            </a:solidFill>
                          </a:rPr>
                          <a:t>~ 15 mins</a:t>
                        </a:r>
                      </a:p>
                    </p:txBody>
                  </p:sp>
                </p:grpSp>
              </p:grpSp>
            </p:grpSp>
            <p:pic>
              <p:nvPicPr>
                <p:cNvPr id="105" name="Picture 104" descr="A yellow person silhouette on a black background&#10;&#10;AI-generated content may be incorrect.">
                  <a:extLst>
                    <a:ext uri="{FF2B5EF4-FFF2-40B4-BE49-F238E27FC236}">
                      <a16:creationId xmlns:a16="http://schemas.microsoft.com/office/drawing/2014/main" id="{D8C4637A-CAB6-210D-9A1D-70F83C4AA7A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71468" y="2412758"/>
                  <a:ext cx="449085" cy="449085"/>
                </a:xfrm>
                <a:prstGeom prst="rect">
                  <a:avLst/>
                </a:prstGeom>
              </p:spPr>
            </p:pic>
            <p:pic>
              <p:nvPicPr>
                <p:cNvPr id="106" name="Picture 105" descr="A yellow person silhouette on a black background&#10;&#10;AI-generated content may be incorrect.">
                  <a:extLst>
                    <a:ext uri="{FF2B5EF4-FFF2-40B4-BE49-F238E27FC236}">
                      <a16:creationId xmlns:a16="http://schemas.microsoft.com/office/drawing/2014/main" id="{99DA368C-A3E4-0219-5C52-34DFB54024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96732" y="2415898"/>
                  <a:ext cx="449085" cy="449085"/>
                </a:xfrm>
                <a:prstGeom prst="rect">
                  <a:avLst/>
                </a:prstGeom>
              </p:spPr>
            </p:pic>
            <p:pic>
              <p:nvPicPr>
                <p:cNvPr id="107" name="Picture 106" descr="A yellow person silhouette on a black background&#10;&#10;AI-generated content may be incorrect.">
                  <a:extLst>
                    <a:ext uri="{FF2B5EF4-FFF2-40B4-BE49-F238E27FC236}">
                      <a16:creationId xmlns:a16="http://schemas.microsoft.com/office/drawing/2014/main" id="{2C7ECB64-1F59-1A61-4C64-C6D0E6A0A39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24044" y="2415900"/>
                  <a:ext cx="449085" cy="449085"/>
                </a:xfrm>
                <a:prstGeom prst="rect">
                  <a:avLst/>
                </a:prstGeom>
              </p:spPr>
            </p:pic>
          </p:grpSp>
          <p:sp>
            <p:nvSpPr>
              <p:cNvPr id="103" name="TextBox 102">
                <a:extLst>
                  <a:ext uri="{FF2B5EF4-FFF2-40B4-BE49-F238E27FC236}">
                    <a16:creationId xmlns:a16="http://schemas.microsoft.com/office/drawing/2014/main" id="{6F47AF31-C55D-964F-C957-6DE8B952C3AE}"/>
                  </a:ext>
                </a:extLst>
              </p:cNvPr>
              <p:cNvSpPr txBox="1"/>
              <p:nvPr/>
            </p:nvSpPr>
            <p:spPr>
              <a:xfrm>
                <a:off x="281771" y="2534198"/>
                <a:ext cx="1605062" cy="830265"/>
              </a:xfrm>
              <a:prstGeom prst="rect">
                <a:avLst/>
              </a:prstGeom>
              <a:noFill/>
              <a:ln>
                <a:solidFill>
                  <a:srgbClr val="2F3C7E"/>
                </a:solidFill>
              </a:ln>
            </p:spPr>
            <p:txBody>
              <a:bodyPr wrap="square" rtlCol="0">
                <a:spAutoFit/>
              </a:bodyPr>
              <a:lstStyle/>
              <a:p>
                <a:endParaRPr lang="en-SG" dirty="0"/>
              </a:p>
            </p:txBody>
          </p:sp>
        </p:grpSp>
        <p:pic>
          <p:nvPicPr>
            <p:cNvPr id="101" name="Picture 100">
              <a:extLst>
                <a:ext uri="{FF2B5EF4-FFF2-40B4-BE49-F238E27FC236}">
                  <a16:creationId xmlns:a16="http://schemas.microsoft.com/office/drawing/2014/main" id="{6D584F78-6840-3F99-FA7F-02FB528E7DE4}"/>
                </a:ext>
              </a:extLst>
            </p:cNvPr>
            <p:cNvPicPr>
              <a:picLocks noChangeAspect="1"/>
            </p:cNvPicPr>
            <p:nvPr/>
          </p:nvPicPr>
          <p:blipFill>
            <a:blip r:embed="rId16"/>
            <a:stretch>
              <a:fillRect/>
            </a:stretch>
          </p:blipFill>
          <p:spPr>
            <a:xfrm>
              <a:off x="7777020" y="2629546"/>
              <a:ext cx="778200" cy="778200"/>
            </a:xfrm>
            <a:prstGeom prst="rect">
              <a:avLst/>
            </a:prstGeom>
          </p:spPr>
        </p:pic>
      </p:grpSp>
      <p:grpSp>
        <p:nvGrpSpPr>
          <p:cNvPr id="115" name="Group 114">
            <a:extLst>
              <a:ext uri="{FF2B5EF4-FFF2-40B4-BE49-F238E27FC236}">
                <a16:creationId xmlns:a16="http://schemas.microsoft.com/office/drawing/2014/main" id="{B53CA7BB-22E2-72E3-36C9-E6D4F16E59B6}"/>
              </a:ext>
            </a:extLst>
          </p:cNvPr>
          <p:cNvGrpSpPr/>
          <p:nvPr/>
        </p:nvGrpSpPr>
        <p:grpSpPr>
          <a:xfrm>
            <a:off x="7894507" y="560614"/>
            <a:ext cx="4297493" cy="1304616"/>
            <a:chOff x="7894507" y="560614"/>
            <a:chExt cx="4297493" cy="1304616"/>
          </a:xfrm>
        </p:grpSpPr>
        <p:sp>
          <p:nvSpPr>
            <p:cNvPr id="116" name="Rectangle 115">
              <a:extLst>
                <a:ext uri="{FF2B5EF4-FFF2-40B4-BE49-F238E27FC236}">
                  <a16:creationId xmlns:a16="http://schemas.microsoft.com/office/drawing/2014/main" id="{9AC11BCD-D3C3-76EB-6EAB-AB1ACAF6BAD0}"/>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17" name="Group 116">
              <a:extLst>
                <a:ext uri="{FF2B5EF4-FFF2-40B4-BE49-F238E27FC236}">
                  <a16:creationId xmlns:a16="http://schemas.microsoft.com/office/drawing/2014/main" id="{A334E934-FDAF-7FE5-5F74-D1D3CA747CED}"/>
                </a:ext>
              </a:extLst>
            </p:cNvPr>
            <p:cNvGrpSpPr/>
            <p:nvPr/>
          </p:nvGrpSpPr>
          <p:grpSpPr>
            <a:xfrm>
              <a:off x="7930588" y="626794"/>
              <a:ext cx="3160336" cy="1176250"/>
              <a:chOff x="7930588" y="626794"/>
              <a:chExt cx="3160336" cy="1176250"/>
            </a:xfrm>
          </p:grpSpPr>
          <p:sp>
            <p:nvSpPr>
              <p:cNvPr id="118" name="TextBox 117">
                <a:extLst>
                  <a:ext uri="{FF2B5EF4-FFF2-40B4-BE49-F238E27FC236}">
                    <a16:creationId xmlns:a16="http://schemas.microsoft.com/office/drawing/2014/main" id="{4675E9A3-F19C-ED4C-EA67-2A0CAFB67071}"/>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grpSp>
            <p:nvGrpSpPr>
              <p:cNvPr id="119" name="Group 118">
                <a:extLst>
                  <a:ext uri="{FF2B5EF4-FFF2-40B4-BE49-F238E27FC236}">
                    <a16:creationId xmlns:a16="http://schemas.microsoft.com/office/drawing/2014/main" id="{998A0392-ABB5-DE25-390F-2BC31DDA5FC0}"/>
                  </a:ext>
                </a:extLst>
              </p:cNvPr>
              <p:cNvGrpSpPr/>
              <p:nvPr/>
            </p:nvGrpSpPr>
            <p:grpSpPr>
              <a:xfrm>
                <a:off x="7982250" y="1022704"/>
                <a:ext cx="1222466" cy="780340"/>
                <a:chOff x="7982250" y="1022704"/>
                <a:chExt cx="1222466" cy="780340"/>
              </a:xfrm>
            </p:grpSpPr>
            <p:pic>
              <p:nvPicPr>
                <p:cNvPr id="125" name="Picture 124">
                  <a:extLst>
                    <a:ext uri="{FF2B5EF4-FFF2-40B4-BE49-F238E27FC236}">
                      <a16:creationId xmlns:a16="http://schemas.microsoft.com/office/drawing/2014/main" id="{D38997FC-40CB-272D-63DA-9532F482EA2C}"/>
                    </a:ext>
                  </a:extLst>
                </p:cNvPr>
                <p:cNvPicPr>
                  <a:picLocks noChangeAspect="1"/>
                </p:cNvPicPr>
                <p:nvPr/>
              </p:nvPicPr>
              <p:blipFill>
                <a:blip r:embed="rId17"/>
                <a:stretch>
                  <a:fillRect/>
                </a:stretch>
              </p:blipFill>
              <p:spPr>
                <a:xfrm>
                  <a:off x="7982250" y="1022704"/>
                  <a:ext cx="772868" cy="772868"/>
                </a:xfrm>
                <a:prstGeom prst="rect">
                  <a:avLst/>
                </a:prstGeom>
              </p:spPr>
            </p:pic>
            <p:pic>
              <p:nvPicPr>
                <p:cNvPr id="126" name="Picture 125">
                  <a:extLst>
                    <a:ext uri="{FF2B5EF4-FFF2-40B4-BE49-F238E27FC236}">
                      <a16:creationId xmlns:a16="http://schemas.microsoft.com/office/drawing/2014/main" id="{B448FAC2-1F1F-F4AE-1B61-CBEBE86610BF}"/>
                    </a:ext>
                  </a:extLst>
                </p:cNvPr>
                <p:cNvPicPr>
                  <a:picLocks noChangeAspect="1"/>
                </p:cNvPicPr>
                <p:nvPr/>
              </p:nvPicPr>
              <p:blipFill>
                <a:blip r:embed="rId18"/>
                <a:srcRect t="60238"/>
                <a:stretch>
                  <a:fillRect/>
                </a:stretch>
              </p:blipFill>
              <p:spPr>
                <a:xfrm>
                  <a:off x="8431848" y="1487261"/>
                  <a:ext cx="772868" cy="315783"/>
                </a:xfrm>
                <a:prstGeom prst="rect">
                  <a:avLst/>
                </a:prstGeom>
              </p:spPr>
            </p:pic>
          </p:grpSp>
          <p:sp>
            <p:nvSpPr>
              <p:cNvPr id="120" name="TextBox 119">
                <a:extLst>
                  <a:ext uri="{FF2B5EF4-FFF2-40B4-BE49-F238E27FC236}">
                    <a16:creationId xmlns:a16="http://schemas.microsoft.com/office/drawing/2014/main" id="{0FC9D67F-6501-BB6F-4113-AB5C918CF0EC}"/>
                  </a:ext>
                </a:extLst>
              </p:cNvPr>
              <p:cNvSpPr txBox="1"/>
              <p:nvPr/>
            </p:nvSpPr>
            <p:spPr>
              <a:xfrm>
                <a:off x="9860233" y="676770"/>
                <a:ext cx="1044741" cy="307777"/>
              </a:xfrm>
              <a:prstGeom prst="rect">
                <a:avLst/>
              </a:prstGeom>
              <a:noFill/>
            </p:spPr>
            <p:txBody>
              <a:bodyPr wrap="square" rtlCol="0">
                <a:spAutoFit/>
              </a:bodyPr>
              <a:lstStyle/>
              <a:p>
                <a:r>
                  <a:rPr lang="zh-CN" altLang="en-US" sz="1400" dirty="0">
                    <a:solidFill>
                      <a:schemeClr val="tx2">
                        <a:lumMod val="50000"/>
                      </a:schemeClr>
                    </a:solidFill>
                  </a:rPr>
                  <a:t>开始：</a:t>
                </a:r>
                <a:endParaRPr lang="en-SG" sz="1400" dirty="0">
                  <a:solidFill>
                    <a:schemeClr val="tx2">
                      <a:lumMod val="50000"/>
                    </a:schemeClr>
                  </a:solidFill>
                </a:endParaRPr>
              </a:p>
            </p:txBody>
          </p:sp>
          <p:sp>
            <p:nvSpPr>
              <p:cNvPr id="121" name="TextBox 120">
                <a:extLst>
                  <a:ext uri="{FF2B5EF4-FFF2-40B4-BE49-F238E27FC236}">
                    <a16:creationId xmlns:a16="http://schemas.microsoft.com/office/drawing/2014/main" id="{4EA7DA4F-0E61-71E6-5603-360240BF0E76}"/>
                  </a:ext>
                </a:extLst>
              </p:cNvPr>
              <p:cNvSpPr txBox="1"/>
              <p:nvPr/>
            </p:nvSpPr>
            <p:spPr>
              <a:xfrm>
                <a:off x="7930588" y="626794"/>
                <a:ext cx="1647601" cy="400110"/>
              </a:xfrm>
              <a:prstGeom prst="rect">
                <a:avLst/>
              </a:prstGeom>
              <a:noFill/>
            </p:spPr>
            <p:txBody>
              <a:bodyPr wrap="square" rtlCol="0">
                <a:spAutoFit/>
              </a:bodyPr>
              <a:lstStyle/>
              <a:p>
                <a:r>
                  <a:rPr lang="zh-CN" altLang="en-US" sz="2000" b="1" dirty="0">
                    <a:solidFill>
                      <a:schemeClr val="tx2">
                        <a:lumMod val="50000"/>
                      </a:schemeClr>
                    </a:solidFill>
                  </a:rPr>
                  <a:t>音乐 </a:t>
                </a:r>
                <a:r>
                  <a:rPr lang="en-SG" sz="2000" b="1" dirty="0">
                    <a:solidFill>
                      <a:schemeClr val="tx2">
                        <a:lumMod val="50000"/>
                      </a:schemeClr>
                    </a:solidFill>
                  </a:rPr>
                  <a:t>B</a:t>
                </a:r>
              </a:p>
            </p:txBody>
          </p:sp>
          <p:sp>
            <p:nvSpPr>
              <p:cNvPr id="122" name="TextBox 121">
                <a:extLst>
                  <a:ext uri="{FF2B5EF4-FFF2-40B4-BE49-F238E27FC236}">
                    <a16:creationId xmlns:a16="http://schemas.microsoft.com/office/drawing/2014/main" id="{38AE3CC4-1681-0C7E-9432-2E7BDF61DE05}"/>
                  </a:ext>
                </a:extLst>
              </p:cNvPr>
              <p:cNvSpPr txBox="1"/>
              <p:nvPr/>
            </p:nvSpPr>
            <p:spPr>
              <a:xfrm>
                <a:off x="9860233" y="1204016"/>
                <a:ext cx="1044741" cy="307777"/>
              </a:xfrm>
              <a:prstGeom prst="rect">
                <a:avLst/>
              </a:prstGeom>
              <a:noFill/>
            </p:spPr>
            <p:txBody>
              <a:bodyPr wrap="square" rtlCol="0">
                <a:spAutoFit/>
              </a:bodyPr>
              <a:lstStyle/>
              <a:p>
                <a:r>
                  <a:rPr lang="zh-CN" altLang="en-US" sz="1400" dirty="0">
                    <a:solidFill>
                      <a:schemeClr val="tx2">
                        <a:lumMod val="50000"/>
                      </a:schemeClr>
                    </a:solidFill>
                  </a:rPr>
                  <a:t>地点：</a:t>
                </a:r>
                <a:endParaRPr lang="en-SG" sz="1400" dirty="0">
                  <a:solidFill>
                    <a:schemeClr val="tx2">
                      <a:lumMod val="50000"/>
                    </a:schemeClr>
                  </a:solidFill>
                </a:endParaRPr>
              </a:p>
            </p:txBody>
          </p:sp>
          <p:sp>
            <p:nvSpPr>
              <p:cNvPr id="123" name="TextBox 122">
                <a:extLst>
                  <a:ext uri="{FF2B5EF4-FFF2-40B4-BE49-F238E27FC236}">
                    <a16:creationId xmlns:a16="http://schemas.microsoft.com/office/drawing/2014/main" id="{A04B48C0-45F2-2E70-4AFF-416A38FCFE37}"/>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11:00 AM</a:t>
                </a:r>
              </a:p>
            </p:txBody>
          </p:sp>
          <p:sp>
            <p:nvSpPr>
              <p:cNvPr id="124" name="TextBox 123">
                <a:extLst>
                  <a:ext uri="{FF2B5EF4-FFF2-40B4-BE49-F238E27FC236}">
                    <a16:creationId xmlns:a16="http://schemas.microsoft.com/office/drawing/2014/main" id="{B0DEC561-B4D2-C43E-E773-B11698399235}"/>
                  </a:ext>
                </a:extLst>
              </p:cNvPr>
              <p:cNvSpPr txBox="1"/>
              <p:nvPr/>
            </p:nvSpPr>
            <p:spPr>
              <a:xfrm>
                <a:off x="10046183" y="1449798"/>
                <a:ext cx="1044741" cy="307777"/>
              </a:xfrm>
              <a:prstGeom prst="rect">
                <a:avLst/>
              </a:prstGeom>
              <a:noFill/>
            </p:spPr>
            <p:txBody>
              <a:bodyPr wrap="square" rtlCol="0">
                <a:spAutoFit/>
              </a:bodyPr>
              <a:lstStyle/>
              <a:p>
                <a:r>
                  <a:rPr lang="zh-CN" altLang="en-US" sz="1400" b="1" dirty="0">
                    <a:solidFill>
                      <a:schemeClr val="accent1"/>
                    </a:solidFill>
                  </a:rPr>
                  <a:t>剧院</a:t>
                </a:r>
                <a:endParaRPr lang="en-SG" sz="1400" b="1" dirty="0">
                  <a:solidFill>
                    <a:schemeClr val="accent1"/>
                  </a:solidFill>
                </a:endParaRPr>
              </a:p>
            </p:txBody>
          </p:sp>
        </p:grpSp>
      </p:grpSp>
      <p:grpSp>
        <p:nvGrpSpPr>
          <p:cNvPr id="127" name="Group 126">
            <a:extLst>
              <a:ext uri="{FF2B5EF4-FFF2-40B4-BE49-F238E27FC236}">
                <a16:creationId xmlns:a16="http://schemas.microsoft.com/office/drawing/2014/main" id="{FE399510-227B-E84A-D26A-CC95C94D1C47}"/>
              </a:ext>
            </a:extLst>
          </p:cNvPr>
          <p:cNvGrpSpPr/>
          <p:nvPr/>
        </p:nvGrpSpPr>
        <p:grpSpPr>
          <a:xfrm>
            <a:off x="7894505" y="1865917"/>
            <a:ext cx="4297493" cy="1304616"/>
            <a:chOff x="7894505" y="1865917"/>
            <a:chExt cx="4297493" cy="1304616"/>
          </a:xfrm>
        </p:grpSpPr>
        <p:grpSp>
          <p:nvGrpSpPr>
            <p:cNvPr id="128" name="Group 127">
              <a:extLst>
                <a:ext uri="{FF2B5EF4-FFF2-40B4-BE49-F238E27FC236}">
                  <a16:creationId xmlns:a16="http://schemas.microsoft.com/office/drawing/2014/main" id="{C8A95E6F-A88F-CED9-8873-A3CF8509BFEF}"/>
                </a:ext>
              </a:extLst>
            </p:cNvPr>
            <p:cNvGrpSpPr/>
            <p:nvPr/>
          </p:nvGrpSpPr>
          <p:grpSpPr>
            <a:xfrm>
              <a:off x="7894505" y="1865917"/>
              <a:ext cx="4297493" cy="1304616"/>
              <a:chOff x="7894507" y="560614"/>
              <a:chExt cx="4297493" cy="1304616"/>
            </a:xfrm>
          </p:grpSpPr>
          <p:sp>
            <p:nvSpPr>
              <p:cNvPr id="132" name="Rectangle 131">
                <a:extLst>
                  <a:ext uri="{FF2B5EF4-FFF2-40B4-BE49-F238E27FC236}">
                    <a16:creationId xmlns:a16="http://schemas.microsoft.com/office/drawing/2014/main" id="{8C48818A-2104-92CC-609A-41563501AA52}"/>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33" name="Group 132">
                <a:extLst>
                  <a:ext uri="{FF2B5EF4-FFF2-40B4-BE49-F238E27FC236}">
                    <a16:creationId xmlns:a16="http://schemas.microsoft.com/office/drawing/2014/main" id="{BF8C3DAE-2A79-D585-7C78-22D464592989}"/>
                  </a:ext>
                </a:extLst>
              </p:cNvPr>
              <p:cNvGrpSpPr/>
              <p:nvPr/>
            </p:nvGrpSpPr>
            <p:grpSpPr>
              <a:xfrm>
                <a:off x="7930588" y="626794"/>
                <a:ext cx="3160336" cy="1165223"/>
                <a:chOff x="7930588" y="626794"/>
                <a:chExt cx="3160336" cy="1165223"/>
              </a:xfrm>
            </p:grpSpPr>
            <p:sp>
              <p:nvSpPr>
                <p:cNvPr id="134" name="TextBox 133">
                  <a:extLst>
                    <a:ext uri="{FF2B5EF4-FFF2-40B4-BE49-F238E27FC236}">
                      <a16:creationId xmlns:a16="http://schemas.microsoft.com/office/drawing/2014/main" id="{2B22671E-8A4C-5678-0D35-FC93D83A8914}"/>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sp>
              <p:nvSpPr>
                <p:cNvPr id="135" name="TextBox 134">
                  <a:extLst>
                    <a:ext uri="{FF2B5EF4-FFF2-40B4-BE49-F238E27FC236}">
                      <a16:creationId xmlns:a16="http://schemas.microsoft.com/office/drawing/2014/main" id="{CBBC4182-031B-CCFD-F513-7BFCD2841485}"/>
                    </a:ext>
                  </a:extLst>
                </p:cNvPr>
                <p:cNvSpPr txBox="1"/>
                <p:nvPr/>
              </p:nvSpPr>
              <p:spPr>
                <a:xfrm>
                  <a:off x="9860233" y="676770"/>
                  <a:ext cx="1044741" cy="307777"/>
                </a:xfrm>
                <a:prstGeom prst="rect">
                  <a:avLst/>
                </a:prstGeom>
                <a:noFill/>
              </p:spPr>
              <p:txBody>
                <a:bodyPr wrap="square" rtlCol="0">
                  <a:spAutoFit/>
                </a:bodyPr>
                <a:lstStyle/>
                <a:p>
                  <a:r>
                    <a:rPr lang="zh-CN" altLang="en-US" sz="1400" dirty="0">
                      <a:solidFill>
                        <a:schemeClr val="tx2">
                          <a:lumMod val="50000"/>
                        </a:schemeClr>
                      </a:solidFill>
                    </a:rPr>
                    <a:t>开始：</a:t>
                  </a:r>
                  <a:endParaRPr lang="en-SG" sz="1400" dirty="0">
                    <a:solidFill>
                      <a:schemeClr val="tx2">
                        <a:lumMod val="50000"/>
                      </a:schemeClr>
                    </a:solidFill>
                  </a:endParaRPr>
                </a:p>
              </p:txBody>
            </p:sp>
            <p:sp>
              <p:nvSpPr>
                <p:cNvPr id="136" name="TextBox 135">
                  <a:extLst>
                    <a:ext uri="{FF2B5EF4-FFF2-40B4-BE49-F238E27FC236}">
                      <a16:creationId xmlns:a16="http://schemas.microsoft.com/office/drawing/2014/main" id="{D08D1F0C-CCC6-BC74-1EA9-0E28309C67FB}"/>
                    </a:ext>
                  </a:extLst>
                </p:cNvPr>
                <p:cNvSpPr txBox="1"/>
                <p:nvPr/>
              </p:nvSpPr>
              <p:spPr>
                <a:xfrm>
                  <a:off x="7930588" y="626794"/>
                  <a:ext cx="1743694" cy="400110"/>
                </a:xfrm>
                <a:prstGeom prst="rect">
                  <a:avLst/>
                </a:prstGeom>
                <a:noFill/>
              </p:spPr>
              <p:txBody>
                <a:bodyPr wrap="square" rtlCol="0">
                  <a:spAutoFit/>
                </a:bodyPr>
                <a:lstStyle/>
                <a:p>
                  <a:r>
                    <a:rPr lang="zh-CN" altLang="en-US" sz="2000" b="1" dirty="0">
                      <a:solidFill>
                        <a:schemeClr val="tx2">
                          <a:lumMod val="50000"/>
                        </a:schemeClr>
                      </a:solidFill>
                    </a:rPr>
                    <a:t>海洋奇幻</a:t>
                  </a:r>
                  <a:endParaRPr lang="en-SG" sz="2000" b="1" dirty="0">
                    <a:solidFill>
                      <a:schemeClr val="tx2">
                        <a:lumMod val="50000"/>
                      </a:schemeClr>
                    </a:solidFill>
                  </a:endParaRPr>
                </a:p>
              </p:txBody>
            </p:sp>
            <p:sp>
              <p:nvSpPr>
                <p:cNvPr id="137" name="TextBox 136">
                  <a:extLst>
                    <a:ext uri="{FF2B5EF4-FFF2-40B4-BE49-F238E27FC236}">
                      <a16:creationId xmlns:a16="http://schemas.microsoft.com/office/drawing/2014/main" id="{DEF9F30F-5795-6A41-38AC-C27466E887CC}"/>
                    </a:ext>
                  </a:extLst>
                </p:cNvPr>
                <p:cNvSpPr txBox="1"/>
                <p:nvPr/>
              </p:nvSpPr>
              <p:spPr>
                <a:xfrm>
                  <a:off x="9860233" y="1204016"/>
                  <a:ext cx="1044741" cy="307777"/>
                </a:xfrm>
                <a:prstGeom prst="rect">
                  <a:avLst/>
                </a:prstGeom>
                <a:noFill/>
              </p:spPr>
              <p:txBody>
                <a:bodyPr wrap="square" rtlCol="0">
                  <a:spAutoFit/>
                </a:bodyPr>
                <a:lstStyle/>
                <a:p>
                  <a:r>
                    <a:rPr lang="zh-CN" altLang="en-US" sz="1400" dirty="0">
                      <a:solidFill>
                        <a:schemeClr val="tx2">
                          <a:lumMod val="50000"/>
                        </a:schemeClr>
                      </a:solidFill>
                    </a:rPr>
                    <a:t>地点：</a:t>
                  </a:r>
                  <a:endParaRPr lang="en-SG" sz="1400" dirty="0">
                    <a:solidFill>
                      <a:schemeClr val="tx2">
                        <a:lumMod val="50000"/>
                      </a:schemeClr>
                    </a:solidFill>
                  </a:endParaRPr>
                </a:p>
              </p:txBody>
            </p:sp>
            <p:sp>
              <p:nvSpPr>
                <p:cNvPr id="138" name="TextBox 137">
                  <a:extLst>
                    <a:ext uri="{FF2B5EF4-FFF2-40B4-BE49-F238E27FC236}">
                      <a16:creationId xmlns:a16="http://schemas.microsoft.com/office/drawing/2014/main" id="{580EFF8D-CFF1-499F-3BFA-E51868BBF362}"/>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12:00 PM</a:t>
                  </a:r>
                </a:p>
              </p:txBody>
            </p:sp>
            <p:sp>
              <p:nvSpPr>
                <p:cNvPr id="139" name="TextBox 138">
                  <a:extLst>
                    <a:ext uri="{FF2B5EF4-FFF2-40B4-BE49-F238E27FC236}">
                      <a16:creationId xmlns:a16="http://schemas.microsoft.com/office/drawing/2014/main" id="{D915A0E0-9FEA-F459-50F5-BC32F0A6E6E7}"/>
                    </a:ext>
                  </a:extLst>
                </p:cNvPr>
                <p:cNvSpPr txBox="1"/>
                <p:nvPr/>
              </p:nvSpPr>
              <p:spPr>
                <a:xfrm>
                  <a:off x="10046183" y="1449798"/>
                  <a:ext cx="1044741" cy="307777"/>
                </a:xfrm>
                <a:prstGeom prst="rect">
                  <a:avLst/>
                </a:prstGeom>
                <a:noFill/>
              </p:spPr>
              <p:txBody>
                <a:bodyPr wrap="square" rtlCol="0">
                  <a:spAutoFit/>
                </a:bodyPr>
                <a:lstStyle/>
                <a:p>
                  <a:r>
                    <a:rPr lang="zh-CN" altLang="en-US" sz="1400" b="1" dirty="0">
                      <a:solidFill>
                        <a:schemeClr val="accent1"/>
                      </a:solidFill>
                    </a:rPr>
                    <a:t>海洋世界</a:t>
                  </a:r>
                </a:p>
              </p:txBody>
            </p:sp>
          </p:grpSp>
        </p:grpSp>
        <p:grpSp>
          <p:nvGrpSpPr>
            <p:cNvPr id="129" name="Group 128">
              <a:extLst>
                <a:ext uri="{FF2B5EF4-FFF2-40B4-BE49-F238E27FC236}">
                  <a16:creationId xmlns:a16="http://schemas.microsoft.com/office/drawing/2014/main" id="{A93F6BD2-32EE-D0FE-50C2-51BE9257474D}"/>
                </a:ext>
              </a:extLst>
            </p:cNvPr>
            <p:cNvGrpSpPr/>
            <p:nvPr/>
          </p:nvGrpSpPr>
          <p:grpSpPr>
            <a:xfrm>
              <a:off x="8012883" y="2287713"/>
              <a:ext cx="1546800" cy="795567"/>
              <a:chOff x="8012883" y="2287713"/>
              <a:chExt cx="1546800" cy="795567"/>
            </a:xfrm>
          </p:grpSpPr>
          <p:pic>
            <p:nvPicPr>
              <p:cNvPr id="130" name="Picture 129">
                <a:extLst>
                  <a:ext uri="{FF2B5EF4-FFF2-40B4-BE49-F238E27FC236}">
                    <a16:creationId xmlns:a16="http://schemas.microsoft.com/office/drawing/2014/main" id="{6BBC5B41-BFE1-CEAC-13F8-70A4A3AF2F75}"/>
                  </a:ext>
                </a:extLst>
              </p:cNvPr>
              <p:cNvPicPr>
                <a:picLocks noChangeAspect="1"/>
              </p:cNvPicPr>
              <p:nvPr/>
            </p:nvPicPr>
            <p:blipFill>
              <a:blip r:embed="rId19"/>
              <a:stretch>
                <a:fillRect/>
              </a:stretch>
            </p:blipFill>
            <p:spPr>
              <a:xfrm>
                <a:off x="8012883" y="2287713"/>
                <a:ext cx="1031200" cy="795567"/>
              </a:xfrm>
              <a:prstGeom prst="rect">
                <a:avLst/>
              </a:prstGeom>
            </p:spPr>
          </p:pic>
          <p:pic>
            <p:nvPicPr>
              <p:cNvPr id="131" name="Picture 130">
                <a:extLst>
                  <a:ext uri="{FF2B5EF4-FFF2-40B4-BE49-F238E27FC236}">
                    <a16:creationId xmlns:a16="http://schemas.microsoft.com/office/drawing/2014/main" id="{55B6CC6A-D9B6-BA4B-46EA-9B19B704E2FD}"/>
                  </a:ext>
                </a:extLst>
              </p:cNvPr>
              <p:cNvPicPr>
                <a:picLocks noChangeAspect="1"/>
              </p:cNvPicPr>
              <p:nvPr/>
            </p:nvPicPr>
            <p:blipFill>
              <a:blip r:embed="rId19"/>
              <a:srcRect t="67150"/>
              <a:stretch>
                <a:fillRect/>
              </a:stretch>
            </p:blipFill>
            <p:spPr>
              <a:xfrm>
                <a:off x="8528483" y="2819155"/>
                <a:ext cx="1031200" cy="261342"/>
              </a:xfrm>
              <a:prstGeom prst="rect">
                <a:avLst/>
              </a:prstGeom>
            </p:spPr>
          </p:pic>
        </p:grpSp>
      </p:grpSp>
      <p:sp>
        <p:nvSpPr>
          <p:cNvPr id="140" name="Freeform: Shape 139">
            <a:extLst>
              <a:ext uri="{FF2B5EF4-FFF2-40B4-BE49-F238E27FC236}">
                <a16:creationId xmlns:a16="http://schemas.microsoft.com/office/drawing/2014/main" id="{668CE47C-3366-758B-51E2-BB5BF0B8DD24}"/>
              </a:ext>
            </a:extLst>
          </p:cNvPr>
          <p:cNvSpPr/>
          <p:nvPr/>
        </p:nvSpPr>
        <p:spPr>
          <a:xfrm>
            <a:off x="3230991" y="423128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41" name="Group 140">
            <a:extLst>
              <a:ext uri="{FF2B5EF4-FFF2-40B4-BE49-F238E27FC236}">
                <a16:creationId xmlns:a16="http://schemas.microsoft.com/office/drawing/2014/main" id="{42B48779-4EF6-7397-336B-D0BCB9CA330C}"/>
              </a:ext>
            </a:extLst>
          </p:cNvPr>
          <p:cNvGrpSpPr/>
          <p:nvPr/>
        </p:nvGrpSpPr>
        <p:grpSpPr>
          <a:xfrm>
            <a:off x="1133665" y="4827572"/>
            <a:ext cx="949311" cy="936585"/>
            <a:chOff x="1133665" y="4827572"/>
            <a:chExt cx="949311" cy="936585"/>
          </a:xfrm>
        </p:grpSpPr>
        <p:grpSp>
          <p:nvGrpSpPr>
            <p:cNvPr id="142" name="Group 141">
              <a:extLst>
                <a:ext uri="{FF2B5EF4-FFF2-40B4-BE49-F238E27FC236}">
                  <a16:creationId xmlns:a16="http://schemas.microsoft.com/office/drawing/2014/main" id="{F19C2D24-73D2-DE8A-2EAF-FF27CD20BB20}"/>
                </a:ext>
              </a:extLst>
            </p:cNvPr>
            <p:cNvGrpSpPr/>
            <p:nvPr/>
          </p:nvGrpSpPr>
          <p:grpSpPr>
            <a:xfrm>
              <a:off x="1133665" y="4827572"/>
              <a:ext cx="949311" cy="936585"/>
              <a:chOff x="929362" y="4727466"/>
              <a:chExt cx="1128802" cy="1113670"/>
            </a:xfrm>
          </p:grpSpPr>
          <p:sp>
            <p:nvSpPr>
              <p:cNvPr id="144" name="L-Shape 143">
                <a:extLst>
                  <a:ext uri="{FF2B5EF4-FFF2-40B4-BE49-F238E27FC236}">
                    <a16:creationId xmlns:a16="http://schemas.microsoft.com/office/drawing/2014/main" id="{B30CFC01-9D9C-5E3E-3A0C-C1F36895FA72}"/>
                  </a:ext>
                </a:extLst>
              </p:cNvPr>
              <p:cNvSpPr/>
              <p:nvPr userDrawn="1"/>
            </p:nvSpPr>
            <p:spPr>
              <a:xfrm>
                <a:off x="929363" y="5480272"/>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5" name="L-Shape 144">
                <a:extLst>
                  <a:ext uri="{FF2B5EF4-FFF2-40B4-BE49-F238E27FC236}">
                    <a16:creationId xmlns:a16="http://schemas.microsoft.com/office/drawing/2014/main" id="{F6F5CF00-5CF3-16B1-C009-90C194312B99}"/>
                  </a:ext>
                </a:extLst>
              </p:cNvPr>
              <p:cNvSpPr/>
              <p:nvPr userDrawn="1"/>
            </p:nvSpPr>
            <p:spPr>
              <a:xfrm flipH="1">
                <a:off x="1698163" y="5508839"/>
                <a:ext cx="360001" cy="332297"/>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6" name="L-Shape 145">
                <a:extLst>
                  <a:ext uri="{FF2B5EF4-FFF2-40B4-BE49-F238E27FC236}">
                    <a16:creationId xmlns:a16="http://schemas.microsoft.com/office/drawing/2014/main" id="{D23916E1-77D2-B65E-4B87-E5D51D51B39F}"/>
                  </a:ext>
                </a:extLst>
              </p:cNvPr>
              <p:cNvSpPr/>
              <p:nvPr userDrawn="1"/>
            </p:nvSpPr>
            <p:spPr>
              <a:xfrm rot="5400000">
                <a:off x="929363" y="4728190"/>
                <a:ext cx="360000" cy="360001"/>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7" name="L-Shape 146">
                <a:extLst>
                  <a:ext uri="{FF2B5EF4-FFF2-40B4-BE49-F238E27FC236}">
                    <a16:creationId xmlns:a16="http://schemas.microsoft.com/office/drawing/2014/main" id="{302F1B56-F4CD-6C56-E9ED-F75D14EA5A2E}"/>
                  </a:ext>
                </a:extLst>
              </p:cNvPr>
              <p:cNvSpPr/>
              <p:nvPr userDrawn="1"/>
            </p:nvSpPr>
            <p:spPr>
              <a:xfrm rot="10800000">
                <a:off x="1698161" y="4727466"/>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pic>
          <p:nvPicPr>
            <p:cNvPr id="143" name="Picture 142">
              <a:extLst>
                <a:ext uri="{FF2B5EF4-FFF2-40B4-BE49-F238E27FC236}">
                  <a16:creationId xmlns:a16="http://schemas.microsoft.com/office/drawing/2014/main" id="{09B88963-F293-D59D-F414-65D064F93D42}"/>
                </a:ext>
              </a:extLst>
            </p:cNvPr>
            <p:cNvPicPr>
              <a:picLocks noChangeAspect="1"/>
            </p:cNvPicPr>
            <p:nvPr/>
          </p:nvPicPr>
          <p:blipFill>
            <a:blip r:embed="rId20"/>
            <a:stretch>
              <a:fillRect/>
            </a:stretch>
          </p:blipFill>
          <p:spPr>
            <a:xfrm>
              <a:off x="1234217" y="4922668"/>
              <a:ext cx="748205" cy="748205"/>
            </a:xfrm>
            <a:prstGeom prst="rect">
              <a:avLst/>
            </a:prstGeom>
            <a:ln>
              <a:noFill/>
            </a:ln>
          </p:spPr>
        </p:pic>
      </p:grpSp>
      <p:grpSp>
        <p:nvGrpSpPr>
          <p:cNvPr id="148" name="Group 147">
            <a:extLst>
              <a:ext uri="{FF2B5EF4-FFF2-40B4-BE49-F238E27FC236}">
                <a16:creationId xmlns:a16="http://schemas.microsoft.com/office/drawing/2014/main" id="{87AD47C9-5D40-792B-0ECA-654626989985}"/>
              </a:ext>
            </a:extLst>
          </p:cNvPr>
          <p:cNvGrpSpPr/>
          <p:nvPr/>
        </p:nvGrpSpPr>
        <p:grpSpPr>
          <a:xfrm>
            <a:off x="3216645" y="4215089"/>
            <a:ext cx="971932" cy="552452"/>
            <a:chOff x="3216645" y="4215089"/>
            <a:chExt cx="971932" cy="552452"/>
          </a:xfrm>
        </p:grpSpPr>
        <p:sp>
          <p:nvSpPr>
            <p:cNvPr id="149" name="Rectangle 148">
              <a:extLst>
                <a:ext uri="{FF2B5EF4-FFF2-40B4-BE49-F238E27FC236}">
                  <a16:creationId xmlns:a16="http://schemas.microsoft.com/office/drawing/2014/main" id="{5EC2FB11-6563-EFC4-DEDD-4502E8C715D5}"/>
                </a:ext>
              </a:extLst>
            </p:cNvPr>
            <p:cNvSpPr/>
            <p:nvPr userDrawn="1"/>
          </p:nvSpPr>
          <p:spPr>
            <a:xfrm>
              <a:off x="3216645" y="4215089"/>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150" name="TextBox 149">
              <a:extLst>
                <a:ext uri="{FF2B5EF4-FFF2-40B4-BE49-F238E27FC236}">
                  <a16:creationId xmlns:a16="http://schemas.microsoft.com/office/drawing/2014/main" id="{A46BF667-7903-AC36-FE0B-D3297BAB5D62}"/>
                </a:ext>
              </a:extLst>
            </p:cNvPr>
            <p:cNvSpPr txBox="1"/>
            <p:nvPr userDrawn="1"/>
          </p:nvSpPr>
          <p:spPr>
            <a:xfrm>
              <a:off x="3216645" y="4260482"/>
              <a:ext cx="971930" cy="461665"/>
            </a:xfrm>
            <a:prstGeom prst="rect">
              <a:avLst/>
            </a:prstGeom>
            <a:noFill/>
            <a:ln>
              <a:noFill/>
            </a:ln>
          </p:spPr>
          <p:txBody>
            <a:bodyPr wrap="square" rtlCol="0">
              <a:spAutoFit/>
            </a:bodyPr>
            <a:lstStyle/>
            <a:p>
              <a:pPr algn="ctr"/>
              <a:r>
                <a:rPr lang="zh-CN" altLang="en-US" sz="2400" b="1" dirty="0">
                  <a:solidFill>
                    <a:srgbClr val="2F3C7E"/>
                  </a:solidFill>
                  <a:latin typeface="+mj-lt"/>
                </a:rPr>
                <a:t>地图</a:t>
              </a:r>
              <a:endParaRPr lang="en-SG" sz="2400" b="1" dirty="0">
                <a:solidFill>
                  <a:srgbClr val="2F3C7E"/>
                </a:solidFill>
                <a:latin typeface="+mj-lt"/>
              </a:endParaRPr>
            </a:p>
          </p:txBody>
        </p:sp>
      </p:grpSp>
      <p:pic>
        <p:nvPicPr>
          <p:cNvPr id="151" name="Picture 150">
            <a:extLst>
              <a:ext uri="{FF2B5EF4-FFF2-40B4-BE49-F238E27FC236}">
                <a16:creationId xmlns:a16="http://schemas.microsoft.com/office/drawing/2014/main" id="{929BC3CF-4056-F1B5-5A38-C5F28AF770A7}"/>
              </a:ext>
            </a:extLst>
          </p:cNvPr>
          <p:cNvPicPr>
            <a:picLocks noChangeAspect="1"/>
          </p:cNvPicPr>
          <p:nvPr/>
        </p:nvPicPr>
        <p:blipFill>
          <a:blip r:embed="rId21"/>
          <a:srcRect l="16117" r="13552"/>
          <a:stretch>
            <a:fillRect/>
          </a:stretch>
        </p:blipFill>
        <p:spPr>
          <a:xfrm>
            <a:off x="5948005" y="5268685"/>
            <a:ext cx="334895" cy="476171"/>
          </a:xfrm>
          <a:prstGeom prst="rect">
            <a:avLst/>
          </a:prstGeom>
        </p:spPr>
      </p:pic>
      <p:pic>
        <p:nvPicPr>
          <p:cNvPr id="152" name="Picture 151">
            <a:extLst>
              <a:ext uri="{FF2B5EF4-FFF2-40B4-BE49-F238E27FC236}">
                <a16:creationId xmlns:a16="http://schemas.microsoft.com/office/drawing/2014/main" id="{641B0C22-0A17-5E72-F2A8-E41EF4FE0292}"/>
              </a:ext>
            </a:extLst>
          </p:cNvPr>
          <p:cNvPicPr>
            <a:picLocks noChangeAspect="1"/>
          </p:cNvPicPr>
          <p:nvPr/>
        </p:nvPicPr>
        <p:blipFill>
          <a:blip r:embed="rId16"/>
          <a:stretch>
            <a:fillRect/>
          </a:stretch>
        </p:blipFill>
        <p:spPr>
          <a:xfrm>
            <a:off x="4757445" y="6000662"/>
            <a:ext cx="347891" cy="347891"/>
          </a:xfrm>
          <a:prstGeom prst="rect">
            <a:avLst/>
          </a:prstGeom>
        </p:spPr>
      </p:pic>
      <p:pic>
        <p:nvPicPr>
          <p:cNvPr id="153" name="Picture 152">
            <a:extLst>
              <a:ext uri="{FF2B5EF4-FFF2-40B4-BE49-F238E27FC236}">
                <a16:creationId xmlns:a16="http://schemas.microsoft.com/office/drawing/2014/main" id="{864B0160-4E54-3993-41B8-8435D874D826}"/>
              </a:ext>
            </a:extLst>
          </p:cNvPr>
          <p:cNvPicPr>
            <a:picLocks noChangeAspect="1"/>
          </p:cNvPicPr>
          <p:nvPr/>
        </p:nvPicPr>
        <p:blipFill>
          <a:blip r:embed="rId3"/>
          <a:stretch>
            <a:fillRect/>
          </a:stretch>
        </p:blipFill>
        <p:spPr>
          <a:xfrm>
            <a:off x="3478261" y="5305504"/>
            <a:ext cx="778291" cy="390601"/>
          </a:xfrm>
          <a:prstGeom prst="rect">
            <a:avLst/>
          </a:prstGeom>
          <a:ln>
            <a:noFill/>
          </a:ln>
        </p:spPr>
      </p:pic>
      <p:grpSp>
        <p:nvGrpSpPr>
          <p:cNvPr id="154" name="Group 153">
            <a:extLst>
              <a:ext uri="{FF2B5EF4-FFF2-40B4-BE49-F238E27FC236}">
                <a16:creationId xmlns:a16="http://schemas.microsoft.com/office/drawing/2014/main" id="{E8899C6D-BBF4-062D-F1FA-C9CDFDE841A8}"/>
              </a:ext>
            </a:extLst>
          </p:cNvPr>
          <p:cNvGrpSpPr/>
          <p:nvPr/>
        </p:nvGrpSpPr>
        <p:grpSpPr>
          <a:xfrm>
            <a:off x="5587919" y="4217828"/>
            <a:ext cx="1016161" cy="353526"/>
            <a:chOff x="5586845" y="4846215"/>
            <a:chExt cx="1016161" cy="353526"/>
          </a:xfrm>
        </p:grpSpPr>
        <p:sp>
          <p:nvSpPr>
            <p:cNvPr id="155" name="Rectangle 154">
              <a:extLst>
                <a:ext uri="{FF2B5EF4-FFF2-40B4-BE49-F238E27FC236}">
                  <a16:creationId xmlns:a16="http://schemas.microsoft.com/office/drawing/2014/main" id="{C54C8F46-C67C-2C6F-4404-C6CA0D89C69D}"/>
                </a:ext>
              </a:extLst>
            </p:cNvPr>
            <p:cNvSpPr/>
            <p:nvPr userDrawn="1"/>
          </p:nvSpPr>
          <p:spPr>
            <a:xfrm>
              <a:off x="5588996" y="4846215"/>
              <a:ext cx="1014010" cy="353526"/>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156" name="TextBox 155">
              <a:extLst>
                <a:ext uri="{FF2B5EF4-FFF2-40B4-BE49-F238E27FC236}">
                  <a16:creationId xmlns:a16="http://schemas.microsoft.com/office/drawing/2014/main" id="{DC3F38F6-DB08-1225-DE8B-91DD633907EF}"/>
                </a:ext>
              </a:extLst>
            </p:cNvPr>
            <p:cNvSpPr txBox="1"/>
            <p:nvPr userDrawn="1"/>
          </p:nvSpPr>
          <p:spPr>
            <a:xfrm>
              <a:off x="5586845" y="4869089"/>
              <a:ext cx="1014010" cy="307777"/>
            </a:xfrm>
            <a:prstGeom prst="rect">
              <a:avLst/>
            </a:prstGeom>
            <a:noFill/>
            <a:ln>
              <a:noFill/>
            </a:ln>
          </p:spPr>
          <p:txBody>
            <a:bodyPr wrap="square" rtlCol="0">
              <a:spAutoFit/>
            </a:bodyPr>
            <a:lstStyle/>
            <a:p>
              <a:pPr algn="ctr"/>
              <a:r>
                <a:rPr lang="zh-CN" altLang="en-US" sz="1400" b="1" dirty="0">
                  <a:solidFill>
                    <a:srgbClr val="2F3C7E"/>
                  </a:solidFill>
                  <a:latin typeface="+mn-lt"/>
                </a:rPr>
                <a:t>触摸我！</a:t>
              </a:r>
            </a:p>
          </p:txBody>
        </p:sp>
      </p:grpSp>
      <p:grpSp>
        <p:nvGrpSpPr>
          <p:cNvPr id="157" name="Group 156">
            <a:extLst>
              <a:ext uri="{FF2B5EF4-FFF2-40B4-BE49-F238E27FC236}">
                <a16:creationId xmlns:a16="http://schemas.microsoft.com/office/drawing/2014/main" id="{8D030740-C34F-2BCD-C804-7C8884C18959}"/>
              </a:ext>
            </a:extLst>
          </p:cNvPr>
          <p:cNvGrpSpPr/>
          <p:nvPr/>
        </p:nvGrpSpPr>
        <p:grpSpPr>
          <a:xfrm>
            <a:off x="7620370" y="4729264"/>
            <a:ext cx="1014010" cy="693309"/>
            <a:chOff x="7620370" y="4729264"/>
            <a:chExt cx="1014010" cy="693309"/>
          </a:xfrm>
        </p:grpSpPr>
        <p:pic>
          <p:nvPicPr>
            <p:cNvPr id="158" name="Picture 157">
              <a:extLst>
                <a:ext uri="{FF2B5EF4-FFF2-40B4-BE49-F238E27FC236}">
                  <a16:creationId xmlns:a16="http://schemas.microsoft.com/office/drawing/2014/main" id="{4911F3B9-32DB-090F-F657-3ABA4022D6CC}"/>
                </a:ext>
              </a:extLst>
            </p:cNvPr>
            <p:cNvPicPr>
              <a:picLocks noChangeAspect="1"/>
            </p:cNvPicPr>
            <p:nvPr/>
          </p:nvPicPr>
          <p:blipFill>
            <a:blip r:embed="rId22"/>
            <a:stretch>
              <a:fillRect/>
            </a:stretch>
          </p:blipFill>
          <p:spPr>
            <a:xfrm>
              <a:off x="7884122" y="4729264"/>
              <a:ext cx="446487" cy="446487"/>
            </a:xfrm>
            <a:prstGeom prst="rect">
              <a:avLst/>
            </a:prstGeom>
          </p:spPr>
        </p:pic>
        <p:sp>
          <p:nvSpPr>
            <p:cNvPr id="159" name="TextBox 158">
              <a:extLst>
                <a:ext uri="{FF2B5EF4-FFF2-40B4-BE49-F238E27FC236}">
                  <a16:creationId xmlns:a16="http://schemas.microsoft.com/office/drawing/2014/main" id="{123D58DD-5FAA-664D-0DFC-79D92D61ABC3}"/>
                </a:ext>
              </a:extLst>
            </p:cNvPr>
            <p:cNvSpPr txBox="1"/>
            <p:nvPr/>
          </p:nvSpPr>
          <p:spPr>
            <a:xfrm>
              <a:off x="7620370" y="5114796"/>
              <a:ext cx="1014010" cy="307777"/>
            </a:xfrm>
            <a:prstGeom prst="rect">
              <a:avLst/>
            </a:prstGeom>
            <a:noFill/>
            <a:ln>
              <a:noFill/>
            </a:ln>
          </p:spPr>
          <p:txBody>
            <a:bodyPr wrap="square" rtlCol="0">
              <a:spAutoFit/>
            </a:bodyPr>
            <a:lstStyle/>
            <a:p>
              <a:pPr algn="ctr"/>
              <a:r>
                <a:rPr lang="zh-CN" altLang="en-US" sz="1400" b="1" dirty="0">
                  <a:solidFill>
                    <a:schemeClr val="tx2"/>
                  </a:solidFill>
                  <a:latin typeface="+mn-lt"/>
                </a:rPr>
                <a:t>入口</a:t>
              </a:r>
              <a:endParaRPr lang="en-SG" sz="1400" b="1" dirty="0">
                <a:solidFill>
                  <a:schemeClr val="tx2"/>
                </a:solidFill>
                <a:latin typeface="+mn-lt"/>
              </a:endParaRPr>
            </a:p>
          </p:txBody>
        </p:sp>
      </p:grpSp>
      <p:sp>
        <p:nvSpPr>
          <p:cNvPr id="160" name="Rectangle: Rounded Corners 159">
            <a:extLst>
              <a:ext uri="{FF2B5EF4-FFF2-40B4-BE49-F238E27FC236}">
                <a16:creationId xmlns:a16="http://schemas.microsoft.com/office/drawing/2014/main" id="{50077B13-F364-4731-DE00-5F1C6E753173}"/>
              </a:ext>
            </a:extLst>
          </p:cNvPr>
          <p:cNvSpPr/>
          <p:nvPr/>
        </p:nvSpPr>
        <p:spPr>
          <a:xfrm>
            <a:off x="5478219" y="4975182"/>
            <a:ext cx="1274465" cy="292399"/>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mj-lt"/>
              </a:rPr>
              <a:t>你在这里</a:t>
            </a:r>
            <a:endParaRPr lang="en-SG" sz="1400" b="1" dirty="0">
              <a:solidFill>
                <a:schemeClr val="bg1"/>
              </a:solidFill>
              <a:latin typeface="+mj-lt"/>
            </a:endParaRPr>
          </a:p>
        </p:txBody>
      </p:sp>
      <p:sp>
        <p:nvSpPr>
          <p:cNvPr id="161" name="TextBox 160">
            <a:extLst>
              <a:ext uri="{FF2B5EF4-FFF2-40B4-BE49-F238E27FC236}">
                <a16:creationId xmlns:a16="http://schemas.microsoft.com/office/drawing/2014/main" id="{E8B24581-6520-BA7B-995F-9596C7D84CAC}"/>
              </a:ext>
            </a:extLst>
          </p:cNvPr>
          <p:cNvSpPr txBox="1"/>
          <p:nvPr/>
        </p:nvSpPr>
        <p:spPr>
          <a:xfrm>
            <a:off x="3277630" y="5670873"/>
            <a:ext cx="1215496" cy="276999"/>
          </a:xfrm>
          <a:prstGeom prst="rect">
            <a:avLst/>
          </a:prstGeom>
          <a:noFill/>
          <a:ln>
            <a:noFill/>
          </a:ln>
        </p:spPr>
        <p:txBody>
          <a:bodyPr wrap="square" rtlCol="0">
            <a:spAutoFit/>
          </a:bodyPr>
          <a:lstStyle/>
          <a:p>
            <a:pPr algn="ctr"/>
            <a:r>
              <a:rPr lang="zh-CN" altLang="en-US" sz="1200" b="1" dirty="0">
                <a:solidFill>
                  <a:schemeClr val="tx2"/>
                </a:solidFill>
              </a:rPr>
              <a:t>龙滚轮</a:t>
            </a:r>
            <a:endParaRPr lang="en-SG" sz="1200" b="1" dirty="0">
              <a:solidFill>
                <a:schemeClr val="tx2"/>
              </a:solidFill>
            </a:endParaRPr>
          </a:p>
        </p:txBody>
      </p:sp>
      <p:sp>
        <p:nvSpPr>
          <p:cNvPr id="162" name="TextBox 161">
            <a:extLst>
              <a:ext uri="{FF2B5EF4-FFF2-40B4-BE49-F238E27FC236}">
                <a16:creationId xmlns:a16="http://schemas.microsoft.com/office/drawing/2014/main" id="{D851FD4F-D409-FA05-22CB-562F905CAB11}"/>
              </a:ext>
            </a:extLst>
          </p:cNvPr>
          <p:cNvSpPr txBox="1"/>
          <p:nvPr/>
        </p:nvSpPr>
        <p:spPr>
          <a:xfrm>
            <a:off x="4342067" y="6291269"/>
            <a:ext cx="1215496" cy="276999"/>
          </a:xfrm>
          <a:prstGeom prst="rect">
            <a:avLst/>
          </a:prstGeom>
          <a:noFill/>
          <a:ln>
            <a:noFill/>
          </a:ln>
        </p:spPr>
        <p:txBody>
          <a:bodyPr wrap="square" rtlCol="0">
            <a:spAutoFit/>
          </a:bodyPr>
          <a:lstStyle/>
          <a:p>
            <a:pPr algn="ctr"/>
            <a:r>
              <a:rPr lang="zh-CN" altLang="en-US" sz="1200" b="1" dirty="0">
                <a:solidFill>
                  <a:schemeClr val="tx2"/>
                </a:solidFill>
                <a:latin typeface="+mn-lt"/>
              </a:rPr>
              <a:t>杰克和马克</a:t>
            </a:r>
          </a:p>
        </p:txBody>
      </p:sp>
      <p:sp>
        <p:nvSpPr>
          <p:cNvPr id="163" name="Freeform: Shape 162">
            <a:extLst>
              <a:ext uri="{FF2B5EF4-FFF2-40B4-BE49-F238E27FC236}">
                <a16:creationId xmlns:a16="http://schemas.microsoft.com/office/drawing/2014/main" id="{9F528174-9963-BFC1-5EEC-B6C39ED05245}"/>
              </a:ext>
            </a:extLst>
          </p:cNvPr>
          <p:cNvSpPr/>
          <p:nvPr/>
        </p:nvSpPr>
        <p:spPr>
          <a:xfrm>
            <a:off x="5165271" y="5731329"/>
            <a:ext cx="914400" cy="538842"/>
          </a:xfrm>
          <a:custGeom>
            <a:avLst/>
            <a:gdLst>
              <a:gd name="connsiteX0" fmla="*/ 914400 w 914400"/>
              <a:gd name="connsiteY0" fmla="*/ 0 h 538842"/>
              <a:gd name="connsiteX1" fmla="*/ 892629 w 914400"/>
              <a:gd name="connsiteY1" fmla="*/ 27214 h 538842"/>
              <a:gd name="connsiteX2" fmla="*/ 849086 w 914400"/>
              <a:gd name="connsiteY2" fmla="*/ 141514 h 538842"/>
              <a:gd name="connsiteX3" fmla="*/ 810986 w 914400"/>
              <a:gd name="connsiteY3" fmla="*/ 195942 h 538842"/>
              <a:gd name="connsiteX4" fmla="*/ 723900 w 914400"/>
              <a:gd name="connsiteY4" fmla="*/ 283028 h 538842"/>
              <a:gd name="connsiteX5" fmla="*/ 702129 w 914400"/>
              <a:gd name="connsiteY5" fmla="*/ 299357 h 538842"/>
              <a:gd name="connsiteX6" fmla="*/ 647700 w 914400"/>
              <a:gd name="connsiteY6" fmla="*/ 310242 h 538842"/>
              <a:gd name="connsiteX7" fmla="*/ 457200 w 914400"/>
              <a:gd name="connsiteY7" fmla="*/ 321128 h 538842"/>
              <a:gd name="connsiteX8" fmla="*/ 239486 w 914400"/>
              <a:gd name="connsiteY8" fmla="*/ 332014 h 538842"/>
              <a:gd name="connsiteX9" fmla="*/ 163286 w 914400"/>
              <a:gd name="connsiteY9" fmla="*/ 375557 h 538842"/>
              <a:gd name="connsiteX10" fmla="*/ 152400 w 914400"/>
              <a:gd name="connsiteY10" fmla="*/ 413657 h 538842"/>
              <a:gd name="connsiteX11" fmla="*/ 87086 w 914400"/>
              <a:gd name="connsiteY11" fmla="*/ 446314 h 538842"/>
              <a:gd name="connsiteX12" fmla="*/ 38100 w 914400"/>
              <a:gd name="connsiteY12" fmla="*/ 484414 h 538842"/>
              <a:gd name="connsiteX13" fmla="*/ 27215 w 914400"/>
              <a:gd name="connsiteY13" fmla="*/ 500742 h 538842"/>
              <a:gd name="connsiteX14" fmla="*/ 0 w 914400"/>
              <a:gd name="connsiteY14" fmla="*/ 538842 h 538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4400" h="538842">
                <a:moveTo>
                  <a:pt x="914400" y="0"/>
                </a:moveTo>
                <a:cubicBezTo>
                  <a:pt x="907143" y="9071"/>
                  <a:pt x="897542" y="16687"/>
                  <a:pt x="892629" y="27214"/>
                </a:cubicBezTo>
                <a:cubicBezTo>
                  <a:pt x="836127" y="148290"/>
                  <a:pt x="923342" y="11565"/>
                  <a:pt x="849086" y="141514"/>
                </a:cubicBezTo>
                <a:cubicBezTo>
                  <a:pt x="838099" y="160742"/>
                  <a:pt x="825659" y="179355"/>
                  <a:pt x="810986" y="195942"/>
                </a:cubicBezTo>
                <a:cubicBezTo>
                  <a:pt x="783785" y="226690"/>
                  <a:pt x="756742" y="258396"/>
                  <a:pt x="723900" y="283028"/>
                </a:cubicBezTo>
                <a:cubicBezTo>
                  <a:pt x="716643" y="288471"/>
                  <a:pt x="710672" y="296306"/>
                  <a:pt x="702129" y="299357"/>
                </a:cubicBezTo>
                <a:cubicBezTo>
                  <a:pt x="684705" y="305580"/>
                  <a:pt x="666130" y="308604"/>
                  <a:pt x="647700" y="310242"/>
                </a:cubicBezTo>
                <a:cubicBezTo>
                  <a:pt x="584346" y="315873"/>
                  <a:pt x="520713" y="317741"/>
                  <a:pt x="457200" y="321128"/>
                </a:cubicBezTo>
                <a:lnTo>
                  <a:pt x="239486" y="332014"/>
                </a:lnTo>
                <a:cubicBezTo>
                  <a:pt x="214086" y="346528"/>
                  <a:pt x="171323" y="347428"/>
                  <a:pt x="163286" y="375557"/>
                </a:cubicBezTo>
                <a:cubicBezTo>
                  <a:pt x="159657" y="388257"/>
                  <a:pt x="160764" y="403434"/>
                  <a:pt x="152400" y="413657"/>
                </a:cubicBezTo>
                <a:cubicBezTo>
                  <a:pt x="132543" y="437926"/>
                  <a:pt x="110029" y="431565"/>
                  <a:pt x="87086" y="446314"/>
                </a:cubicBezTo>
                <a:cubicBezTo>
                  <a:pt x="69685" y="457500"/>
                  <a:pt x="49574" y="467202"/>
                  <a:pt x="38100" y="484414"/>
                </a:cubicBezTo>
                <a:cubicBezTo>
                  <a:pt x="34472" y="489857"/>
                  <a:pt x="31017" y="495419"/>
                  <a:pt x="27215" y="500742"/>
                </a:cubicBezTo>
                <a:cubicBezTo>
                  <a:pt x="-6559" y="548026"/>
                  <a:pt x="25667" y="500344"/>
                  <a:pt x="0" y="538842"/>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64" name="Picture 163">
            <a:extLst>
              <a:ext uri="{FF2B5EF4-FFF2-40B4-BE49-F238E27FC236}">
                <a16:creationId xmlns:a16="http://schemas.microsoft.com/office/drawing/2014/main" id="{55531804-F62B-4C0B-0F7E-B84A1BB89F2B}"/>
              </a:ext>
            </a:extLst>
          </p:cNvPr>
          <p:cNvPicPr>
            <a:picLocks noChangeAspect="1"/>
          </p:cNvPicPr>
          <p:nvPr/>
        </p:nvPicPr>
        <p:blipFill>
          <a:blip r:embed="rId17"/>
          <a:stretch>
            <a:fillRect/>
          </a:stretch>
        </p:blipFill>
        <p:spPr>
          <a:xfrm>
            <a:off x="7138853" y="5648409"/>
            <a:ext cx="598926" cy="598926"/>
          </a:xfrm>
          <a:prstGeom prst="rect">
            <a:avLst/>
          </a:prstGeom>
        </p:spPr>
      </p:pic>
      <p:sp>
        <p:nvSpPr>
          <p:cNvPr id="165" name="TextBox 164">
            <a:extLst>
              <a:ext uri="{FF2B5EF4-FFF2-40B4-BE49-F238E27FC236}">
                <a16:creationId xmlns:a16="http://schemas.microsoft.com/office/drawing/2014/main" id="{D7EF40A6-00EF-9040-2529-F544273EF737}"/>
              </a:ext>
            </a:extLst>
          </p:cNvPr>
          <p:cNvSpPr txBox="1"/>
          <p:nvPr/>
        </p:nvSpPr>
        <p:spPr>
          <a:xfrm>
            <a:off x="6852839" y="6227354"/>
            <a:ext cx="1215496" cy="276999"/>
          </a:xfrm>
          <a:prstGeom prst="rect">
            <a:avLst/>
          </a:prstGeom>
          <a:noFill/>
          <a:ln>
            <a:noFill/>
          </a:ln>
        </p:spPr>
        <p:txBody>
          <a:bodyPr wrap="square" rtlCol="0">
            <a:spAutoFit/>
          </a:bodyPr>
          <a:lstStyle/>
          <a:p>
            <a:pPr algn="ctr"/>
            <a:r>
              <a:rPr lang="zh-CN" altLang="en-US" sz="1200" b="1" dirty="0">
                <a:solidFill>
                  <a:schemeClr val="tx2"/>
                </a:solidFill>
                <a:latin typeface="+mn-lt"/>
              </a:rPr>
              <a:t>音乐 </a:t>
            </a:r>
            <a:r>
              <a:rPr lang="en-SG" sz="1200" b="1" dirty="0">
                <a:solidFill>
                  <a:schemeClr val="tx2"/>
                </a:solidFill>
                <a:latin typeface="+mn-lt"/>
              </a:rPr>
              <a:t>B</a:t>
            </a:r>
          </a:p>
        </p:txBody>
      </p:sp>
      <p:sp>
        <p:nvSpPr>
          <p:cNvPr id="166" name="Freeform: Shape 165">
            <a:extLst>
              <a:ext uri="{FF2B5EF4-FFF2-40B4-BE49-F238E27FC236}">
                <a16:creationId xmlns:a16="http://schemas.microsoft.com/office/drawing/2014/main" id="{102E1C51-6593-33C7-5545-9D92E17A7E27}"/>
              </a:ext>
            </a:extLst>
          </p:cNvPr>
          <p:cNvSpPr/>
          <p:nvPr/>
        </p:nvSpPr>
        <p:spPr>
          <a:xfrm>
            <a:off x="6123190" y="5715000"/>
            <a:ext cx="1034167" cy="593271"/>
          </a:xfrm>
          <a:custGeom>
            <a:avLst/>
            <a:gdLst>
              <a:gd name="connsiteX0" fmla="*/ 10910 w 1034167"/>
              <a:gd name="connsiteY0" fmla="*/ 0 h 593271"/>
              <a:gd name="connsiteX1" fmla="*/ 24 w 1034167"/>
              <a:gd name="connsiteY1" fmla="*/ 27214 h 593271"/>
              <a:gd name="connsiteX2" fmla="*/ 32681 w 1034167"/>
              <a:gd name="connsiteY2" fmla="*/ 141514 h 593271"/>
              <a:gd name="connsiteX3" fmla="*/ 119767 w 1034167"/>
              <a:gd name="connsiteY3" fmla="*/ 217714 h 593271"/>
              <a:gd name="connsiteX4" fmla="*/ 185081 w 1034167"/>
              <a:gd name="connsiteY4" fmla="*/ 250371 h 593271"/>
              <a:gd name="connsiteX5" fmla="*/ 283053 w 1034167"/>
              <a:gd name="connsiteY5" fmla="*/ 288471 h 593271"/>
              <a:gd name="connsiteX6" fmla="*/ 402796 w 1034167"/>
              <a:gd name="connsiteY6" fmla="*/ 293914 h 593271"/>
              <a:gd name="connsiteX7" fmla="*/ 604181 w 1034167"/>
              <a:gd name="connsiteY7" fmla="*/ 353786 h 593271"/>
              <a:gd name="connsiteX8" fmla="*/ 615067 w 1034167"/>
              <a:gd name="connsiteY8" fmla="*/ 370114 h 593271"/>
              <a:gd name="connsiteX9" fmla="*/ 631396 w 1034167"/>
              <a:gd name="connsiteY9" fmla="*/ 429986 h 593271"/>
              <a:gd name="connsiteX10" fmla="*/ 642281 w 1034167"/>
              <a:gd name="connsiteY10" fmla="*/ 533400 h 593271"/>
              <a:gd name="connsiteX11" fmla="*/ 680381 w 1034167"/>
              <a:gd name="connsiteY11" fmla="*/ 555171 h 593271"/>
              <a:gd name="connsiteX12" fmla="*/ 778353 w 1034167"/>
              <a:gd name="connsiteY12" fmla="*/ 593271 h 593271"/>
              <a:gd name="connsiteX13" fmla="*/ 881767 w 1034167"/>
              <a:gd name="connsiteY13" fmla="*/ 587829 h 593271"/>
              <a:gd name="connsiteX14" fmla="*/ 930753 w 1034167"/>
              <a:gd name="connsiteY14" fmla="*/ 549729 h 593271"/>
              <a:gd name="connsiteX15" fmla="*/ 1034167 w 1034167"/>
              <a:gd name="connsiteY15" fmla="*/ 538843 h 59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4167" h="593271">
                <a:moveTo>
                  <a:pt x="10910" y="0"/>
                </a:moveTo>
                <a:cubicBezTo>
                  <a:pt x="7281" y="9071"/>
                  <a:pt x="-490" y="17457"/>
                  <a:pt x="24" y="27214"/>
                </a:cubicBezTo>
                <a:cubicBezTo>
                  <a:pt x="423" y="34790"/>
                  <a:pt x="16134" y="123225"/>
                  <a:pt x="32681" y="141514"/>
                </a:cubicBezTo>
                <a:cubicBezTo>
                  <a:pt x="58560" y="170117"/>
                  <a:pt x="85267" y="200464"/>
                  <a:pt x="119767" y="217714"/>
                </a:cubicBezTo>
                <a:cubicBezTo>
                  <a:pt x="141538" y="228600"/>
                  <a:pt x="164016" y="238175"/>
                  <a:pt x="185081" y="250371"/>
                </a:cubicBezTo>
                <a:cubicBezTo>
                  <a:pt x="244050" y="284512"/>
                  <a:pt x="202154" y="281117"/>
                  <a:pt x="283053" y="288471"/>
                </a:cubicBezTo>
                <a:cubicBezTo>
                  <a:pt x="322844" y="292088"/>
                  <a:pt x="362882" y="292100"/>
                  <a:pt x="402796" y="293914"/>
                </a:cubicBezTo>
                <a:cubicBezTo>
                  <a:pt x="506337" y="314622"/>
                  <a:pt x="542016" y="298529"/>
                  <a:pt x="604181" y="353786"/>
                </a:cubicBezTo>
                <a:cubicBezTo>
                  <a:pt x="609070" y="358132"/>
                  <a:pt x="611438" y="364671"/>
                  <a:pt x="615067" y="370114"/>
                </a:cubicBezTo>
                <a:cubicBezTo>
                  <a:pt x="623153" y="394372"/>
                  <a:pt x="628319" y="405367"/>
                  <a:pt x="631396" y="429986"/>
                </a:cubicBezTo>
                <a:cubicBezTo>
                  <a:pt x="635695" y="464380"/>
                  <a:pt x="629650" y="501121"/>
                  <a:pt x="642281" y="533400"/>
                </a:cubicBezTo>
                <a:cubicBezTo>
                  <a:pt x="647611" y="547021"/>
                  <a:pt x="667298" y="548630"/>
                  <a:pt x="680381" y="555171"/>
                </a:cubicBezTo>
                <a:cubicBezTo>
                  <a:pt x="737030" y="583496"/>
                  <a:pt x="728360" y="578988"/>
                  <a:pt x="778353" y="593271"/>
                </a:cubicBezTo>
                <a:lnTo>
                  <a:pt x="881767" y="587829"/>
                </a:lnTo>
                <a:cubicBezTo>
                  <a:pt x="901657" y="582146"/>
                  <a:pt x="910209" y="552146"/>
                  <a:pt x="930753" y="549729"/>
                </a:cubicBezTo>
                <a:cubicBezTo>
                  <a:pt x="1026885" y="538419"/>
                  <a:pt x="992226" y="538843"/>
                  <a:pt x="1034167" y="5388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67" name="Group 166">
            <a:extLst>
              <a:ext uri="{FF2B5EF4-FFF2-40B4-BE49-F238E27FC236}">
                <a16:creationId xmlns:a16="http://schemas.microsoft.com/office/drawing/2014/main" id="{099C898E-6DEE-EE18-B783-A1B9B59C1A7C}"/>
              </a:ext>
            </a:extLst>
          </p:cNvPr>
          <p:cNvGrpSpPr/>
          <p:nvPr/>
        </p:nvGrpSpPr>
        <p:grpSpPr>
          <a:xfrm>
            <a:off x="6262885" y="5837206"/>
            <a:ext cx="776731" cy="378714"/>
            <a:chOff x="4579693" y="5139808"/>
            <a:chExt cx="776731" cy="378714"/>
          </a:xfrm>
        </p:grpSpPr>
        <p:sp>
          <p:nvSpPr>
            <p:cNvPr id="168" name="Rectangle: Rounded Corners 167">
              <a:extLst>
                <a:ext uri="{FF2B5EF4-FFF2-40B4-BE49-F238E27FC236}">
                  <a16:creationId xmlns:a16="http://schemas.microsoft.com/office/drawing/2014/main" id="{4790E873-0086-2501-3F6B-6EE1123D3D49}"/>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1.0 KM</a:t>
              </a:r>
            </a:p>
          </p:txBody>
        </p:sp>
        <p:grpSp>
          <p:nvGrpSpPr>
            <p:cNvPr id="169" name="Group 168">
              <a:extLst>
                <a:ext uri="{FF2B5EF4-FFF2-40B4-BE49-F238E27FC236}">
                  <a16:creationId xmlns:a16="http://schemas.microsoft.com/office/drawing/2014/main" id="{54ECC9BC-48EA-FEEE-EFEF-EA7D16CDD6D5}"/>
                </a:ext>
              </a:extLst>
            </p:cNvPr>
            <p:cNvGrpSpPr/>
            <p:nvPr/>
          </p:nvGrpSpPr>
          <p:grpSpPr>
            <a:xfrm>
              <a:off x="4579693" y="5287690"/>
              <a:ext cx="776731" cy="230832"/>
              <a:chOff x="4622782" y="5567706"/>
              <a:chExt cx="776731" cy="230832"/>
            </a:xfrm>
          </p:grpSpPr>
          <p:sp>
            <p:nvSpPr>
              <p:cNvPr id="170" name="TextBox 169">
                <a:extLst>
                  <a:ext uri="{FF2B5EF4-FFF2-40B4-BE49-F238E27FC236}">
                    <a16:creationId xmlns:a16="http://schemas.microsoft.com/office/drawing/2014/main" id="{DEFDCE7D-A5EC-0B8B-D5E3-5DE8B5A14CFD}"/>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10 </a:t>
                </a:r>
                <a:r>
                  <a:rPr lang="zh-CN" altLang="en-US" sz="900" dirty="0">
                    <a:solidFill>
                      <a:schemeClr val="tx2"/>
                    </a:solidFill>
                  </a:rPr>
                  <a:t>分钟</a:t>
                </a:r>
                <a:endParaRPr lang="en-SG" sz="900" dirty="0">
                  <a:solidFill>
                    <a:schemeClr val="tx2"/>
                  </a:solidFill>
                </a:endParaRPr>
              </a:p>
            </p:txBody>
          </p:sp>
          <p:pic>
            <p:nvPicPr>
              <p:cNvPr id="171" name="Picture 170" descr="A person walking on a black background&#10;&#10;AI-generated content may be incorrect.">
                <a:extLst>
                  <a:ext uri="{FF2B5EF4-FFF2-40B4-BE49-F238E27FC236}">
                    <a16:creationId xmlns:a16="http://schemas.microsoft.com/office/drawing/2014/main" id="{4E02EA9F-5BEC-4FEE-34E9-6322B0AE3A8C}"/>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grpSp>
        <p:nvGrpSpPr>
          <p:cNvPr id="172" name="Group 171">
            <a:extLst>
              <a:ext uri="{FF2B5EF4-FFF2-40B4-BE49-F238E27FC236}">
                <a16:creationId xmlns:a16="http://schemas.microsoft.com/office/drawing/2014/main" id="{59D79AD9-ACE7-C413-AE3B-51BC08AA0A79}"/>
              </a:ext>
            </a:extLst>
          </p:cNvPr>
          <p:cNvGrpSpPr/>
          <p:nvPr/>
        </p:nvGrpSpPr>
        <p:grpSpPr>
          <a:xfrm>
            <a:off x="5362875" y="5985250"/>
            <a:ext cx="776731" cy="378714"/>
            <a:chOff x="4579693" y="5139808"/>
            <a:chExt cx="776731" cy="378714"/>
          </a:xfrm>
        </p:grpSpPr>
        <p:sp>
          <p:nvSpPr>
            <p:cNvPr id="173" name="Rectangle: Rounded Corners 172">
              <a:extLst>
                <a:ext uri="{FF2B5EF4-FFF2-40B4-BE49-F238E27FC236}">
                  <a16:creationId xmlns:a16="http://schemas.microsoft.com/office/drawing/2014/main" id="{4A728E2C-E4C9-0CA6-F084-EFA97069CE35}"/>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500 m</a:t>
              </a:r>
            </a:p>
          </p:txBody>
        </p:sp>
        <p:grpSp>
          <p:nvGrpSpPr>
            <p:cNvPr id="174" name="Group 173">
              <a:extLst>
                <a:ext uri="{FF2B5EF4-FFF2-40B4-BE49-F238E27FC236}">
                  <a16:creationId xmlns:a16="http://schemas.microsoft.com/office/drawing/2014/main" id="{D9316156-BFF7-4588-8560-1613D56137E0}"/>
                </a:ext>
              </a:extLst>
            </p:cNvPr>
            <p:cNvGrpSpPr/>
            <p:nvPr/>
          </p:nvGrpSpPr>
          <p:grpSpPr>
            <a:xfrm>
              <a:off x="4579693" y="5287690"/>
              <a:ext cx="776731" cy="230832"/>
              <a:chOff x="4622782" y="5567706"/>
              <a:chExt cx="776731" cy="230832"/>
            </a:xfrm>
          </p:grpSpPr>
          <p:sp>
            <p:nvSpPr>
              <p:cNvPr id="175" name="TextBox 174">
                <a:extLst>
                  <a:ext uri="{FF2B5EF4-FFF2-40B4-BE49-F238E27FC236}">
                    <a16:creationId xmlns:a16="http://schemas.microsoft.com/office/drawing/2014/main" id="{2995B5D1-A048-76FB-3898-D39286E17423}"/>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5 </a:t>
                </a:r>
                <a:r>
                  <a:rPr lang="zh-CN" altLang="en-US" sz="900" dirty="0">
                    <a:solidFill>
                      <a:schemeClr val="tx2"/>
                    </a:solidFill>
                  </a:rPr>
                  <a:t>分钟</a:t>
                </a:r>
                <a:endParaRPr lang="en-SG" sz="900" dirty="0">
                  <a:solidFill>
                    <a:schemeClr val="tx2"/>
                  </a:solidFill>
                </a:endParaRPr>
              </a:p>
            </p:txBody>
          </p:sp>
          <p:pic>
            <p:nvPicPr>
              <p:cNvPr id="176" name="Picture 175" descr="A person walking on a black background&#10;&#10;AI-generated content may be incorrect.">
                <a:extLst>
                  <a:ext uri="{FF2B5EF4-FFF2-40B4-BE49-F238E27FC236}">
                    <a16:creationId xmlns:a16="http://schemas.microsoft.com/office/drawing/2014/main" id="{75A95496-85B1-A1B1-8C53-6A3DD6384E24}"/>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sp>
        <p:nvSpPr>
          <p:cNvPr id="177" name="Rectangle 176">
            <a:extLst>
              <a:ext uri="{FF2B5EF4-FFF2-40B4-BE49-F238E27FC236}">
                <a16:creationId xmlns:a16="http://schemas.microsoft.com/office/drawing/2014/main" id="{DE1F17F9-8B64-7DCE-56F7-221BBE6293F8}"/>
              </a:ext>
            </a:extLst>
          </p:cNvPr>
          <p:cNvSpPr/>
          <p:nvPr/>
        </p:nvSpPr>
        <p:spPr>
          <a:xfrm>
            <a:off x="8967452" y="4211670"/>
            <a:ext cx="1466386" cy="2646330"/>
          </a:xfrm>
          <a:prstGeom prst="rect">
            <a:avLst/>
          </a:prstGeom>
          <a:solidFill>
            <a:schemeClr val="bg1"/>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8" name="TextBox 177">
            <a:extLst>
              <a:ext uri="{FF2B5EF4-FFF2-40B4-BE49-F238E27FC236}">
                <a16:creationId xmlns:a16="http://schemas.microsoft.com/office/drawing/2014/main" id="{2C77C77F-7E0A-946B-22AC-FB1F021BFB12}"/>
              </a:ext>
            </a:extLst>
          </p:cNvPr>
          <p:cNvSpPr txBox="1"/>
          <p:nvPr/>
        </p:nvSpPr>
        <p:spPr>
          <a:xfrm>
            <a:off x="9078864" y="4907207"/>
            <a:ext cx="1227849" cy="633622"/>
          </a:xfrm>
          <a:prstGeom prst="rect">
            <a:avLst/>
          </a:prstGeom>
          <a:noFill/>
          <a:ln>
            <a:solidFill>
              <a:srgbClr val="2F3C7E"/>
            </a:solidFill>
          </a:ln>
        </p:spPr>
        <p:txBody>
          <a:bodyPr wrap="square" rtlCol="0">
            <a:spAutoFit/>
          </a:bodyPr>
          <a:lstStyle/>
          <a:p>
            <a:endParaRPr lang="en-SG" dirty="0"/>
          </a:p>
        </p:txBody>
      </p:sp>
      <p:sp>
        <p:nvSpPr>
          <p:cNvPr id="179" name="TextBox 178">
            <a:extLst>
              <a:ext uri="{FF2B5EF4-FFF2-40B4-BE49-F238E27FC236}">
                <a16:creationId xmlns:a16="http://schemas.microsoft.com/office/drawing/2014/main" id="{21F8D086-0C24-4CB2-3B6D-AB2FBD74039A}"/>
              </a:ext>
            </a:extLst>
          </p:cNvPr>
          <p:cNvSpPr txBox="1"/>
          <p:nvPr/>
        </p:nvSpPr>
        <p:spPr>
          <a:xfrm>
            <a:off x="10433837" y="4215089"/>
            <a:ext cx="1756011" cy="307777"/>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2700">
            <a:solidFill>
              <a:schemeClr val="tx1"/>
            </a:solidFill>
          </a:ln>
        </p:spPr>
        <p:txBody>
          <a:bodyPr wrap="square" rtlCol="0">
            <a:spAutoFit/>
          </a:bodyPr>
          <a:lstStyle/>
          <a:p>
            <a:r>
              <a:rPr lang="zh-CN" altLang="en-US" sz="1400" b="1" dirty="0"/>
              <a:t>关于</a:t>
            </a:r>
            <a:endParaRPr lang="en-SG" sz="1400" b="1" dirty="0"/>
          </a:p>
        </p:txBody>
      </p:sp>
      <p:sp>
        <p:nvSpPr>
          <p:cNvPr id="180" name="TextBox 179">
            <a:extLst>
              <a:ext uri="{FF2B5EF4-FFF2-40B4-BE49-F238E27FC236}">
                <a16:creationId xmlns:a16="http://schemas.microsoft.com/office/drawing/2014/main" id="{949991F9-873B-9C5B-2F1B-2747C3F8D8E7}"/>
              </a:ext>
            </a:extLst>
          </p:cNvPr>
          <p:cNvSpPr txBox="1"/>
          <p:nvPr/>
        </p:nvSpPr>
        <p:spPr>
          <a:xfrm>
            <a:off x="10434912" y="4526271"/>
            <a:ext cx="1749183" cy="784830"/>
          </a:xfrm>
          <a:prstGeom prst="rect">
            <a:avLst/>
          </a:prstGeom>
          <a:noFill/>
          <a:ln>
            <a:solidFill>
              <a:schemeClr val="tx1"/>
            </a:solidFill>
          </a:ln>
        </p:spPr>
        <p:txBody>
          <a:bodyPr wrap="square" rtlCol="0">
            <a:spAutoFit/>
          </a:bodyPr>
          <a:lstStyle/>
          <a:p>
            <a:r>
              <a:rPr lang="en-SG" sz="900" dirty="0"/>
              <a:t>Lorem ipsum </a:t>
            </a:r>
            <a:r>
              <a:rPr lang="en-SG" sz="900" dirty="0" err="1"/>
              <a:t>dolor</a:t>
            </a:r>
            <a:r>
              <a:rPr lang="en-SG" sz="900" dirty="0"/>
              <a:t> sit </a:t>
            </a:r>
            <a:r>
              <a:rPr lang="en-SG" sz="900" dirty="0" err="1"/>
              <a:t>amet</a:t>
            </a:r>
            <a:r>
              <a:rPr lang="en-SG" sz="900" dirty="0"/>
              <a:t>, </a:t>
            </a:r>
            <a:r>
              <a:rPr lang="en-SG" sz="900" dirty="0" err="1"/>
              <a:t>consectetur</a:t>
            </a:r>
            <a:r>
              <a:rPr lang="en-SG" sz="900" dirty="0"/>
              <a:t> </a:t>
            </a:r>
            <a:r>
              <a:rPr lang="en-SG" sz="900" dirty="0" err="1"/>
              <a:t>adipiscing</a:t>
            </a:r>
            <a:r>
              <a:rPr lang="en-SG" sz="900" dirty="0"/>
              <a:t> </a:t>
            </a:r>
            <a:r>
              <a:rPr lang="en-SG" sz="900" dirty="0" err="1"/>
              <a:t>elit</a:t>
            </a:r>
            <a:r>
              <a:rPr lang="en-SG" sz="900" dirty="0"/>
              <a:t>, </a:t>
            </a:r>
            <a:r>
              <a:rPr lang="en-SG" sz="900" dirty="0" err="1"/>
              <a:t>sed</a:t>
            </a:r>
            <a:r>
              <a:rPr lang="en-SG" sz="900" dirty="0"/>
              <a:t> do </a:t>
            </a:r>
            <a:r>
              <a:rPr lang="en-SG" sz="900" dirty="0" err="1"/>
              <a:t>eiusmod</a:t>
            </a:r>
            <a:r>
              <a:rPr lang="en-SG" sz="900" dirty="0"/>
              <a:t> </a:t>
            </a:r>
            <a:r>
              <a:rPr lang="en-SG" sz="900" dirty="0" err="1"/>
              <a:t>tempor</a:t>
            </a:r>
            <a:r>
              <a:rPr lang="en-SG" sz="900" dirty="0"/>
              <a:t> </a:t>
            </a:r>
            <a:r>
              <a:rPr lang="en-SG" sz="900" dirty="0" err="1"/>
              <a:t>incididunt</a:t>
            </a:r>
            <a:r>
              <a:rPr lang="en-SG" sz="900" dirty="0"/>
              <a:t> </a:t>
            </a:r>
            <a:r>
              <a:rPr lang="en-SG" sz="900" dirty="0" err="1"/>
              <a:t>ut</a:t>
            </a:r>
            <a:r>
              <a:rPr lang="en-SG" sz="900" dirty="0"/>
              <a:t> labore et dolore magna </a:t>
            </a:r>
            <a:r>
              <a:rPr lang="en-SG" sz="900" dirty="0" err="1"/>
              <a:t>aliqua</a:t>
            </a:r>
            <a:r>
              <a:rPr lang="en-SG" sz="900" dirty="0"/>
              <a:t>. </a:t>
            </a:r>
          </a:p>
        </p:txBody>
      </p:sp>
      <p:sp>
        <p:nvSpPr>
          <p:cNvPr id="181" name="TextBox 180">
            <a:extLst>
              <a:ext uri="{FF2B5EF4-FFF2-40B4-BE49-F238E27FC236}">
                <a16:creationId xmlns:a16="http://schemas.microsoft.com/office/drawing/2014/main" id="{809977CF-1BBD-CAE2-57B3-15D7E35792A1}"/>
              </a:ext>
            </a:extLst>
          </p:cNvPr>
          <p:cNvSpPr txBox="1"/>
          <p:nvPr/>
        </p:nvSpPr>
        <p:spPr>
          <a:xfrm>
            <a:off x="10434913" y="5311814"/>
            <a:ext cx="1756011" cy="307777"/>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2700">
            <a:solidFill>
              <a:schemeClr val="tx1"/>
            </a:solidFill>
          </a:ln>
        </p:spPr>
        <p:txBody>
          <a:bodyPr wrap="square" rtlCol="0">
            <a:spAutoFit/>
          </a:bodyPr>
          <a:lstStyle/>
          <a:p>
            <a:r>
              <a:rPr lang="zh-CN" altLang="en-US" sz="1400" b="1" dirty="0"/>
              <a:t>导航</a:t>
            </a:r>
            <a:endParaRPr lang="en-SG" sz="1400" b="1" dirty="0"/>
          </a:p>
        </p:txBody>
      </p:sp>
      <p:sp>
        <p:nvSpPr>
          <p:cNvPr id="182" name="Rectangle: Rounded Corners 181">
            <a:extLst>
              <a:ext uri="{FF2B5EF4-FFF2-40B4-BE49-F238E27FC236}">
                <a16:creationId xmlns:a16="http://schemas.microsoft.com/office/drawing/2014/main" id="{E2556E36-B221-EDDB-2BDF-13FF959C8113}"/>
              </a:ext>
            </a:extLst>
          </p:cNvPr>
          <p:cNvSpPr/>
          <p:nvPr/>
        </p:nvSpPr>
        <p:spPr>
          <a:xfrm rot="5400000">
            <a:off x="11970550" y="5822130"/>
            <a:ext cx="336725"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83" name="Rectangle: Rounded Corners 182">
            <a:extLst>
              <a:ext uri="{FF2B5EF4-FFF2-40B4-BE49-F238E27FC236}">
                <a16:creationId xmlns:a16="http://schemas.microsoft.com/office/drawing/2014/main" id="{B47D3562-6AB2-8870-5D71-35C5B6149E51}"/>
              </a:ext>
            </a:extLst>
          </p:cNvPr>
          <p:cNvSpPr/>
          <p:nvPr/>
        </p:nvSpPr>
        <p:spPr>
          <a:xfrm rot="5400000">
            <a:off x="11970550" y="4724556"/>
            <a:ext cx="336725"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84" name="Rectangle: Rounded Corners 183">
            <a:extLst>
              <a:ext uri="{FF2B5EF4-FFF2-40B4-BE49-F238E27FC236}">
                <a16:creationId xmlns:a16="http://schemas.microsoft.com/office/drawing/2014/main" id="{B94C4626-F3C0-BDF8-C161-2D4CF6F7FE87}"/>
              </a:ext>
            </a:extLst>
          </p:cNvPr>
          <p:cNvSpPr/>
          <p:nvPr/>
        </p:nvSpPr>
        <p:spPr>
          <a:xfrm rot="5400000">
            <a:off x="11663175" y="986565"/>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85" name="Rectangle: Rounded Corners 184">
            <a:extLst>
              <a:ext uri="{FF2B5EF4-FFF2-40B4-BE49-F238E27FC236}">
                <a16:creationId xmlns:a16="http://schemas.microsoft.com/office/drawing/2014/main" id="{263D9C53-2F96-F488-1391-53FC09B289C0}"/>
              </a:ext>
            </a:extLst>
          </p:cNvPr>
          <p:cNvSpPr/>
          <p:nvPr/>
        </p:nvSpPr>
        <p:spPr>
          <a:xfrm rot="5400000">
            <a:off x="7368109" y="971118"/>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86" name="Rectangle: Rounded Corners 185">
            <a:extLst>
              <a:ext uri="{FF2B5EF4-FFF2-40B4-BE49-F238E27FC236}">
                <a16:creationId xmlns:a16="http://schemas.microsoft.com/office/drawing/2014/main" id="{35A865D3-44C1-ADA4-BB7D-1BA0754C96EB}"/>
              </a:ext>
            </a:extLst>
          </p:cNvPr>
          <p:cNvSpPr/>
          <p:nvPr/>
        </p:nvSpPr>
        <p:spPr>
          <a:xfrm rot="5400000">
            <a:off x="3406156" y="2514864"/>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87" name="Freeform: Shape 186">
            <a:extLst>
              <a:ext uri="{FF2B5EF4-FFF2-40B4-BE49-F238E27FC236}">
                <a16:creationId xmlns:a16="http://schemas.microsoft.com/office/drawing/2014/main" id="{4B0A0E8C-62B5-80DE-8311-CDF6FF448099}"/>
              </a:ext>
            </a:extLst>
          </p:cNvPr>
          <p:cNvSpPr/>
          <p:nvPr/>
        </p:nvSpPr>
        <p:spPr>
          <a:xfrm>
            <a:off x="4316186" y="5524500"/>
            <a:ext cx="1763485" cy="299357"/>
          </a:xfrm>
          <a:custGeom>
            <a:avLst/>
            <a:gdLst>
              <a:gd name="connsiteX0" fmla="*/ 1763485 w 1763485"/>
              <a:gd name="connsiteY0" fmla="*/ 206829 h 299357"/>
              <a:gd name="connsiteX1" fmla="*/ 1540328 w 1763485"/>
              <a:gd name="connsiteY1" fmla="*/ 299357 h 299357"/>
              <a:gd name="connsiteX2" fmla="*/ 1409700 w 1763485"/>
              <a:gd name="connsiteY2" fmla="*/ 272143 h 299357"/>
              <a:gd name="connsiteX3" fmla="*/ 1322614 w 1763485"/>
              <a:gd name="connsiteY3" fmla="*/ 190500 h 299357"/>
              <a:gd name="connsiteX4" fmla="*/ 1306285 w 1763485"/>
              <a:gd name="connsiteY4" fmla="*/ 157843 h 299357"/>
              <a:gd name="connsiteX5" fmla="*/ 1284514 w 1763485"/>
              <a:gd name="connsiteY5" fmla="*/ 130629 h 299357"/>
              <a:gd name="connsiteX6" fmla="*/ 1273628 w 1763485"/>
              <a:gd name="connsiteY6" fmla="*/ 92529 h 299357"/>
              <a:gd name="connsiteX7" fmla="*/ 1268185 w 1763485"/>
              <a:gd name="connsiteY7" fmla="*/ 76200 h 299357"/>
              <a:gd name="connsiteX8" fmla="*/ 1191985 w 1763485"/>
              <a:gd name="connsiteY8" fmla="*/ 16329 h 299357"/>
              <a:gd name="connsiteX9" fmla="*/ 1028700 w 1763485"/>
              <a:gd name="connsiteY9" fmla="*/ 0 h 299357"/>
              <a:gd name="connsiteX10" fmla="*/ 849085 w 1763485"/>
              <a:gd name="connsiteY10" fmla="*/ 10886 h 299357"/>
              <a:gd name="connsiteX11" fmla="*/ 800100 w 1763485"/>
              <a:gd name="connsiteY11" fmla="*/ 43543 h 299357"/>
              <a:gd name="connsiteX12" fmla="*/ 685800 w 1763485"/>
              <a:gd name="connsiteY12" fmla="*/ 119743 h 299357"/>
              <a:gd name="connsiteX13" fmla="*/ 658585 w 1763485"/>
              <a:gd name="connsiteY13" fmla="*/ 136071 h 299357"/>
              <a:gd name="connsiteX14" fmla="*/ 544285 w 1763485"/>
              <a:gd name="connsiteY14" fmla="*/ 163286 h 299357"/>
              <a:gd name="connsiteX15" fmla="*/ 511628 w 1763485"/>
              <a:gd name="connsiteY15" fmla="*/ 174171 h 299357"/>
              <a:gd name="connsiteX16" fmla="*/ 255814 w 1763485"/>
              <a:gd name="connsiteY16" fmla="*/ 130629 h 299357"/>
              <a:gd name="connsiteX17" fmla="*/ 239485 w 1763485"/>
              <a:gd name="connsiteY17" fmla="*/ 119743 h 299357"/>
              <a:gd name="connsiteX18" fmla="*/ 217714 w 1763485"/>
              <a:gd name="connsiteY18" fmla="*/ 114300 h 299357"/>
              <a:gd name="connsiteX19" fmla="*/ 168728 w 1763485"/>
              <a:gd name="connsiteY19" fmla="*/ 76200 h 299357"/>
              <a:gd name="connsiteX20" fmla="*/ 54428 w 1763485"/>
              <a:gd name="connsiteY20" fmla="*/ 43543 h 299357"/>
              <a:gd name="connsiteX21" fmla="*/ 0 w 1763485"/>
              <a:gd name="connsiteY21" fmla="*/ 43543 h 29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3485" h="299357">
                <a:moveTo>
                  <a:pt x="1763485" y="206829"/>
                </a:moveTo>
                <a:cubicBezTo>
                  <a:pt x="1614475" y="277785"/>
                  <a:pt x="1689015" y="247316"/>
                  <a:pt x="1540328" y="299357"/>
                </a:cubicBezTo>
                <a:cubicBezTo>
                  <a:pt x="1496785" y="290286"/>
                  <a:pt x="1452266" y="285042"/>
                  <a:pt x="1409700" y="272143"/>
                </a:cubicBezTo>
                <a:cubicBezTo>
                  <a:pt x="1360103" y="257114"/>
                  <a:pt x="1349198" y="233034"/>
                  <a:pt x="1322614" y="190500"/>
                </a:cubicBezTo>
                <a:cubicBezTo>
                  <a:pt x="1316164" y="180179"/>
                  <a:pt x="1312819" y="168111"/>
                  <a:pt x="1306285" y="157843"/>
                </a:cubicBezTo>
                <a:cubicBezTo>
                  <a:pt x="1300048" y="148042"/>
                  <a:pt x="1291771" y="139700"/>
                  <a:pt x="1284514" y="130629"/>
                </a:cubicBezTo>
                <a:cubicBezTo>
                  <a:pt x="1280885" y="117929"/>
                  <a:pt x="1277423" y="105180"/>
                  <a:pt x="1273628" y="92529"/>
                </a:cubicBezTo>
                <a:cubicBezTo>
                  <a:pt x="1271979" y="87034"/>
                  <a:pt x="1271858" y="80608"/>
                  <a:pt x="1268185" y="76200"/>
                </a:cubicBezTo>
                <a:cubicBezTo>
                  <a:pt x="1250833" y="55378"/>
                  <a:pt x="1224333" y="20950"/>
                  <a:pt x="1191985" y="16329"/>
                </a:cubicBezTo>
                <a:cubicBezTo>
                  <a:pt x="1137835" y="8593"/>
                  <a:pt x="1028700" y="0"/>
                  <a:pt x="1028700" y="0"/>
                </a:cubicBezTo>
                <a:cubicBezTo>
                  <a:pt x="968828" y="3629"/>
                  <a:pt x="908007" y="-337"/>
                  <a:pt x="849085" y="10886"/>
                </a:cubicBezTo>
                <a:cubicBezTo>
                  <a:pt x="829807" y="14558"/>
                  <a:pt x="817184" y="33887"/>
                  <a:pt x="800100" y="43543"/>
                </a:cubicBezTo>
                <a:cubicBezTo>
                  <a:pt x="628196" y="140706"/>
                  <a:pt x="794349" y="29288"/>
                  <a:pt x="685800" y="119743"/>
                </a:cubicBezTo>
                <a:cubicBezTo>
                  <a:pt x="677673" y="126516"/>
                  <a:pt x="668445" y="132237"/>
                  <a:pt x="658585" y="136071"/>
                </a:cubicBezTo>
                <a:cubicBezTo>
                  <a:pt x="599918" y="158886"/>
                  <a:pt x="596861" y="156714"/>
                  <a:pt x="544285" y="163286"/>
                </a:cubicBezTo>
                <a:cubicBezTo>
                  <a:pt x="533399" y="166914"/>
                  <a:pt x="523087" y="174759"/>
                  <a:pt x="511628" y="174171"/>
                </a:cubicBezTo>
                <a:cubicBezTo>
                  <a:pt x="367189" y="166764"/>
                  <a:pt x="363109" y="161284"/>
                  <a:pt x="255814" y="130629"/>
                </a:cubicBezTo>
                <a:cubicBezTo>
                  <a:pt x="250371" y="127000"/>
                  <a:pt x="245498" y="122320"/>
                  <a:pt x="239485" y="119743"/>
                </a:cubicBezTo>
                <a:cubicBezTo>
                  <a:pt x="232609" y="116796"/>
                  <a:pt x="223003" y="119589"/>
                  <a:pt x="217714" y="114300"/>
                </a:cubicBezTo>
                <a:cubicBezTo>
                  <a:pt x="170934" y="67520"/>
                  <a:pt x="236527" y="87500"/>
                  <a:pt x="168728" y="76200"/>
                </a:cubicBezTo>
                <a:cubicBezTo>
                  <a:pt x="117113" y="55554"/>
                  <a:pt x="111054" y="48936"/>
                  <a:pt x="54428" y="43543"/>
                </a:cubicBezTo>
                <a:cubicBezTo>
                  <a:pt x="36367" y="41823"/>
                  <a:pt x="18143" y="43543"/>
                  <a:pt x="0" y="435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88" name="Group 187">
            <a:extLst>
              <a:ext uri="{FF2B5EF4-FFF2-40B4-BE49-F238E27FC236}">
                <a16:creationId xmlns:a16="http://schemas.microsoft.com/office/drawing/2014/main" id="{A8A4B4C8-6B32-2341-44B4-74606691EE8B}"/>
              </a:ext>
            </a:extLst>
          </p:cNvPr>
          <p:cNvGrpSpPr/>
          <p:nvPr/>
        </p:nvGrpSpPr>
        <p:grpSpPr>
          <a:xfrm>
            <a:off x="4648576" y="5564302"/>
            <a:ext cx="776731" cy="378714"/>
            <a:chOff x="4579693" y="5139808"/>
            <a:chExt cx="776731" cy="378714"/>
          </a:xfrm>
        </p:grpSpPr>
        <p:sp>
          <p:nvSpPr>
            <p:cNvPr id="189" name="Rectangle: Rounded Corners 188">
              <a:extLst>
                <a:ext uri="{FF2B5EF4-FFF2-40B4-BE49-F238E27FC236}">
                  <a16:creationId xmlns:a16="http://schemas.microsoft.com/office/drawing/2014/main" id="{AC13116C-3556-DD5E-4E69-692EE685AB22}"/>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2.4 KM</a:t>
              </a:r>
            </a:p>
          </p:txBody>
        </p:sp>
        <p:grpSp>
          <p:nvGrpSpPr>
            <p:cNvPr id="190" name="Group 189">
              <a:extLst>
                <a:ext uri="{FF2B5EF4-FFF2-40B4-BE49-F238E27FC236}">
                  <a16:creationId xmlns:a16="http://schemas.microsoft.com/office/drawing/2014/main" id="{B783A79B-3481-4922-5375-06AD510ABF51}"/>
                </a:ext>
              </a:extLst>
            </p:cNvPr>
            <p:cNvGrpSpPr/>
            <p:nvPr/>
          </p:nvGrpSpPr>
          <p:grpSpPr>
            <a:xfrm>
              <a:off x="4579693" y="5287690"/>
              <a:ext cx="776731" cy="230832"/>
              <a:chOff x="4622782" y="5567706"/>
              <a:chExt cx="776731" cy="230832"/>
            </a:xfrm>
          </p:grpSpPr>
          <p:sp>
            <p:nvSpPr>
              <p:cNvPr id="191" name="TextBox 190">
                <a:extLst>
                  <a:ext uri="{FF2B5EF4-FFF2-40B4-BE49-F238E27FC236}">
                    <a16:creationId xmlns:a16="http://schemas.microsoft.com/office/drawing/2014/main" id="{0617C2CF-B517-C76D-E6AF-910073EC0A47}"/>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20 </a:t>
                </a:r>
                <a:r>
                  <a:rPr lang="zh-CN" altLang="en-US" sz="900" dirty="0">
                    <a:solidFill>
                      <a:schemeClr val="tx2"/>
                    </a:solidFill>
                  </a:rPr>
                  <a:t>分钟</a:t>
                </a:r>
                <a:endParaRPr lang="en-SG" sz="900" dirty="0">
                  <a:solidFill>
                    <a:schemeClr val="tx2"/>
                  </a:solidFill>
                  <a:latin typeface="+mn-lt"/>
                </a:endParaRPr>
              </a:p>
            </p:txBody>
          </p:sp>
          <p:pic>
            <p:nvPicPr>
              <p:cNvPr id="192" name="Picture 191" descr="A person walking on a black background&#10;&#10;AI-generated content may be incorrect.">
                <a:extLst>
                  <a:ext uri="{FF2B5EF4-FFF2-40B4-BE49-F238E27FC236}">
                    <a16:creationId xmlns:a16="http://schemas.microsoft.com/office/drawing/2014/main" id="{3776EF84-BC1E-B707-DDD6-BD788BD3B71A}"/>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sp>
        <p:nvSpPr>
          <p:cNvPr id="193" name="TextBox 192">
            <a:extLst>
              <a:ext uri="{FF2B5EF4-FFF2-40B4-BE49-F238E27FC236}">
                <a16:creationId xmlns:a16="http://schemas.microsoft.com/office/drawing/2014/main" id="{D5A9F774-61BF-574A-68C8-A9D112C1D9FA}"/>
              </a:ext>
            </a:extLst>
          </p:cNvPr>
          <p:cNvSpPr txBox="1"/>
          <p:nvPr/>
        </p:nvSpPr>
        <p:spPr>
          <a:xfrm>
            <a:off x="8950972" y="4381184"/>
            <a:ext cx="1605061" cy="307777"/>
          </a:xfrm>
          <a:prstGeom prst="rect">
            <a:avLst/>
          </a:prstGeom>
          <a:noFill/>
        </p:spPr>
        <p:txBody>
          <a:bodyPr wrap="square" rtlCol="0">
            <a:spAutoFit/>
          </a:bodyPr>
          <a:lstStyle/>
          <a:p>
            <a:r>
              <a:rPr lang="zh-CN" altLang="en-US" sz="1400" b="1" dirty="0">
                <a:solidFill>
                  <a:schemeClr val="tx2">
                    <a:lumMod val="50000"/>
                  </a:schemeClr>
                </a:solidFill>
              </a:rPr>
              <a:t>杰克和马克</a:t>
            </a:r>
          </a:p>
        </p:txBody>
      </p:sp>
      <p:sp>
        <p:nvSpPr>
          <p:cNvPr id="194" name="TextBox 193">
            <a:extLst>
              <a:ext uri="{FF2B5EF4-FFF2-40B4-BE49-F238E27FC236}">
                <a16:creationId xmlns:a16="http://schemas.microsoft.com/office/drawing/2014/main" id="{3C147A90-18AC-53D6-17C6-9985948B28AC}"/>
              </a:ext>
            </a:extLst>
          </p:cNvPr>
          <p:cNvSpPr txBox="1"/>
          <p:nvPr/>
        </p:nvSpPr>
        <p:spPr>
          <a:xfrm>
            <a:off x="10437251" y="5623709"/>
            <a:ext cx="1749183" cy="230832"/>
          </a:xfrm>
          <a:prstGeom prst="rect">
            <a:avLst/>
          </a:prstGeom>
          <a:noFill/>
          <a:ln>
            <a:solidFill>
              <a:schemeClr val="tx1"/>
            </a:solidFill>
          </a:ln>
        </p:spPr>
        <p:txBody>
          <a:bodyPr wrap="square" rtlCol="0">
            <a:spAutoFit/>
          </a:bodyPr>
          <a:lstStyle/>
          <a:p>
            <a:r>
              <a:rPr lang="zh-CN" altLang="en-US" sz="900" dirty="0"/>
              <a:t>直走</a:t>
            </a:r>
            <a:r>
              <a:rPr lang="en-US" altLang="zh-CN" sz="900" dirty="0"/>
              <a:t>200</a:t>
            </a:r>
            <a:r>
              <a:rPr lang="zh-CN" altLang="en-US" sz="900" dirty="0"/>
              <a:t>米。</a:t>
            </a:r>
            <a:endParaRPr lang="en-SG" sz="900" dirty="0"/>
          </a:p>
        </p:txBody>
      </p:sp>
      <p:sp>
        <p:nvSpPr>
          <p:cNvPr id="195" name="TextBox 194">
            <a:extLst>
              <a:ext uri="{FF2B5EF4-FFF2-40B4-BE49-F238E27FC236}">
                <a16:creationId xmlns:a16="http://schemas.microsoft.com/office/drawing/2014/main" id="{11C7D820-811D-98E3-653C-FEC4D66067CB}"/>
              </a:ext>
            </a:extLst>
          </p:cNvPr>
          <p:cNvSpPr txBox="1"/>
          <p:nvPr/>
        </p:nvSpPr>
        <p:spPr>
          <a:xfrm>
            <a:off x="10434911" y="5860138"/>
            <a:ext cx="1749183" cy="230832"/>
          </a:xfrm>
          <a:prstGeom prst="rect">
            <a:avLst/>
          </a:prstGeom>
          <a:noFill/>
          <a:ln>
            <a:solidFill>
              <a:schemeClr val="tx1"/>
            </a:solidFill>
          </a:ln>
        </p:spPr>
        <p:txBody>
          <a:bodyPr wrap="square" rtlCol="0">
            <a:spAutoFit/>
          </a:bodyPr>
          <a:lstStyle/>
          <a:p>
            <a:r>
              <a:rPr lang="zh-CN" altLang="en-US" sz="900" dirty="0"/>
              <a:t>右转。</a:t>
            </a:r>
          </a:p>
        </p:txBody>
      </p:sp>
      <p:sp>
        <p:nvSpPr>
          <p:cNvPr id="196" name="TextBox 195">
            <a:extLst>
              <a:ext uri="{FF2B5EF4-FFF2-40B4-BE49-F238E27FC236}">
                <a16:creationId xmlns:a16="http://schemas.microsoft.com/office/drawing/2014/main" id="{BFF9D717-5325-62F6-7091-4C151A54C5B3}"/>
              </a:ext>
            </a:extLst>
          </p:cNvPr>
          <p:cNvSpPr txBox="1"/>
          <p:nvPr/>
        </p:nvSpPr>
        <p:spPr>
          <a:xfrm>
            <a:off x="10434911" y="6093349"/>
            <a:ext cx="1749183" cy="230832"/>
          </a:xfrm>
          <a:prstGeom prst="rect">
            <a:avLst/>
          </a:prstGeom>
          <a:noFill/>
          <a:ln>
            <a:solidFill>
              <a:schemeClr val="tx1"/>
            </a:solidFill>
          </a:ln>
        </p:spPr>
        <p:txBody>
          <a:bodyPr wrap="square" rtlCol="0">
            <a:spAutoFit/>
          </a:bodyPr>
          <a:lstStyle/>
          <a:p>
            <a:r>
              <a:rPr lang="zh-CN" altLang="en-US" sz="900" dirty="0"/>
              <a:t>继续直行</a:t>
            </a:r>
            <a:r>
              <a:rPr lang="en-US" altLang="zh-CN" sz="900" dirty="0"/>
              <a:t>300</a:t>
            </a:r>
            <a:r>
              <a:rPr lang="zh-CN" altLang="en-US" sz="900" dirty="0"/>
              <a:t>米。</a:t>
            </a:r>
            <a:endParaRPr lang="en-SG" sz="900" dirty="0"/>
          </a:p>
        </p:txBody>
      </p:sp>
      <p:sp>
        <p:nvSpPr>
          <p:cNvPr id="197" name="TextBox 196">
            <a:extLst>
              <a:ext uri="{FF2B5EF4-FFF2-40B4-BE49-F238E27FC236}">
                <a16:creationId xmlns:a16="http://schemas.microsoft.com/office/drawing/2014/main" id="{6D304548-C119-246E-7D28-57679A808EF1}"/>
              </a:ext>
            </a:extLst>
          </p:cNvPr>
          <p:cNvSpPr txBox="1"/>
          <p:nvPr/>
        </p:nvSpPr>
        <p:spPr>
          <a:xfrm>
            <a:off x="10434911" y="6321730"/>
            <a:ext cx="1749183" cy="230832"/>
          </a:xfrm>
          <a:prstGeom prst="rect">
            <a:avLst/>
          </a:prstGeom>
          <a:noFill/>
          <a:ln>
            <a:solidFill>
              <a:schemeClr val="tx1"/>
            </a:solidFill>
          </a:ln>
        </p:spPr>
        <p:txBody>
          <a:bodyPr wrap="square" rtlCol="0">
            <a:spAutoFit/>
          </a:bodyPr>
          <a:lstStyle/>
          <a:p>
            <a:r>
              <a:rPr lang="zh-CN" altLang="en-US" sz="900" dirty="0"/>
              <a:t>目的地在左侧。</a:t>
            </a:r>
            <a:endParaRPr lang="en-SG" sz="900" dirty="0"/>
          </a:p>
        </p:txBody>
      </p:sp>
      <p:pic>
        <p:nvPicPr>
          <p:cNvPr id="198" name="Picture 197">
            <a:extLst>
              <a:ext uri="{FF2B5EF4-FFF2-40B4-BE49-F238E27FC236}">
                <a16:creationId xmlns:a16="http://schemas.microsoft.com/office/drawing/2014/main" id="{609E7C0D-B550-AAA3-DC58-329350BC62F0}"/>
              </a:ext>
            </a:extLst>
          </p:cNvPr>
          <p:cNvPicPr>
            <a:picLocks noChangeAspect="1"/>
          </p:cNvPicPr>
          <p:nvPr/>
        </p:nvPicPr>
        <p:blipFill>
          <a:blip r:embed="rId16"/>
          <a:stretch>
            <a:fillRect/>
          </a:stretch>
        </p:blipFill>
        <p:spPr>
          <a:xfrm>
            <a:off x="9381511" y="4944495"/>
            <a:ext cx="590339" cy="590339"/>
          </a:xfrm>
          <a:prstGeom prst="rect">
            <a:avLst/>
          </a:prstGeom>
        </p:spPr>
      </p:pic>
      <p:sp>
        <p:nvSpPr>
          <p:cNvPr id="199" name="TextBox 198">
            <a:extLst>
              <a:ext uri="{FF2B5EF4-FFF2-40B4-BE49-F238E27FC236}">
                <a16:creationId xmlns:a16="http://schemas.microsoft.com/office/drawing/2014/main" id="{EFDC6382-2AF9-31FE-02B7-9E71E72E0651}"/>
              </a:ext>
            </a:extLst>
          </p:cNvPr>
          <p:cNvSpPr txBox="1"/>
          <p:nvPr/>
        </p:nvSpPr>
        <p:spPr>
          <a:xfrm>
            <a:off x="9080628" y="5741516"/>
            <a:ext cx="1227849" cy="633622"/>
          </a:xfrm>
          <a:prstGeom prst="rect">
            <a:avLst/>
          </a:prstGeom>
          <a:noFill/>
          <a:ln>
            <a:solidFill>
              <a:srgbClr val="2F3C7E"/>
            </a:solidFill>
          </a:ln>
        </p:spPr>
        <p:txBody>
          <a:bodyPr wrap="square" rtlCol="0">
            <a:spAutoFit/>
          </a:bodyPr>
          <a:lstStyle/>
          <a:p>
            <a:endParaRPr lang="en-SG" dirty="0"/>
          </a:p>
        </p:txBody>
      </p:sp>
      <p:pic>
        <p:nvPicPr>
          <p:cNvPr id="200" name="Picture 199">
            <a:extLst>
              <a:ext uri="{FF2B5EF4-FFF2-40B4-BE49-F238E27FC236}">
                <a16:creationId xmlns:a16="http://schemas.microsoft.com/office/drawing/2014/main" id="{443A84D1-C7D7-5C3C-4B5D-8C544C2EA871}"/>
              </a:ext>
            </a:extLst>
          </p:cNvPr>
          <p:cNvPicPr>
            <a:picLocks noChangeAspect="1"/>
          </p:cNvPicPr>
          <p:nvPr/>
        </p:nvPicPr>
        <p:blipFill>
          <a:blip r:embed="rId24"/>
          <a:stretch>
            <a:fillRect/>
          </a:stretch>
        </p:blipFill>
        <p:spPr>
          <a:xfrm>
            <a:off x="9432990" y="5809372"/>
            <a:ext cx="570438" cy="570438"/>
          </a:xfrm>
          <a:prstGeom prst="rect">
            <a:avLst/>
          </a:prstGeom>
        </p:spPr>
      </p:pic>
      <p:pic>
        <p:nvPicPr>
          <p:cNvPr id="201" name="Picture 200">
            <a:extLst>
              <a:ext uri="{FF2B5EF4-FFF2-40B4-BE49-F238E27FC236}">
                <a16:creationId xmlns:a16="http://schemas.microsoft.com/office/drawing/2014/main" id="{AC5721AC-124A-6DBF-64C1-7272631204B3}"/>
              </a:ext>
            </a:extLst>
          </p:cNvPr>
          <p:cNvPicPr>
            <a:picLocks noChangeAspect="1"/>
          </p:cNvPicPr>
          <p:nvPr/>
        </p:nvPicPr>
        <p:blipFill>
          <a:blip r:embed="rId25"/>
          <a:stretch>
            <a:fillRect/>
          </a:stretch>
        </p:blipFill>
        <p:spPr>
          <a:xfrm>
            <a:off x="9588892" y="5985250"/>
            <a:ext cx="223506" cy="223506"/>
          </a:xfrm>
          <a:prstGeom prst="rect">
            <a:avLst/>
          </a:prstGeom>
        </p:spPr>
      </p:pic>
      <p:grpSp>
        <p:nvGrpSpPr>
          <p:cNvPr id="202" name="Group 201">
            <a:extLst>
              <a:ext uri="{FF2B5EF4-FFF2-40B4-BE49-F238E27FC236}">
                <a16:creationId xmlns:a16="http://schemas.microsoft.com/office/drawing/2014/main" id="{81AB061C-A582-5B38-6DF3-661588649052}"/>
              </a:ext>
            </a:extLst>
          </p:cNvPr>
          <p:cNvGrpSpPr/>
          <p:nvPr/>
        </p:nvGrpSpPr>
        <p:grpSpPr>
          <a:xfrm>
            <a:off x="2474378" y="5444017"/>
            <a:ext cx="1751523" cy="928853"/>
            <a:chOff x="1793301" y="5147235"/>
            <a:chExt cx="1751523" cy="928853"/>
          </a:xfrm>
        </p:grpSpPr>
        <p:sp>
          <p:nvSpPr>
            <p:cNvPr id="203" name="TextBox 202">
              <a:extLst>
                <a:ext uri="{FF2B5EF4-FFF2-40B4-BE49-F238E27FC236}">
                  <a16:creationId xmlns:a16="http://schemas.microsoft.com/office/drawing/2014/main" id="{01E2261A-E09C-3B75-B937-D4BB10F2F572}"/>
                </a:ext>
              </a:extLst>
            </p:cNvPr>
            <p:cNvSpPr txBox="1"/>
            <p:nvPr/>
          </p:nvSpPr>
          <p:spPr>
            <a:xfrm>
              <a:off x="1793301" y="5383664"/>
              <a:ext cx="1749183" cy="230832"/>
            </a:xfrm>
            <a:prstGeom prst="rect">
              <a:avLst/>
            </a:prstGeom>
            <a:solidFill>
              <a:schemeClr val="bg1"/>
            </a:solidFill>
            <a:ln>
              <a:solidFill>
                <a:schemeClr val="accent5"/>
              </a:solidFill>
            </a:ln>
          </p:spPr>
          <p:txBody>
            <a:bodyPr wrap="square" rtlCol="0">
              <a:spAutoFit/>
            </a:bodyPr>
            <a:lstStyle/>
            <a:p>
              <a:r>
                <a:rPr lang="en-SG" sz="900" dirty="0">
                  <a:solidFill>
                    <a:schemeClr val="tx2"/>
                  </a:solidFill>
                </a:rPr>
                <a:t>Bahasa </a:t>
              </a:r>
              <a:r>
                <a:rPr lang="en-SG" sz="900" dirty="0" err="1">
                  <a:solidFill>
                    <a:schemeClr val="tx2"/>
                  </a:solidFill>
                </a:rPr>
                <a:t>Melayu</a:t>
              </a:r>
              <a:endParaRPr lang="en-SG" sz="900" dirty="0">
                <a:solidFill>
                  <a:schemeClr val="tx2"/>
                </a:solidFill>
              </a:endParaRPr>
            </a:p>
          </p:txBody>
        </p:sp>
        <p:sp>
          <p:nvSpPr>
            <p:cNvPr id="204" name="TextBox 203">
              <a:hlinkClick r:id="rId26" action="ppaction://hlinksldjump"/>
              <a:extLst>
                <a:ext uri="{FF2B5EF4-FFF2-40B4-BE49-F238E27FC236}">
                  <a16:creationId xmlns:a16="http://schemas.microsoft.com/office/drawing/2014/main" id="{ABB9A474-C60B-FB0C-9320-DFC97913430E}"/>
                </a:ext>
              </a:extLst>
            </p:cNvPr>
            <p:cNvSpPr txBox="1"/>
            <p:nvPr/>
          </p:nvSpPr>
          <p:spPr>
            <a:xfrm>
              <a:off x="1793301" y="5616875"/>
              <a:ext cx="1749183" cy="230832"/>
            </a:xfrm>
            <a:prstGeom prst="rect">
              <a:avLst/>
            </a:prstGeom>
            <a:solidFill>
              <a:schemeClr val="bg1"/>
            </a:solidFill>
            <a:ln>
              <a:solidFill>
                <a:schemeClr val="accent5"/>
              </a:solidFill>
            </a:ln>
          </p:spPr>
          <p:txBody>
            <a:bodyPr wrap="square" rtlCol="0">
              <a:spAutoFit/>
            </a:bodyPr>
            <a:lstStyle/>
            <a:p>
              <a:r>
                <a:rPr lang="en-US" sz="900" dirty="0">
                  <a:solidFill>
                    <a:schemeClr val="tx2"/>
                  </a:solidFill>
                </a:rPr>
                <a:t>English</a:t>
              </a:r>
              <a:endParaRPr lang="en-SG" sz="900" dirty="0">
                <a:solidFill>
                  <a:schemeClr val="tx2"/>
                </a:solidFill>
              </a:endParaRPr>
            </a:p>
          </p:txBody>
        </p:sp>
        <p:sp>
          <p:nvSpPr>
            <p:cNvPr id="205" name="TextBox 204">
              <a:extLst>
                <a:ext uri="{FF2B5EF4-FFF2-40B4-BE49-F238E27FC236}">
                  <a16:creationId xmlns:a16="http://schemas.microsoft.com/office/drawing/2014/main" id="{35F9C241-1872-E8D6-4341-B0A50B2FC668}"/>
                </a:ext>
              </a:extLst>
            </p:cNvPr>
            <p:cNvSpPr txBox="1"/>
            <p:nvPr/>
          </p:nvSpPr>
          <p:spPr>
            <a:xfrm>
              <a:off x="1793301" y="5845256"/>
              <a:ext cx="1749183" cy="230832"/>
            </a:xfrm>
            <a:prstGeom prst="rect">
              <a:avLst/>
            </a:prstGeom>
            <a:solidFill>
              <a:schemeClr val="bg1"/>
            </a:solidFill>
            <a:ln>
              <a:solidFill>
                <a:schemeClr val="accent5"/>
              </a:solidFill>
            </a:ln>
          </p:spPr>
          <p:txBody>
            <a:bodyPr wrap="square" rtlCol="0">
              <a:spAutoFit/>
            </a:bodyPr>
            <a:lstStyle/>
            <a:p>
              <a:r>
                <a:rPr lang="zh-CN" altLang="en-US" sz="900" b="1" dirty="0">
                  <a:solidFill>
                    <a:schemeClr val="tx2"/>
                  </a:solidFill>
                </a:rPr>
                <a:t>中文</a:t>
              </a:r>
              <a:endParaRPr lang="en-SG" sz="900" b="1" dirty="0">
                <a:solidFill>
                  <a:schemeClr val="tx2"/>
                </a:solidFill>
              </a:endParaRPr>
            </a:p>
          </p:txBody>
        </p:sp>
        <p:grpSp>
          <p:nvGrpSpPr>
            <p:cNvPr id="206" name="Group 205">
              <a:extLst>
                <a:ext uri="{FF2B5EF4-FFF2-40B4-BE49-F238E27FC236}">
                  <a16:creationId xmlns:a16="http://schemas.microsoft.com/office/drawing/2014/main" id="{01715404-D380-5860-8805-611E47660208}"/>
                </a:ext>
              </a:extLst>
            </p:cNvPr>
            <p:cNvGrpSpPr/>
            <p:nvPr/>
          </p:nvGrpSpPr>
          <p:grpSpPr>
            <a:xfrm>
              <a:off x="1795641" y="5147235"/>
              <a:ext cx="1749183" cy="230832"/>
              <a:chOff x="1795641" y="5147235"/>
              <a:chExt cx="1749183" cy="230832"/>
            </a:xfrm>
          </p:grpSpPr>
          <p:sp>
            <p:nvSpPr>
              <p:cNvPr id="207" name="TextBox 206">
                <a:extLst>
                  <a:ext uri="{FF2B5EF4-FFF2-40B4-BE49-F238E27FC236}">
                    <a16:creationId xmlns:a16="http://schemas.microsoft.com/office/drawing/2014/main" id="{0A8E75E7-4B5E-6612-DBD3-35A490897E8F}"/>
                  </a:ext>
                </a:extLst>
              </p:cNvPr>
              <p:cNvSpPr txBox="1"/>
              <p:nvPr/>
            </p:nvSpPr>
            <p:spPr>
              <a:xfrm>
                <a:off x="1795641" y="5147235"/>
                <a:ext cx="1749183" cy="230832"/>
              </a:xfrm>
              <a:prstGeom prst="rect">
                <a:avLst/>
              </a:prstGeom>
              <a:solidFill>
                <a:schemeClr val="bg1"/>
              </a:solidFill>
              <a:ln>
                <a:solidFill>
                  <a:schemeClr val="accent5"/>
                </a:solidFill>
              </a:ln>
            </p:spPr>
            <p:txBody>
              <a:bodyPr wrap="square" rtlCol="0">
                <a:spAutoFit/>
              </a:bodyPr>
              <a:lstStyle/>
              <a:p>
                <a:endParaRPr lang="en-SG" sz="900" dirty="0">
                  <a:solidFill>
                    <a:schemeClr val="tx2"/>
                  </a:solidFill>
                </a:endParaRPr>
              </a:p>
            </p:txBody>
          </p:sp>
          <p:grpSp>
            <p:nvGrpSpPr>
              <p:cNvPr id="208" name="Group 207">
                <a:extLst>
                  <a:ext uri="{FF2B5EF4-FFF2-40B4-BE49-F238E27FC236}">
                    <a16:creationId xmlns:a16="http://schemas.microsoft.com/office/drawing/2014/main" id="{A0BA4646-71FA-7519-C0AB-1D647E44A791}"/>
                  </a:ext>
                </a:extLst>
              </p:cNvPr>
              <p:cNvGrpSpPr/>
              <p:nvPr/>
            </p:nvGrpSpPr>
            <p:grpSpPr>
              <a:xfrm>
                <a:off x="1824101" y="5189635"/>
                <a:ext cx="1622479" cy="161760"/>
                <a:chOff x="1824101" y="5189635"/>
                <a:chExt cx="1622479" cy="161760"/>
              </a:xfrm>
            </p:grpSpPr>
            <p:sp>
              <p:nvSpPr>
                <p:cNvPr id="209" name="Rectangle: Rounded Corners 208">
                  <a:extLst>
                    <a:ext uri="{FF2B5EF4-FFF2-40B4-BE49-F238E27FC236}">
                      <a16:creationId xmlns:a16="http://schemas.microsoft.com/office/drawing/2014/main" id="{CE8ADA87-07A9-B202-5685-7676705A5B83}"/>
                    </a:ext>
                  </a:extLst>
                </p:cNvPr>
                <p:cNvSpPr/>
                <p:nvPr/>
              </p:nvSpPr>
              <p:spPr>
                <a:xfrm>
                  <a:off x="1824101" y="5189635"/>
                  <a:ext cx="1622479" cy="161760"/>
                </a:xfrm>
                <a:prstGeom prst="roundRect">
                  <a:avLst>
                    <a:gd name="adj" fmla="val 50000"/>
                  </a:avLst>
                </a:prstGeom>
                <a:noFill/>
                <a:ln w="31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900" dirty="0">
                      <a:solidFill>
                        <a:schemeClr val="tx2">
                          <a:lumMod val="40000"/>
                          <a:lumOff val="60000"/>
                        </a:schemeClr>
                      </a:solidFill>
                      <a:latin typeface="+mj-lt"/>
                    </a:rPr>
                    <a:t>US - English</a:t>
                  </a:r>
                  <a:endParaRPr lang="en-SG" sz="900" dirty="0">
                    <a:solidFill>
                      <a:schemeClr val="tx2">
                        <a:lumMod val="40000"/>
                        <a:lumOff val="60000"/>
                      </a:schemeClr>
                    </a:solidFill>
                    <a:latin typeface="+mj-lt"/>
                  </a:endParaRPr>
                </a:p>
              </p:txBody>
            </p:sp>
            <p:pic>
              <p:nvPicPr>
                <p:cNvPr id="210" name="Picture 209" descr="A blue magnifying glass with a black background&#10;&#10;AI-generated content may be incorrect.">
                  <a:extLst>
                    <a:ext uri="{FF2B5EF4-FFF2-40B4-BE49-F238E27FC236}">
                      <a16:creationId xmlns:a16="http://schemas.microsoft.com/office/drawing/2014/main" id="{C7CEE07A-577C-A1F7-9242-71E74A4AC153}"/>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3238384" y="5212317"/>
                  <a:ext cx="123887" cy="123887"/>
                </a:xfrm>
                <a:prstGeom prst="rect">
                  <a:avLst/>
                </a:prstGeom>
              </p:spPr>
            </p:pic>
          </p:grpSp>
        </p:grpSp>
      </p:grpSp>
      <p:pic>
        <p:nvPicPr>
          <p:cNvPr id="214" name="Picture 213" descr="A yellow hand pointing up&#10;&#10;AI-generated content may be incorrect.">
            <a:extLst>
              <a:ext uri="{FF2B5EF4-FFF2-40B4-BE49-F238E27FC236}">
                <a16:creationId xmlns:a16="http://schemas.microsoft.com/office/drawing/2014/main" id="{69F07893-D195-BC66-C003-29BB418C0F4D}"/>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2698095" y="6270171"/>
            <a:ext cx="663866" cy="663866"/>
          </a:xfrm>
          <a:prstGeom prst="rect">
            <a:avLst/>
          </a:prstGeom>
        </p:spPr>
      </p:pic>
      <p:pic>
        <p:nvPicPr>
          <p:cNvPr id="215" name="Picture 214" descr="A yellow hand pointing up&#10;&#10;AI-generated content may be incorrect.">
            <a:extLst>
              <a:ext uri="{FF2B5EF4-FFF2-40B4-BE49-F238E27FC236}">
                <a16:creationId xmlns:a16="http://schemas.microsoft.com/office/drawing/2014/main" id="{B45B29A6-0504-BA8C-1EDB-01EFD777D81A}"/>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3852153" y="5923917"/>
            <a:ext cx="663866" cy="663866"/>
          </a:xfrm>
          <a:prstGeom prst="rect">
            <a:avLst/>
          </a:prstGeom>
        </p:spPr>
      </p:pic>
      <p:grpSp>
        <p:nvGrpSpPr>
          <p:cNvPr id="216" name="Group 215">
            <a:extLst>
              <a:ext uri="{FF2B5EF4-FFF2-40B4-BE49-F238E27FC236}">
                <a16:creationId xmlns:a16="http://schemas.microsoft.com/office/drawing/2014/main" id="{4C03D250-2359-7BAD-C673-DA1EEB49F068}"/>
              </a:ext>
            </a:extLst>
          </p:cNvPr>
          <p:cNvGrpSpPr/>
          <p:nvPr/>
        </p:nvGrpSpPr>
        <p:grpSpPr>
          <a:xfrm>
            <a:off x="-82305" y="0"/>
            <a:ext cx="3689105" cy="1913057"/>
            <a:chOff x="3378090" y="1544951"/>
            <a:chExt cx="3262183" cy="1913057"/>
          </a:xfrm>
        </p:grpSpPr>
        <p:sp>
          <p:nvSpPr>
            <p:cNvPr id="217" name="TextBox 216">
              <a:extLst>
                <a:ext uri="{FF2B5EF4-FFF2-40B4-BE49-F238E27FC236}">
                  <a16:creationId xmlns:a16="http://schemas.microsoft.com/office/drawing/2014/main" id="{76C85C00-8048-6D68-0F45-A71393AC5F54}"/>
                </a:ext>
              </a:extLst>
            </p:cNvPr>
            <p:cNvSpPr txBox="1"/>
            <p:nvPr/>
          </p:nvSpPr>
          <p:spPr>
            <a:xfrm>
              <a:off x="3655670" y="1888348"/>
              <a:ext cx="2984603" cy="1569660"/>
            </a:xfrm>
            <a:prstGeom prst="rect">
              <a:avLst/>
            </a:prstGeom>
            <a:solidFill>
              <a:schemeClr val="bg1"/>
            </a:solidFill>
            <a:ln w="25400">
              <a:solidFill>
                <a:schemeClr val="accent5"/>
              </a:solidFill>
            </a:ln>
          </p:spPr>
          <p:txBody>
            <a:bodyPr wrap="square" rtlCol="0">
              <a:spAutoFit/>
            </a:bodyPr>
            <a:lstStyle/>
            <a:p>
              <a:pPr algn="just"/>
              <a:r>
                <a:rPr lang="en-GB" sz="1600" dirty="0">
                  <a:solidFill>
                    <a:srgbClr val="000000"/>
                  </a:solidFill>
                  <a:latin typeface="Arial" panose="020B0604020202020204" pitchFamily="34" charset="0"/>
                  <a:cs typeface="Arial" panose="020B0604020202020204" pitchFamily="34" charset="0"/>
                </a:rPr>
                <a:t>Example of localisation applied throughout the app. UI elements are kept the same, with only text translation. Again, for brevity, only this exemplar slide is localised.</a:t>
              </a:r>
              <a:endParaRPr lang="en-SG" sz="1600" dirty="0">
                <a:solidFill>
                  <a:srgbClr val="000000"/>
                </a:solidFill>
                <a:latin typeface="Arial" panose="020B0604020202020204" pitchFamily="34" charset="0"/>
                <a:cs typeface="Arial" panose="020B0604020202020204" pitchFamily="34" charset="0"/>
              </a:endParaRPr>
            </a:p>
          </p:txBody>
        </p:sp>
        <p:pic>
          <p:nvPicPr>
            <p:cNvPr id="218" name="Picture 217">
              <a:extLst>
                <a:ext uri="{FF2B5EF4-FFF2-40B4-BE49-F238E27FC236}">
                  <a16:creationId xmlns:a16="http://schemas.microsoft.com/office/drawing/2014/main" id="{7CBA0B19-4AB5-A899-7C3D-986905729351}"/>
                </a:ext>
              </a:extLst>
            </p:cNvPr>
            <p:cNvPicPr>
              <a:picLocks noChangeAspect="1"/>
            </p:cNvPicPr>
            <p:nvPr/>
          </p:nvPicPr>
          <p:blipFill>
            <a:blip r:embed="rId29"/>
            <a:stretch>
              <a:fillRect/>
            </a:stretch>
          </p:blipFill>
          <p:spPr>
            <a:xfrm>
              <a:off x="3378090" y="1544951"/>
              <a:ext cx="555159" cy="555159"/>
            </a:xfrm>
            <a:prstGeom prst="rect">
              <a:avLst/>
            </a:prstGeom>
          </p:spPr>
        </p:pic>
      </p:grpSp>
    </p:spTree>
    <p:extLst>
      <p:ext uri="{BB962C8B-B14F-4D97-AF65-F5344CB8AC3E}">
        <p14:creationId xmlns:p14="http://schemas.microsoft.com/office/powerpoint/2010/main" val="375042176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214"/>
                                        </p:tgtEl>
                                        <p:attrNameLst>
                                          <p:attrName>style.visibility</p:attrName>
                                        </p:attrNameLst>
                                      </p:cBhvr>
                                      <p:to>
                                        <p:strVal val="visible"/>
                                      </p:to>
                                    </p:set>
                                  </p:childTnLst>
                                </p:cTn>
                              </p:par>
                            </p:childTnLst>
                          </p:cTn>
                        </p:par>
                        <p:par>
                          <p:cTn id="7" fill="hold">
                            <p:stCondLst>
                              <p:cond delay="500"/>
                            </p:stCondLst>
                            <p:childTnLst>
                              <p:par>
                                <p:cTn id="8" presetID="32" presetClass="emph" presetSubtype="0" fill="hold" nodeType="afterEffect">
                                  <p:stCondLst>
                                    <p:cond delay="0"/>
                                  </p:stCondLst>
                                  <p:childTnLst>
                                    <p:animRot by="120000">
                                      <p:cBhvr>
                                        <p:cTn id="9" dur="100" fill="hold">
                                          <p:stCondLst>
                                            <p:cond delay="0"/>
                                          </p:stCondLst>
                                        </p:cTn>
                                        <p:tgtEl>
                                          <p:spTgt spid="214"/>
                                        </p:tgtEl>
                                        <p:attrNameLst>
                                          <p:attrName>r</p:attrName>
                                        </p:attrNameLst>
                                      </p:cBhvr>
                                    </p:animRot>
                                    <p:animRot by="-240000">
                                      <p:cBhvr>
                                        <p:cTn id="10" dur="200" fill="hold">
                                          <p:stCondLst>
                                            <p:cond delay="200"/>
                                          </p:stCondLst>
                                        </p:cTn>
                                        <p:tgtEl>
                                          <p:spTgt spid="214"/>
                                        </p:tgtEl>
                                        <p:attrNameLst>
                                          <p:attrName>r</p:attrName>
                                        </p:attrNameLst>
                                      </p:cBhvr>
                                    </p:animRot>
                                    <p:animRot by="240000">
                                      <p:cBhvr>
                                        <p:cTn id="11" dur="200" fill="hold">
                                          <p:stCondLst>
                                            <p:cond delay="400"/>
                                          </p:stCondLst>
                                        </p:cTn>
                                        <p:tgtEl>
                                          <p:spTgt spid="214"/>
                                        </p:tgtEl>
                                        <p:attrNameLst>
                                          <p:attrName>r</p:attrName>
                                        </p:attrNameLst>
                                      </p:cBhvr>
                                    </p:animRot>
                                    <p:animRot by="-240000">
                                      <p:cBhvr>
                                        <p:cTn id="12" dur="200" fill="hold">
                                          <p:stCondLst>
                                            <p:cond delay="600"/>
                                          </p:stCondLst>
                                        </p:cTn>
                                        <p:tgtEl>
                                          <p:spTgt spid="214"/>
                                        </p:tgtEl>
                                        <p:attrNameLst>
                                          <p:attrName>r</p:attrName>
                                        </p:attrNameLst>
                                      </p:cBhvr>
                                    </p:animRot>
                                    <p:animRot by="120000">
                                      <p:cBhvr>
                                        <p:cTn id="13" dur="200" fill="hold">
                                          <p:stCondLst>
                                            <p:cond delay="800"/>
                                          </p:stCondLst>
                                        </p:cTn>
                                        <p:tgtEl>
                                          <p:spTgt spid="2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4" restart="whenNotActive" fill="hold" evtFilter="cancelBubble" nodeType="interactiveSeq">
                <p:stCondLst>
                  <p:cond evt="onClick" delay="0">
                    <p:tgtEl>
                      <p:spTgt spid="95"/>
                    </p:tgtEl>
                  </p:cond>
                </p:stCondLst>
                <p:endSync evt="end" delay="0">
                  <p:rtn val="all"/>
                </p:endSync>
                <p:childTnLst>
                  <p:par>
                    <p:cTn id="15" fill="hold">
                      <p:stCondLst>
                        <p:cond delay="0"/>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2"/>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214"/>
                                        </p:tgtEl>
                                        <p:attrNameLst>
                                          <p:attrName>style.visibility</p:attrName>
                                        </p:attrNameLst>
                                      </p:cBhvr>
                                      <p:to>
                                        <p:strVal val="hidden"/>
                                      </p:to>
                                    </p:set>
                                  </p:childTnLst>
                                </p:cTn>
                              </p:par>
                              <p:par>
                                <p:cTn id="21" presetID="1" presetClass="entr" presetSubtype="0" fill="hold" nodeType="withEffect">
                                  <p:stCondLst>
                                    <p:cond delay="500"/>
                                  </p:stCondLst>
                                  <p:childTnLst>
                                    <p:set>
                                      <p:cBhvr>
                                        <p:cTn id="22" dur="1" fill="hold">
                                          <p:stCondLst>
                                            <p:cond delay="0"/>
                                          </p:stCondLst>
                                        </p:cTn>
                                        <p:tgtEl>
                                          <p:spTgt spid="215"/>
                                        </p:tgtEl>
                                        <p:attrNameLst>
                                          <p:attrName>style.visibility</p:attrName>
                                        </p:attrNameLst>
                                      </p:cBhvr>
                                      <p:to>
                                        <p:strVal val="visible"/>
                                      </p:to>
                                    </p:set>
                                  </p:childTnLst>
                                </p:cTn>
                              </p:par>
                              <p:par>
                                <p:cTn id="23" presetID="32" presetClass="emph" presetSubtype="0" fill="hold" nodeType="withEffect">
                                  <p:stCondLst>
                                    <p:cond delay="500"/>
                                  </p:stCondLst>
                                  <p:childTnLst>
                                    <p:animRot by="120000">
                                      <p:cBhvr>
                                        <p:cTn id="24" dur="100" fill="hold">
                                          <p:stCondLst>
                                            <p:cond delay="0"/>
                                          </p:stCondLst>
                                        </p:cTn>
                                        <p:tgtEl>
                                          <p:spTgt spid="215"/>
                                        </p:tgtEl>
                                        <p:attrNameLst>
                                          <p:attrName>r</p:attrName>
                                        </p:attrNameLst>
                                      </p:cBhvr>
                                    </p:animRot>
                                    <p:animRot by="-240000">
                                      <p:cBhvr>
                                        <p:cTn id="25" dur="200" fill="hold">
                                          <p:stCondLst>
                                            <p:cond delay="200"/>
                                          </p:stCondLst>
                                        </p:cTn>
                                        <p:tgtEl>
                                          <p:spTgt spid="215"/>
                                        </p:tgtEl>
                                        <p:attrNameLst>
                                          <p:attrName>r</p:attrName>
                                        </p:attrNameLst>
                                      </p:cBhvr>
                                    </p:animRot>
                                    <p:animRot by="240000">
                                      <p:cBhvr>
                                        <p:cTn id="26" dur="200" fill="hold">
                                          <p:stCondLst>
                                            <p:cond delay="400"/>
                                          </p:stCondLst>
                                        </p:cTn>
                                        <p:tgtEl>
                                          <p:spTgt spid="215"/>
                                        </p:tgtEl>
                                        <p:attrNameLst>
                                          <p:attrName>r</p:attrName>
                                        </p:attrNameLst>
                                      </p:cBhvr>
                                    </p:animRot>
                                    <p:animRot by="-240000">
                                      <p:cBhvr>
                                        <p:cTn id="27" dur="200" fill="hold">
                                          <p:stCondLst>
                                            <p:cond delay="600"/>
                                          </p:stCondLst>
                                        </p:cTn>
                                        <p:tgtEl>
                                          <p:spTgt spid="215"/>
                                        </p:tgtEl>
                                        <p:attrNameLst>
                                          <p:attrName>r</p:attrName>
                                        </p:attrNameLst>
                                      </p:cBhvr>
                                    </p:animRot>
                                    <p:animRot by="120000">
                                      <p:cBhvr>
                                        <p:cTn id="28" dur="200" fill="hold">
                                          <p:stCondLst>
                                            <p:cond delay="800"/>
                                          </p:stCondLst>
                                        </p:cTn>
                                        <p:tgtEl>
                                          <p:spTgt spid="215"/>
                                        </p:tgtEl>
                                        <p:attrNameLst>
                                          <p:attrName>r</p:attrName>
                                        </p:attrNameLst>
                                      </p:cBhvr>
                                    </p:animRot>
                                  </p:childTnLst>
                                </p:cTn>
                              </p:par>
                            </p:childTnLst>
                          </p:cTn>
                        </p:par>
                      </p:childTnLst>
                    </p:cTn>
                  </p:par>
                </p:childTnLst>
              </p:cTn>
              <p:nextCondLst>
                <p:cond evt="onClick" delay="0">
                  <p:tgtEl>
                    <p:spTgt spid="95"/>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E55B0-0462-434F-3515-F25B3D919799}"/>
            </a:ext>
          </a:extLst>
        </p:cNvPr>
        <p:cNvGrpSpPr/>
        <p:nvPr/>
      </p:nvGrpSpPr>
      <p:grpSpPr>
        <a:xfrm>
          <a:off x="0" y="0"/>
          <a:ext cx="0" cy="0"/>
          <a:chOff x="0" y="0"/>
          <a:chExt cx="0" cy="0"/>
        </a:xfrm>
      </p:grpSpPr>
    </p:spTree>
    <p:extLst>
      <p:ext uri="{BB962C8B-B14F-4D97-AF65-F5344CB8AC3E}">
        <p14:creationId xmlns:p14="http://schemas.microsoft.com/office/powerpoint/2010/main" val="2801960254"/>
      </p:ext>
    </p:extLst>
  </p:cSld>
  <p:clrMapOvr>
    <a:masterClrMapping/>
  </p:clrMapOvr>
  <mc:AlternateContent xmlns:mc="http://schemas.openxmlformats.org/markup-compatibility/2006" xmlns:p14="http://schemas.microsoft.com/office/powerpoint/2010/main">
    <mc:Choice Requires="p14">
      <p:transition spd="slow" p14:dur="2000" advClick="0" advTm="750"/>
    </mc:Choice>
    <mc:Fallback xmlns="">
      <p:transition spd="slow" advClick="0" advTm="75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8487-CBF6-E9DD-6C37-A9235B213F04}"/>
            </a:ext>
          </a:extLst>
        </p:cNvPr>
        <p:cNvGrpSpPr/>
        <p:nvPr/>
      </p:nvGrpSpPr>
      <p:grpSpPr>
        <a:xfrm>
          <a:off x="0" y="0"/>
          <a:ext cx="0" cy="0"/>
          <a:chOff x="0" y="0"/>
          <a:chExt cx="0" cy="0"/>
        </a:xfrm>
      </p:grpSpPr>
      <p:grpSp>
        <p:nvGrpSpPr>
          <p:cNvPr id="166" name="Group 165">
            <a:extLst>
              <a:ext uri="{FF2B5EF4-FFF2-40B4-BE49-F238E27FC236}">
                <a16:creationId xmlns:a16="http://schemas.microsoft.com/office/drawing/2014/main" id="{C2FB3D87-BE71-0F26-01CC-64975B475382}"/>
              </a:ext>
            </a:extLst>
          </p:cNvPr>
          <p:cNvGrpSpPr/>
          <p:nvPr/>
        </p:nvGrpSpPr>
        <p:grpSpPr>
          <a:xfrm>
            <a:off x="107366" y="3611407"/>
            <a:ext cx="3720247" cy="1331334"/>
            <a:chOff x="132499" y="675272"/>
            <a:chExt cx="3720247" cy="1331334"/>
          </a:xfrm>
        </p:grpSpPr>
        <p:grpSp>
          <p:nvGrpSpPr>
            <p:cNvPr id="167" name="Group 166">
              <a:extLst>
                <a:ext uri="{FF2B5EF4-FFF2-40B4-BE49-F238E27FC236}">
                  <a16:creationId xmlns:a16="http://schemas.microsoft.com/office/drawing/2014/main" id="{48E85087-76F1-BDA4-E8F7-6ADCEC8BFD64}"/>
                </a:ext>
              </a:extLst>
            </p:cNvPr>
            <p:cNvGrpSpPr/>
            <p:nvPr/>
          </p:nvGrpSpPr>
          <p:grpSpPr>
            <a:xfrm>
              <a:off x="132499" y="675272"/>
              <a:ext cx="3720247" cy="1331334"/>
              <a:chOff x="103998" y="1586574"/>
              <a:chExt cx="3720247" cy="1331334"/>
            </a:xfrm>
          </p:grpSpPr>
          <p:sp>
            <p:nvSpPr>
              <p:cNvPr id="169" name="Rectangle: Rounded Corners 168">
                <a:extLst>
                  <a:ext uri="{FF2B5EF4-FFF2-40B4-BE49-F238E27FC236}">
                    <a16:creationId xmlns:a16="http://schemas.microsoft.com/office/drawing/2014/main" id="{06C6C480-14CC-9B60-94BD-3A3BB81BA2CF}"/>
                  </a:ext>
                </a:extLst>
              </p:cNvPr>
              <p:cNvSpPr/>
              <p:nvPr/>
            </p:nvSpPr>
            <p:spPr>
              <a:xfrm>
                <a:off x="103998" y="1586574"/>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170" name="Group 169">
                <a:extLst>
                  <a:ext uri="{FF2B5EF4-FFF2-40B4-BE49-F238E27FC236}">
                    <a16:creationId xmlns:a16="http://schemas.microsoft.com/office/drawing/2014/main" id="{C06EA43D-142B-7EAD-0BC7-8257B5851820}"/>
                  </a:ext>
                </a:extLst>
              </p:cNvPr>
              <p:cNvGrpSpPr/>
              <p:nvPr/>
            </p:nvGrpSpPr>
            <p:grpSpPr>
              <a:xfrm>
                <a:off x="137199" y="1612840"/>
                <a:ext cx="3661914" cy="1261007"/>
                <a:chOff x="137199" y="1612840"/>
                <a:chExt cx="3661914" cy="1261007"/>
              </a:xfrm>
            </p:grpSpPr>
            <p:sp>
              <p:nvSpPr>
                <p:cNvPr id="171" name="TextBox 170">
                  <a:extLst>
                    <a:ext uri="{FF2B5EF4-FFF2-40B4-BE49-F238E27FC236}">
                      <a16:creationId xmlns:a16="http://schemas.microsoft.com/office/drawing/2014/main" id="{9F78A9D0-9C82-C4B2-F41D-2DFE4A0ADAA8}"/>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172" name="Group 171">
                  <a:extLst>
                    <a:ext uri="{FF2B5EF4-FFF2-40B4-BE49-F238E27FC236}">
                      <a16:creationId xmlns:a16="http://schemas.microsoft.com/office/drawing/2014/main" id="{094F4D5A-7F46-87C1-106C-DE697B094CCD}"/>
                    </a:ext>
                  </a:extLst>
                </p:cNvPr>
                <p:cNvGrpSpPr/>
                <p:nvPr/>
              </p:nvGrpSpPr>
              <p:grpSpPr>
                <a:xfrm>
                  <a:off x="137199" y="1612840"/>
                  <a:ext cx="3230564" cy="1261007"/>
                  <a:chOff x="137199" y="1612840"/>
                  <a:chExt cx="3230564" cy="1261007"/>
                </a:xfrm>
              </p:grpSpPr>
              <p:pic>
                <p:nvPicPr>
                  <p:cNvPr id="173" name="Picture 172">
                    <a:extLst>
                      <a:ext uri="{FF2B5EF4-FFF2-40B4-BE49-F238E27FC236}">
                        <a16:creationId xmlns:a16="http://schemas.microsoft.com/office/drawing/2014/main" id="{C5806101-603A-4FB1-17DD-884921AE4D9F}"/>
                      </a:ext>
                    </a:extLst>
                  </p:cNvPr>
                  <p:cNvPicPr>
                    <a:picLocks noChangeAspect="1"/>
                  </p:cNvPicPr>
                  <p:nvPr/>
                </p:nvPicPr>
                <p:blipFill>
                  <a:blip r:embed="rId3"/>
                  <a:stretch>
                    <a:fillRect/>
                  </a:stretch>
                </p:blipFill>
                <p:spPr>
                  <a:xfrm>
                    <a:off x="248797" y="2006940"/>
                    <a:ext cx="1605062" cy="805533"/>
                  </a:xfrm>
                  <a:prstGeom prst="rect">
                    <a:avLst/>
                  </a:prstGeom>
                  <a:ln>
                    <a:noFill/>
                  </a:ln>
                </p:spPr>
              </p:pic>
              <p:sp>
                <p:nvSpPr>
                  <p:cNvPr id="174" name="TextBox 173">
                    <a:hlinkClick r:id="rId4" action="ppaction://hlinksldjump"/>
                    <a:extLst>
                      <a:ext uri="{FF2B5EF4-FFF2-40B4-BE49-F238E27FC236}">
                        <a16:creationId xmlns:a16="http://schemas.microsoft.com/office/drawing/2014/main" id="{F56A52D4-0F22-9142-B149-0288FB17E3CC}"/>
                      </a:ext>
                    </a:extLst>
                  </p:cNvPr>
                  <p:cNvSpPr txBox="1"/>
                  <p:nvPr/>
                </p:nvSpPr>
                <p:spPr>
                  <a:xfrm>
                    <a:off x="137199" y="1612840"/>
                    <a:ext cx="1888340" cy="369332"/>
                  </a:xfrm>
                  <a:prstGeom prst="rect">
                    <a:avLst/>
                  </a:prstGeom>
                  <a:noFill/>
                </p:spPr>
                <p:txBody>
                  <a:bodyPr wrap="square" rtlCol="0">
                    <a:spAutoFit/>
                  </a:bodyPr>
                  <a:lstStyle/>
                  <a:p>
                    <a:r>
                      <a:rPr lang="en-SG" b="1" dirty="0">
                        <a:solidFill>
                          <a:schemeClr val="tx2">
                            <a:lumMod val="50000"/>
                          </a:schemeClr>
                        </a:solidFill>
                      </a:rPr>
                      <a:t>Roaring Thunder</a:t>
                    </a:r>
                  </a:p>
                </p:txBody>
              </p:sp>
              <p:sp>
                <p:nvSpPr>
                  <p:cNvPr id="175" name="TextBox 174">
                    <a:extLst>
                      <a:ext uri="{FF2B5EF4-FFF2-40B4-BE49-F238E27FC236}">
                        <a16:creationId xmlns:a16="http://schemas.microsoft.com/office/drawing/2014/main" id="{A7968D60-C140-3BB4-DB9F-9E1CBB6481C3}"/>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pic>
                <p:nvPicPr>
                  <p:cNvPr id="176" name="Picture 175" descr="A red person silhouette on a black background&#10;&#10;AI-generated content may be incorrect.">
                    <a:extLst>
                      <a:ext uri="{FF2B5EF4-FFF2-40B4-BE49-F238E27FC236}">
                        <a16:creationId xmlns:a16="http://schemas.microsoft.com/office/drawing/2014/main" id="{697C43BE-9783-055C-7DB5-8C8C85EA9A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16734" y="1900571"/>
                    <a:ext cx="451029" cy="451029"/>
                  </a:xfrm>
                  <a:prstGeom prst="rect">
                    <a:avLst/>
                  </a:prstGeom>
                </p:spPr>
              </p:pic>
              <p:pic>
                <p:nvPicPr>
                  <p:cNvPr id="177" name="Picture 176" descr="A red person silhouette on a black background&#10;&#10;AI-generated content may be incorrect.">
                    <a:extLst>
                      <a:ext uri="{FF2B5EF4-FFF2-40B4-BE49-F238E27FC236}">
                        <a16:creationId xmlns:a16="http://schemas.microsoft.com/office/drawing/2014/main" id="{7BE8E8A9-A5ED-5657-B653-7B3585A686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94573" y="1900572"/>
                    <a:ext cx="451029" cy="451029"/>
                  </a:xfrm>
                  <a:prstGeom prst="rect">
                    <a:avLst/>
                  </a:prstGeom>
                </p:spPr>
              </p:pic>
              <p:pic>
                <p:nvPicPr>
                  <p:cNvPr id="178" name="Picture 177" descr="A red person silhouette on a black background&#10;&#10;AI-generated content may be incorrect.">
                    <a:extLst>
                      <a:ext uri="{FF2B5EF4-FFF2-40B4-BE49-F238E27FC236}">
                        <a16:creationId xmlns:a16="http://schemas.microsoft.com/office/drawing/2014/main" id="{06E1C823-D0CA-5473-4792-2BA3DFE085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41997" y="1900571"/>
                    <a:ext cx="451029" cy="451029"/>
                  </a:xfrm>
                  <a:prstGeom prst="rect">
                    <a:avLst/>
                  </a:prstGeom>
                </p:spPr>
              </p:pic>
              <p:pic>
                <p:nvPicPr>
                  <p:cNvPr id="179" name="Picture 178" descr="A red person silhouette on a black background&#10;&#10;AI-generated content may be incorrect.">
                    <a:extLst>
                      <a:ext uri="{FF2B5EF4-FFF2-40B4-BE49-F238E27FC236}">
                        <a16:creationId xmlns:a16="http://schemas.microsoft.com/office/drawing/2014/main" id="{30F1F708-66F8-CB66-BB9E-03A52A2E6B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69310" y="1901767"/>
                    <a:ext cx="451029" cy="451029"/>
                  </a:xfrm>
                  <a:prstGeom prst="rect">
                    <a:avLst/>
                  </a:prstGeom>
                </p:spPr>
              </p:pic>
              <p:sp>
                <p:nvSpPr>
                  <p:cNvPr id="180" name="TextBox 179">
                    <a:extLst>
                      <a:ext uri="{FF2B5EF4-FFF2-40B4-BE49-F238E27FC236}">
                        <a16:creationId xmlns:a16="http://schemas.microsoft.com/office/drawing/2014/main" id="{3CF89E3E-9865-B279-085B-D3807F3E88B6}"/>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4"/>
                        </a:solidFill>
                      </a:rPr>
                      <a:t>~ 50 mins</a:t>
                    </a:r>
                  </a:p>
                </p:txBody>
              </p:sp>
            </p:grpSp>
          </p:grpSp>
        </p:grpSp>
        <p:sp>
          <p:nvSpPr>
            <p:cNvPr id="168" name="TextBox 167">
              <a:hlinkClick r:id="rId4" action="ppaction://hlinksldjump"/>
              <a:extLst>
                <a:ext uri="{FF2B5EF4-FFF2-40B4-BE49-F238E27FC236}">
                  <a16:creationId xmlns:a16="http://schemas.microsoft.com/office/drawing/2014/main" id="{046DA8A1-691F-8C68-DBB8-71D7015F1CA1}"/>
                </a:ext>
              </a:extLst>
            </p:cNvPr>
            <p:cNvSpPr txBox="1"/>
            <p:nvPr/>
          </p:nvSpPr>
          <p:spPr>
            <a:xfrm>
              <a:off x="277298" y="1070870"/>
              <a:ext cx="1608909" cy="830265"/>
            </a:xfrm>
            <a:prstGeom prst="rect">
              <a:avLst/>
            </a:prstGeom>
            <a:noFill/>
            <a:ln>
              <a:solidFill>
                <a:srgbClr val="2F3C7E"/>
              </a:solidFill>
            </a:ln>
          </p:spPr>
          <p:txBody>
            <a:bodyPr wrap="square" rtlCol="0">
              <a:spAutoFit/>
            </a:bodyPr>
            <a:lstStyle/>
            <a:p>
              <a:endParaRPr lang="en-SG" dirty="0"/>
            </a:p>
          </p:txBody>
        </p:sp>
      </p:grpSp>
      <p:sp>
        <p:nvSpPr>
          <p:cNvPr id="207" name="Rectangle 206">
            <a:extLst>
              <a:ext uri="{FF2B5EF4-FFF2-40B4-BE49-F238E27FC236}">
                <a16:creationId xmlns:a16="http://schemas.microsoft.com/office/drawing/2014/main" id="{372E190C-44D6-6CB8-6BE9-6DB8499785F6}"/>
              </a:ext>
            </a:extLst>
          </p:cNvPr>
          <p:cNvSpPr/>
          <p:nvPr/>
        </p:nvSpPr>
        <p:spPr>
          <a:xfrm>
            <a:off x="0" y="4211669"/>
            <a:ext cx="3216643" cy="2646331"/>
          </a:xfrm>
          <a:prstGeom prst="rect">
            <a:avLst/>
          </a:prstGeom>
          <a:solidFill>
            <a:schemeClr val="bg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343" name="Group 342">
            <a:extLst>
              <a:ext uri="{FF2B5EF4-FFF2-40B4-BE49-F238E27FC236}">
                <a16:creationId xmlns:a16="http://schemas.microsoft.com/office/drawing/2014/main" id="{83C6142D-A637-1AD3-8E5D-0B790D415643}"/>
              </a:ext>
            </a:extLst>
          </p:cNvPr>
          <p:cNvGrpSpPr/>
          <p:nvPr/>
        </p:nvGrpSpPr>
        <p:grpSpPr>
          <a:xfrm>
            <a:off x="7894507" y="3172316"/>
            <a:ext cx="4297493" cy="1304616"/>
            <a:chOff x="7894507" y="3172316"/>
            <a:chExt cx="4297493" cy="1304616"/>
          </a:xfrm>
        </p:grpSpPr>
        <p:grpSp>
          <p:nvGrpSpPr>
            <p:cNvPr id="324" name="Group 323">
              <a:extLst>
                <a:ext uri="{FF2B5EF4-FFF2-40B4-BE49-F238E27FC236}">
                  <a16:creationId xmlns:a16="http://schemas.microsoft.com/office/drawing/2014/main" id="{8E6204B7-FBED-0BC7-6D6F-5731B39A9146}"/>
                </a:ext>
              </a:extLst>
            </p:cNvPr>
            <p:cNvGrpSpPr/>
            <p:nvPr/>
          </p:nvGrpSpPr>
          <p:grpSpPr>
            <a:xfrm>
              <a:off x="7894507" y="3172316"/>
              <a:ext cx="4297493" cy="1304616"/>
              <a:chOff x="7894507" y="560614"/>
              <a:chExt cx="4297493" cy="1304616"/>
            </a:xfrm>
          </p:grpSpPr>
          <p:sp>
            <p:nvSpPr>
              <p:cNvPr id="325" name="Rectangle 324">
                <a:extLst>
                  <a:ext uri="{FF2B5EF4-FFF2-40B4-BE49-F238E27FC236}">
                    <a16:creationId xmlns:a16="http://schemas.microsoft.com/office/drawing/2014/main" id="{83662E23-C46E-CF83-AFB5-267151B0B46A}"/>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26" name="Group 325">
                <a:extLst>
                  <a:ext uri="{FF2B5EF4-FFF2-40B4-BE49-F238E27FC236}">
                    <a16:creationId xmlns:a16="http://schemas.microsoft.com/office/drawing/2014/main" id="{12002996-63E0-7F73-EF4E-7EA8E87F1E51}"/>
                  </a:ext>
                </a:extLst>
              </p:cNvPr>
              <p:cNvGrpSpPr/>
              <p:nvPr/>
            </p:nvGrpSpPr>
            <p:grpSpPr>
              <a:xfrm>
                <a:off x="7930586" y="614285"/>
                <a:ext cx="3353441" cy="1177732"/>
                <a:chOff x="7930586" y="614285"/>
                <a:chExt cx="3353441" cy="1177732"/>
              </a:xfrm>
            </p:grpSpPr>
            <p:sp>
              <p:nvSpPr>
                <p:cNvPr id="327" name="TextBox 326">
                  <a:extLst>
                    <a:ext uri="{FF2B5EF4-FFF2-40B4-BE49-F238E27FC236}">
                      <a16:creationId xmlns:a16="http://schemas.microsoft.com/office/drawing/2014/main" id="{55DC610A-715C-C747-B074-982589C8C70C}"/>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sp>
              <p:nvSpPr>
                <p:cNvPr id="329" name="TextBox 328">
                  <a:extLst>
                    <a:ext uri="{FF2B5EF4-FFF2-40B4-BE49-F238E27FC236}">
                      <a16:creationId xmlns:a16="http://schemas.microsoft.com/office/drawing/2014/main" id="{9141C30D-6919-76A6-3A73-F9691D8A8568}"/>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330" name="TextBox 329">
                  <a:extLst>
                    <a:ext uri="{FF2B5EF4-FFF2-40B4-BE49-F238E27FC236}">
                      <a16:creationId xmlns:a16="http://schemas.microsoft.com/office/drawing/2014/main" id="{7FC99417-5169-F38D-8375-BA12737D06DB}"/>
                    </a:ext>
                  </a:extLst>
                </p:cNvPr>
                <p:cNvSpPr txBox="1"/>
                <p:nvPr/>
              </p:nvSpPr>
              <p:spPr>
                <a:xfrm>
                  <a:off x="7930586" y="614285"/>
                  <a:ext cx="1826192" cy="646331"/>
                </a:xfrm>
                <a:prstGeom prst="rect">
                  <a:avLst/>
                </a:prstGeom>
                <a:noFill/>
              </p:spPr>
              <p:txBody>
                <a:bodyPr wrap="square" rtlCol="0">
                  <a:spAutoFit/>
                </a:bodyPr>
                <a:lstStyle/>
                <a:p>
                  <a:r>
                    <a:rPr lang="en-SG" b="1" dirty="0">
                      <a:solidFill>
                        <a:schemeClr val="tx2">
                          <a:lumMod val="50000"/>
                        </a:schemeClr>
                      </a:solidFill>
                    </a:rPr>
                    <a:t>Cirque Du Lune</a:t>
                  </a:r>
                </a:p>
                <a:p>
                  <a:endParaRPr lang="en-SG" b="1" dirty="0">
                    <a:solidFill>
                      <a:schemeClr val="tx2">
                        <a:lumMod val="50000"/>
                      </a:schemeClr>
                    </a:solidFill>
                  </a:endParaRPr>
                </a:p>
              </p:txBody>
            </p:sp>
            <p:sp>
              <p:nvSpPr>
                <p:cNvPr id="331" name="TextBox 330">
                  <a:extLst>
                    <a:ext uri="{FF2B5EF4-FFF2-40B4-BE49-F238E27FC236}">
                      <a16:creationId xmlns:a16="http://schemas.microsoft.com/office/drawing/2014/main" id="{D4177E8A-7BB4-2EEB-6B92-461A96771C4D}"/>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332" name="TextBox 331">
                  <a:extLst>
                    <a:ext uri="{FF2B5EF4-FFF2-40B4-BE49-F238E27FC236}">
                      <a16:creationId xmlns:a16="http://schemas.microsoft.com/office/drawing/2014/main" id="{AB2E27AA-804E-D4DE-2DBC-A9A4575BC56B}"/>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12:00 PM</a:t>
                  </a:r>
                </a:p>
              </p:txBody>
            </p:sp>
            <p:sp>
              <p:nvSpPr>
                <p:cNvPr id="333" name="TextBox 332">
                  <a:extLst>
                    <a:ext uri="{FF2B5EF4-FFF2-40B4-BE49-F238E27FC236}">
                      <a16:creationId xmlns:a16="http://schemas.microsoft.com/office/drawing/2014/main" id="{8931AA4F-87D4-72A9-BE09-6AF38BDE46E2}"/>
                    </a:ext>
                  </a:extLst>
                </p:cNvPr>
                <p:cNvSpPr txBox="1"/>
                <p:nvPr/>
              </p:nvSpPr>
              <p:spPr>
                <a:xfrm>
                  <a:off x="10046183" y="1449798"/>
                  <a:ext cx="1237844" cy="307777"/>
                </a:xfrm>
                <a:prstGeom prst="rect">
                  <a:avLst/>
                </a:prstGeom>
                <a:noFill/>
              </p:spPr>
              <p:txBody>
                <a:bodyPr wrap="square" rtlCol="0">
                  <a:spAutoFit/>
                </a:bodyPr>
                <a:lstStyle/>
                <a:p>
                  <a:r>
                    <a:rPr lang="en-SG" sz="1400" b="1" dirty="0">
                      <a:solidFill>
                        <a:schemeClr val="accent1"/>
                      </a:solidFill>
                    </a:rPr>
                    <a:t>Circus Circle</a:t>
                  </a:r>
                </a:p>
              </p:txBody>
            </p:sp>
          </p:grpSp>
        </p:grpSp>
        <p:pic>
          <p:nvPicPr>
            <p:cNvPr id="342" name="Picture 341">
              <a:extLst>
                <a:ext uri="{FF2B5EF4-FFF2-40B4-BE49-F238E27FC236}">
                  <a16:creationId xmlns:a16="http://schemas.microsoft.com/office/drawing/2014/main" id="{3F21944B-E846-644C-243E-563CC02EFCC2}"/>
                </a:ext>
              </a:extLst>
            </p:cNvPr>
            <p:cNvPicPr>
              <a:picLocks noChangeAspect="1"/>
            </p:cNvPicPr>
            <p:nvPr/>
          </p:nvPicPr>
          <p:blipFill>
            <a:blip r:embed="rId6"/>
            <a:stretch>
              <a:fillRect/>
            </a:stretch>
          </p:blipFill>
          <p:spPr>
            <a:xfrm>
              <a:off x="8417093" y="3594914"/>
              <a:ext cx="813824" cy="813824"/>
            </a:xfrm>
            <a:prstGeom prst="rect">
              <a:avLst/>
            </a:prstGeom>
          </p:spPr>
        </p:pic>
      </p:grpSp>
      <p:grpSp>
        <p:nvGrpSpPr>
          <p:cNvPr id="284" name="Group 283">
            <a:extLst>
              <a:ext uri="{FF2B5EF4-FFF2-40B4-BE49-F238E27FC236}">
                <a16:creationId xmlns:a16="http://schemas.microsoft.com/office/drawing/2014/main" id="{2291082D-7544-868A-44B0-2BD3282CCCA0}"/>
              </a:ext>
            </a:extLst>
          </p:cNvPr>
          <p:cNvGrpSpPr/>
          <p:nvPr/>
        </p:nvGrpSpPr>
        <p:grpSpPr>
          <a:xfrm>
            <a:off x="4064481" y="3594815"/>
            <a:ext cx="3720247" cy="1331334"/>
            <a:chOff x="4205770" y="3536881"/>
            <a:chExt cx="3720247" cy="1331334"/>
          </a:xfrm>
        </p:grpSpPr>
        <p:grpSp>
          <p:nvGrpSpPr>
            <p:cNvPr id="267" name="Group 266">
              <a:extLst>
                <a:ext uri="{FF2B5EF4-FFF2-40B4-BE49-F238E27FC236}">
                  <a16:creationId xmlns:a16="http://schemas.microsoft.com/office/drawing/2014/main" id="{86CF6A61-AC8A-C5B1-62FF-95F2A6C267D5}"/>
                </a:ext>
              </a:extLst>
            </p:cNvPr>
            <p:cNvGrpSpPr/>
            <p:nvPr/>
          </p:nvGrpSpPr>
          <p:grpSpPr>
            <a:xfrm>
              <a:off x="4205770" y="3536881"/>
              <a:ext cx="3720247" cy="1331334"/>
              <a:chOff x="4100301" y="701538"/>
              <a:chExt cx="3720247" cy="1331334"/>
            </a:xfrm>
          </p:grpSpPr>
          <p:grpSp>
            <p:nvGrpSpPr>
              <p:cNvPr id="269" name="Group 268">
                <a:extLst>
                  <a:ext uri="{FF2B5EF4-FFF2-40B4-BE49-F238E27FC236}">
                    <a16:creationId xmlns:a16="http://schemas.microsoft.com/office/drawing/2014/main" id="{FFEE3BA0-7AE0-17EC-6B26-1864170823D7}"/>
                  </a:ext>
                </a:extLst>
              </p:cNvPr>
              <p:cNvGrpSpPr/>
              <p:nvPr/>
            </p:nvGrpSpPr>
            <p:grpSpPr>
              <a:xfrm>
                <a:off x="4100301" y="701538"/>
                <a:ext cx="3720247" cy="1331334"/>
                <a:chOff x="107367" y="676770"/>
                <a:chExt cx="3720247" cy="1331334"/>
              </a:xfrm>
            </p:grpSpPr>
            <p:grpSp>
              <p:nvGrpSpPr>
                <p:cNvPr id="271" name="Group 270">
                  <a:extLst>
                    <a:ext uri="{FF2B5EF4-FFF2-40B4-BE49-F238E27FC236}">
                      <a16:creationId xmlns:a16="http://schemas.microsoft.com/office/drawing/2014/main" id="{C25B99CA-A546-CF5F-9875-9344CFF1ABEB}"/>
                    </a:ext>
                  </a:extLst>
                </p:cNvPr>
                <p:cNvGrpSpPr/>
                <p:nvPr/>
              </p:nvGrpSpPr>
              <p:grpSpPr>
                <a:xfrm>
                  <a:off x="107367" y="676770"/>
                  <a:ext cx="3720247" cy="1331334"/>
                  <a:chOff x="78866" y="1588072"/>
                  <a:chExt cx="3720247" cy="1331334"/>
                </a:xfrm>
              </p:grpSpPr>
              <p:sp>
                <p:nvSpPr>
                  <p:cNvPr id="273" name="Rectangle: Rounded Corners 272">
                    <a:extLst>
                      <a:ext uri="{FF2B5EF4-FFF2-40B4-BE49-F238E27FC236}">
                        <a16:creationId xmlns:a16="http://schemas.microsoft.com/office/drawing/2014/main" id="{B50CE753-57CB-7274-2821-A9FBD3D8CD42}"/>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a:t>`</a:t>
                    </a:r>
                    <a:endParaRPr lang="en-SG" dirty="0"/>
                  </a:p>
                </p:txBody>
              </p:sp>
              <p:grpSp>
                <p:nvGrpSpPr>
                  <p:cNvPr id="274" name="Group 273">
                    <a:extLst>
                      <a:ext uri="{FF2B5EF4-FFF2-40B4-BE49-F238E27FC236}">
                        <a16:creationId xmlns:a16="http://schemas.microsoft.com/office/drawing/2014/main" id="{D3D743C7-7BE1-1AD5-6EB7-9BC43F949DFF}"/>
                      </a:ext>
                    </a:extLst>
                  </p:cNvPr>
                  <p:cNvGrpSpPr/>
                  <p:nvPr/>
                </p:nvGrpSpPr>
                <p:grpSpPr>
                  <a:xfrm>
                    <a:off x="159359" y="1612729"/>
                    <a:ext cx="3639754" cy="1261118"/>
                    <a:chOff x="159359" y="1612729"/>
                    <a:chExt cx="3639754" cy="1261118"/>
                  </a:xfrm>
                </p:grpSpPr>
                <p:sp>
                  <p:nvSpPr>
                    <p:cNvPr id="275" name="TextBox 274">
                      <a:extLst>
                        <a:ext uri="{FF2B5EF4-FFF2-40B4-BE49-F238E27FC236}">
                          <a16:creationId xmlns:a16="http://schemas.microsoft.com/office/drawing/2014/main" id="{AFAFD5C2-89E0-2213-C6CA-3F97B353FBE4}"/>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76" name="Group 275">
                      <a:extLst>
                        <a:ext uri="{FF2B5EF4-FFF2-40B4-BE49-F238E27FC236}">
                          <a16:creationId xmlns:a16="http://schemas.microsoft.com/office/drawing/2014/main" id="{BB523D20-EC5D-99BF-CC16-A6164C0EF5B7}"/>
                        </a:ext>
                      </a:extLst>
                    </p:cNvPr>
                    <p:cNvGrpSpPr/>
                    <p:nvPr/>
                  </p:nvGrpSpPr>
                  <p:grpSpPr>
                    <a:xfrm>
                      <a:off x="159359" y="1612729"/>
                      <a:ext cx="2971657" cy="1261118"/>
                      <a:chOff x="159359" y="1612729"/>
                      <a:chExt cx="2971657" cy="1261118"/>
                    </a:xfrm>
                  </p:grpSpPr>
                  <p:sp>
                    <p:nvSpPr>
                      <p:cNvPr id="277" name="TextBox 276">
                        <a:extLst>
                          <a:ext uri="{FF2B5EF4-FFF2-40B4-BE49-F238E27FC236}">
                            <a16:creationId xmlns:a16="http://schemas.microsoft.com/office/drawing/2014/main" id="{24989438-B58B-DFE3-76D2-0AA6A8D9D238}"/>
                          </a:ext>
                        </a:extLst>
                      </p:cNvPr>
                      <p:cNvSpPr txBox="1"/>
                      <p:nvPr/>
                    </p:nvSpPr>
                    <p:spPr>
                      <a:xfrm>
                        <a:off x="159359" y="1612729"/>
                        <a:ext cx="1556953" cy="369332"/>
                      </a:xfrm>
                      <a:prstGeom prst="rect">
                        <a:avLst/>
                      </a:prstGeom>
                      <a:noFill/>
                    </p:spPr>
                    <p:txBody>
                      <a:bodyPr wrap="square" rtlCol="0">
                        <a:spAutoFit/>
                      </a:bodyPr>
                      <a:lstStyle/>
                      <a:p>
                        <a:r>
                          <a:rPr lang="en-SG" b="1" dirty="0">
                            <a:solidFill>
                              <a:schemeClr val="tx2">
                                <a:lumMod val="50000"/>
                              </a:schemeClr>
                            </a:solidFill>
                          </a:rPr>
                          <a:t>Bakes n Love</a:t>
                        </a:r>
                      </a:p>
                    </p:txBody>
                  </p:sp>
                  <p:sp>
                    <p:nvSpPr>
                      <p:cNvPr id="278" name="TextBox 277">
                        <a:extLst>
                          <a:ext uri="{FF2B5EF4-FFF2-40B4-BE49-F238E27FC236}">
                            <a16:creationId xmlns:a16="http://schemas.microsoft.com/office/drawing/2014/main" id="{91513D5C-7268-0D87-6DFC-176C7DA0036D}"/>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79" name="TextBox 278">
                        <a:extLst>
                          <a:ext uri="{FF2B5EF4-FFF2-40B4-BE49-F238E27FC236}">
                            <a16:creationId xmlns:a16="http://schemas.microsoft.com/office/drawing/2014/main" id="{E51F7CAC-9646-2E72-2A97-56C6297D9F32}"/>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&lt;1 min</a:t>
                        </a:r>
                      </a:p>
                    </p:txBody>
                  </p:sp>
                </p:grpSp>
              </p:grpSp>
            </p:grpSp>
            <p:sp>
              <p:nvSpPr>
                <p:cNvPr id="272" name="TextBox 271">
                  <a:extLst>
                    <a:ext uri="{FF2B5EF4-FFF2-40B4-BE49-F238E27FC236}">
                      <a16:creationId xmlns:a16="http://schemas.microsoft.com/office/drawing/2014/main" id="{14C3854E-CB13-B99B-8548-724E25058CF7}"/>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270" name="Picture 269" descr="A green person silhouette on a black background&#10;&#10;AI-generated content may be incorrect.">
                <a:extLst>
                  <a:ext uri="{FF2B5EF4-FFF2-40B4-BE49-F238E27FC236}">
                    <a16:creationId xmlns:a16="http://schemas.microsoft.com/office/drawing/2014/main" id="{D2222DC9-9445-E7F8-9603-1CDB2076774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283" name="Picture 282">
              <a:extLst>
                <a:ext uri="{FF2B5EF4-FFF2-40B4-BE49-F238E27FC236}">
                  <a16:creationId xmlns:a16="http://schemas.microsoft.com/office/drawing/2014/main" id="{F7DEC97F-0A81-580D-CA1A-12EE7E726A09}"/>
                </a:ext>
              </a:extLst>
            </p:cNvPr>
            <p:cNvPicPr>
              <a:picLocks noChangeAspect="1"/>
            </p:cNvPicPr>
            <p:nvPr/>
          </p:nvPicPr>
          <p:blipFill>
            <a:blip r:embed="rId8"/>
            <a:stretch>
              <a:fillRect/>
            </a:stretch>
          </p:blipFill>
          <p:spPr>
            <a:xfrm>
              <a:off x="4788294" y="4008502"/>
              <a:ext cx="724368" cy="724368"/>
            </a:xfrm>
            <a:prstGeom prst="rect">
              <a:avLst/>
            </a:prstGeom>
          </p:spPr>
        </p:pic>
      </p:grpSp>
      <p:grpSp>
        <p:nvGrpSpPr>
          <p:cNvPr id="246" name="Group 245">
            <a:extLst>
              <a:ext uri="{FF2B5EF4-FFF2-40B4-BE49-F238E27FC236}">
                <a16:creationId xmlns:a16="http://schemas.microsoft.com/office/drawing/2014/main" id="{746A8301-C35C-1028-9698-FCAAB9C24DD4}"/>
              </a:ext>
            </a:extLst>
          </p:cNvPr>
          <p:cNvGrpSpPr/>
          <p:nvPr/>
        </p:nvGrpSpPr>
        <p:grpSpPr>
          <a:xfrm>
            <a:off x="107367" y="2156298"/>
            <a:ext cx="3720247" cy="1331334"/>
            <a:chOff x="107367" y="3598419"/>
            <a:chExt cx="3720247" cy="1331334"/>
          </a:xfrm>
        </p:grpSpPr>
        <p:grpSp>
          <p:nvGrpSpPr>
            <p:cNvPr id="245" name="Group 244">
              <a:extLst>
                <a:ext uri="{FF2B5EF4-FFF2-40B4-BE49-F238E27FC236}">
                  <a16:creationId xmlns:a16="http://schemas.microsoft.com/office/drawing/2014/main" id="{83180927-5CD7-C6E5-349D-A9B8A0A9B60C}"/>
                </a:ext>
              </a:extLst>
            </p:cNvPr>
            <p:cNvGrpSpPr/>
            <p:nvPr/>
          </p:nvGrpSpPr>
          <p:grpSpPr>
            <a:xfrm>
              <a:off x="107367" y="3598419"/>
              <a:ext cx="3720247" cy="1331334"/>
              <a:chOff x="107367" y="3598419"/>
              <a:chExt cx="3720247" cy="1331334"/>
            </a:xfrm>
          </p:grpSpPr>
          <p:grpSp>
            <p:nvGrpSpPr>
              <p:cNvPr id="225" name="Group 224">
                <a:extLst>
                  <a:ext uri="{FF2B5EF4-FFF2-40B4-BE49-F238E27FC236}">
                    <a16:creationId xmlns:a16="http://schemas.microsoft.com/office/drawing/2014/main" id="{553CB7F1-D7B6-D905-B5FB-873FB749572F}"/>
                  </a:ext>
                </a:extLst>
              </p:cNvPr>
              <p:cNvGrpSpPr/>
              <p:nvPr/>
            </p:nvGrpSpPr>
            <p:grpSpPr>
              <a:xfrm>
                <a:off x="107367" y="3598419"/>
                <a:ext cx="3720247" cy="1331334"/>
                <a:chOff x="4100301" y="701538"/>
                <a:chExt cx="3720247" cy="1331334"/>
              </a:xfrm>
            </p:grpSpPr>
            <p:grpSp>
              <p:nvGrpSpPr>
                <p:cNvPr id="227" name="Group 226">
                  <a:extLst>
                    <a:ext uri="{FF2B5EF4-FFF2-40B4-BE49-F238E27FC236}">
                      <a16:creationId xmlns:a16="http://schemas.microsoft.com/office/drawing/2014/main" id="{F55C995E-3800-4BB5-5AE2-11DD89B7F9AC}"/>
                    </a:ext>
                  </a:extLst>
                </p:cNvPr>
                <p:cNvGrpSpPr/>
                <p:nvPr/>
              </p:nvGrpSpPr>
              <p:grpSpPr>
                <a:xfrm>
                  <a:off x="4100301" y="701538"/>
                  <a:ext cx="3720247" cy="1331334"/>
                  <a:chOff x="107367" y="676770"/>
                  <a:chExt cx="3720247" cy="1331334"/>
                </a:xfrm>
              </p:grpSpPr>
              <p:grpSp>
                <p:nvGrpSpPr>
                  <p:cNvPr id="229" name="Group 228">
                    <a:extLst>
                      <a:ext uri="{FF2B5EF4-FFF2-40B4-BE49-F238E27FC236}">
                        <a16:creationId xmlns:a16="http://schemas.microsoft.com/office/drawing/2014/main" id="{03B65ADB-4CDD-E463-F01D-7D6297800A1B}"/>
                      </a:ext>
                    </a:extLst>
                  </p:cNvPr>
                  <p:cNvGrpSpPr/>
                  <p:nvPr/>
                </p:nvGrpSpPr>
                <p:grpSpPr>
                  <a:xfrm>
                    <a:off x="107367" y="676770"/>
                    <a:ext cx="3720247" cy="1331334"/>
                    <a:chOff x="78866" y="1588072"/>
                    <a:chExt cx="3720247" cy="1331334"/>
                  </a:xfrm>
                </p:grpSpPr>
                <p:sp>
                  <p:nvSpPr>
                    <p:cNvPr id="231" name="Rectangle: Rounded Corners 230">
                      <a:extLst>
                        <a:ext uri="{FF2B5EF4-FFF2-40B4-BE49-F238E27FC236}">
                          <a16:creationId xmlns:a16="http://schemas.microsoft.com/office/drawing/2014/main" id="{259F54B9-0461-FF9E-1604-573FA7DA3ECD}"/>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232" name="Group 231">
                      <a:extLst>
                        <a:ext uri="{FF2B5EF4-FFF2-40B4-BE49-F238E27FC236}">
                          <a16:creationId xmlns:a16="http://schemas.microsoft.com/office/drawing/2014/main" id="{9D3B20EC-B8D9-CC91-C8CB-95672FA83BAA}"/>
                        </a:ext>
                      </a:extLst>
                    </p:cNvPr>
                    <p:cNvGrpSpPr/>
                    <p:nvPr/>
                  </p:nvGrpSpPr>
                  <p:grpSpPr>
                    <a:xfrm>
                      <a:off x="155765" y="1613114"/>
                      <a:ext cx="3643348" cy="1260733"/>
                      <a:chOff x="155765" y="1613114"/>
                      <a:chExt cx="3643348" cy="1260733"/>
                    </a:xfrm>
                  </p:grpSpPr>
                  <p:sp>
                    <p:nvSpPr>
                      <p:cNvPr id="233" name="TextBox 232">
                        <a:extLst>
                          <a:ext uri="{FF2B5EF4-FFF2-40B4-BE49-F238E27FC236}">
                            <a16:creationId xmlns:a16="http://schemas.microsoft.com/office/drawing/2014/main" id="{B3F42EF5-4712-E2D4-AB1B-3FE8B4700127}"/>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34" name="Group 233">
                        <a:extLst>
                          <a:ext uri="{FF2B5EF4-FFF2-40B4-BE49-F238E27FC236}">
                            <a16:creationId xmlns:a16="http://schemas.microsoft.com/office/drawing/2014/main" id="{201325A3-6ABC-F8FD-58EF-BB27C27D5326}"/>
                          </a:ext>
                        </a:extLst>
                      </p:cNvPr>
                      <p:cNvGrpSpPr/>
                      <p:nvPr/>
                    </p:nvGrpSpPr>
                    <p:grpSpPr>
                      <a:xfrm>
                        <a:off x="155765" y="1613114"/>
                        <a:ext cx="2975251" cy="1260733"/>
                        <a:chOff x="155765" y="1613114"/>
                        <a:chExt cx="2975251" cy="1260733"/>
                      </a:xfrm>
                    </p:grpSpPr>
                    <p:sp>
                      <p:nvSpPr>
                        <p:cNvPr id="235" name="TextBox 234">
                          <a:extLst>
                            <a:ext uri="{FF2B5EF4-FFF2-40B4-BE49-F238E27FC236}">
                              <a16:creationId xmlns:a16="http://schemas.microsoft.com/office/drawing/2014/main" id="{06A91689-8F7E-2994-2C2A-70F1AF4A61D6}"/>
                            </a:ext>
                          </a:extLst>
                        </p:cNvPr>
                        <p:cNvSpPr txBox="1"/>
                        <p:nvPr/>
                      </p:nvSpPr>
                      <p:spPr>
                        <a:xfrm>
                          <a:off x="155765" y="1613114"/>
                          <a:ext cx="1927117" cy="369332"/>
                        </a:xfrm>
                        <a:prstGeom prst="rect">
                          <a:avLst/>
                        </a:prstGeom>
                        <a:noFill/>
                      </p:spPr>
                      <p:txBody>
                        <a:bodyPr wrap="square" rtlCol="0">
                          <a:spAutoFit/>
                        </a:bodyPr>
                        <a:lstStyle/>
                        <a:p>
                          <a:r>
                            <a:rPr lang="en-SG" b="1" dirty="0">
                              <a:solidFill>
                                <a:schemeClr val="tx2">
                                  <a:lumMod val="50000"/>
                                </a:schemeClr>
                              </a:solidFill>
                            </a:rPr>
                            <a:t>Merry Go Round</a:t>
                          </a:r>
                        </a:p>
                      </p:txBody>
                    </p:sp>
                    <p:sp>
                      <p:nvSpPr>
                        <p:cNvPr id="236" name="TextBox 235">
                          <a:extLst>
                            <a:ext uri="{FF2B5EF4-FFF2-40B4-BE49-F238E27FC236}">
                              <a16:creationId xmlns:a16="http://schemas.microsoft.com/office/drawing/2014/main" id="{51B9CD06-8679-28BF-03A8-6241FB90B2CF}"/>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37" name="TextBox 236">
                          <a:extLst>
                            <a:ext uri="{FF2B5EF4-FFF2-40B4-BE49-F238E27FC236}">
                              <a16:creationId xmlns:a16="http://schemas.microsoft.com/office/drawing/2014/main" id="{D56EA2BB-DD4E-EAF0-C052-D32006092103}"/>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~10 mins</a:t>
                          </a:r>
                        </a:p>
                      </p:txBody>
                    </p:sp>
                  </p:grpSp>
                </p:grpSp>
              </p:grpSp>
              <p:sp>
                <p:nvSpPr>
                  <p:cNvPr id="230" name="TextBox 229">
                    <a:extLst>
                      <a:ext uri="{FF2B5EF4-FFF2-40B4-BE49-F238E27FC236}">
                        <a16:creationId xmlns:a16="http://schemas.microsoft.com/office/drawing/2014/main" id="{81DF380E-98AA-D1F5-C1A2-E20925F38B2D}"/>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228" name="Picture 227" descr="A green person silhouette on a black background&#10;&#10;AI-generated content may be incorrect.">
                  <a:extLst>
                    <a:ext uri="{FF2B5EF4-FFF2-40B4-BE49-F238E27FC236}">
                      <a16:creationId xmlns:a16="http://schemas.microsoft.com/office/drawing/2014/main" id="{FECF3ADD-5F61-2558-6921-FB952C783D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242" name="Picture 241">
                <a:extLst>
                  <a:ext uri="{FF2B5EF4-FFF2-40B4-BE49-F238E27FC236}">
                    <a16:creationId xmlns:a16="http://schemas.microsoft.com/office/drawing/2014/main" id="{87CCAA1A-94A9-29F1-1796-D32A0B77C492}"/>
                  </a:ext>
                </a:extLst>
              </p:cNvPr>
              <p:cNvPicPr>
                <a:picLocks noChangeAspect="1"/>
              </p:cNvPicPr>
              <p:nvPr/>
            </p:nvPicPr>
            <p:blipFill>
              <a:blip r:embed="rId9"/>
              <a:stretch>
                <a:fillRect/>
              </a:stretch>
            </p:blipFill>
            <p:spPr>
              <a:xfrm>
                <a:off x="678545" y="4022645"/>
                <a:ext cx="782190" cy="782190"/>
              </a:xfrm>
              <a:prstGeom prst="rect">
                <a:avLst/>
              </a:prstGeom>
            </p:spPr>
          </p:pic>
        </p:grpSp>
        <p:pic>
          <p:nvPicPr>
            <p:cNvPr id="238" name="Picture 237" descr="A green person silhouette on a black background&#10;&#10;AI-generated content may be incorrect.">
              <a:extLst>
                <a:ext uri="{FF2B5EF4-FFF2-40B4-BE49-F238E27FC236}">
                  <a16:creationId xmlns:a16="http://schemas.microsoft.com/office/drawing/2014/main" id="{1257D501-9C2D-3870-B665-1690BD13321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03386" y="3912607"/>
              <a:ext cx="449084" cy="449084"/>
            </a:xfrm>
            <a:prstGeom prst="rect">
              <a:avLst/>
            </a:prstGeom>
          </p:spPr>
        </p:pic>
      </p:grpSp>
      <p:sp>
        <p:nvSpPr>
          <p:cNvPr id="205" name="Rectangle 204">
            <a:extLst>
              <a:ext uri="{FF2B5EF4-FFF2-40B4-BE49-F238E27FC236}">
                <a16:creationId xmlns:a16="http://schemas.microsoft.com/office/drawing/2014/main" id="{01ACF47F-ED64-60F8-33F4-28CE2D628F92}"/>
              </a:ext>
            </a:extLst>
          </p:cNvPr>
          <p:cNvSpPr/>
          <p:nvPr/>
        </p:nvSpPr>
        <p:spPr>
          <a:xfrm>
            <a:off x="3216648" y="421166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5" name="TextBox 84">
            <a:extLst>
              <a:ext uri="{FF2B5EF4-FFF2-40B4-BE49-F238E27FC236}">
                <a16:creationId xmlns:a16="http://schemas.microsoft.com/office/drawing/2014/main" id="{592AC7D7-C76A-63CF-D1B6-04BCB433A2FB}"/>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11:01 AM</a:t>
            </a:r>
          </a:p>
        </p:txBody>
      </p:sp>
      <p:grpSp>
        <p:nvGrpSpPr>
          <p:cNvPr id="194" name="Group 193">
            <a:extLst>
              <a:ext uri="{FF2B5EF4-FFF2-40B4-BE49-F238E27FC236}">
                <a16:creationId xmlns:a16="http://schemas.microsoft.com/office/drawing/2014/main" id="{6A39247B-277E-3CDB-FEB6-7DC2F3352351}"/>
              </a:ext>
            </a:extLst>
          </p:cNvPr>
          <p:cNvGrpSpPr/>
          <p:nvPr/>
        </p:nvGrpSpPr>
        <p:grpSpPr>
          <a:xfrm>
            <a:off x="107367" y="689416"/>
            <a:ext cx="3720247" cy="1331334"/>
            <a:chOff x="107367" y="2142193"/>
            <a:chExt cx="3720247" cy="1331334"/>
          </a:xfrm>
        </p:grpSpPr>
        <p:grpSp>
          <p:nvGrpSpPr>
            <p:cNvPr id="94" name="Group 93">
              <a:extLst>
                <a:ext uri="{FF2B5EF4-FFF2-40B4-BE49-F238E27FC236}">
                  <a16:creationId xmlns:a16="http://schemas.microsoft.com/office/drawing/2014/main" id="{451134A5-A685-554C-6EEB-8D1A511CEB66}"/>
                </a:ext>
              </a:extLst>
            </p:cNvPr>
            <p:cNvGrpSpPr/>
            <p:nvPr/>
          </p:nvGrpSpPr>
          <p:grpSpPr>
            <a:xfrm>
              <a:off x="107367" y="2142193"/>
              <a:ext cx="3720247" cy="1331334"/>
              <a:chOff x="107367" y="2142193"/>
              <a:chExt cx="3720247" cy="1331334"/>
            </a:xfrm>
          </p:grpSpPr>
          <p:grpSp>
            <p:nvGrpSpPr>
              <p:cNvPr id="69" name="Group 68">
                <a:extLst>
                  <a:ext uri="{FF2B5EF4-FFF2-40B4-BE49-F238E27FC236}">
                    <a16:creationId xmlns:a16="http://schemas.microsoft.com/office/drawing/2014/main" id="{57AF4D39-0902-F8E2-56CA-DE58D0E05B79}"/>
                  </a:ext>
                </a:extLst>
              </p:cNvPr>
              <p:cNvGrpSpPr/>
              <p:nvPr/>
            </p:nvGrpSpPr>
            <p:grpSpPr>
              <a:xfrm>
                <a:off x="107367" y="2142193"/>
                <a:ext cx="3720247" cy="1331334"/>
                <a:chOff x="107366" y="2104595"/>
                <a:chExt cx="3720247" cy="1331334"/>
              </a:xfrm>
            </p:grpSpPr>
            <p:grpSp>
              <p:nvGrpSpPr>
                <p:cNvPr id="34" name="Group 33">
                  <a:extLst>
                    <a:ext uri="{FF2B5EF4-FFF2-40B4-BE49-F238E27FC236}">
                      <a16:creationId xmlns:a16="http://schemas.microsoft.com/office/drawing/2014/main" id="{D7EC38E6-9DC8-81B0-B633-886C81F8724C}"/>
                    </a:ext>
                  </a:extLst>
                </p:cNvPr>
                <p:cNvGrpSpPr/>
                <p:nvPr/>
              </p:nvGrpSpPr>
              <p:grpSpPr>
                <a:xfrm>
                  <a:off x="107366" y="2104595"/>
                  <a:ext cx="3720247" cy="1331334"/>
                  <a:chOff x="78866" y="1588072"/>
                  <a:chExt cx="3720247" cy="1331334"/>
                </a:xfrm>
              </p:grpSpPr>
              <p:sp>
                <p:nvSpPr>
                  <p:cNvPr id="35" name="Rectangle: Rounded Corners 34">
                    <a:extLst>
                      <a:ext uri="{FF2B5EF4-FFF2-40B4-BE49-F238E27FC236}">
                        <a16:creationId xmlns:a16="http://schemas.microsoft.com/office/drawing/2014/main" id="{9F00963F-9F19-0A5A-1A7C-274CA2D8087E}"/>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36" name="Group 35">
                    <a:extLst>
                      <a:ext uri="{FF2B5EF4-FFF2-40B4-BE49-F238E27FC236}">
                        <a16:creationId xmlns:a16="http://schemas.microsoft.com/office/drawing/2014/main" id="{D9E0B8DE-9779-3D4F-E47F-B6EBCD2C31D2}"/>
                      </a:ext>
                    </a:extLst>
                  </p:cNvPr>
                  <p:cNvGrpSpPr/>
                  <p:nvPr/>
                </p:nvGrpSpPr>
                <p:grpSpPr>
                  <a:xfrm>
                    <a:off x="173207" y="1610398"/>
                    <a:ext cx="3625906" cy="1263449"/>
                    <a:chOff x="173207" y="1610398"/>
                    <a:chExt cx="3625906" cy="1263449"/>
                  </a:xfrm>
                </p:grpSpPr>
                <p:sp>
                  <p:nvSpPr>
                    <p:cNvPr id="37" name="TextBox 36">
                      <a:extLst>
                        <a:ext uri="{FF2B5EF4-FFF2-40B4-BE49-F238E27FC236}">
                          <a16:creationId xmlns:a16="http://schemas.microsoft.com/office/drawing/2014/main" id="{99871CC5-87CC-337C-F845-055A40E091A6}"/>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38" name="Group 37">
                      <a:extLst>
                        <a:ext uri="{FF2B5EF4-FFF2-40B4-BE49-F238E27FC236}">
                          <a16:creationId xmlns:a16="http://schemas.microsoft.com/office/drawing/2014/main" id="{0771168C-E59F-1A71-E6D0-8A376A86CDAA}"/>
                        </a:ext>
                      </a:extLst>
                    </p:cNvPr>
                    <p:cNvGrpSpPr/>
                    <p:nvPr/>
                  </p:nvGrpSpPr>
                  <p:grpSpPr>
                    <a:xfrm>
                      <a:off x="173207" y="1610398"/>
                      <a:ext cx="2957809" cy="1263449"/>
                      <a:chOff x="173207" y="1610398"/>
                      <a:chExt cx="2957809" cy="1263449"/>
                    </a:xfrm>
                  </p:grpSpPr>
                  <p:sp>
                    <p:nvSpPr>
                      <p:cNvPr id="40" name="TextBox 39">
                        <a:extLst>
                          <a:ext uri="{FF2B5EF4-FFF2-40B4-BE49-F238E27FC236}">
                            <a16:creationId xmlns:a16="http://schemas.microsoft.com/office/drawing/2014/main" id="{D3C933B5-A79F-D86D-F1BD-FA8453FFC597}"/>
                          </a:ext>
                        </a:extLst>
                      </p:cNvPr>
                      <p:cNvSpPr txBox="1"/>
                      <p:nvPr/>
                    </p:nvSpPr>
                    <p:spPr>
                      <a:xfrm>
                        <a:off x="173207" y="1610398"/>
                        <a:ext cx="1102790" cy="369332"/>
                      </a:xfrm>
                      <a:prstGeom prst="rect">
                        <a:avLst/>
                      </a:prstGeom>
                      <a:noFill/>
                    </p:spPr>
                    <p:txBody>
                      <a:bodyPr wrap="square" rtlCol="0">
                        <a:spAutoFit/>
                      </a:bodyPr>
                      <a:lstStyle/>
                      <a:p>
                        <a:r>
                          <a:rPr lang="en-SG" b="1" dirty="0">
                            <a:solidFill>
                              <a:schemeClr val="tx2">
                                <a:lumMod val="50000"/>
                              </a:schemeClr>
                            </a:solidFill>
                          </a:rPr>
                          <a:t>Typhoon</a:t>
                        </a:r>
                      </a:p>
                    </p:txBody>
                  </p:sp>
                  <p:sp>
                    <p:nvSpPr>
                      <p:cNvPr id="43" name="TextBox 42">
                        <a:extLst>
                          <a:ext uri="{FF2B5EF4-FFF2-40B4-BE49-F238E27FC236}">
                            <a16:creationId xmlns:a16="http://schemas.microsoft.com/office/drawing/2014/main" id="{1B256B1D-6B78-EECD-3E4F-7727AF553B27}"/>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48" name="TextBox 47">
                        <a:extLst>
                          <a:ext uri="{FF2B5EF4-FFF2-40B4-BE49-F238E27FC236}">
                            <a16:creationId xmlns:a16="http://schemas.microsoft.com/office/drawing/2014/main" id="{B4B45EA7-B57A-6B65-5C83-4A929C683D84}"/>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3"/>
                            </a:solidFill>
                          </a:rPr>
                          <a:t>~ 25 mins</a:t>
                        </a:r>
                      </a:p>
                    </p:txBody>
                  </p:sp>
                </p:grpSp>
              </p:grpSp>
            </p:grpSp>
            <p:pic>
              <p:nvPicPr>
                <p:cNvPr id="68" name="Picture 67" descr="A yellow person silhouette on a black background&#10;&#10;AI-generated content may be incorrect.">
                  <a:extLst>
                    <a:ext uri="{FF2B5EF4-FFF2-40B4-BE49-F238E27FC236}">
                      <a16:creationId xmlns:a16="http://schemas.microsoft.com/office/drawing/2014/main" id="{5E0DB160-0AA0-A34D-06BD-0D337145126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71468" y="2412758"/>
                  <a:ext cx="449085" cy="449085"/>
                </a:xfrm>
                <a:prstGeom prst="rect">
                  <a:avLst/>
                </a:prstGeom>
              </p:spPr>
            </p:pic>
            <p:pic>
              <p:nvPicPr>
                <p:cNvPr id="67" name="Picture 66" descr="A yellow person silhouette on a black background&#10;&#10;AI-generated content may be incorrect.">
                  <a:extLst>
                    <a:ext uri="{FF2B5EF4-FFF2-40B4-BE49-F238E27FC236}">
                      <a16:creationId xmlns:a16="http://schemas.microsoft.com/office/drawing/2014/main" id="{C7E87D25-C82B-4A89-D900-2BF3B1F7B1E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96732" y="2415898"/>
                  <a:ext cx="449085" cy="449085"/>
                </a:xfrm>
                <a:prstGeom prst="rect">
                  <a:avLst/>
                </a:prstGeom>
              </p:spPr>
            </p:pic>
            <p:pic>
              <p:nvPicPr>
                <p:cNvPr id="21" name="Picture 20" descr="A yellow person silhouette on a black background&#10;&#10;AI-generated content may be incorrect.">
                  <a:extLst>
                    <a:ext uri="{FF2B5EF4-FFF2-40B4-BE49-F238E27FC236}">
                      <a16:creationId xmlns:a16="http://schemas.microsoft.com/office/drawing/2014/main" id="{3035CE93-3CA0-8598-84E1-67B3DF64FD6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24044" y="2415900"/>
                  <a:ext cx="449085" cy="449085"/>
                </a:xfrm>
                <a:prstGeom prst="rect">
                  <a:avLst/>
                </a:prstGeom>
              </p:spPr>
            </p:pic>
          </p:grpSp>
          <p:sp>
            <p:nvSpPr>
              <p:cNvPr id="92" name="TextBox 91">
                <a:extLst>
                  <a:ext uri="{FF2B5EF4-FFF2-40B4-BE49-F238E27FC236}">
                    <a16:creationId xmlns:a16="http://schemas.microsoft.com/office/drawing/2014/main" id="{A87237F0-F686-931F-B432-A37AD916230F}"/>
                  </a:ext>
                </a:extLst>
              </p:cNvPr>
              <p:cNvSpPr txBox="1"/>
              <p:nvPr/>
            </p:nvSpPr>
            <p:spPr>
              <a:xfrm>
                <a:off x="281771" y="2534198"/>
                <a:ext cx="1605062" cy="830265"/>
              </a:xfrm>
              <a:prstGeom prst="rect">
                <a:avLst/>
              </a:prstGeom>
              <a:noFill/>
              <a:ln>
                <a:solidFill>
                  <a:srgbClr val="2F3C7E"/>
                </a:solidFill>
              </a:ln>
            </p:spPr>
            <p:txBody>
              <a:bodyPr wrap="square" rtlCol="0">
                <a:spAutoFit/>
              </a:bodyPr>
              <a:lstStyle/>
              <a:p>
                <a:endParaRPr lang="en-SG" dirty="0"/>
              </a:p>
            </p:txBody>
          </p:sp>
        </p:grpSp>
        <p:pic>
          <p:nvPicPr>
            <p:cNvPr id="90" name="Picture 89">
              <a:extLst>
                <a:ext uri="{FF2B5EF4-FFF2-40B4-BE49-F238E27FC236}">
                  <a16:creationId xmlns:a16="http://schemas.microsoft.com/office/drawing/2014/main" id="{5FC39FF9-4C49-F360-1101-E2028504EDFF}"/>
                </a:ext>
              </a:extLst>
            </p:cNvPr>
            <p:cNvPicPr>
              <a:picLocks noChangeAspect="1"/>
            </p:cNvPicPr>
            <p:nvPr/>
          </p:nvPicPr>
          <p:blipFill>
            <a:blip r:embed="rId11"/>
            <a:stretch>
              <a:fillRect/>
            </a:stretch>
          </p:blipFill>
          <p:spPr>
            <a:xfrm>
              <a:off x="662055" y="2543705"/>
              <a:ext cx="852090" cy="814520"/>
            </a:xfrm>
            <a:prstGeom prst="rect">
              <a:avLst/>
            </a:prstGeom>
            <a:ln>
              <a:noFill/>
            </a:ln>
          </p:spPr>
        </p:pic>
      </p:grpSp>
      <p:grpSp>
        <p:nvGrpSpPr>
          <p:cNvPr id="191" name="Group 190">
            <a:extLst>
              <a:ext uri="{FF2B5EF4-FFF2-40B4-BE49-F238E27FC236}">
                <a16:creationId xmlns:a16="http://schemas.microsoft.com/office/drawing/2014/main" id="{1985B17D-750E-D768-2482-6883576D3FF6}"/>
              </a:ext>
            </a:extLst>
          </p:cNvPr>
          <p:cNvGrpSpPr/>
          <p:nvPr/>
        </p:nvGrpSpPr>
        <p:grpSpPr>
          <a:xfrm>
            <a:off x="4064481" y="2147454"/>
            <a:ext cx="3720247" cy="1331334"/>
            <a:chOff x="4100301" y="2166961"/>
            <a:chExt cx="3720247" cy="1331334"/>
          </a:xfrm>
        </p:grpSpPr>
        <p:grpSp>
          <p:nvGrpSpPr>
            <p:cNvPr id="149" name="Group 148">
              <a:extLst>
                <a:ext uri="{FF2B5EF4-FFF2-40B4-BE49-F238E27FC236}">
                  <a16:creationId xmlns:a16="http://schemas.microsoft.com/office/drawing/2014/main" id="{936ABC67-59A3-DA0D-3455-C7C6F1B9091C}"/>
                </a:ext>
              </a:extLst>
            </p:cNvPr>
            <p:cNvGrpSpPr/>
            <p:nvPr/>
          </p:nvGrpSpPr>
          <p:grpSpPr>
            <a:xfrm>
              <a:off x="4100301" y="2166961"/>
              <a:ext cx="3720247" cy="1331334"/>
              <a:chOff x="4100301" y="701538"/>
              <a:chExt cx="3720247" cy="1331334"/>
            </a:xfrm>
          </p:grpSpPr>
          <p:grpSp>
            <p:nvGrpSpPr>
              <p:cNvPr id="150" name="Group 149">
                <a:extLst>
                  <a:ext uri="{FF2B5EF4-FFF2-40B4-BE49-F238E27FC236}">
                    <a16:creationId xmlns:a16="http://schemas.microsoft.com/office/drawing/2014/main" id="{52B029CB-3C66-4ADD-4E3F-FE0EF4E4D3B9}"/>
                  </a:ext>
                </a:extLst>
              </p:cNvPr>
              <p:cNvGrpSpPr/>
              <p:nvPr/>
            </p:nvGrpSpPr>
            <p:grpSpPr>
              <a:xfrm>
                <a:off x="4100301" y="701538"/>
                <a:ext cx="3720247" cy="1331334"/>
                <a:chOff x="107367" y="676770"/>
                <a:chExt cx="3720247" cy="1331334"/>
              </a:xfrm>
            </p:grpSpPr>
            <p:grpSp>
              <p:nvGrpSpPr>
                <p:cNvPr id="152" name="Group 151">
                  <a:extLst>
                    <a:ext uri="{FF2B5EF4-FFF2-40B4-BE49-F238E27FC236}">
                      <a16:creationId xmlns:a16="http://schemas.microsoft.com/office/drawing/2014/main" id="{A733BBC6-97E8-650D-2AA7-FC312F95BE3B}"/>
                    </a:ext>
                  </a:extLst>
                </p:cNvPr>
                <p:cNvGrpSpPr/>
                <p:nvPr/>
              </p:nvGrpSpPr>
              <p:grpSpPr>
                <a:xfrm>
                  <a:off x="107367" y="676770"/>
                  <a:ext cx="3720247" cy="1331334"/>
                  <a:chOff x="78866" y="1588072"/>
                  <a:chExt cx="3720247" cy="1331334"/>
                </a:xfrm>
              </p:grpSpPr>
              <p:sp>
                <p:nvSpPr>
                  <p:cNvPr id="154" name="Rectangle: Rounded Corners 153">
                    <a:extLst>
                      <a:ext uri="{FF2B5EF4-FFF2-40B4-BE49-F238E27FC236}">
                        <a16:creationId xmlns:a16="http://schemas.microsoft.com/office/drawing/2014/main" id="{D2771C40-A9A7-7570-1706-D431CD98F99B}"/>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155" name="Group 154">
                    <a:extLst>
                      <a:ext uri="{FF2B5EF4-FFF2-40B4-BE49-F238E27FC236}">
                        <a16:creationId xmlns:a16="http://schemas.microsoft.com/office/drawing/2014/main" id="{6973534A-83C5-379D-D8F8-9E1358B46743}"/>
                      </a:ext>
                    </a:extLst>
                  </p:cNvPr>
                  <p:cNvGrpSpPr/>
                  <p:nvPr/>
                </p:nvGrpSpPr>
                <p:grpSpPr>
                  <a:xfrm>
                    <a:off x="145454" y="1610398"/>
                    <a:ext cx="3653659" cy="1263449"/>
                    <a:chOff x="145454" y="1610398"/>
                    <a:chExt cx="3653659" cy="1263449"/>
                  </a:xfrm>
                </p:grpSpPr>
                <p:sp>
                  <p:nvSpPr>
                    <p:cNvPr id="156" name="TextBox 155">
                      <a:extLst>
                        <a:ext uri="{FF2B5EF4-FFF2-40B4-BE49-F238E27FC236}">
                          <a16:creationId xmlns:a16="http://schemas.microsoft.com/office/drawing/2014/main" id="{D6E189C5-C73E-F327-F1B6-54F23B4C82DB}"/>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157" name="Group 156">
                      <a:extLst>
                        <a:ext uri="{FF2B5EF4-FFF2-40B4-BE49-F238E27FC236}">
                          <a16:creationId xmlns:a16="http://schemas.microsoft.com/office/drawing/2014/main" id="{44BDAA6C-33B0-05A3-E10E-1E80EE8B03BD}"/>
                        </a:ext>
                      </a:extLst>
                    </p:cNvPr>
                    <p:cNvGrpSpPr/>
                    <p:nvPr/>
                  </p:nvGrpSpPr>
                  <p:grpSpPr>
                    <a:xfrm>
                      <a:off x="145454" y="1610398"/>
                      <a:ext cx="2985562" cy="1263449"/>
                      <a:chOff x="145454" y="1610398"/>
                      <a:chExt cx="2985562" cy="1263449"/>
                    </a:xfrm>
                  </p:grpSpPr>
                  <p:sp>
                    <p:nvSpPr>
                      <p:cNvPr id="158" name="TextBox 157">
                        <a:extLst>
                          <a:ext uri="{FF2B5EF4-FFF2-40B4-BE49-F238E27FC236}">
                            <a16:creationId xmlns:a16="http://schemas.microsoft.com/office/drawing/2014/main" id="{A5ADF2C9-E686-9918-6B49-0D6C2BDD7B29}"/>
                          </a:ext>
                        </a:extLst>
                      </p:cNvPr>
                      <p:cNvSpPr txBox="1"/>
                      <p:nvPr/>
                    </p:nvSpPr>
                    <p:spPr>
                      <a:xfrm>
                        <a:off x="145454" y="1610398"/>
                        <a:ext cx="1437410" cy="369332"/>
                      </a:xfrm>
                      <a:prstGeom prst="rect">
                        <a:avLst/>
                      </a:prstGeom>
                      <a:noFill/>
                    </p:spPr>
                    <p:txBody>
                      <a:bodyPr wrap="square" rtlCol="0">
                        <a:spAutoFit/>
                      </a:bodyPr>
                      <a:lstStyle/>
                      <a:p>
                        <a:r>
                          <a:rPr lang="en-SG" b="1" dirty="0">
                            <a:solidFill>
                              <a:schemeClr val="tx2">
                                <a:lumMod val="50000"/>
                              </a:schemeClr>
                            </a:solidFill>
                          </a:rPr>
                          <a:t>Green Bites</a:t>
                        </a:r>
                      </a:p>
                    </p:txBody>
                  </p:sp>
                  <p:sp>
                    <p:nvSpPr>
                      <p:cNvPr id="159" name="TextBox 158">
                        <a:extLst>
                          <a:ext uri="{FF2B5EF4-FFF2-40B4-BE49-F238E27FC236}">
                            <a16:creationId xmlns:a16="http://schemas.microsoft.com/office/drawing/2014/main" id="{E755602B-B51A-092B-80FE-FD0BB768ABA0}"/>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160" name="TextBox 159">
                        <a:extLst>
                          <a:ext uri="{FF2B5EF4-FFF2-40B4-BE49-F238E27FC236}">
                            <a16:creationId xmlns:a16="http://schemas.microsoft.com/office/drawing/2014/main" id="{30B7EDFB-31F4-F176-D300-A840055DE85B}"/>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2"/>
                            </a:solidFill>
                          </a:rPr>
                          <a:t>~ 5 mins</a:t>
                        </a:r>
                      </a:p>
                    </p:txBody>
                  </p:sp>
                </p:grpSp>
              </p:grpSp>
            </p:grpSp>
            <p:sp>
              <p:nvSpPr>
                <p:cNvPr id="153" name="TextBox 152">
                  <a:extLst>
                    <a:ext uri="{FF2B5EF4-FFF2-40B4-BE49-F238E27FC236}">
                      <a16:creationId xmlns:a16="http://schemas.microsoft.com/office/drawing/2014/main" id="{847D639F-8F20-62B4-75D2-746AED333565}"/>
                    </a:ext>
                  </a:extLst>
                </p:cNvPr>
                <p:cNvSpPr txBox="1"/>
                <p:nvPr/>
              </p:nvSpPr>
              <p:spPr>
                <a:xfrm>
                  <a:off x="275374" y="1041292"/>
                  <a:ext cx="1608909" cy="830265"/>
                </a:xfrm>
                <a:prstGeom prst="rect">
                  <a:avLst/>
                </a:prstGeom>
                <a:noFill/>
                <a:ln>
                  <a:solidFill>
                    <a:srgbClr val="2F3C7E"/>
                  </a:solidFill>
                </a:ln>
              </p:spPr>
              <p:txBody>
                <a:bodyPr wrap="square" rtlCol="0">
                  <a:spAutoFit/>
                </a:bodyPr>
                <a:lstStyle/>
                <a:p>
                  <a:endParaRPr lang="en-SG" dirty="0"/>
                </a:p>
              </p:txBody>
            </p:sp>
          </p:grpSp>
          <p:pic>
            <p:nvPicPr>
              <p:cNvPr id="151" name="Picture 150" descr="A green person silhouette on a black background&#10;&#10;AI-generated content may be incorrect.">
                <a:extLst>
                  <a:ext uri="{FF2B5EF4-FFF2-40B4-BE49-F238E27FC236}">
                    <a16:creationId xmlns:a16="http://schemas.microsoft.com/office/drawing/2014/main" id="{00E2F823-934E-5BD5-226D-C4C84B8502D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5903" y="1015982"/>
                <a:ext cx="449084" cy="449084"/>
              </a:xfrm>
              <a:prstGeom prst="rect">
                <a:avLst/>
              </a:prstGeom>
            </p:spPr>
          </p:pic>
        </p:grpSp>
        <p:pic>
          <p:nvPicPr>
            <p:cNvPr id="190" name="Picture 189">
              <a:extLst>
                <a:ext uri="{FF2B5EF4-FFF2-40B4-BE49-F238E27FC236}">
                  <a16:creationId xmlns:a16="http://schemas.microsoft.com/office/drawing/2014/main" id="{2EEAB869-AE1D-F28B-6D92-3C76315F023C}"/>
                </a:ext>
              </a:extLst>
            </p:cNvPr>
            <p:cNvPicPr>
              <a:picLocks noChangeAspect="1"/>
            </p:cNvPicPr>
            <p:nvPr/>
          </p:nvPicPr>
          <p:blipFill>
            <a:blip r:embed="rId12"/>
            <a:stretch>
              <a:fillRect/>
            </a:stretch>
          </p:blipFill>
          <p:spPr>
            <a:xfrm>
              <a:off x="4788793" y="2790287"/>
              <a:ext cx="567938" cy="567938"/>
            </a:xfrm>
            <a:prstGeom prst="rect">
              <a:avLst/>
            </a:prstGeom>
          </p:spPr>
        </p:pic>
      </p:grpSp>
      <p:sp>
        <p:nvSpPr>
          <p:cNvPr id="204" name="Rectangle 203">
            <a:extLst>
              <a:ext uri="{FF2B5EF4-FFF2-40B4-BE49-F238E27FC236}">
                <a16:creationId xmlns:a16="http://schemas.microsoft.com/office/drawing/2014/main" id="{47D1157C-2EFE-29F9-0C0E-98DA39A744A7}"/>
              </a:ext>
            </a:extLst>
          </p:cNvPr>
          <p:cNvSpPr/>
          <p:nvPr/>
        </p:nvSpPr>
        <p:spPr>
          <a:xfrm>
            <a:off x="8973206" y="4211670"/>
            <a:ext cx="3216643" cy="2646330"/>
          </a:xfrm>
          <a:prstGeom prst="rect">
            <a:avLst/>
          </a:prstGeom>
          <a:solidFill>
            <a:schemeClr val="bg1"/>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70" name="Group 69">
            <a:extLst>
              <a:ext uri="{FF2B5EF4-FFF2-40B4-BE49-F238E27FC236}">
                <a16:creationId xmlns:a16="http://schemas.microsoft.com/office/drawing/2014/main" id="{DD0C6BB4-CC3F-CEE4-7301-A93D18CA8D59}"/>
              </a:ext>
            </a:extLst>
          </p:cNvPr>
          <p:cNvGrpSpPr/>
          <p:nvPr/>
        </p:nvGrpSpPr>
        <p:grpSpPr>
          <a:xfrm>
            <a:off x="143591" y="6086943"/>
            <a:ext cx="1808128" cy="523220"/>
            <a:chOff x="107750" y="5908742"/>
            <a:chExt cx="1890270" cy="541337"/>
          </a:xfrm>
        </p:grpSpPr>
        <p:sp>
          <p:nvSpPr>
            <p:cNvPr id="71" name="TextBox 70">
              <a:hlinkClick r:id="rId13" action="ppaction://hlinksldjump"/>
              <a:extLst>
                <a:ext uri="{FF2B5EF4-FFF2-40B4-BE49-F238E27FC236}">
                  <a16:creationId xmlns:a16="http://schemas.microsoft.com/office/drawing/2014/main" id="{DB09EA79-7139-B97E-9BFE-50AEB92D4A0D}"/>
                </a:ext>
              </a:extLst>
            </p:cNvPr>
            <p:cNvSpPr txBox="1"/>
            <p:nvPr userDrawn="1"/>
          </p:nvSpPr>
          <p:spPr>
            <a:xfrm>
              <a:off x="107750" y="5908742"/>
              <a:ext cx="1890270" cy="541337"/>
            </a:xfrm>
            <a:prstGeom prst="rect">
              <a:avLst/>
            </a:prstGeom>
            <a:noFill/>
            <a:ln w="12700">
              <a:solidFill>
                <a:srgbClr val="1C252E"/>
              </a:solidFill>
            </a:ln>
          </p:spPr>
          <p:txBody>
            <a:bodyPr wrap="square" rtlCol="0">
              <a:spAutoFit/>
            </a:bodyPr>
            <a:lstStyle/>
            <a:p>
              <a:r>
                <a:rPr lang="en-SG" sz="1400" dirty="0">
                  <a:solidFill>
                    <a:schemeClr val="tx2">
                      <a:lumMod val="50000"/>
                    </a:schemeClr>
                  </a:solidFill>
                </a:rPr>
                <a:t>Accessibility</a:t>
              </a:r>
            </a:p>
            <a:p>
              <a:r>
                <a:rPr lang="en-SG" sz="1400" dirty="0">
                  <a:solidFill>
                    <a:schemeClr val="tx2">
                      <a:lumMod val="50000"/>
                    </a:schemeClr>
                  </a:solidFill>
                </a:rPr>
                <a:t>Mode</a:t>
              </a:r>
            </a:p>
          </p:txBody>
        </p:sp>
        <p:pic>
          <p:nvPicPr>
            <p:cNvPr id="72" name="Picture 71" descr="A black and grey symbol of a wheelchair&#10;&#10;AI-generated content may be incorrect.">
              <a:hlinkClick r:id="rId13" action="ppaction://hlinksldjump"/>
              <a:extLst>
                <a:ext uri="{FF2B5EF4-FFF2-40B4-BE49-F238E27FC236}">
                  <a16:creationId xmlns:a16="http://schemas.microsoft.com/office/drawing/2014/main" id="{0A3B3B53-1AB4-47FD-C85B-913ADF86CB21}"/>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463695" y="5968337"/>
              <a:ext cx="422146" cy="422146"/>
            </a:xfrm>
            <a:prstGeom prst="rect">
              <a:avLst/>
            </a:prstGeom>
          </p:spPr>
        </p:pic>
      </p:grpSp>
      <p:grpSp>
        <p:nvGrpSpPr>
          <p:cNvPr id="73" name="Group 72">
            <a:extLst>
              <a:ext uri="{FF2B5EF4-FFF2-40B4-BE49-F238E27FC236}">
                <a16:creationId xmlns:a16="http://schemas.microsoft.com/office/drawing/2014/main" id="{59FC475B-0E60-A0B5-5C29-70045F52CCA3}"/>
              </a:ext>
            </a:extLst>
          </p:cNvPr>
          <p:cNvGrpSpPr/>
          <p:nvPr/>
        </p:nvGrpSpPr>
        <p:grpSpPr>
          <a:xfrm>
            <a:off x="1951719" y="6106155"/>
            <a:ext cx="1405699" cy="514863"/>
            <a:chOff x="1949087" y="6024499"/>
            <a:chExt cx="1405699" cy="514863"/>
          </a:xfrm>
        </p:grpSpPr>
        <p:pic>
          <p:nvPicPr>
            <p:cNvPr id="74" name="Picture 73" descr="A globe with a black background&#10;&#10;AI-generated content may be incorrect.">
              <a:hlinkClick r:id="rId15" action="ppaction://hlinksldjump"/>
              <a:extLst>
                <a:ext uri="{FF2B5EF4-FFF2-40B4-BE49-F238E27FC236}">
                  <a16:creationId xmlns:a16="http://schemas.microsoft.com/office/drawing/2014/main" id="{024CCFC8-A980-8D31-2B3D-7563BD5EEA00}"/>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2530738" y="6024499"/>
              <a:ext cx="242398" cy="242398"/>
            </a:xfrm>
            <a:prstGeom prst="rect">
              <a:avLst/>
            </a:prstGeom>
          </p:spPr>
        </p:pic>
        <p:sp>
          <p:nvSpPr>
            <p:cNvPr id="75" name="TextBox 74">
              <a:hlinkClick r:id="rId15" action="ppaction://hlinksldjump"/>
              <a:extLst>
                <a:ext uri="{FF2B5EF4-FFF2-40B4-BE49-F238E27FC236}">
                  <a16:creationId xmlns:a16="http://schemas.microsoft.com/office/drawing/2014/main" id="{C379026E-2D6A-AE6D-1545-961E52446026}"/>
                </a:ext>
              </a:extLst>
            </p:cNvPr>
            <p:cNvSpPr txBox="1"/>
            <p:nvPr userDrawn="1"/>
          </p:nvSpPr>
          <p:spPr>
            <a:xfrm>
              <a:off x="1949087" y="6231585"/>
              <a:ext cx="1405699" cy="307777"/>
            </a:xfrm>
            <a:prstGeom prst="rect">
              <a:avLst/>
            </a:prstGeom>
            <a:noFill/>
          </p:spPr>
          <p:txBody>
            <a:bodyPr wrap="square" rtlCol="0">
              <a:spAutoFit/>
            </a:bodyPr>
            <a:lstStyle/>
            <a:p>
              <a:pPr algn="ctr"/>
              <a:r>
                <a:rPr lang="en-SG" sz="1400" dirty="0">
                  <a:solidFill>
                    <a:schemeClr val="tx2">
                      <a:lumMod val="50000"/>
                    </a:schemeClr>
                  </a:solidFill>
                </a:rPr>
                <a:t>Language</a:t>
              </a:r>
            </a:p>
          </p:txBody>
        </p:sp>
      </p:grpSp>
      <p:sp>
        <p:nvSpPr>
          <p:cNvPr id="77" name="TextBox 76">
            <a:extLst>
              <a:ext uri="{FF2B5EF4-FFF2-40B4-BE49-F238E27FC236}">
                <a16:creationId xmlns:a16="http://schemas.microsoft.com/office/drawing/2014/main" id="{C165AF57-8558-36CF-19D4-A55D78200F3E}"/>
              </a:ext>
            </a:extLst>
          </p:cNvPr>
          <p:cNvSpPr txBox="1"/>
          <p:nvPr/>
        </p:nvSpPr>
        <p:spPr>
          <a:xfrm>
            <a:off x="153156" y="4372078"/>
            <a:ext cx="2910328" cy="369332"/>
          </a:xfrm>
          <a:prstGeom prst="rect">
            <a:avLst/>
          </a:prstGeom>
          <a:noFill/>
        </p:spPr>
        <p:txBody>
          <a:bodyPr wrap="square" rtlCol="0">
            <a:spAutoFit/>
          </a:bodyPr>
          <a:lstStyle/>
          <a:p>
            <a:pPr algn="ctr"/>
            <a:r>
              <a:rPr lang="en-SG" sz="1800" dirty="0">
                <a:solidFill>
                  <a:schemeClr val="tx2">
                    <a:lumMod val="50000"/>
                  </a:schemeClr>
                </a:solidFill>
              </a:rPr>
              <a:t>Touch here to start planning</a:t>
            </a:r>
          </a:p>
        </p:txBody>
      </p:sp>
      <p:grpSp>
        <p:nvGrpSpPr>
          <p:cNvPr id="264" name="Group 263">
            <a:extLst>
              <a:ext uri="{FF2B5EF4-FFF2-40B4-BE49-F238E27FC236}">
                <a16:creationId xmlns:a16="http://schemas.microsoft.com/office/drawing/2014/main" id="{206420B1-4E8A-AD9A-E029-BDCF6324D8D0}"/>
              </a:ext>
            </a:extLst>
          </p:cNvPr>
          <p:cNvGrpSpPr/>
          <p:nvPr/>
        </p:nvGrpSpPr>
        <p:grpSpPr>
          <a:xfrm>
            <a:off x="4064481" y="677213"/>
            <a:ext cx="3720247" cy="1331334"/>
            <a:chOff x="7183616" y="2200118"/>
            <a:chExt cx="3720247" cy="1331334"/>
          </a:xfrm>
        </p:grpSpPr>
        <p:grpSp>
          <p:nvGrpSpPr>
            <p:cNvPr id="248" name="Group 247">
              <a:extLst>
                <a:ext uri="{FF2B5EF4-FFF2-40B4-BE49-F238E27FC236}">
                  <a16:creationId xmlns:a16="http://schemas.microsoft.com/office/drawing/2014/main" id="{07962412-A8AD-4F73-DA59-87C84319C59C}"/>
                </a:ext>
              </a:extLst>
            </p:cNvPr>
            <p:cNvGrpSpPr/>
            <p:nvPr/>
          </p:nvGrpSpPr>
          <p:grpSpPr>
            <a:xfrm>
              <a:off x="7183616" y="2200118"/>
              <a:ext cx="3720247" cy="1331334"/>
              <a:chOff x="107367" y="2142193"/>
              <a:chExt cx="3720247" cy="1331334"/>
            </a:xfrm>
          </p:grpSpPr>
          <p:grpSp>
            <p:nvGrpSpPr>
              <p:cNvPr id="250" name="Group 249">
                <a:extLst>
                  <a:ext uri="{FF2B5EF4-FFF2-40B4-BE49-F238E27FC236}">
                    <a16:creationId xmlns:a16="http://schemas.microsoft.com/office/drawing/2014/main" id="{9811ED55-745C-CE44-AEFD-D366094DD262}"/>
                  </a:ext>
                </a:extLst>
              </p:cNvPr>
              <p:cNvGrpSpPr/>
              <p:nvPr/>
            </p:nvGrpSpPr>
            <p:grpSpPr>
              <a:xfrm>
                <a:off x="107367" y="2142193"/>
                <a:ext cx="3720247" cy="1331334"/>
                <a:chOff x="107366" y="2104595"/>
                <a:chExt cx="3720247" cy="1331334"/>
              </a:xfrm>
            </p:grpSpPr>
            <p:grpSp>
              <p:nvGrpSpPr>
                <p:cNvPr id="252" name="Group 251">
                  <a:extLst>
                    <a:ext uri="{FF2B5EF4-FFF2-40B4-BE49-F238E27FC236}">
                      <a16:creationId xmlns:a16="http://schemas.microsoft.com/office/drawing/2014/main" id="{C7B34BBD-3132-C5D3-0752-A21BFCFA4E49}"/>
                    </a:ext>
                  </a:extLst>
                </p:cNvPr>
                <p:cNvGrpSpPr/>
                <p:nvPr/>
              </p:nvGrpSpPr>
              <p:grpSpPr>
                <a:xfrm>
                  <a:off x="107366" y="2104595"/>
                  <a:ext cx="3720247" cy="1331334"/>
                  <a:chOff x="78866" y="1588072"/>
                  <a:chExt cx="3720247" cy="1331334"/>
                </a:xfrm>
              </p:grpSpPr>
              <p:sp>
                <p:nvSpPr>
                  <p:cNvPr id="256" name="Rectangle: Rounded Corners 255">
                    <a:extLst>
                      <a:ext uri="{FF2B5EF4-FFF2-40B4-BE49-F238E27FC236}">
                        <a16:creationId xmlns:a16="http://schemas.microsoft.com/office/drawing/2014/main" id="{22CC3071-ABF9-618B-128C-6193F1F0FF74}"/>
                      </a:ext>
                    </a:extLst>
                  </p:cNvPr>
                  <p:cNvSpPr/>
                  <p:nvPr/>
                </p:nvSpPr>
                <p:spPr>
                  <a:xfrm>
                    <a:off x="78866" y="1588072"/>
                    <a:ext cx="3720247" cy="1331334"/>
                  </a:xfrm>
                  <a:prstGeom prst="roundRect">
                    <a:avLst/>
                  </a:prstGeom>
                  <a:solidFill>
                    <a:srgbClr val="F7FA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257" name="Group 256">
                    <a:extLst>
                      <a:ext uri="{FF2B5EF4-FFF2-40B4-BE49-F238E27FC236}">
                        <a16:creationId xmlns:a16="http://schemas.microsoft.com/office/drawing/2014/main" id="{6CA03F2A-DCE9-0650-C900-E772EE4BCD41}"/>
                      </a:ext>
                    </a:extLst>
                  </p:cNvPr>
                  <p:cNvGrpSpPr/>
                  <p:nvPr/>
                </p:nvGrpSpPr>
                <p:grpSpPr>
                  <a:xfrm>
                    <a:off x="173206" y="1610398"/>
                    <a:ext cx="3625907" cy="1263449"/>
                    <a:chOff x="173206" y="1610398"/>
                    <a:chExt cx="3625907" cy="1263449"/>
                  </a:xfrm>
                </p:grpSpPr>
                <p:sp>
                  <p:nvSpPr>
                    <p:cNvPr id="258" name="TextBox 257">
                      <a:extLst>
                        <a:ext uri="{FF2B5EF4-FFF2-40B4-BE49-F238E27FC236}">
                          <a16:creationId xmlns:a16="http://schemas.microsoft.com/office/drawing/2014/main" id="{F3185047-E49A-6EDF-3714-236FE6E1C367}"/>
                        </a:ext>
                      </a:extLst>
                    </p:cNvPr>
                    <p:cNvSpPr txBox="1"/>
                    <p:nvPr/>
                  </p:nvSpPr>
                  <p:spPr>
                    <a:xfrm>
                      <a:off x="2132443" y="2362646"/>
                      <a:ext cx="1666670" cy="307777"/>
                    </a:xfrm>
                    <a:prstGeom prst="rect">
                      <a:avLst/>
                    </a:prstGeom>
                    <a:noFill/>
                  </p:spPr>
                  <p:txBody>
                    <a:bodyPr wrap="square" rtlCol="0">
                      <a:spAutoFit/>
                    </a:bodyPr>
                    <a:lstStyle/>
                    <a:p>
                      <a:r>
                        <a:rPr lang="en-SG" sz="1400" dirty="0">
                          <a:solidFill>
                            <a:schemeClr val="tx2">
                              <a:lumMod val="50000"/>
                            </a:schemeClr>
                          </a:solidFill>
                        </a:rPr>
                        <a:t>Estimated Wait:</a:t>
                      </a:r>
                    </a:p>
                  </p:txBody>
                </p:sp>
                <p:grpSp>
                  <p:nvGrpSpPr>
                    <p:cNvPr id="259" name="Group 258">
                      <a:extLst>
                        <a:ext uri="{FF2B5EF4-FFF2-40B4-BE49-F238E27FC236}">
                          <a16:creationId xmlns:a16="http://schemas.microsoft.com/office/drawing/2014/main" id="{754AFC0C-D5FA-D8F7-191F-B0982257B3B2}"/>
                        </a:ext>
                      </a:extLst>
                    </p:cNvPr>
                    <p:cNvGrpSpPr/>
                    <p:nvPr/>
                  </p:nvGrpSpPr>
                  <p:grpSpPr>
                    <a:xfrm>
                      <a:off x="173206" y="1610398"/>
                      <a:ext cx="2957810" cy="1263449"/>
                      <a:chOff x="173206" y="1610398"/>
                      <a:chExt cx="2957810" cy="1263449"/>
                    </a:xfrm>
                  </p:grpSpPr>
                  <p:sp>
                    <p:nvSpPr>
                      <p:cNvPr id="260" name="TextBox 259">
                        <a:extLst>
                          <a:ext uri="{FF2B5EF4-FFF2-40B4-BE49-F238E27FC236}">
                            <a16:creationId xmlns:a16="http://schemas.microsoft.com/office/drawing/2014/main" id="{BD04C825-63E9-D3F7-86E9-883FB56FAD96}"/>
                          </a:ext>
                        </a:extLst>
                      </p:cNvPr>
                      <p:cNvSpPr txBox="1"/>
                      <p:nvPr/>
                    </p:nvSpPr>
                    <p:spPr>
                      <a:xfrm>
                        <a:off x="173206" y="1610398"/>
                        <a:ext cx="1647601" cy="646331"/>
                      </a:xfrm>
                      <a:prstGeom prst="rect">
                        <a:avLst/>
                      </a:prstGeom>
                      <a:noFill/>
                    </p:spPr>
                    <p:txBody>
                      <a:bodyPr wrap="square" rtlCol="0">
                        <a:spAutoFit/>
                      </a:bodyPr>
                      <a:lstStyle/>
                      <a:p>
                        <a:r>
                          <a:rPr lang="en-SG" b="1" dirty="0">
                            <a:solidFill>
                              <a:schemeClr val="tx2">
                                <a:lumMod val="50000"/>
                              </a:schemeClr>
                            </a:solidFill>
                          </a:rPr>
                          <a:t>Jake &amp; Marks</a:t>
                        </a:r>
                      </a:p>
                      <a:p>
                        <a:endParaRPr lang="en-SG" b="1" dirty="0">
                          <a:solidFill>
                            <a:schemeClr val="tx2">
                              <a:lumMod val="50000"/>
                            </a:schemeClr>
                          </a:solidFill>
                        </a:endParaRPr>
                      </a:p>
                    </p:txBody>
                  </p:sp>
                  <p:sp>
                    <p:nvSpPr>
                      <p:cNvPr id="261" name="TextBox 260">
                        <a:extLst>
                          <a:ext uri="{FF2B5EF4-FFF2-40B4-BE49-F238E27FC236}">
                            <a16:creationId xmlns:a16="http://schemas.microsoft.com/office/drawing/2014/main" id="{8BCA02E8-A7F5-F322-4A88-20EA379D7CA9}"/>
                          </a:ext>
                        </a:extLst>
                      </p:cNvPr>
                      <p:cNvSpPr txBox="1"/>
                      <p:nvPr/>
                    </p:nvSpPr>
                    <p:spPr>
                      <a:xfrm>
                        <a:off x="2132443" y="1637608"/>
                        <a:ext cx="922713" cy="307777"/>
                      </a:xfrm>
                      <a:prstGeom prst="rect">
                        <a:avLst/>
                      </a:prstGeom>
                      <a:noFill/>
                    </p:spPr>
                    <p:txBody>
                      <a:bodyPr wrap="square" rtlCol="0">
                        <a:spAutoFit/>
                      </a:bodyPr>
                      <a:lstStyle/>
                      <a:p>
                        <a:r>
                          <a:rPr lang="en-SG" sz="1400" dirty="0">
                            <a:solidFill>
                              <a:schemeClr val="tx2">
                                <a:lumMod val="50000"/>
                              </a:schemeClr>
                            </a:solidFill>
                          </a:rPr>
                          <a:t>Queue</a:t>
                        </a:r>
                      </a:p>
                    </p:txBody>
                  </p:sp>
                  <p:sp>
                    <p:nvSpPr>
                      <p:cNvPr id="262" name="TextBox 261">
                        <a:extLst>
                          <a:ext uri="{FF2B5EF4-FFF2-40B4-BE49-F238E27FC236}">
                            <a16:creationId xmlns:a16="http://schemas.microsoft.com/office/drawing/2014/main" id="{3AAA3F81-03EE-FAD1-3DA9-83381CF21C5A}"/>
                          </a:ext>
                        </a:extLst>
                      </p:cNvPr>
                      <p:cNvSpPr txBox="1"/>
                      <p:nvPr/>
                    </p:nvSpPr>
                    <p:spPr>
                      <a:xfrm>
                        <a:off x="2166951" y="2566070"/>
                        <a:ext cx="964065" cy="307777"/>
                      </a:xfrm>
                      <a:prstGeom prst="rect">
                        <a:avLst/>
                      </a:prstGeom>
                      <a:noFill/>
                    </p:spPr>
                    <p:txBody>
                      <a:bodyPr wrap="square" rtlCol="0">
                        <a:spAutoFit/>
                      </a:bodyPr>
                      <a:lstStyle/>
                      <a:p>
                        <a:r>
                          <a:rPr lang="en-SG" sz="1400" i="1" dirty="0">
                            <a:solidFill>
                              <a:schemeClr val="accent3"/>
                            </a:solidFill>
                          </a:rPr>
                          <a:t>~ 15 mins</a:t>
                        </a:r>
                      </a:p>
                    </p:txBody>
                  </p:sp>
                </p:grpSp>
              </p:grpSp>
            </p:grpSp>
            <p:pic>
              <p:nvPicPr>
                <p:cNvPr id="253" name="Picture 252" descr="A yellow person silhouette on a black background&#10;&#10;AI-generated content may be incorrect.">
                  <a:extLst>
                    <a:ext uri="{FF2B5EF4-FFF2-40B4-BE49-F238E27FC236}">
                      <a16:creationId xmlns:a16="http://schemas.microsoft.com/office/drawing/2014/main" id="{03FF986A-FD3C-91A1-CADC-2614C9F185A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71468" y="2412758"/>
                  <a:ext cx="449085" cy="449085"/>
                </a:xfrm>
                <a:prstGeom prst="rect">
                  <a:avLst/>
                </a:prstGeom>
              </p:spPr>
            </p:pic>
            <p:pic>
              <p:nvPicPr>
                <p:cNvPr id="254" name="Picture 253" descr="A yellow person silhouette on a black background&#10;&#10;AI-generated content may be incorrect.">
                  <a:extLst>
                    <a:ext uri="{FF2B5EF4-FFF2-40B4-BE49-F238E27FC236}">
                      <a16:creationId xmlns:a16="http://schemas.microsoft.com/office/drawing/2014/main" id="{D8A3621F-C4D0-1706-A356-2654B6A4F51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96732" y="2415898"/>
                  <a:ext cx="449085" cy="449085"/>
                </a:xfrm>
                <a:prstGeom prst="rect">
                  <a:avLst/>
                </a:prstGeom>
              </p:spPr>
            </p:pic>
            <p:pic>
              <p:nvPicPr>
                <p:cNvPr id="255" name="Picture 254" descr="A yellow person silhouette on a black background&#10;&#10;AI-generated content may be incorrect.">
                  <a:extLst>
                    <a:ext uri="{FF2B5EF4-FFF2-40B4-BE49-F238E27FC236}">
                      <a16:creationId xmlns:a16="http://schemas.microsoft.com/office/drawing/2014/main" id="{5E05E253-4E61-655E-0383-782865634DF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24044" y="2415900"/>
                  <a:ext cx="449085" cy="449085"/>
                </a:xfrm>
                <a:prstGeom prst="rect">
                  <a:avLst/>
                </a:prstGeom>
              </p:spPr>
            </p:pic>
          </p:grpSp>
          <p:sp>
            <p:nvSpPr>
              <p:cNvPr id="251" name="TextBox 250">
                <a:extLst>
                  <a:ext uri="{FF2B5EF4-FFF2-40B4-BE49-F238E27FC236}">
                    <a16:creationId xmlns:a16="http://schemas.microsoft.com/office/drawing/2014/main" id="{B66B95FA-4416-D0D2-3AFC-A16A858C688F}"/>
                  </a:ext>
                </a:extLst>
              </p:cNvPr>
              <p:cNvSpPr txBox="1"/>
              <p:nvPr/>
            </p:nvSpPr>
            <p:spPr>
              <a:xfrm>
                <a:off x="281771" y="2534198"/>
                <a:ext cx="1605062" cy="830265"/>
              </a:xfrm>
              <a:prstGeom prst="rect">
                <a:avLst/>
              </a:prstGeom>
              <a:noFill/>
              <a:ln>
                <a:solidFill>
                  <a:srgbClr val="2F3C7E"/>
                </a:solidFill>
              </a:ln>
            </p:spPr>
            <p:txBody>
              <a:bodyPr wrap="square" rtlCol="0">
                <a:spAutoFit/>
              </a:bodyPr>
              <a:lstStyle/>
              <a:p>
                <a:endParaRPr lang="en-SG" dirty="0"/>
              </a:p>
            </p:txBody>
          </p:sp>
        </p:grpSp>
        <p:pic>
          <p:nvPicPr>
            <p:cNvPr id="263" name="Picture 262">
              <a:extLst>
                <a:ext uri="{FF2B5EF4-FFF2-40B4-BE49-F238E27FC236}">
                  <a16:creationId xmlns:a16="http://schemas.microsoft.com/office/drawing/2014/main" id="{B6565C79-26A5-AF87-DC9C-671D8E9FE259}"/>
                </a:ext>
              </a:extLst>
            </p:cNvPr>
            <p:cNvPicPr>
              <a:picLocks noChangeAspect="1"/>
            </p:cNvPicPr>
            <p:nvPr/>
          </p:nvPicPr>
          <p:blipFill>
            <a:blip r:embed="rId17"/>
            <a:stretch>
              <a:fillRect/>
            </a:stretch>
          </p:blipFill>
          <p:spPr>
            <a:xfrm>
              <a:off x="7777020" y="2629546"/>
              <a:ext cx="778200" cy="778200"/>
            </a:xfrm>
            <a:prstGeom prst="rect">
              <a:avLst/>
            </a:prstGeom>
          </p:spPr>
        </p:pic>
      </p:grpSp>
      <p:grpSp>
        <p:nvGrpSpPr>
          <p:cNvPr id="311" name="Group 310">
            <a:extLst>
              <a:ext uri="{FF2B5EF4-FFF2-40B4-BE49-F238E27FC236}">
                <a16:creationId xmlns:a16="http://schemas.microsoft.com/office/drawing/2014/main" id="{E79F5917-F6B7-834C-792C-B84B845E1512}"/>
              </a:ext>
            </a:extLst>
          </p:cNvPr>
          <p:cNvGrpSpPr/>
          <p:nvPr/>
        </p:nvGrpSpPr>
        <p:grpSpPr>
          <a:xfrm>
            <a:off x="7894507" y="560614"/>
            <a:ext cx="4297493" cy="1304616"/>
            <a:chOff x="7894507" y="560614"/>
            <a:chExt cx="4297493" cy="1304616"/>
          </a:xfrm>
        </p:grpSpPr>
        <p:sp>
          <p:nvSpPr>
            <p:cNvPr id="195" name="Rectangle 194">
              <a:extLst>
                <a:ext uri="{FF2B5EF4-FFF2-40B4-BE49-F238E27FC236}">
                  <a16:creationId xmlns:a16="http://schemas.microsoft.com/office/drawing/2014/main" id="{1C15076A-A628-CAEB-21E9-FF9A6027D6F2}"/>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296" name="Group 295">
              <a:extLst>
                <a:ext uri="{FF2B5EF4-FFF2-40B4-BE49-F238E27FC236}">
                  <a16:creationId xmlns:a16="http://schemas.microsoft.com/office/drawing/2014/main" id="{3CEB63C3-848D-A68E-9FC6-7705AB66FC4B}"/>
                </a:ext>
              </a:extLst>
            </p:cNvPr>
            <p:cNvGrpSpPr/>
            <p:nvPr/>
          </p:nvGrpSpPr>
          <p:grpSpPr>
            <a:xfrm>
              <a:off x="7930588" y="626794"/>
              <a:ext cx="3160336" cy="1176250"/>
              <a:chOff x="7930588" y="626794"/>
              <a:chExt cx="3160336" cy="1176250"/>
            </a:xfrm>
          </p:grpSpPr>
          <p:sp>
            <p:nvSpPr>
              <p:cNvPr id="287" name="TextBox 286">
                <a:extLst>
                  <a:ext uri="{FF2B5EF4-FFF2-40B4-BE49-F238E27FC236}">
                    <a16:creationId xmlns:a16="http://schemas.microsoft.com/office/drawing/2014/main" id="{CC4D0320-DC70-1B16-7307-2615E812A8C3}"/>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grpSp>
            <p:nvGrpSpPr>
              <p:cNvPr id="289" name="Group 288">
                <a:extLst>
                  <a:ext uri="{FF2B5EF4-FFF2-40B4-BE49-F238E27FC236}">
                    <a16:creationId xmlns:a16="http://schemas.microsoft.com/office/drawing/2014/main" id="{1F4BBEEF-7CC7-C12F-9F27-1323B26731D3}"/>
                  </a:ext>
                </a:extLst>
              </p:cNvPr>
              <p:cNvGrpSpPr/>
              <p:nvPr/>
            </p:nvGrpSpPr>
            <p:grpSpPr>
              <a:xfrm>
                <a:off x="7982250" y="1022704"/>
                <a:ext cx="1222466" cy="780340"/>
                <a:chOff x="7982250" y="1022704"/>
                <a:chExt cx="1222466" cy="780340"/>
              </a:xfrm>
            </p:grpSpPr>
            <p:pic>
              <p:nvPicPr>
                <p:cNvPr id="286" name="Picture 285">
                  <a:extLst>
                    <a:ext uri="{FF2B5EF4-FFF2-40B4-BE49-F238E27FC236}">
                      <a16:creationId xmlns:a16="http://schemas.microsoft.com/office/drawing/2014/main" id="{6441A040-19BF-3D6B-843A-362B03AEC5C2}"/>
                    </a:ext>
                  </a:extLst>
                </p:cNvPr>
                <p:cNvPicPr>
                  <a:picLocks noChangeAspect="1"/>
                </p:cNvPicPr>
                <p:nvPr/>
              </p:nvPicPr>
              <p:blipFill>
                <a:blip r:embed="rId18"/>
                <a:stretch>
                  <a:fillRect/>
                </a:stretch>
              </p:blipFill>
              <p:spPr>
                <a:xfrm>
                  <a:off x="7982250" y="1022704"/>
                  <a:ext cx="772868" cy="772868"/>
                </a:xfrm>
                <a:prstGeom prst="rect">
                  <a:avLst/>
                </a:prstGeom>
              </p:spPr>
            </p:pic>
            <p:pic>
              <p:nvPicPr>
                <p:cNvPr id="288" name="Picture 287">
                  <a:extLst>
                    <a:ext uri="{FF2B5EF4-FFF2-40B4-BE49-F238E27FC236}">
                      <a16:creationId xmlns:a16="http://schemas.microsoft.com/office/drawing/2014/main" id="{857409C8-166A-7D95-1EEA-96D8534762FB}"/>
                    </a:ext>
                  </a:extLst>
                </p:cNvPr>
                <p:cNvPicPr>
                  <a:picLocks noChangeAspect="1"/>
                </p:cNvPicPr>
                <p:nvPr/>
              </p:nvPicPr>
              <p:blipFill>
                <a:blip r:embed="rId19"/>
                <a:srcRect t="60238"/>
                <a:stretch>
                  <a:fillRect/>
                </a:stretch>
              </p:blipFill>
              <p:spPr>
                <a:xfrm>
                  <a:off x="8431848" y="1487261"/>
                  <a:ext cx="772868" cy="315783"/>
                </a:xfrm>
                <a:prstGeom prst="rect">
                  <a:avLst/>
                </a:prstGeom>
              </p:spPr>
            </p:pic>
          </p:grpSp>
          <p:sp>
            <p:nvSpPr>
              <p:cNvPr id="290" name="TextBox 289">
                <a:extLst>
                  <a:ext uri="{FF2B5EF4-FFF2-40B4-BE49-F238E27FC236}">
                    <a16:creationId xmlns:a16="http://schemas.microsoft.com/office/drawing/2014/main" id="{E70C8D9B-BD1E-13A1-C30A-D23637A514E8}"/>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291" name="TextBox 290">
                <a:extLst>
                  <a:ext uri="{FF2B5EF4-FFF2-40B4-BE49-F238E27FC236}">
                    <a16:creationId xmlns:a16="http://schemas.microsoft.com/office/drawing/2014/main" id="{4E204CC2-8D43-7D3B-B9D0-5EC62E4E1CC7}"/>
                  </a:ext>
                </a:extLst>
              </p:cNvPr>
              <p:cNvSpPr txBox="1"/>
              <p:nvPr/>
            </p:nvSpPr>
            <p:spPr>
              <a:xfrm>
                <a:off x="7930588" y="626794"/>
                <a:ext cx="1647601" cy="646331"/>
              </a:xfrm>
              <a:prstGeom prst="rect">
                <a:avLst/>
              </a:prstGeom>
              <a:noFill/>
            </p:spPr>
            <p:txBody>
              <a:bodyPr wrap="square" rtlCol="0">
                <a:spAutoFit/>
              </a:bodyPr>
              <a:lstStyle/>
              <a:p>
                <a:r>
                  <a:rPr lang="en-SG" b="1" dirty="0">
                    <a:solidFill>
                      <a:schemeClr val="tx2">
                        <a:lumMod val="50000"/>
                      </a:schemeClr>
                    </a:solidFill>
                  </a:rPr>
                  <a:t>Musical B’</a:t>
                </a:r>
              </a:p>
              <a:p>
                <a:endParaRPr lang="en-SG" b="1" dirty="0">
                  <a:solidFill>
                    <a:schemeClr val="tx2">
                      <a:lumMod val="50000"/>
                    </a:schemeClr>
                  </a:solidFill>
                </a:endParaRPr>
              </a:p>
            </p:txBody>
          </p:sp>
          <p:sp>
            <p:nvSpPr>
              <p:cNvPr id="292" name="TextBox 291">
                <a:extLst>
                  <a:ext uri="{FF2B5EF4-FFF2-40B4-BE49-F238E27FC236}">
                    <a16:creationId xmlns:a16="http://schemas.microsoft.com/office/drawing/2014/main" id="{03EF9365-CC34-92CA-7C0B-317A37F91AE7}"/>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293" name="TextBox 292">
                <a:extLst>
                  <a:ext uri="{FF2B5EF4-FFF2-40B4-BE49-F238E27FC236}">
                    <a16:creationId xmlns:a16="http://schemas.microsoft.com/office/drawing/2014/main" id="{97D5EE7F-2CA4-39FE-508F-E6DD92769CB0}"/>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11:00 AM</a:t>
                </a:r>
              </a:p>
            </p:txBody>
          </p:sp>
          <p:sp>
            <p:nvSpPr>
              <p:cNvPr id="295" name="TextBox 294">
                <a:extLst>
                  <a:ext uri="{FF2B5EF4-FFF2-40B4-BE49-F238E27FC236}">
                    <a16:creationId xmlns:a16="http://schemas.microsoft.com/office/drawing/2014/main" id="{A28A766C-812D-7FC7-35A7-A5383C533306}"/>
                  </a:ext>
                </a:extLst>
              </p:cNvPr>
              <p:cNvSpPr txBox="1"/>
              <p:nvPr/>
            </p:nvSpPr>
            <p:spPr>
              <a:xfrm>
                <a:off x="10046183" y="1449798"/>
                <a:ext cx="1044741" cy="307777"/>
              </a:xfrm>
              <a:prstGeom prst="rect">
                <a:avLst/>
              </a:prstGeom>
              <a:noFill/>
            </p:spPr>
            <p:txBody>
              <a:bodyPr wrap="square" rtlCol="0">
                <a:spAutoFit/>
              </a:bodyPr>
              <a:lstStyle/>
              <a:p>
                <a:r>
                  <a:rPr lang="en-SG" sz="1400" b="1" dirty="0">
                    <a:solidFill>
                      <a:schemeClr val="accent1"/>
                    </a:solidFill>
                  </a:rPr>
                  <a:t>Theatre</a:t>
                </a:r>
              </a:p>
            </p:txBody>
          </p:sp>
        </p:grpSp>
      </p:grpSp>
      <p:grpSp>
        <p:nvGrpSpPr>
          <p:cNvPr id="340" name="Group 339">
            <a:extLst>
              <a:ext uri="{FF2B5EF4-FFF2-40B4-BE49-F238E27FC236}">
                <a16:creationId xmlns:a16="http://schemas.microsoft.com/office/drawing/2014/main" id="{F15DECC6-BCB2-2B16-13B4-27A0A09DE280}"/>
              </a:ext>
            </a:extLst>
          </p:cNvPr>
          <p:cNvGrpSpPr/>
          <p:nvPr/>
        </p:nvGrpSpPr>
        <p:grpSpPr>
          <a:xfrm>
            <a:off x="7894505" y="1865917"/>
            <a:ext cx="4297493" cy="1304616"/>
            <a:chOff x="7894505" y="1865917"/>
            <a:chExt cx="4297493" cy="1304616"/>
          </a:xfrm>
        </p:grpSpPr>
        <p:grpSp>
          <p:nvGrpSpPr>
            <p:cNvPr id="312" name="Group 311">
              <a:extLst>
                <a:ext uri="{FF2B5EF4-FFF2-40B4-BE49-F238E27FC236}">
                  <a16:creationId xmlns:a16="http://schemas.microsoft.com/office/drawing/2014/main" id="{68A1E075-7F7B-6C2A-A79C-DAC00336112A}"/>
                </a:ext>
              </a:extLst>
            </p:cNvPr>
            <p:cNvGrpSpPr/>
            <p:nvPr/>
          </p:nvGrpSpPr>
          <p:grpSpPr>
            <a:xfrm>
              <a:off x="7894505" y="1865917"/>
              <a:ext cx="4297493" cy="1304616"/>
              <a:chOff x="7894507" y="560614"/>
              <a:chExt cx="4297493" cy="1304616"/>
            </a:xfrm>
          </p:grpSpPr>
          <p:sp>
            <p:nvSpPr>
              <p:cNvPr id="313" name="Rectangle 312">
                <a:extLst>
                  <a:ext uri="{FF2B5EF4-FFF2-40B4-BE49-F238E27FC236}">
                    <a16:creationId xmlns:a16="http://schemas.microsoft.com/office/drawing/2014/main" id="{6E0FF1C7-AC1E-791C-E45E-855A09786421}"/>
                  </a:ext>
                </a:extLst>
              </p:cNvPr>
              <p:cNvSpPr/>
              <p:nvPr/>
            </p:nvSpPr>
            <p:spPr>
              <a:xfrm>
                <a:off x="7894507" y="560614"/>
                <a:ext cx="4297493" cy="1304616"/>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14" name="Group 313">
                <a:extLst>
                  <a:ext uri="{FF2B5EF4-FFF2-40B4-BE49-F238E27FC236}">
                    <a16:creationId xmlns:a16="http://schemas.microsoft.com/office/drawing/2014/main" id="{B6C66671-ED2F-35E3-B3AB-6F88A917A82C}"/>
                  </a:ext>
                </a:extLst>
              </p:cNvPr>
              <p:cNvGrpSpPr/>
              <p:nvPr/>
            </p:nvGrpSpPr>
            <p:grpSpPr>
              <a:xfrm>
                <a:off x="7930588" y="626794"/>
                <a:ext cx="3160336" cy="1165223"/>
                <a:chOff x="7930588" y="626794"/>
                <a:chExt cx="3160336" cy="1165223"/>
              </a:xfrm>
            </p:grpSpPr>
            <p:sp>
              <p:nvSpPr>
                <p:cNvPr id="315" name="TextBox 314">
                  <a:extLst>
                    <a:ext uri="{FF2B5EF4-FFF2-40B4-BE49-F238E27FC236}">
                      <a16:creationId xmlns:a16="http://schemas.microsoft.com/office/drawing/2014/main" id="{E9C4F0E1-4E8B-272A-5927-D0EAC10F1B2A}"/>
                    </a:ext>
                  </a:extLst>
                </p:cNvPr>
                <p:cNvSpPr txBox="1"/>
                <p:nvPr/>
              </p:nvSpPr>
              <p:spPr>
                <a:xfrm>
                  <a:off x="8012887" y="961752"/>
                  <a:ext cx="1605062" cy="830265"/>
                </a:xfrm>
                <a:prstGeom prst="rect">
                  <a:avLst/>
                </a:prstGeom>
                <a:noFill/>
                <a:ln>
                  <a:solidFill>
                    <a:srgbClr val="2F3C7E"/>
                  </a:solidFill>
                </a:ln>
              </p:spPr>
              <p:txBody>
                <a:bodyPr wrap="square" rtlCol="0">
                  <a:spAutoFit/>
                </a:bodyPr>
                <a:lstStyle/>
                <a:p>
                  <a:endParaRPr lang="en-SG" dirty="0"/>
                </a:p>
              </p:txBody>
            </p:sp>
            <p:sp>
              <p:nvSpPr>
                <p:cNvPr id="317" name="TextBox 316">
                  <a:extLst>
                    <a:ext uri="{FF2B5EF4-FFF2-40B4-BE49-F238E27FC236}">
                      <a16:creationId xmlns:a16="http://schemas.microsoft.com/office/drawing/2014/main" id="{C347A6FF-D69A-9AA1-CB43-4E39ED18A757}"/>
                    </a:ext>
                  </a:extLst>
                </p:cNvPr>
                <p:cNvSpPr txBox="1"/>
                <p:nvPr/>
              </p:nvSpPr>
              <p:spPr>
                <a:xfrm>
                  <a:off x="9860233" y="676770"/>
                  <a:ext cx="1044741" cy="307777"/>
                </a:xfrm>
                <a:prstGeom prst="rect">
                  <a:avLst/>
                </a:prstGeom>
                <a:noFill/>
              </p:spPr>
              <p:txBody>
                <a:bodyPr wrap="square" rtlCol="0">
                  <a:spAutoFit/>
                </a:bodyPr>
                <a:lstStyle/>
                <a:p>
                  <a:r>
                    <a:rPr lang="en-SG" sz="1400" dirty="0">
                      <a:solidFill>
                        <a:schemeClr val="tx2">
                          <a:lumMod val="50000"/>
                        </a:schemeClr>
                      </a:solidFill>
                    </a:rPr>
                    <a:t>Starting At:</a:t>
                  </a:r>
                </a:p>
              </p:txBody>
            </p:sp>
            <p:sp>
              <p:nvSpPr>
                <p:cNvPr id="318" name="TextBox 317">
                  <a:extLst>
                    <a:ext uri="{FF2B5EF4-FFF2-40B4-BE49-F238E27FC236}">
                      <a16:creationId xmlns:a16="http://schemas.microsoft.com/office/drawing/2014/main" id="{A2428C0B-57F4-2D33-7C5B-B4E99973E792}"/>
                    </a:ext>
                  </a:extLst>
                </p:cNvPr>
                <p:cNvSpPr txBox="1"/>
                <p:nvPr/>
              </p:nvSpPr>
              <p:spPr>
                <a:xfrm>
                  <a:off x="7930588" y="626794"/>
                  <a:ext cx="1743694" cy="646331"/>
                </a:xfrm>
                <a:prstGeom prst="rect">
                  <a:avLst/>
                </a:prstGeom>
                <a:noFill/>
              </p:spPr>
              <p:txBody>
                <a:bodyPr wrap="square" rtlCol="0">
                  <a:spAutoFit/>
                </a:bodyPr>
                <a:lstStyle/>
                <a:p>
                  <a:r>
                    <a:rPr lang="en-SG" b="1" dirty="0">
                      <a:solidFill>
                        <a:schemeClr val="tx2">
                          <a:lumMod val="50000"/>
                        </a:schemeClr>
                      </a:solidFill>
                    </a:rPr>
                    <a:t>Ocean Fantasy</a:t>
                  </a:r>
                </a:p>
                <a:p>
                  <a:endParaRPr lang="en-SG" b="1" dirty="0">
                    <a:solidFill>
                      <a:schemeClr val="tx2">
                        <a:lumMod val="50000"/>
                      </a:schemeClr>
                    </a:solidFill>
                  </a:endParaRPr>
                </a:p>
              </p:txBody>
            </p:sp>
            <p:sp>
              <p:nvSpPr>
                <p:cNvPr id="319" name="TextBox 318">
                  <a:extLst>
                    <a:ext uri="{FF2B5EF4-FFF2-40B4-BE49-F238E27FC236}">
                      <a16:creationId xmlns:a16="http://schemas.microsoft.com/office/drawing/2014/main" id="{B15E4020-9A16-5937-D01F-6CF544D7685C}"/>
                    </a:ext>
                  </a:extLst>
                </p:cNvPr>
                <p:cNvSpPr txBox="1"/>
                <p:nvPr/>
              </p:nvSpPr>
              <p:spPr>
                <a:xfrm>
                  <a:off x="9860233" y="1204016"/>
                  <a:ext cx="1044741" cy="307777"/>
                </a:xfrm>
                <a:prstGeom prst="rect">
                  <a:avLst/>
                </a:prstGeom>
                <a:noFill/>
              </p:spPr>
              <p:txBody>
                <a:bodyPr wrap="square" rtlCol="0">
                  <a:spAutoFit/>
                </a:bodyPr>
                <a:lstStyle/>
                <a:p>
                  <a:r>
                    <a:rPr lang="en-SG" sz="1400" dirty="0">
                      <a:solidFill>
                        <a:schemeClr val="tx2">
                          <a:lumMod val="50000"/>
                        </a:schemeClr>
                      </a:solidFill>
                    </a:rPr>
                    <a:t>Location:</a:t>
                  </a:r>
                </a:p>
              </p:txBody>
            </p:sp>
            <p:sp>
              <p:nvSpPr>
                <p:cNvPr id="320" name="TextBox 319">
                  <a:extLst>
                    <a:ext uri="{FF2B5EF4-FFF2-40B4-BE49-F238E27FC236}">
                      <a16:creationId xmlns:a16="http://schemas.microsoft.com/office/drawing/2014/main" id="{C27BFEB8-0BE3-D74C-C8FF-0BCE85C121A4}"/>
                    </a:ext>
                  </a:extLst>
                </p:cNvPr>
                <p:cNvSpPr txBox="1"/>
                <p:nvPr/>
              </p:nvSpPr>
              <p:spPr>
                <a:xfrm>
                  <a:off x="9860232" y="905145"/>
                  <a:ext cx="1044741" cy="307777"/>
                </a:xfrm>
                <a:prstGeom prst="rect">
                  <a:avLst/>
                </a:prstGeom>
                <a:noFill/>
              </p:spPr>
              <p:txBody>
                <a:bodyPr wrap="square" rtlCol="0">
                  <a:spAutoFit/>
                </a:bodyPr>
                <a:lstStyle/>
                <a:p>
                  <a:r>
                    <a:rPr lang="en-SG" sz="1400" b="1" i="1" dirty="0">
                      <a:solidFill>
                        <a:schemeClr val="accent1"/>
                      </a:solidFill>
                    </a:rPr>
                    <a:t>12:00 PM</a:t>
                  </a:r>
                </a:p>
              </p:txBody>
            </p:sp>
            <p:sp>
              <p:nvSpPr>
                <p:cNvPr id="321" name="TextBox 320">
                  <a:extLst>
                    <a:ext uri="{FF2B5EF4-FFF2-40B4-BE49-F238E27FC236}">
                      <a16:creationId xmlns:a16="http://schemas.microsoft.com/office/drawing/2014/main" id="{FB18F354-0B8E-935E-B3AB-F8124E03B7EE}"/>
                    </a:ext>
                  </a:extLst>
                </p:cNvPr>
                <p:cNvSpPr txBox="1"/>
                <p:nvPr/>
              </p:nvSpPr>
              <p:spPr>
                <a:xfrm>
                  <a:off x="10046183" y="1449798"/>
                  <a:ext cx="1044741" cy="307777"/>
                </a:xfrm>
                <a:prstGeom prst="rect">
                  <a:avLst/>
                </a:prstGeom>
                <a:noFill/>
              </p:spPr>
              <p:txBody>
                <a:bodyPr wrap="square" rtlCol="0">
                  <a:spAutoFit/>
                </a:bodyPr>
                <a:lstStyle/>
                <a:p>
                  <a:r>
                    <a:rPr lang="en-SG" sz="1400" b="1" dirty="0">
                      <a:solidFill>
                        <a:schemeClr val="accent1"/>
                      </a:solidFill>
                    </a:rPr>
                    <a:t>Sea World</a:t>
                  </a:r>
                </a:p>
              </p:txBody>
            </p:sp>
          </p:grpSp>
        </p:grpSp>
        <p:grpSp>
          <p:nvGrpSpPr>
            <p:cNvPr id="339" name="Group 338">
              <a:extLst>
                <a:ext uri="{FF2B5EF4-FFF2-40B4-BE49-F238E27FC236}">
                  <a16:creationId xmlns:a16="http://schemas.microsoft.com/office/drawing/2014/main" id="{48784B81-EB3F-BA38-D583-018A78C7BA7D}"/>
                </a:ext>
              </a:extLst>
            </p:cNvPr>
            <p:cNvGrpSpPr/>
            <p:nvPr/>
          </p:nvGrpSpPr>
          <p:grpSpPr>
            <a:xfrm>
              <a:off x="8012883" y="2287713"/>
              <a:ext cx="1546800" cy="795567"/>
              <a:chOff x="8012883" y="2287713"/>
              <a:chExt cx="1546800" cy="795567"/>
            </a:xfrm>
          </p:grpSpPr>
          <p:pic>
            <p:nvPicPr>
              <p:cNvPr id="337" name="Picture 336">
                <a:extLst>
                  <a:ext uri="{FF2B5EF4-FFF2-40B4-BE49-F238E27FC236}">
                    <a16:creationId xmlns:a16="http://schemas.microsoft.com/office/drawing/2014/main" id="{60E4D896-8E1D-EFC0-D748-5B97BCC6850E}"/>
                  </a:ext>
                </a:extLst>
              </p:cNvPr>
              <p:cNvPicPr>
                <a:picLocks noChangeAspect="1"/>
              </p:cNvPicPr>
              <p:nvPr/>
            </p:nvPicPr>
            <p:blipFill>
              <a:blip r:embed="rId20"/>
              <a:stretch>
                <a:fillRect/>
              </a:stretch>
            </p:blipFill>
            <p:spPr>
              <a:xfrm>
                <a:off x="8012883" y="2287713"/>
                <a:ext cx="1031200" cy="795567"/>
              </a:xfrm>
              <a:prstGeom prst="rect">
                <a:avLst/>
              </a:prstGeom>
            </p:spPr>
          </p:pic>
          <p:pic>
            <p:nvPicPr>
              <p:cNvPr id="338" name="Picture 337">
                <a:extLst>
                  <a:ext uri="{FF2B5EF4-FFF2-40B4-BE49-F238E27FC236}">
                    <a16:creationId xmlns:a16="http://schemas.microsoft.com/office/drawing/2014/main" id="{228DAD17-8BCB-4DE8-30EE-4AED7B7C6343}"/>
                  </a:ext>
                </a:extLst>
              </p:cNvPr>
              <p:cNvPicPr>
                <a:picLocks noChangeAspect="1"/>
              </p:cNvPicPr>
              <p:nvPr/>
            </p:nvPicPr>
            <p:blipFill>
              <a:blip r:embed="rId20"/>
              <a:srcRect t="67150"/>
              <a:stretch>
                <a:fillRect/>
              </a:stretch>
            </p:blipFill>
            <p:spPr>
              <a:xfrm>
                <a:off x="8528483" y="2819155"/>
                <a:ext cx="1031200" cy="261342"/>
              </a:xfrm>
              <a:prstGeom prst="rect">
                <a:avLst/>
              </a:prstGeom>
            </p:spPr>
          </p:pic>
        </p:grpSp>
      </p:grpSp>
      <p:sp>
        <p:nvSpPr>
          <p:cNvPr id="18" name="Freeform: Shape 17">
            <a:extLst>
              <a:ext uri="{FF2B5EF4-FFF2-40B4-BE49-F238E27FC236}">
                <a16:creationId xmlns:a16="http://schemas.microsoft.com/office/drawing/2014/main" id="{25359920-7ACD-B4F5-01BC-4B529D8F084E}"/>
              </a:ext>
            </a:extLst>
          </p:cNvPr>
          <p:cNvSpPr/>
          <p:nvPr/>
        </p:nvSpPr>
        <p:spPr>
          <a:xfrm>
            <a:off x="3230991" y="423128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7" name="Group 6">
            <a:extLst>
              <a:ext uri="{FF2B5EF4-FFF2-40B4-BE49-F238E27FC236}">
                <a16:creationId xmlns:a16="http://schemas.microsoft.com/office/drawing/2014/main" id="{33A7BD51-BCB1-06FB-0EEE-F10943D13266}"/>
              </a:ext>
            </a:extLst>
          </p:cNvPr>
          <p:cNvGrpSpPr/>
          <p:nvPr/>
        </p:nvGrpSpPr>
        <p:grpSpPr>
          <a:xfrm>
            <a:off x="1133665" y="4827572"/>
            <a:ext cx="949311" cy="936585"/>
            <a:chOff x="1133665" y="4827572"/>
            <a:chExt cx="949311" cy="936585"/>
          </a:xfrm>
        </p:grpSpPr>
        <p:grpSp>
          <p:nvGrpSpPr>
            <p:cNvPr id="78" name="Group 77">
              <a:extLst>
                <a:ext uri="{FF2B5EF4-FFF2-40B4-BE49-F238E27FC236}">
                  <a16:creationId xmlns:a16="http://schemas.microsoft.com/office/drawing/2014/main" id="{48B3AB9A-255B-DBBB-198A-B4C9A6F88083}"/>
                </a:ext>
              </a:extLst>
            </p:cNvPr>
            <p:cNvGrpSpPr/>
            <p:nvPr/>
          </p:nvGrpSpPr>
          <p:grpSpPr>
            <a:xfrm>
              <a:off x="1133665" y="4827572"/>
              <a:ext cx="949311" cy="936585"/>
              <a:chOff x="929362" y="4727466"/>
              <a:chExt cx="1128802" cy="1113670"/>
            </a:xfrm>
          </p:grpSpPr>
          <p:sp>
            <p:nvSpPr>
              <p:cNvPr id="80" name="L-Shape 79">
                <a:hlinkClick r:id="rId21" action="ppaction://hlinksldjump"/>
                <a:extLst>
                  <a:ext uri="{FF2B5EF4-FFF2-40B4-BE49-F238E27FC236}">
                    <a16:creationId xmlns:a16="http://schemas.microsoft.com/office/drawing/2014/main" id="{230E6885-8524-A048-D8C8-0E051E00F5AA}"/>
                  </a:ext>
                </a:extLst>
              </p:cNvPr>
              <p:cNvSpPr/>
              <p:nvPr userDrawn="1"/>
            </p:nvSpPr>
            <p:spPr>
              <a:xfrm>
                <a:off x="929363" y="5480272"/>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1" name="L-Shape 80">
                <a:hlinkClick r:id="rId21" action="ppaction://hlinksldjump"/>
                <a:extLst>
                  <a:ext uri="{FF2B5EF4-FFF2-40B4-BE49-F238E27FC236}">
                    <a16:creationId xmlns:a16="http://schemas.microsoft.com/office/drawing/2014/main" id="{C5EA7299-B44A-07E3-368D-16385536BE18}"/>
                  </a:ext>
                </a:extLst>
              </p:cNvPr>
              <p:cNvSpPr/>
              <p:nvPr userDrawn="1"/>
            </p:nvSpPr>
            <p:spPr>
              <a:xfrm flipH="1">
                <a:off x="1698163" y="5508839"/>
                <a:ext cx="360001" cy="332297"/>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2" name="L-Shape 81">
                <a:hlinkClick r:id="rId21" action="ppaction://hlinksldjump"/>
                <a:extLst>
                  <a:ext uri="{FF2B5EF4-FFF2-40B4-BE49-F238E27FC236}">
                    <a16:creationId xmlns:a16="http://schemas.microsoft.com/office/drawing/2014/main" id="{4091AF3C-246B-90CB-641A-2DE7C347C6ED}"/>
                  </a:ext>
                </a:extLst>
              </p:cNvPr>
              <p:cNvSpPr/>
              <p:nvPr userDrawn="1"/>
            </p:nvSpPr>
            <p:spPr>
              <a:xfrm rot="5400000">
                <a:off x="929363" y="4728190"/>
                <a:ext cx="360000" cy="360001"/>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3" name="L-Shape 82">
                <a:hlinkClick r:id="rId21" action="ppaction://hlinksldjump"/>
                <a:extLst>
                  <a:ext uri="{FF2B5EF4-FFF2-40B4-BE49-F238E27FC236}">
                    <a16:creationId xmlns:a16="http://schemas.microsoft.com/office/drawing/2014/main" id="{99824E03-AAC5-A62B-1205-130917B555E6}"/>
                  </a:ext>
                </a:extLst>
              </p:cNvPr>
              <p:cNvSpPr/>
              <p:nvPr userDrawn="1"/>
            </p:nvSpPr>
            <p:spPr>
              <a:xfrm rot="10800000">
                <a:off x="1698161" y="4727466"/>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pic>
          <p:nvPicPr>
            <p:cNvPr id="6" name="Picture 5">
              <a:hlinkClick r:id="rId21" action="ppaction://hlinksldjump" tooltip="Start planning journey"/>
              <a:extLst>
                <a:ext uri="{FF2B5EF4-FFF2-40B4-BE49-F238E27FC236}">
                  <a16:creationId xmlns:a16="http://schemas.microsoft.com/office/drawing/2014/main" id="{F4CC4634-4514-4E8D-A7F9-24B91F95DD58}"/>
                </a:ext>
              </a:extLst>
            </p:cNvPr>
            <p:cNvPicPr>
              <a:picLocks noChangeAspect="1"/>
            </p:cNvPicPr>
            <p:nvPr/>
          </p:nvPicPr>
          <p:blipFill>
            <a:blip r:embed="rId22"/>
            <a:stretch>
              <a:fillRect/>
            </a:stretch>
          </p:blipFill>
          <p:spPr>
            <a:xfrm>
              <a:off x="1234217" y="4922668"/>
              <a:ext cx="748205" cy="748205"/>
            </a:xfrm>
            <a:prstGeom prst="rect">
              <a:avLst/>
            </a:prstGeom>
            <a:ln>
              <a:noFill/>
            </a:ln>
          </p:spPr>
        </p:pic>
      </p:grpSp>
      <p:grpSp>
        <p:nvGrpSpPr>
          <p:cNvPr id="31" name="Group 30">
            <a:extLst>
              <a:ext uri="{FF2B5EF4-FFF2-40B4-BE49-F238E27FC236}">
                <a16:creationId xmlns:a16="http://schemas.microsoft.com/office/drawing/2014/main" id="{91FADDCF-B122-5715-E94E-697F12BF1189}"/>
              </a:ext>
            </a:extLst>
          </p:cNvPr>
          <p:cNvGrpSpPr/>
          <p:nvPr/>
        </p:nvGrpSpPr>
        <p:grpSpPr>
          <a:xfrm>
            <a:off x="3216645" y="4215089"/>
            <a:ext cx="971932" cy="552452"/>
            <a:chOff x="3216645" y="4215089"/>
            <a:chExt cx="971932" cy="552452"/>
          </a:xfrm>
        </p:grpSpPr>
        <p:sp>
          <p:nvSpPr>
            <p:cNvPr id="200" name="Rectangle 199">
              <a:extLst>
                <a:ext uri="{FF2B5EF4-FFF2-40B4-BE49-F238E27FC236}">
                  <a16:creationId xmlns:a16="http://schemas.microsoft.com/office/drawing/2014/main" id="{8CD69F64-1166-9D30-46B4-317A494D17B0}"/>
                </a:ext>
              </a:extLst>
            </p:cNvPr>
            <p:cNvSpPr/>
            <p:nvPr userDrawn="1"/>
          </p:nvSpPr>
          <p:spPr>
            <a:xfrm>
              <a:off x="3216645" y="4215089"/>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199" name="TextBox 198">
              <a:extLst>
                <a:ext uri="{FF2B5EF4-FFF2-40B4-BE49-F238E27FC236}">
                  <a16:creationId xmlns:a16="http://schemas.microsoft.com/office/drawing/2014/main" id="{F68CDC59-1AE2-A9DC-04E8-864EF89EF6F6}"/>
                </a:ext>
              </a:extLst>
            </p:cNvPr>
            <p:cNvSpPr txBox="1"/>
            <p:nvPr userDrawn="1"/>
          </p:nvSpPr>
          <p:spPr>
            <a:xfrm>
              <a:off x="3216645" y="4260482"/>
              <a:ext cx="971930" cy="461665"/>
            </a:xfrm>
            <a:prstGeom prst="rect">
              <a:avLst/>
            </a:prstGeom>
            <a:noFill/>
            <a:ln>
              <a:noFill/>
            </a:ln>
          </p:spPr>
          <p:txBody>
            <a:bodyPr wrap="square" rtlCol="0">
              <a:spAutoFit/>
            </a:bodyPr>
            <a:lstStyle/>
            <a:p>
              <a:pPr algn="ctr"/>
              <a:r>
                <a:rPr lang="en-SG" sz="2400" b="1" dirty="0">
                  <a:solidFill>
                    <a:srgbClr val="2F3C7E"/>
                  </a:solidFill>
                  <a:latin typeface="+mj-lt"/>
                </a:rPr>
                <a:t>MAP</a:t>
              </a:r>
            </a:p>
          </p:txBody>
        </p:sp>
      </p:grpSp>
      <p:pic>
        <p:nvPicPr>
          <p:cNvPr id="346" name="Picture 345">
            <a:extLst>
              <a:ext uri="{FF2B5EF4-FFF2-40B4-BE49-F238E27FC236}">
                <a16:creationId xmlns:a16="http://schemas.microsoft.com/office/drawing/2014/main" id="{CC25CB43-5CE5-70EE-15B8-5D35BBF7D0FD}"/>
              </a:ext>
            </a:extLst>
          </p:cNvPr>
          <p:cNvPicPr>
            <a:picLocks noChangeAspect="1"/>
          </p:cNvPicPr>
          <p:nvPr/>
        </p:nvPicPr>
        <p:blipFill>
          <a:blip r:embed="rId23"/>
          <a:srcRect l="16117" r="13552"/>
          <a:stretch>
            <a:fillRect/>
          </a:stretch>
        </p:blipFill>
        <p:spPr>
          <a:xfrm>
            <a:off x="5948005" y="5268685"/>
            <a:ext cx="334895" cy="476171"/>
          </a:xfrm>
          <a:prstGeom prst="rect">
            <a:avLst/>
          </a:prstGeom>
        </p:spPr>
      </p:pic>
      <p:pic>
        <p:nvPicPr>
          <p:cNvPr id="347" name="Picture 346">
            <a:extLst>
              <a:ext uri="{FF2B5EF4-FFF2-40B4-BE49-F238E27FC236}">
                <a16:creationId xmlns:a16="http://schemas.microsoft.com/office/drawing/2014/main" id="{85A41A06-2868-100F-E0D3-A8D43D7A47C2}"/>
              </a:ext>
            </a:extLst>
          </p:cNvPr>
          <p:cNvPicPr>
            <a:picLocks noChangeAspect="1"/>
          </p:cNvPicPr>
          <p:nvPr/>
        </p:nvPicPr>
        <p:blipFill>
          <a:blip r:embed="rId17"/>
          <a:stretch>
            <a:fillRect/>
          </a:stretch>
        </p:blipFill>
        <p:spPr>
          <a:xfrm>
            <a:off x="4757445" y="6000662"/>
            <a:ext cx="347891" cy="347891"/>
          </a:xfrm>
          <a:prstGeom prst="rect">
            <a:avLst/>
          </a:prstGeom>
        </p:spPr>
      </p:pic>
      <p:pic>
        <p:nvPicPr>
          <p:cNvPr id="350" name="Picture 349">
            <a:extLst>
              <a:ext uri="{FF2B5EF4-FFF2-40B4-BE49-F238E27FC236}">
                <a16:creationId xmlns:a16="http://schemas.microsoft.com/office/drawing/2014/main" id="{D7E0D5F3-FBA1-A64A-083B-14697292B394}"/>
              </a:ext>
            </a:extLst>
          </p:cNvPr>
          <p:cNvPicPr>
            <a:picLocks noChangeAspect="1"/>
          </p:cNvPicPr>
          <p:nvPr/>
        </p:nvPicPr>
        <p:blipFill>
          <a:blip r:embed="rId3"/>
          <a:stretch>
            <a:fillRect/>
          </a:stretch>
        </p:blipFill>
        <p:spPr>
          <a:xfrm>
            <a:off x="3478261" y="5305504"/>
            <a:ext cx="778291" cy="390601"/>
          </a:xfrm>
          <a:prstGeom prst="rect">
            <a:avLst/>
          </a:prstGeom>
          <a:ln>
            <a:noFill/>
          </a:ln>
        </p:spPr>
      </p:pic>
      <p:grpSp>
        <p:nvGrpSpPr>
          <p:cNvPr id="19" name="Group 18">
            <a:extLst>
              <a:ext uri="{FF2B5EF4-FFF2-40B4-BE49-F238E27FC236}">
                <a16:creationId xmlns:a16="http://schemas.microsoft.com/office/drawing/2014/main" id="{E0B13380-1999-8334-7A3C-73B09B809488}"/>
              </a:ext>
            </a:extLst>
          </p:cNvPr>
          <p:cNvGrpSpPr/>
          <p:nvPr/>
        </p:nvGrpSpPr>
        <p:grpSpPr>
          <a:xfrm>
            <a:off x="5587919" y="4217828"/>
            <a:ext cx="1016161" cy="353526"/>
            <a:chOff x="5586845" y="4846215"/>
            <a:chExt cx="1016161" cy="353526"/>
          </a:xfrm>
        </p:grpSpPr>
        <p:sp>
          <p:nvSpPr>
            <p:cNvPr id="203" name="Rectangle 202">
              <a:extLst>
                <a:ext uri="{FF2B5EF4-FFF2-40B4-BE49-F238E27FC236}">
                  <a16:creationId xmlns:a16="http://schemas.microsoft.com/office/drawing/2014/main" id="{2DBFCD45-9315-2205-D79D-F9686AFD2603}"/>
                </a:ext>
              </a:extLst>
            </p:cNvPr>
            <p:cNvSpPr/>
            <p:nvPr userDrawn="1"/>
          </p:nvSpPr>
          <p:spPr>
            <a:xfrm>
              <a:off x="5588996" y="4846215"/>
              <a:ext cx="1014010" cy="353526"/>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202" name="TextBox 201">
              <a:extLst>
                <a:ext uri="{FF2B5EF4-FFF2-40B4-BE49-F238E27FC236}">
                  <a16:creationId xmlns:a16="http://schemas.microsoft.com/office/drawing/2014/main" id="{B1EAC4CF-875E-D030-9AEA-8E69D82C888C}"/>
                </a:ext>
              </a:extLst>
            </p:cNvPr>
            <p:cNvSpPr txBox="1"/>
            <p:nvPr userDrawn="1"/>
          </p:nvSpPr>
          <p:spPr>
            <a:xfrm>
              <a:off x="5586845" y="4869089"/>
              <a:ext cx="1014010" cy="307777"/>
            </a:xfrm>
            <a:prstGeom prst="rect">
              <a:avLst/>
            </a:prstGeom>
            <a:noFill/>
            <a:ln>
              <a:noFill/>
            </a:ln>
          </p:spPr>
          <p:txBody>
            <a:bodyPr wrap="square" rtlCol="0">
              <a:spAutoFit/>
            </a:bodyPr>
            <a:lstStyle/>
            <a:p>
              <a:pPr algn="ctr"/>
              <a:r>
                <a:rPr lang="en-SG" sz="1400" b="1" dirty="0">
                  <a:solidFill>
                    <a:srgbClr val="2F3C7E"/>
                  </a:solidFill>
                  <a:latin typeface="+mn-lt"/>
                </a:rPr>
                <a:t>Touch Me!</a:t>
              </a:r>
            </a:p>
          </p:txBody>
        </p:sp>
      </p:grpSp>
      <p:grpSp>
        <p:nvGrpSpPr>
          <p:cNvPr id="28" name="Group 27">
            <a:extLst>
              <a:ext uri="{FF2B5EF4-FFF2-40B4-BE49-F238E27FC236}">
                <a16:creationId xmlns:a16="http://schemas.microsoft.com/office/drawing/2014/main" id="{8F516E20-EA73-434D-8C43-7BEE374900C7}"/>
              </a:ext>
            </a:extLst>
          </p:cNvPr>
          <p:cNvGrpSpPr/>
          <p:nvPr/>
        </p:nvGrpSpPr>
        <p:grpSpPr>
          <a:xfrm>
            <a:off x="7620370" y="4729264"/>
            <a:ext cx="1014010" cy="693309"/>
            <a:chOff x="7620370" y="4729264"/>
            <a:chExt cx="1014010" cy="693309"/>
          </a:xfrm>
        </p:grpSpPr>
        <p:pic>
          <p:nvPicPr>
            <p:cNvPr id="354" name="Picture 353">
              <a:extLst>
                <a:ext uri="{FF2B5EF4-FFF2-40B4-BE49-F238E27FC236}">
                  <a16:creationId xmlns:a16="http://schemas.microsoft.com/office/drawing/2014/main" id="{99C0B419-D92F-E705-BEEB-BCC5D3B6C87B}"/>
                </a:ext>
              </a:extLst>
            </p:cNvPr>
            <p:cNvPicPr>
              <a:picLocks noChangeAspect="1"/>
            </p:cNvPicPr>
            <p:nvPr/>
          </p:nvPicPr>
          <p:blipFill>
            <a:blip r:embed="rId24"/>
            <a:stretch>
              <a:fillRect/>
            </a:stretch>
          </p:blipFill>
          <p:spPr>
            <a:xfrm>
              <a:off x="7884122" y="4729264"/>
              <a:ext cx="446487" cy="446487"/>
            </a:xfrm>
            <a:prstGeom prst="rect">
              <a:avLst/>
            </a:prstGeom>
          </p:spPr>
        </p:pic>
        <p:sp>
          <p:nvSpPr>
            <p:cNvPr id="20" name="TextBox 19">
              <a:extLst>
                <a:ext uri="{FF2B5EF4-FFF2-40B4-BE49-F238E27FC236}">
                  <a16:creationId xmlns:a16="http://schemas.microsoft.com/office/drawing/2014/main" id="{B90AEB49-A32C-4CA7-628C-3EBBA75AD789}"/>
                </a:ext>
              </a:extLst>
            </p:cNvPr>
            <p:cNvSpPr txBox="1"/>
            <p:nvPr/>
          </p:nvSpPr>
          <p:spPr>
            <a:xfrm>
              <a:off x="7620370" y="5114796"/>
              <a:ext cx="1014010" cy="307777"/>
            </a:xfrm>
            <a:prstGeom prst="rect">
              <a:avLst/>
            </a:prstGeom>
            <a:noFill/>
            <a:ln>
              <a:noFill/>
            </a:ln>
          </p:spPr>
          <p:txBody>
            <a:bodyPr wrap="square" rtlCol="0">
              <a:spAutoFit/>
            </a:bodyPr>
            <a:lstStyle/>
            <a:p>
              <a:pPr algn="ctr"/>
              <a:r>
                <a:rPr lang="en-SG" sz="1400" b="1" dirty="0">
                  <a:solidFill>
                    <a:schemeClr val="tx2"/>
                  </a:solidFill>
                  <a:latin typeface="+mn-lt"/>
                </a:rPr>
                <a:t>Entrance</a:t>
              </a:r>
            </a:p>
          </p:txBody>
        </p:sp>
      </p:grpSp>
      <p:sp>
        <p:nvSpPr>
          <p:cNvPr id="39" name="Rectangle: Rounded Corners 38">
            <a:extLst>
              <a:ext uri="{FF2B5EF4-FFF2-40B4-BE49-F238E27FC236}">
                <a16:creationId xmlns:a16="http://schemas.microsoft.com/office/drawing/2014/main" id="{FA5EA0E8-80FC-BFD3-81F9-38B374EBEDFE}"/>
              </a:ext>
            </a:extLst>
          </p:cNvPr>
          <p:cNvSpPr/>
          <p:nvPr/>
        </p:nvSpPr>
        <p:spPr>
          <a:xfrm>
            <a:off x="5478219" y="4975182"/>
            <a:ext cx="1274465" cy="292399"/>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You Are Here</a:t>
            </a:r>
          </a:p>
        </p:txBody>
      </p:sp>
      <p:sp>
        <p:nvSpPr>
          <p:cNvPr id="42" name="TextBox 41">
            <a:extLst>
              <a:ext uri="{FF2B5EF4-FFF2-40B4-BE49-F238E27FC236}">
                <a16:creationId xmlns:a16="http://schemas.microsoft.com/office/drawing/2014/main" id="{ECD5D113-365D-B583-E8CA-8A3C1C0E4BC0}"/>
              </a:ext>
            </a:extLst>
          </p:cNvPr>
          <p:cNvSpPr txBox="1"/>
          <p:nvPr/>
        </p:nvSpPr>
        <p:spPr>
          <a:xfrm>
            <a:off x="3277630" y="5670873"/>
            <a:ext cx="1215496" cy="276999"/>
          </a:xfrm>
          <a:prstGeom prst="rect">
            <a:avLst/>
          </a:prstGeom>
          <a:noFill/>
          <a:ln>
            <a:noFill/>
          </a:ln>
        </p:spPr>
        <p:txBody>
          <a:bodyPr wrap="square" rtlCol="0">
            <a:spAutoFit/>
          </a:bodyPr>
          <a:lstStyle/>
          <a:p>
            <a:pPr algn="ctr"/>
            <a:r>
              <a:rPr lang="en-SG" sz="1200" b="1" dirty="0">
                <a:solidFill>
                  <a:schemeClr val="tx2"/>
                </a:solidFill>
              </a:rPr>
              <a:t>Dragon Roller</a:t>
            </a:r>
          </a:p>
        </p:txBody>
      </p:sp>
      <p:sp>
        <p:nvSpPr>
          <p:cNvPr id="46" name="TextBox 45">
            <a:extLst>
              <a:ext uri="{FF2B5EF4-FFF2-40B4-BE49-F238E27FC236}">
                <a16:creationId xmlns:a16="http://schemas.microsoft.com/office/drawing/2014/main" id="{B33CC151-355E-EE53-6416-6497EBB73BFC}"/>
              </a:ext>
            </a:extLst>
          </p:cNvPr>
          <p:cNvSpPr txBox="1"/>
          <p:nvPr/>
        </p:nvSpPr>
        <p:spPr>
          <a:xfrm>
            <a:off x="4342067" y="6291269"/>
            <a:ext cx="1215496" cy="276999"/>
          </a:xfrm>
          <a:prstGeom prst="rect">
            <a:avLst/>
          </a:prstGeom>
          <a:noFill/>
          <a:ln>
            <a:noFill/>
          </a:ln>
        </p:spPr>
        <p:txBody>
          <a:bodyPr wrap="square" rtlCol="0">
            <a:spAutoFit/>
          </a:bodyPr>
          <a:lstStyle/>
          <a:p>
            <a:pPr algn="ctr"/>
            <a:r>
              <a:rPr lang="en-SG" sz="1200" b="1" dirty="0">
                <a:solidFill>
                  <a:schemeClr val="tx2"/>
                </a:solidFill>
                <a:latin typeface="+mn-lt"/>
              </a:rPr>
              <a:t>Jake &amp; Marks</a:t>
            </a:r>
          </a:p>
        </p:txBody>
      </p:sp>
      <p:sp>
        <p:nvSpPr>
          <p:cNvPr id="47" name="Freeform: Shape 46">
            <a:extLst>
              <a:ext uri="{FF2B5EF4-FFF2-40B4-BE49-F238E27FC236}">
                <a16:creationId xmlns:a16="http://schemas.microsoft.com/office/drawing/2014/main" id="{6E4CB436-D390-2D08-0D29-0F059AA71ECE}"/>
              </a:ext>
            </a:extLst>
          </p:cNvPr>
          <p:cNvSpPr/>
          <p:nvPr/>
        </p:nvSpPr>
        <p:spPr>
          <a:xfrm>
            <a:off x="5165271" y="5731329"/>
            <a:ext cx="914400" cy="538842"/>
          </a:xfrm>
          <a:custGeom>
            <a:avLst/>
            <a:gdLst>
              <a:gd name="connsiteX0" fmla="*/ 914400 w 914400"/>
              <a:gd name="connsiteY0" fmla="*/ 0 h 538842"/>
              <a:gd name="connsiteX1" fmla="*/ 892629 w 914400"/>
              <a:gd name="connsiteY1" fmla="*/ 27214 h 538842"/>
              <a:gd name="connsiteX2" fmla="*/ 849086 w 914400"/>
              <a:gd name="connsiteY2" fmla="*/ 141514 h 538842"/>
              <a:gd name="connsiteX3" fmla="*/ 810986 w 914400"/>
              <a:gd name="connsiteY3" fmla="*/ 195942 h 538842"/>
              <a:gd name="connsiteX4" fmla="*/ 723900 w 914400"/>
              <a:gd name="connsiteY4" fmla="*/ 283028 h 538842"/>
              <a:gd name="connsiteX5" fmla="*/ 702129 w 914400"/>
              <a:gd name="connsiteY5" fmla="*/ 299357 h 538842"/>
              <a:gd name="connsiteX6" fmla="*/ 647700 w 914400"/>
              <a:gd name="connsiteY6" fmla="*/ 310242 h 538842"/>
              <a:gd name="connsiteX7" fmla="*/ 457200 w 914400"/>
              <a:gd name="connsiteY7" fmla="*/ 321128 h 538842"/>
              <a:gd name="connsiteX8" fmla="*/ 239486 w 914400"/>
              <a:gd name="connsiteY8" fmla="*/ 332014 h 538842"/>
              <a:gd name="connsiteX9" fmla="*/ 163286 w 914400"/>
              <a:gd name="connsiteY9" fmla="*/ 375557 h 538842"/>
              <a:gd name="connsiteX10" fmla="*/ 152400 w 914400"/>
              <a:gd name="connsiteY10" fmla="*/ 413657 h 538842"/>
              <a:gd name="connsiteX11" fmla="*/ 87086 w 914400"/>
              <a:gd name="connsiteY11" fmla="*/ 446314 h 538842"/>
              <a:gd name="connsiteX12" fmla="*/ 38100 w 914400"/>
              <a:gd name="connsiteY12" fmla="*/ 484414 h 538842"/>
              <a:gd name="connsiteX13" fmla="*/ 27215 w 914400"/>
              <a:gd name="connsiteY13" fmla="*/ 500742 h 538842"/>
              <a:gd name="connsiteX14" fmla="*/ 0 w 914400"/>
              <a:gd name="connsiteY14" fmla="*/ 538842 h 538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4400" h="538842">
                <a:moveTo>
                  <a:pt x="914400" y="0"/>
                </a:moveTo>
                <a:cubicBezTo>
                  <a:pt x="907143" y="9071"/>
                  <a:pt x="897542" y="16687"/>
                  <a:pt x="892629" y="27214"/>
                </a:cubicBezTo>
                <a:cubicBezTo>
                  <a:pt x="836127" y="148290"/>
                  <a:pt x="923342" y="11565"/>
                  <a:pt x="849086" y="141514"/>
                </a:cubicBezTo>
                <a:cubicBezTo>
                  <a:pt x="838099" y="160742"/>
                  <a:pt x="825659" y="179355"/>
                  <a:pt x="810986" y="195942"/>
                </a:cubicBezTo>
                <a:cubicBezTo>
                  <a:pt x="783785" y="226690"/>
                  <a:pt x="756742" y="258396"/>
                  <a:pt x="723900" y="283028"/>
                </a:cubicBezTo>
                <a:cubicBezTo>
                  <a:pt x="716643" y="288471"/>
                  <a:pt x="710672" y="296306"/>
                  <a:pt x="702129" y="299357"/>
                </a:cubicBezTo>
                <a:cubicBezTo>
                  <a:pt x="684705" y="305580"/>
                  <a:pt x="666130" y="308604"/>
                  <a:pt x="647700" y="310242"/>
                </a:cubicBezTo>
                <a:cubicBezTo>
                  <a:pt x="584346" y="315873"/>
                  <a:pt x="520713" y="317741"/>
                  <a:pt x="457200" y="321128"/>
                </a:cubicBezTo>
                <a:lnTo>
                  <a:pt x="239486" y="332014"/>
                </a:lnTo>
                <a:cubicBezTo>
                  <a:pt x="214086" y="346528"/>
                  <a:pt x="171323" y="347428"/>
                  <a:pt x="163286" y="375557"/>
                </a:cubicBezTo>
                <a:cubicBezTo>
                  <a:pt x="159657" y="388257"/>
                  <a:pt x="160764" y="403434"/>
                  <a:pt x="152400" y="413657"/>
                </a:cubicBezTo>
                <a:cubicBezTo>
                  <a:pt x="132543" y="437926"/>
                  <a:pt x="110029" y="431565"/>
                  <a:pt x="87086" y="446314"/>
                </a:cubicBezTo>
                <a:cubicBezTo>
                  <a:pt x="69685" y="457500"/>
                  <a:pt x="49574" y="467202"/>
                  <a:pt x="38100" y="484414"/>
                </a:cubicBezTo>
                <a:cubicBezTo>
                  <a:pt x="34472" y="489857"/>
                  <a:pt x="31017" y="495419"/>
                  <a:pt x="27215" y="500742"/>
                </a:cubicBezTo>
                <a:cubicBezTo>
                  <a:pt x="-6559" y="548026"/>
                  <a:pt x="25667" y="500344"/>
                  <a:pt x="0" y="538842"/>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9" name="Picture 48">
            <a:extLst>
              <a:ext uri="{FF2B5EF4-FFF2-40B4-BE49-F238E27FC236}">
                <a16:creationId xmlns:a16="http://schemas.microsoft.com/office/drawing/2014/main" id="{825E8179-F7C4-6805-8102-A56683286C3F}"/>
              </a:ext>
            </a:extLst>
          </p:cNvPr>
          <p:cNvPicPr>
            <a:picLocks noChangeAspect="1"/>
          </p:cNvPicPr>
          <p:nvPr/>
        </p:nvPicPr>
        <p:blipFill>
          <a:blip r:embed="rId18"/>
          <a:stretch>
            <a:fillRect/>
          </a:stretch>
        </p:blipFill>
        <p:spPr>
          <a:xfrm>
            <a:off x="7138853" y="5648409"/>
            <a:ext cx="598926" cy="598926"/>
          </a:xfrm>
          <a:prstGeom prst="rect">
            <a:avLst/>
          </a:prstGeom>
        </p:spPr>
      </p:pic>
      <p:sp>
        <p:nvSpPr>
          <p:cNvPr id="52" name="TextBox 51">
            <a:extLst>
              <a:ext uri="{FF2B5EF4-FFF2-40B4-BE49-F238E27FC236}">
                <a16:creationId xmlns:a16="http://schemas.microsoft.com/office/drawing/2014/main" id="{CF31ABD1-77A7-7013-A404-69B00DE35B3C}"/>
              </a:ext>
            </a:extLst>
          </p:cNvPr>
          <p:cNvSpPr txBox="1"/>
          <p:nvPr/>
        </p:nvSpPr>
        <p:spPr>
          <a:xfrm>
            <a:off x="6852839" y="6227354"/>
            <a:ext cx="1215496" cy="276999"/>
          </a:xfrm>
          <a:prstGeom prst="rect">
            <a:avLst/>
          </a:prstGeom>
          <a:noFill/>
          <a:ln>
            <a:noFill/>
          </a:ln>
        </p:spPr>
        <p:txBody>
          <a:bodyPr wrap="square" rtlCol="0">
            <a:spAutoFit/>
          </a:bodyPr>
          <a:lstStyle/>
          <a:p>
            <a:pPr algn="ctr"/>
            <a:r>
              <a:rPr lang="en-SG" sz="1200" b="1" dirty="0">
                <a:solidFill>
                  <a:schemeClr val="tx2"/>
                </a:solidFill>
                <a:latin typeface="+mn-lt"/>
              </a:rPr>
              <a:t>Musical B’</a:t>
            </a:r>
          </a:p>
        </p:txBody>
      </p:sp>
      <p:sp>
        <p:nvSpPr>
          <p:cNvPr id="53" name="Freeform: Shape 52">
            <a:extLst>
              <a:ext uri="{FF2B5EF4-FFF2-40B4-BE49-F238E27FC236}">
                <a16:creationId xmlns:a16="http://schemas.microsoft.com/office/drawing/2014/main" id="{CC2A4E63-32EF-6BEA-27DF-77271A7CA7EB}"/>
              </a:ext>
            </a:extLst>
          </p:cNvPr>
          <p:cNvSpPr/>
          <p:nvPr/>
        </p:nvSpPr>
        <p:spPr>
          <a:xfrm>
            <a:off x="6123190" y="5715000"/>
            <a:ext cx="1034167" cy="593271"/>
          </a:xfrm>
          <a:custGeom>
            <a:avLst/>
            <a:gdLst>
              <a:gd name="connsiteX0" fmla="*/ 10910 w 1034167"/>
              <a:gd name="connsiteY0" fmla="*/ 0 h 593271"/>
              <a:gd name="connsiteX1" fmla="*/ 24 w 1034167"/>
              <a:gd name="connsiteY1" fmla="*/ 27214 h 593271"/>
              <a:gd name="connsiteX2" fmla="*/ 32681 w 1034167"/>
              <a:gd name="connsiteY2" fmla="*/ 141514 h 593271"/>
              <a:gd name="connsiteX3" fmla="*/ 119767 w 1034167"/>
              <a:gd name="connsiteY3" fmla="*/ 217714 h 593271"/>
              <a:gd name="connsiteX4" fmla="*/ 185081 w 1034167"/>
              <a:gd name="connsiteY4" fmla="*/ 250371 h 593271"/>
              <a:gd name="connsiteX5" fmla="*/ 283053 w 1034167"/>
              <a:gd name="connsiteY5" fmla="*/ 288471 h 593271"/>
              <a:gd name="connsiteX6" fmla="*/ 402796 w 1034167"/>
              <a:gd name="connsiteY6" fmla="*/ 293914 h 593271"/>
              <a:gd name="connsiteX7" fmla="*/ 604181 w 1034167"/>
              <a:gd name="connsiteY7" fmla="*/ 353786 h 593271"/>
              <a:gd name="connsiteX8" fmla="*/ 615067 w 1034167"/>
              <a:gd name="connsiteY8" fmla="*/ 370114 h 593271"/>
              <a:gd name="connsiteX9" fmla="*/ 631396 w 1034167"/>
              <a:gd name="connsiteY9" fmla="*/ 429986 h 593271"/>
              <a:gd name="connsiteX10" fmla="*/ 642281 w 1034167"/>
              <a:gd name="connsiteY10" fmla="*/ 533400 h 593271"/>
              <a:gd name="connsiteX11" fmla="*/ 680381 w 1034167"/>
              <a:gd name="connsiteY11" fmla="*/ 555171 h 593271"/>
              <a:gd name="connsiteX12" fmla="*/ 778353 w 1034167"/>
              <a:gd name="connsiteY12" fmla="*/ 593271 h 593271"/>
              <a:gd name="connsiteX13" fmla="*/ 881767 w 1034167"/>
              <a:gd name="connsiteY13" fmla="*/ 587829 h 593271"/>
              <a:gd name="connsiteX14" fmla="*/ 930753 w 1034167"/>
              <a:gd name="connsiteY14" fmla="*/ 549729 h 593271"/>
              <a:gd name="connsiteX15" fmla="*/ 1034167 w 1034167"/>
              <a:gd name="connsiteY15" fmla="*/ 538843 h 59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4167" h="593271">
                <a:moveTo>
                  <a:pt x="10910" y="0"/>
                </a:moveTo>
                <a:cubicBezTo>
                  <a:pt x="7281" y="9071"/>
                  <a:pt x="-490" y="17457"/>
                  <a:pt x="24" y="27214"/>
                </a:cubicBezTo>
                <a:cubicBezTo>
                  <a:pt x="423" y="34790"/>
                  <a:pt x="16134" y="123225"/>
                  <a:pt x="32681" y="141514"/>
                </a:cubicBezTo>
                <a:cubicBezTo>
                  <a:pt x="58560" y="170117"/>
                  <a:pt x="85267" y="200464"/>
                  <a:pt x="119767" y="217714"/>
                </a:cubicBezTo>
                <a:cubicBezTo>
                  <a:pt x="141538" y="228600"/>
                  <a:pt x="164016" y="238175"/>
                  <a:pt x="185081" y="250371"/>
                </a:cubicBezTo>
                <a:cubicBezTo>
                  <a:pt x="244050" y="284512"/>
                  <a:pt x="202154" y="281117"/>
                  <a:pt x="283053" y="288471"/>
                </a:cubicBezTo>
                <a:cubicBezTo>
                  <a:pt x="322844" y="292088"/>
                  <a:pt x="362882" y="292100"/>
                  <a:pt x="402796" y="293914"/>
                </a:cubicBezTo>
                <a:cubicBezTo>
                  <a:pt x="506337" y="314622"/>
                  <a:pt x="542016" y="298529"/>
                  <a:pt x="604181" y="353786"/>
                </a:cubicBezTo>
                <a:cubicBezTo>
                  <a:pt x="609070" y="358132"/>
                  <a:pt x="611438" y="364671"/>
                  <a:pt x="615067" y="370114"/>
                </a:cubicBezTo>
                <a:cubicBezTo>
                  <a:pt x="623153" y="394372"/>
                  <a:pt x="628319" y="405367"/>
                  <a:pt x="631396" y="429986"/>
                </a:cubicBezTo>
                <a:cubicBezTo>
                  <a:pt x="635695" y="464380"/>
                  <a:pt x="629650" y="501121"/>
                  <a:pt x="642281" y="533400"/>
                </a:cubicBezTo>
                <a:cubicBezTo>
                  <a:pt x="647611" y="547021"/>
                  <a:pt x="667298" y="548630"/>
                  <a:pt x="680381" y="555171"/>
                </a:cubicBezTo>
                <a:cubicBezTo>
                  <a:pt x="737030" y="583496"/>
                  <a:pt x="728360" y="578988"/>
                  <a:pt x="778353" y="593271"/>
                </a:cubicBezTo>
                <a:lnTo>
                  <a:pt x="881767" y="587829"/>
                </a:lnTo>
                <a:cubicBezTo>
                  <a:pt x="901657" y="582146"/>
                  <a:pt x="910209" y="552146"/>
                  <a:pt x="930753" y="549729"/>
                </a:cubicBezTo>
                <a:cubicBezTo>
                  <a:pt x="1026885" y="538419"/>
                  <a:pt x="992226" y="538843"/>
                  <a:pt x="1034167" y="5388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60" name="Group 59">
            <a:extLst>
              <a:ext uri="{FF2B5EF4-FFF2-40B4-BE49-F238E27FC236}">
                <a16:creationId xmlns:a16="http://schemas.microsoft.com/office/drawing/2014/main" id="{4DF891B3-B6A5-8AEF-43C3-A2D0C9546669}"/>
              </a:ext>
            </a:extLst>
          </p:cNvPr>
          <p:cNvGrpSpPr/>
          <p:nvPr/>
        </p:nvGrpSpPr>
        <p:grpSpPr>
          <a:xfrm>
            <a:off x="6262885" y="5837206"/>
            <a:ext cx="776731" cy="378714"/>
            <a:chOff x="4579693" y="5139808"/>
            <a:chExt cx="776731" cy="378714"/>
          </a:xfrm>
        </p:grpSpPr>
        <p:sp>
          <p:nvSpPr>
            <p:cNvPr id="61" name="Rectangle: Rounded Corners 60">
              <a:extLst>
                <a:ext uri="{FF2B5EF4-FFF2-40B4-BE49-F238E27FC236}">
                  <a16:creationId xmlns:a16="http://schemas.microsoft.com/office/drawing/2014/main" id="{94D62A2B-FE72-F995-883F-B1670B841AAB}"/>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1.0 KM</a:t>
              </a:r>
            </a:p>
          </p:txBody>
        </p:sp>
        <p:grpSp>
          <p:nvGrpSpPr>
            <p:cNvPr id="62" name="Group 61">
              <a:extLst>
                <a:ext uri="{FF2B5EF4-FFF2-40B4-BE49-F238E27FC236}">
                  <a16:creationId xmlns:a16="http://schemas.microsoft.com/office/drawing/2014/main" id="{1B6EAD41-B219-0443-6E27-87470F375013}"/>
                </a:ext>
              </a:extLst>
            </p:cNvPr>
            <p:cNvGrpSpPr/>
            <p:nvPr/>
          </p:nvGrpSpPr>
          <p:grpSpPr>
            <a:xfrm>
              <a:off x="4579693" y="5287690"/>
              <a:ext cx="776731" cy="230832"/>
              <a:chOff x="4622782" y="5567706"/>
              <a:chExt cx="776731" cy="230832"/>
            </a:xfrm>
          </p:grpSpPr>
          <p:sp>
            <p:nvSpPr>
              <p:cNvPr id="63" name="TextBox 62">
                <a:extLst>
                  <a:ext uri="{FF2B5EF4-FFF2-40B4-BE49-F238E27FC236}">
                    <a16:creationId xmlns:a16="http://schemas.microsoft.com/office/drawing/2014/main" id="{844E3CE9-A35B-0532-183A-D41C6C557DB9}"/>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10 mins</a:t>
                </a:r>
                <a:endParaRPr lang="en-SG" sz="900" dirty="0">
                  <a:solidFill>
                    <a:schemeClr val="tx2"/>
                  </a:solidFill>
                  <a:latin typeface="+mn-lt"/>
                </a:endParaRPr>
              </a:p>
            </p:txBody>
          </p:sp>
          <p:pic>
            <p:nvPicPr>
              <p:cNvPr id="64" name="Picture 63" descr="A person walking on a black background&#10;&#10;AI-generated content may be incorrect.">
                <a:extLst>
                  <a:ext uri="{FF2B5EF4-FFF2-40B4-BE49-F238E27FC236}">
                    <a16:creationId xmlns:a16="http://schemas.microsoft.com/office/drawing/2014/main" id="{30628634-0EFF-0BFB-DA78-953A110E3259}"/>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grpSp>
        <p:nvGrpSpPr>
          <p:cNvPr id="65" name="Group 64">
            <a:extLst>
              <a:ext uri="{FF2B5EF4-FFF2-40B4-BE49-F238E27FC236}">
                <a16:creationId xmlns:a16="http://schemas.microsoft.com/office/drawing/2014/main" id="{BE4F05A5-F234-CB89-AF54-47FE9BFDD4C0}"/>
              </a:ext>
            </a:extLst>
          </p:cNvPr>
          <p:cNvGrpSpPr/>
          <p:nvPr/>
        </p:nvGrpSpPr>
        <p:grpSpPr>
          <a:xfrm>
            <a:off x="5362875" y="5985250"/>
            <a:ext cx="776731" cy="378714"/>
            <a:chOff x="4579693" y="5139808"/>
            <a:chExt cx="776731" cy="378714"/>
          </a:xfrm>
        </p:grpSpPr>
        <p:sp>
          <p:nvSpPr>
            <p:cNvPr id="66" name="Rectangle: Rounded Corners 65">
              <a:extLst>
                <a:ext uri="{FF2B5EF4-FFF2-40B4-BE49-F238E27FC236}">
                  <a16:creationId xmlns:a16="http://schemas.microsoft.com/office/drawing/2014/main" id="{1B2A4B55-F214-C400-A72B-9B77845DECA1}"/>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500 m</a:t>
              </a:r>
            </a:p>
          </p:txBody>
        </p:sp>
        <p:grpSp>
          <p:nvGrpSpPr>
            <p:cNvPr id="76" name="Group 75">
              <a:extLst>
                <a:ext uri="{FF2B5EF4-FFF2-40B4-BE49-F238E27FC236}">
                  <a16:creationId xmlns:a16="http://schemas.microsoft.com/office/drawing/2014/main" id="{40613929-25AD-991A-FE97-9E4F6779BE28}"/>
                </a:ext>
              </a:extLst>
            </p:cNvPr>
            <p:cNvGrpSpPr/>
            <p:nvPr/>
          </p:nvGrpSpPr>
          <p:grpSpPr>
            <a:xfrm>
              <a:off x="4579693" y="5287690"/>
              <a:ext cx="776731" cy="230832"/>
              <a:chOff x="4622782" y="5567706"/>
              <a:chExt cx="776731" cy="230832"/>
            </a:xfrm>
          </p:grpSpPr>
          <p:sp>
            <p:nvSpPr>
              <p:cNvPr id="84" name="TextBox 83">
                <a:extLst>
                  <a:ext uri="{FF2B5EF4-FFF2-40B4-BE49-F238E27FC236}">
                    <a16:creationId xmlns:a16="http://schemas.microsoft.com/office/drawing/2014/main" id="{62D573B1-FBE2-B249-3A2F-09648E682BC2}"/>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5 mins</a:t>
                </a:r>
                <a:endParaRPr lang="en-SG" sz="900" dirty="0">
                  <a:solidFill>
                    <a:schemeClr val="tx2"/>
                  </a:solidFill>
                  <a:latin typeface="+mn-lt"/>
                </a:endParaRPr>
              </a:p>
            </p:txBody>
          </p:sp>
          <p:pic>
            <p:nvPicPr>
              <p:cNvPr id="86" name="Picture 85" descr="A person walking on a black background&#10;&#10;AI-generated content may be incorrect.">
                <a:extLst>
                  <a:ext uri="{FF2B5EF4-FFF2-40B4-BE49-F238E27FC236}">
                    <a16:creationId xmlns:a16="http://schemas.microsoft.com/office/drawing/2014/main" id="{A9F10DBA-232E-6727-99FD-25DEB3DF1995}"/>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sp>
        <p:nvSpPr>
          <p:cNvPr id="97" name="Rectangle 96">
            <a:extLst>
              <a:ext uri="{FF2B5EF4-FFF2-40B4-BE49-F238E27FC236}">
                <a16:creationId xmlns:a16="http://schemas.microsoft.com/office/drawing/2014/main" id="{F227ED68-AFC3-CBF2-7778-028B41967ABA}"/>
              </a:ext>
            </a:extLst>
          </p:cNvPr>
          <p:cNvSpPr/>
          <p:nvPr/>
        </p:nvSpPr>
        <p:spPr>
          <a:xfrm>
            <a:off x="8967452" y="4211670"/>
            <a:ext cx="1466386" cy="2646330"/>
          </a:xfrm>
          <a:prstGeom prst="rect">
            <a:avLst/>
          </a:prstGeom>
          <a:solidFill>
            <a:schemeClr val="bg1"/>
          </a:solid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9" name="TextBox 98">
            <a:extLst>
              <a:ext uri="{FF2B5EF4-FFF2-40B4-BE49-F238E27FC236}">
                <a16:creationId xmlns:a16="http://schemas.microsoft.com/office/drawing/2014/main" id="{84008000-7B88-0D4A-8CD9-C83F88E9C0B1}"/>
              </a:ext>
            </a:extLst>
          </p:cNvPr>
          <p:cNvSpPr txBox="1"/>
          <p:nvPr/>
        </p:nvSpPr>
        <p:spPr>
          <a:xfrm>
            <a:off x="9078864" y="4907207"/>
            <a:ext cx="1227849" cy="633622"/>
          </a:xfrm>
          <a:prstGeom prst="rect">
            <a:avLst/>
          </a:prstGeom>
          <a:noFill/>
          <a:ln>
            <a:solidFill>
              <a:srgbClr val="2F3C7E"/>
            </a:solidFill>
          </a:ln>
        </p:spPr>
        <p:txBody>
          <a:bodyPr wrap="square" rtlCol="0">
            <a:spAutoFit/>
          </a:bodyPr>
          <a:lstStyle/>
          <a:p>
            <a:endParaRPr lang="en-SG" dirty="0"/>
          </a:p>
        </p:txBody>
      </p:sp>
      <p:sp>
        <p:nvSpPr>
          <p:cNvPr id="113" name="TextBox 112">
            <a:extLst>
              <a:ext uri="{FF2B5EF4-FFF2-40B4-BE49-F238E27FC236}">
                <a16:creationId xmlns:a16="http://schemas.microsoft.com/office/drawing/2014/main" id="{77EAE787-5724-6DB1-F216-95EE09911E07}"/>
              </a:ext>
            </a:extLst>
          </p:cNvPr>
          <p:cNvSpPr txBox="1"/>
          <p:nvPr/>
        </p:nvSpPr>
        <p:spPr>
          <a:xfrm>
            <a:off x="10433837" y="4215089"/>
            <a:ext cx="1756011" cy="307777"/>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2700">
            <a:solidFill>
              <a:schemeClr val="tx1"/>
            </a:solidFill>
          </a:ln>
        </p:spPr>
        <p:txBody>
          <a:bodyPr wrap="square" rtlCol="0">
            <a:spAutoFit/>
          </a:bodyPr>
          <a:lstStyle/>
          <a:p>
            <a:r>
              <a:rPr lang="en-SG" sz="1400" b="1" dirty="0"/>
              <a:t>About</a:t>
            </a:r>
          </a:p>
        </p:txBody>
      </p:sp>
      <p:sp>
        <p:nvSpPr>
          <p:cNvPr id="114" name="TextBox 113">
            <a:extLst>
              <a:ext uri="{FF2B5EF4-FFF2-40B4-BE49-F238E27FC236}">
                <a16:creationId xmlns:a16="http://schemas.microsoft.com/office/drawing/2014/main" id="{48469B96-FB91-30CA-25F5-3B741DB8D567}"/>
              </a:ext>
            </a:extLst>
          </p:cNvPr>
          <p:cNvSpPr txBox="1"/>
          <p:nvPr/>
        </p:nvSpPr>
        <p:spPr>
          <a:xfrm>
            <a:off x="10434912" y="4526271"/>
            <a:ext cx="1749183" cy="784830"/>
          </a:xfrm>
          <a:prstGeom prst="rect">
            <a:avLst/>
          </a:prstGeom>
          <a:noFill/>
          <a:ln>
            <a:solidFill>
              <a:schemeClr val="tx1"/>
            </a:solidFill>
          </a:ln>
        </p:spPr>
        <p:txBody>
          <a:bodyPr wrap="square" rtlCol="0">
            <a:spAutoFit/>
          </a:bodyPr>
          <a:lstStyle/>
          <a:p>
            <a:r>
              <a:rPr lang="en-SG" sz="900" dirty="0"/>
              <a:t>Lorem ipsum </a:t>
            </a:r>
            <a:r>
              <a:rPr lang="en-SG" sz="900" dirty="0" err="1"/>
              <a:t>dolor</a:t>
            </a:r>
            <a:r>
              <a:rPr lang="en-SG" sz="900" dirty="0"/>
              <a:t> sit </a:t>
            </a:r>
            <a:r>
              <a:rPr lang="en-SG" sz="900" dirty="0" err="1"/>
              <a:t>amet</a:t>
            </a:r>
            <a:r>
              <a:rPr lang="en-SG" sz="900" dirty="0"/>
              <a:t>, </a:t>
            </a:r>
            <a:r>
              <a:rPr lang="en-SG" sz="900" dirty="0" err="1"/>
              <a:t>consectetur</a:t>
            </a:r>
            <a:r>
              <a:rPr lang="en-SG" sz="900" dirty="0"/>
              <a:t> </a:t>
            </a:r>
            <a:r>
              <a:rPr lang="en-SG" sz="900" dirty="0" err="1"/>
              <a:t>adipiscing</a:t>
            </a:r>
            <a:r>
              <a:rPr lang="en-SG" sz="900" dirty="0"/>
              <a:t> </a:t>
            </a:r>
            <a:r>
              <a:rPr lang="en-SG" sz="900" dirty="0" err="1"/>
              <a:t>elit</a:t>
            </a:r>
            <a:r>
              <a:rPr lang="en-SG" sz="900" dirty="0"/>
              <a:t>, </a:t>
            </a:r>
            <a:r>
              <a:rPr lang="en-SG" sz="900" dirty="0" err="1"/>
              <a:t>sed</a:t>
            </a:r>
            <a:r>
              <a:rPr lang="en-SG" sz="900" dirty="0"/>
              <a:t> do </a:t>
            </a:r>
            <a:r>
              <a:rPr lang="en-SG" sz="900" dirty="0" err="1"/>
              <a:t>eiusmod</a:t>
            </a:r>
            <a:r>
              <a:rPr lang="en-SG" sz="900" dirty="0"/>
              <a:t> </a:t>
            </a:r>
            <a:r>
              <a:rPr lang="en-SG" sz="900" dirty="0" err="1"/>
              <a:t>tempor</a:t>
            </a:r>
            <a:r>
              <a:rPr lang="en-SG" sz="900" dirty="0"/>
              <a:t> </a:t>
            </a:r>
            <a:r>
              <a:rPr lang="en-SG" sz="900" dirty="0" err="1"/>
              <a:t>incididunt</a:t>
            </a:r>
            <a:r>
              <a:rPr lang="en-SG" sz="900" dirty="0"/>
              <a:t> </a:t>
            </a:r>
            <a:r>
              <a:rPr lang="en-SG" sz="900" dirty="0" err="1"/>
              <a:t>ut</a:t>
            </a:r>
            <a:r>
              <a:rPr lang="en-SG" sz="900" dirty="0"/>
              <a:t> labore et dolore magna </a:t>
            </a:r>
            <a:r>
              <a:rPr lang="en-SG" sz="900" dirty="0" err="1"/>
              <a:t>aliqua</a:t>
            </a:r>
            <a:r>
              <a:rPr lang="en-SG" sz="900" dirty="0"/>
              <a:t>. </a:t>
            </a:r>
          </a:p>
        </p:txBody>
      </p:sp>
      <p:sp>
        <p:nvSpPr>
          <p:cNvPr id="115" name="TextBox 114">
            <a:extLst>
              <a:ext uri="{FF2B5EF4-FFF2-40B4-BE49-F238E27FC236}">
                <a16:creationId xmlns:a16="http://schemas.microsoft.com/office/drawing/2014/main" id="{758F75C5-3F3B-B400-C07C-2E14148ECEF0}"/>
              </a:ext>
            </a:extLst>
          </p:cNvPr>
          <p:cNvSpPr txBox="1"/>
          <p:nvPr/>
        </p:nvSpPr>
        <p:spPr>
          <a:xfrm>
            <a:off x="10434913" y="5311814"/>
            <a:ext cx="1756011" cy="307777"/>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2700">
            <a:solidFill>
              <a:schemeClr val="tx1"/>
            </a:solidFill>
          </a:ln>
        </p:spPr>
        <p:txBody>
          <a:bodyPr wrap="square" rtlCol="0">
            <a:spAutoFit/>
          </a:bodyPr>
          <a:lstStyle/>
          <a:p>
            <a:r>
              <a:rPr lang="en-SG" sz="1400" b="1" dirty="0"/>
              <a:t>How to get there</a:t>
            </a:r>
          </a:p>
        </p:txBody>
      </p:sp>
      <p:sp>
        <p:nvSpPr>
          <p:cNvPr id="122" name="Rectangle: Rounded Corners 121">
            <a:extLst>
              <a:ext uri="{FF2B5EF4-FFF2-40B4-BE49-F238E27FC236}">
                <a16:creationId xmlns:a16="http://schemas.microsoft.com/office/drawing/2014/main" id="{971E774B-C714-941A-9D36-83818D1A7CAC}"/>
              </a:ext>
            </a:extLst>
          </p:cNvPr>
          <p:cNvSpPr/>
          <p:nvPr/>
        </p:nvSpPr>
        <p:spPr>
          <a:xfrm rot="5400000">
            <a:off x="11970550" y="5822130"/>
            <a:ext cx="336725"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6" name="Rectangle: Rounded Corners 125">
            <a:extLst>
              <a:ext uri="{FF2B5EF4-FFF2-40B4-BE49-F238E27FC236}">
                <a16:creationId xmlns:a16="http://schemas.microsoft.com/office/drawing/2014/main" id="{48001F60-B324-284C-F42C-ECA9A70DB983}"/>
              </a:ext>
            </a:extLst>
          </p:cNvPr>
          <p:cNvSpPr/>
          <p:nvPr/>
        </p:nvSpPr>
        <p:spPr>
          <a:xfrm rot="5400000">
            <a:off x="11970550" y="4724556"/>
            <a:ext cx="336725"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7" name="Rectangle: Rounded Corners 126">
            <a:extLst>
              <a:ext uri="{FF2B5EF4-FFF2-40B4-BE49-F238E27FC236}">
                <a16:creationId xmlns:a16="http://schemas.microsoft.com/office/drawing/2014/main" id="{58BEE79A-7CD6-601C-4170-BC2919B0C31B}"/>
              </a:ext>
            </a:extLst>
          </p:cNvPr>
          <p:cNvSpPr/>
          <p:nvPr/>
        </p:nvSpPr>
        <p:spPr>
          <a:xfrm rot="5400000">
            <a:off x="11663175" y="986565"/>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28" name="Rectangle: Rounded Corners 127">
            <a:extLst>
              <a:ext uri="{FF2B5EF4-FFF2-40B4-BE49-F238E27FC236}">
                <a16:creationId xmlns:a16="http://schemas.microsoft.com/office/drawing/2014/main" id="{BEC759ED-6459-AA03-21A6-ACE50C8AF89F}"/>
              </a:ext>
            </a:extLst>
          </p:cNvPr>
          <p:cNvSpPr/>
          <p:nvPr/>
        </p:nvSpPr>
        <p:spPr>
          <a:xfrm rot="5400000">
            <a:off x="7368109" y="971118"/>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2" name="Rectangle: Rounded Corners 1">
            <a:extLst>
              <a:ext uri="{FF2B5EF4-FFF2-40B4-BE49-F238E27FC236}">
                <a16:creationId xmlns:a16="http://schemas.microsoft.com/office/drawing/2014/main" id="{D5E986F8-58CF-C92D-8F60-F62DFDF935E1}"/>
              </a:ext>
            </a:extLst>
          </p:cNvPr>
          <p:cNvSpPr/>
          <p:nvPr/>
        </p:nvSpPr>
        <p:spPr>
          <a:xfrm rot="5400000">
            <a:off x="3406156" y="2514864"/>
            <a:ext cx="842914" cy="114447"/>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0" name="Freeform: Shape 9">
            <a:extLst>
              <a:ext uri="{FF2B5EF4-FFF2-40B4-BE49-F238E27FC236}">
                <a16:creationId xmlns:a16="http://schemas.microsoft.com/office/drawing/2014/main" id="{4ACADCC7-E6DD-7950-CEC6-2AECF2C5335E}"/>
              </a:ext>
            </a:extLst>
          </p:cNvPr>
          <p:cNvSpPr/>
          <p:nvPr/>
        </p:nvSpPr>
        <p:spPr>
          <a:xfrm>
            <a:off x="4316186" y="5524500"/>
            <a:ext cx="1763485" cy="299357"/>
          </a:xfrm>
          <a:custGeom>
            <a:avLst/>
            <a:gdLst>
              <a:gd name="connsiteX0" fmla="*/ 1763485 w 1763485"/>
              <a:gd name="connsiteY0" fmla="*/ 206829 h 299357"/>
              <a:gd name="connsiteX1" fmla="*/ 1540328 w 1763485"/>
              <a:gd name="connsiteY1" fmla="*/ 299357 h 299357"/>
              <a:gd name="connsiteX2" fmla="*/ 1409700 w 1763485"/>
              <a:gd name="connsiteY2" fmla="*/ 272143 h 299357"/>
              <a:gd name="connsiteX3" fmla="*/ 1322614 w 1763485"/>
              <a:gd name="connsiteY3" fmla="*/ 190500 h 299357"/>
              <a:gd name="connsiteX4" fmla="*/ 1306285 w 1763485"/>
              <a:gd name="connsiteY4" fmla="*/ 157843 h 299357"/>
              <a:gd name="connsiteX5" fmla="*/ 1284514 w 1763485"/>
              <a:gd name="connsiteY5" fmla="*/ 130629 h 299357"/>
              <a:gd name="connsiteX6" fmla="*/ 1273628 w 1763485"/>
              <a:gd name="connsiteY6" fmla="*/ 92529 h 299357"/>
              <a:gd name="connsiteX7" fmla="*/ 1268185 w 1763485"/>
              <a:gd name="connsiteY7" fmla="*/ 76200 h 299357"/>
              <a:gd name="connsiteX8" fmla="*/ 1191985 w 1763485"/>
              <a:gd name="connsiteY8" fmla="*/ 16329 h 299357"/>
              <a:gd name="connsiteX9" fmla="*/ 1028700 w 1763485"/>
              <a:gd name="connsiteY9" fmla="*/ 0 h 299357"/>
              <a:gd name="connsiteX10" fmla="*/ 849085 w 1763485"/>
              <a:gd name="connsiteY10" fmla="*/ 10886 h 299357"/>
              <a:gd name="connsiteX11" fmla="*/ 800100 w 1763485"/>
              <a:gd name="connsiteY11" fmla="*/ 43543 h 299357"/>
              <a:gd name="connsiteX12" fmla="*/ 685800 w 1763485"/>
              <a:gd name="connsiteY12" fmla="*/ 119743 h 299357"/>
              <a:gd name="connsiteX13" fmla="*/ 658585 w 1763485"/>
              <a:gd name="connsiteY13" fmla="*/ 136071 h 299357"/>
              <a:gd name="connsiteX14" fmla="*/ 544285 w 1763485"/>
              <a:gd name="connsiteY14" fmla="*/ 163286 h 299357"/>
              <a:gd name="connsiteX15" fmla="*/ 511628 w 1763485"/>
              <a:gd name="connsiteY15" fmla="*/ 174171 h 299357"/>
              <a:gd name="connsiteX16" fmla="*/ 255814 w 1763485"/>
              <a:gd name="connsiteY16" fmla="*/ 130629 h 299357"/>
              <a:gd name="connsiteX17" fmla="*/ 239485 w 1763485"/>
              <a:gd name="connsiteY17" fmla="*/ 119743 h 299357"/>
              <a:gd name="connsiteX18" fmla="*/ 217714 w 1763485"/>
              <a:gd name="connsiteY18" fmla="*/ 114300 h 299357"/>
              <a:gd name="connsiteX19" fmla="*/ 168728 w 1763485"/>
              <a:gd name="connsiteY19" fmla="*/ 76200 h 299357"/>
              <a:gd name="connsiteX20" fmla="*/ 54428 w 1763485"/>
              <a:gd name="connsiteY20" fmla="*/ 43543 h 299357"/>
              <a:gd name="connsiteX21" fmla="*/ 0 w 1763485"/>
              <a:gd name="connsiteY21" fmla="*/ 43543 h 29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3485" h="299357">
                <a:moveTo>
                  <a:pt x="1763485" y="206829"/>
                </a:moveTo>
                <a:cubicBezTo>
                  <a:pt x="1614475" y="277785"/>
                  <a:pt x="1689015" y="247316"/>
                  <a:pt x="1540328" y="299357"/>
                </a:cubicBezTo>
                <a:cubicBezTo>
                  <a:pt x="1496785" y="290286"/>
                  <a:pt x="1452266" y="285042"/>
                  <a:pt x="1409700" y="272143"/>
                </a:cubicBezTo>
                <a:cubicBezTo>
                  <a:pt x="1360103" y="257114"/>
                  <a:pt x="1349198" y="233034"/>
                  <a:pt x="1322614" y="190500"/>
                </a:cubicBezTo>
                <a:cubicBezTo>
                  <a:pt x="1316164" y="180179"/>
                  <a:pt x="1312819" y="168111"/>
                  <a:pt x="1306285" y="157843"/>
                </a:cubicBezTo>
                <a:cubicBezTo>
                  <a:pt x="1300048" y="148042"/>
                  <a:pt x="1291771" y="139700"/>
                  <a:pt x="1284514" y="130629"/>
                </a:cubicBezTo>
                <a:cubicBezTo>
                  <a:pt x="1280885" y="117929"/>
                  <a:pt x="1277423" y="105180"/>
                  <a:pt x="1273628" y="92529"/>
                </a:cubicBezTo>
                <a:cubicBezTo>
                  <a:pt x="1271979" y="87034"/>
                  <a:pt x="1271858" y="80608"/>
                  <a:pt x="1268185" y="76200"/>
                </a:cubicBezTo>
                <a:cubicBezTo>
                  <a:pt x="1250833" y="55378"/>
                  <a:pt x="1224333" y="20950"/>
                  <a:pt x="1191985" y="16329"/>
                </a:cubicBezTo>
                <a:cubicBezTo>
                  <a:pt x="1137835" y="8593"/>
                  <a:pt x="1028700" y="0"/>
                  <a:pt x="1028700" y="0"/>
                </a:cubicBezTo>
                <a:cubicBezTo>
                  <a:pt x="968828" y="3629"/>
                  <a:pt x="908007" y="-337"/>
                  <a:pt x="849085" y="10886"/>
                </a:cubicBezTo>
                <a:cubicBezTo>
                  <a:pt x="829807" y="14558"/>
                  <a:pt x="817184" y="33887"/>
                  <a:pt x="800100" y="43543"/>
                </a:cubicBezTo>
                <a:cubicBezTo>
                  <a:pt x="628196" y="140706"/>
                  <a:pt x="794349" y="29288"/>
                  <a:pt x="685800" y="119743"/>
                </a:cubicBezTo>
                <a:cubicBezTo>
                  <a:pt x="677673" y="126516"/>
                  <a:pt x="668445" y="132237"/>
                  <a:pt x="658585" y="136071"/>
                </a:cubicBezTo>
                <a:cubicBezTo>
                  <a:pt x="599918" y="158886"/>
                  <a:pt x="596861" y="156714"/>
                  <a:pt x="544285" y="163286"/>
                </a:cubicBezTo>
                <a:cubicBezTo>
                  <a:pt x="533399" y="166914"/>
                  <a:pt x="523087" y="174759"/>
                  <a:pt x="511628" y="174171"/>
                </a:cubicBezTo>
                <a:cubicBezTo>
                  <a:pt x="367189" y="166764"/>
                  <a:pt x="363109" y="161284"/>
                  <a:pt x="255814" y="130629"/>
                </a:cubicBezTo>
                <a:cubicBezTo>
                  <a:pt x="250371" y="127000"/>
                  <a:pt x="245498" y="122320"/>
                  <a:pt x="239485" y="119743"/>
                </a:cubicBezTo>
                <a:cubicBezTo>
                  <a:pt x="232609" y="116796"/>
                  <a:pt x="223003" y="119589"/>
                  <a:pt x="217714" y="114300"/>
                </a:cubicBezTo>
                <a:cubicBezTo>
                  <a:pt x="170934" y="67520"/>
                  <a:pt x="236527" y="87500"/>
                  <a:pt x="168728" y="76200"/>
                </a:cubicBezTo>
                <a:cubicBezTo>
                  <a:pt x="117113" y="55554"/>
                  <a:pt x="111054" y="48936"/>
                  <a:pt x="54428" y="43543"/>
                </a:cubicBezTo>
                <a:cubicBezTo>
                  <a:pt x="36367" y="41823"/>
                  <a:pt x="18143" y="43543"/>
                  <a:pt x="0" y="435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3" name="Group 2">
            <a:extLst>
              <a:ext uri="{FF2B5EF4-FFF2-40B4-BE49-F238E27FC236}">
                <a16:creationId xmlns:a16="http://schemas.microsoft.com/office/drawing/2014/main" id="{C49F5CF2-7E10-3A8A-A2B0-94F40D09B72B}"/>
              </a:ext>
            </a:extLst>
          </p:cNvPr>
          <p:cNvGrpSpPr/>
          <p:nvPr/>
        </p:nvGrpSpPr>
        <p:grpSpPr>
          <a:xfrm>
            <a:off x="4648576" y="5564302"/>
            <a:ext cx="776731" cy="378714"/>
            <a:chOff x="4579693" y="5139808"/>
            <a:chExt cx="776731" cy="378714"/>
          </a:xfrm>
        </p:grpSpPr>
        <p:sp>
          <p:nvSpPr>
            <p:cNvPr id="4" name="Rectangle: Rounded Corners 3">
              <a:extLst>
                <a:ext uri="{FF2B5EF4-FFF2-40B4-BE49-F238E27FC236}">
                  <a16:creationId xmlns:a16="http://schemas.microsoft.com/office/drawing/2014/main" id="{C97E120B-8B78-FB00-F1F2-22CA7CE6EADE}"/>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900" b="1" dirty="0">
                  <a:solidFill>
                    <a:schemeClr val="tx2"/>
                  </a:solidFill>
                  <a:latin typeface="+mj-lt"/>
                </a:rPr>
                <a:t>2.4 KM</a:t>
              </a:r>
            </a:p>
          </p:txBody>
        </p:sp>
        <p:grpSp>
          <p:nvGrpSpPr>
            <p:cNvPr id="5" name="Group 4">
              <a:extLst>
                <a:ext uri="{FF2B5EF4-FFF2-40B4-BE49-F238E27FC236}">
                  <a16:creationId xmlns:a16="http://schemas.microsoft.com/office/drawing/2014/main" id="{63114B35-A2A9-19DD-9BE9-23ABD4DF034B}"/>
                </a:ext>
              </a:extLst>
            </p:cNvPr>
            <p:cNvGrpSpPr/>
            <p:nvPr/>
          </p:nvGrpSpPr>
          <p:grpSpPr>
            <a:xfrm>
              <a:off x="4579693" y="5287690"/>
              <a:ext cx="776731" cy="230832"/>
              <a:chOff x="4622782" y="5567706"/>
              <a:chExt cx="776731" cy="230832"/>
            </a:xfrm>
          </p:grpSpPr>
          <p:sp>
            <p:nvSpPr>
              <p:cNvPr id="8" name="TextBox 7">
                <a:extLst>
                  <a:ext uri="{FF2B5EF4-FFF2-40B4-BE49-F238E27FC236}">
                    <a16:creationId xmlns:a16="http://schemas.microsoft.com/office/drawing/2014/main" id="{6722CF84-BFD1-C12D-F6F4-DC295D080A73}"/>
                  </a:ext>
                </a:extLst>
              </p:cNvPr>
              <p:cNvSpPr txBox="1"/>
              <p:nvPr/>
            </p:nvSpPr>
            <p:spPr>
              <a:xfrm>
                <a:off x="4622782" y="5567706"/>
                <a:ext cx="726297" cy="230832"/>
              </a:xfrm>
              <a:prstGeom prst="rect">
                <a:avLst/>
              </a:prstGeom>
              <a:noFill/>
              <a:ln>
                <a:noFill/>
              </a:ln>
            </p:spPr>
            <p:txBody>
              <a:bodyPr wrap="square" rtlCol="0">
                <a:spAutoFit/>
              </a:bodyPr>
              <a:lstStyle/>
              <a:p>
                <a:pPr algn="ctr"/>
                <a:r>
                  <a:rPr lang="en-SG" sz="900" dirty="0">
                    <a:solidFill>
                      <a:schemeClr val="tx2"/>
                    </a:solidFill>
                  </a:rPr>
                  <a:t>~ 20 mins</a:t>
                </a:r>
                <a:endParaRPr lang="en-SG" sz="900" dirty="0">
                  <a:solidFill>
                    <a:schemeClr val="tx2"/>
                  </a:solidFill>
                  <a:latin typeface="+mn-lt"/>
                </a:endParaRPr>
              </a:p>
            </p:txBody>
          </p:sp>
          <p:pic>
            <p:nvPicPr>
              <p:cNvPr id="9" name="Picture 8" descr="A person walking on a black background&#10;&#10;AI-generated content may be incorrect.">
                <a:extLst>
                  <a:ext uri="{FF2B5EF4-FFF2-40B4-BE49-F238E27FC236}">
                    <a16:creationId xmlns:a16="http://schemas.microsoft.com/office/drawing/2014/main" id="{002FF2A0-4C37-E1E2-6E91-2AF2ECE110BD}"/>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sp>
        <p:nvSpPr>
          <p:cNvPr id="45" name="TextBox 44">
            <a:extLst>
              <a:ext uri="{FF2B5EF4-FFF2-40B4-BE49-F238E27FC236}">
                <a16:creationId xmlns:a16="http://schemas.microsoft.com/office/drawing/2014/main" id="{1271A844-9438-B1CC-0DBC-474CBA85AA6D}"/>
              </a:ext>
            </a:extLst>
          </p:cNvPr>
          <p:cNvSpPr txBox="1"/>
          <p:nvPr/>
        </p:nvSpPr>
        <p:spPr>
          <a:xfrm>
            <a:off x="8950972" y="4381184"/>
            <a:ext cx="1605061" cy="307777"/>
          </a:xfrm>
          <a:prstGeom prst="rect">
            <a:avLst/>
          </a:prstGeom>
          <a:noFill/>
        </p:spPr>
        <p:txBody>
          <a:bodyPr wrap="square" rtlCol="0">
            <a:spAutoFit/>
          </a:bodyPr>
          <a:lstStyle/>
          <a:p>
            <a:r>
              <a:rPr lang="en-SG" sz="1400" b="1" dirty="0">
                <a:solidFill>
                  <a:schemeClr val="tx2">
                    <a:lumMod val="50000"/>
                  </a:schemeClr>
                </a:solidFill>
              </a:rPr>
              <a:t>Jake &amp; Marks</a:t>
            </a:r>
          </a:p>
        </p:txBody>
      </p:sp>
      <p:sp>
        <p:nvSpPr>
          <p:cNvPr id="50" name="TextBox 49">
            <a:extLst>
              <a:ext uri="{FF2B5EF4-FFF2-40B4-BE49-F238E27FC236}">
                <a16:creationId xmlns:a16="http://schemas.microsoft.com/office/drawing/2014/main" id="{B94A207B-FE15-0418-699D-3F21379D540A}"/>
              </a:ext>
            </a:extLst>
          </p:cNvPr>
          <p:cNvSpPr txBox="1"/>
          <p:nvPr/>
        </p:nvSpPr>
        <p:spPr>
          <a:xfrm>
            <a:off x="10437251" y="5623709"/>
            <a:ext cx="1749183" cy="230832"/>
          </a:xfrm>
          <a:prstGeom prst="rect">
            <a:avLst/>
          </a:prstGeom>
          <a:noFill/>
          <a:ln>
            <a:solidFill>
              <a:schemeClr val="tx1"/>
            </a:solidFill>
          </a:ln>
        </p:spPr>
        <p:txBody>
          <a:bodyPr wrap="square" rtlCol="0">
            <a:spAutoFit/>
          </a:bodyPr>
          <a:lstStyle/>
          <a:p>
            <a:r>
              <a:rPr lang="en-SG" sz="900" dirty="0"/>
              <a:t>Walk straight for 200m.</a:t>
            </a:r>
          </a:p>
        </p:txBody>
      </p:sp>
      <p:sp>
        <p:nvSpPr>
          <p:cNvPr id="51" name="TextBox 50">
            <a:extLst>
              <a:ext uri="{FF2B5EF4-FFF2-40B4-BE49-F238E27FC236}">
                <a16:creationId xmlns:a16="http://schemas.microsoft.com/office/drawing/2014/main" id="{7988D1CB-0D32-2CF2-FAC3-DC8650B7A735}"/>
              </a:ext>
            </a:extLst>
          </p:cNvPr>
          <p:cNvSpPr txBox="1"/>
          <p:nvPr/>
        </p:nvSpPr>
        <p:spPr>
          <a:xfrm>
            <a:off x="10434911" y="5860138"/>
            <a:ext cx="1749183" cy="230832"/>
          </a:xfrm>
          <a:prstGeom prst="rect">
            <a:avLst/>
          </a:prstGeom>
          <a:noFill/>
          <a:ln>
            <a:solidFill>
              <a:schemeClr val="tx1"/>
            </a:solidFill>
          </a:ln>
        </p:spPr>
        <p:txBody>
          <a:bodyPr wrap="square" rtlCol="0">
            <a:spAutoFit/>
          </a:bodyPr>
          <a:lstStyle/>
          <a:p>
            <a:r>
              <a:rPr lang="en-SG" sz="900" dirty="0"/>
              <a:t>Turn right.</a:t>
            </a:r>
          </a:p>
        </p:txBody>
      </p:sp>
      <p:sp>
        <p:nvSpPr>
          <p:cNvPr id="56" name="TextBox 55">
            <a:extLst>
              <a:ext uri="{FF2B5EF4-FFF2-40B4-BE49-F238E27FC236}">
                <a16:creationId xmlns:a16="http://schemas.microsoft.com/office/drawing/2014/main" id="{0C924A80-E1C7-7B2A-4252-032A11C9F7C2}"/>
              </a:ext>
            </a:extLst>
          </p:cNvPr>
          <p:cNvSpPr txBox="1"/>
          <p:nvPr/>
        </p:nvSpPr>
        <p:spPr>
          <a:xfrm>
            <a:off x="10434911" y="6093349"/>
            <a:ext cx="1749183" cy="230832"/>
          </a:xfrm>
          <a:prstGeom prst="rect">
            <a:avLst/>
          </a:prstGeom>
          <a:noFill/>
          <a:ln>
            <a:solidFill>
              <a:schemeClr val="tx1"/>
            </a:solidFill>
          </a:ln>
        </p:spPr>
        <p:txBody>
          <a:bodyPr wrap="square" rtlCol="0">
            <a:spAutoFit/>
          </a:bodyPr>
          <a:lstStyle/>
          <a:p>
            <a:r>
              <a:rPr lang="en-SG" sz="900" dirty="0"/>
              <a:t>Continue for 300m.</a:t>
            </a:r>
          </a:p>
        </p:txBody>
      </p:sp>
      <p:sp>
        <p:nvSpPr>
          <p:cNvPr id="79" name="TextBox 78">
            <a:extLst>
              <a:ext uri="{FF2B5EF4-FFF2-40B4-BE49-F238E27FC236}">
                <a16:creationId xmlns:a16="http://schemas.microsoft.com/office/drawing/2014/main" id="{F50D2ABF-B088-25B8-FB4C-C592DE96901A}"/>
              </a:ext>
            </a:extLst>
          </p:cNvPr>
          <p:cNvSpPr txBox="1"/>
          <p:nvPr/>
        </p:nvSpPr>
        <p:spPr>
          <a:xfrm>
            <a:off x="10434911" y="6321730"/>
            <a:ext cx="1749183" cy="230832"/>
          </a:xfrm>
          <a:prstGeom prst="rect">
            <a:avLst/>
          </a:prstGeom>
          <a:noFill/>
          <a:ln>
            <a:solidFill>
              <a:schemeClr val="tx1"/>
            </a:solidFill>
          </a:ln>
        </p:spPr>
        <p:txBody>
          <a:bodyPr wrap="square" rtlCol="0">
            <a:spAutoFit/>
          </a:bodyPr>
          <a:lstStyle/>
          <a:p>
            <a:r>
              <a:rPr lang="en-SG" sz="900" dirty="0"/>
              <a:t>Destination is on the left.</a:t>
            </a:r>
          </a:p>
        </p:txBody>
      </p:sp>
      <p:pic>
        <p:nvPicPr>
          <p:cNvPr id="87" name="Picture 86">
            <a:extLst>
              <a:ext uri="{FF2B5EF4-FFF2-40B4-BE49-F238E27FC236}">
                <a16:creationId xmlns:a16="http://schemas.microsoft.com/office/drawing/2014/main" id="{E9BD8FF8-7153-331A-A7BF-01C6634A24CC}"/>
              </a:ext>
            </a:extLst>
          </p:cNvPr>
          <p:cNvPicPr>
            <a:picLocks noChangeAspect="1"/>
          </p:cNvPicPr>
          <p:nvPr/>
        </p:nvPicPr>
        <p:blipFill>
          <a:blip r:embed="rId17"/>
          <a:stretch>
            <a:fillRect/>
          </a:stretch>
        </p:blipFill>
        <p:spPr>
          <a:xfrm>
            <a:off x="9381511" y="4944495"/>
            <a:ext cx="590339" cy="590339"/>
          </a:xfrm>
          <a:prstGeom prst="rect">
            <a:avLst/>
          </a:prstGeom>
        </p:spPr>
      </p:pic>
      <p:sp>
        <p:nvSpPr>
          <p:cNvPr id="88" name="TextBox 87">
            <a:extLst>
              <a:ext uri="{FF2B5EF4-FFF2-40B4-BE49-F238E27FC236}">
                <a16:creationId xmlns:a16="http://schemas.microsoft.com/office/drawing/2014/main" id="{F3D90B4E-BF1E-B5D6-37E4-A8116CE557E6}"/>
              </a:ext>
            </a:extLst>
          </p:cNvPr>
          <p:cNvSpPr txBox="1"/>
          <p:nvPr/>
        </p:nvSpPr>
        <p:spPr>
          <a:xfrm>
            <a:off x="9080628" y="5741516"/>
            <a:ext cx="1227849" cy="633622"/>
          </a:xfrm>
          <a:prstGeom prst="rect">
            <a:avLst/>
          </a:prstGeom>
          <a:noFill/>
          <a:ln>
            <a:solidFill>
              <a:srgbClr val="2F3C7E"/>
            </a:solidFill>
          </a:ln>
        </p:spPr>
        <p:txBody>
          <a:bodyPr wrap="square" rtlCol="0">
            <a:spAutoFit/>
          </a:bodyPr>
          <a:lstStyle/>
          <a:p>
            <a:endParaRPr lang="en-SG" dirty="0"/>
          </a:p>
        </p:txBody>
      </p:sp>
      <p:pic>
        <p:nvPicPr>
          <p:cNvPr id="100" name="Picture 99">
            <a:extLst>
              <a:ext uri="{FF2B5EF4-FFF2-40B4-BE49-F238E27FC236}">
                <a16:creationId xmlns:a16="http://schemas.microsoft.com/office/drawing/2014/main" id="{E68CA49E-5632-4F65-F74F-EA58D01B799D}"/>
              </a:ext>
            </a:extLst>
          </p:cNvPr>
          <p:cNvPicPr>
            <a:picLocks noChangeAspect="1"/>
          </p:cNvPicPr>
          <p:nvPr/>
        </p:nvPicPr>
        <p:blipFill>
          <a:blip r:embed="rId26"/>
          <a:stretch>
            <a:fillRect/>
          </a:stretch>
        </p:blipFill>
        <p:spPr>
          <a:xfrm>
            <a:off x="9432990" y="5809372"/>
            <a:ext cx="570438" cy="570438"/>
          </a:xfrm>
          <a:prstGeom prst="rect">
            <a:avLst/>
          </a:prstGeom>
        </p:spPr>
      </p:pic>
      <p:pic>
        <p:nvPicPr>
          <p:cNvPr id="101" name="Picture 100">
            <a:extLst>
              <a:ext uri="{FF2B5EF4-FFF2-40B4-BE49-F238E27FC236}">
                <a16:creationId xmlns:a16="http://schemas.microsoft.com/office/drawing/2014/main" id="{BF4F1347-BA49-9F77-0A14-6871DF622B99}"/>
              </a:ext>
            </a:extLst>
          </p:cNvPr>
          <p:cNvPicPr>
            <a:picLocks noChangeAspect="1"/>
          </p:cNvPicPr>
          <p:nvPr/>
        </p:nvPicPr>
        <p:blipFill>
          <a:blip r:embed="rId27"/>
          <a:stretch>
            <a:fillRect/>
          </a:stretch>
        </p:blipFill>
        <p:spPr>
          <a:xfrm>
            <a:off x="9588892" y="5985250"/>
            <a:ext cx="223506" cy="223506"/>
          </a:xfrm>
          <a:prstGeom prst="rect">
            <a:avLst/>
          </a:prstGeom>
        </p:spPr>
      </p:pic>
      <p:pic>
        <p:nvPicPr>
          <p:cNvPr id="105" name="Picture 104" descr="A yellow hand pointing up&#10;&#10;AI-generated content may be incorrect.">
            <a:extLst>
              <a:ext uri="{FF2B5EF4-FFF2-40B4-BE49-F238E27FC236}">
                <a16:creationId xmlns:a16="http://schemas.microsoft.com/office/drawing/2014/main" id="{D4E6B250-7D9B-64F0-D493-6F562148E77B}"/>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1768038" y="5335259"/>
            <a:ext cx="663866" cy="663866"/>
          </a:xfrm>
          <a:prstGeom prst="rect">
            <a:avLst/>
          </a:prstGeom>
        </p:spPr>
      </p:pic>
      <p:grpSp>
        <p:nvGrpSpPr>
          <p:cNvPr id="11" name="Group 10">
            <a:extLst>
              <a:ext uri="{FF2B5EF4-FFF2-40B4-BE49-F238E27FC236}">
                <a16:creationId xmlns:a16="http://schemas.microsoft.com/office/drawing/2014/main" id="{D7367E5F-E371-9B0C-BC66-1284DFC0D30C}"/>
              </a:ext>
            </a:extLst>
          </p:cNvPr>
          <p:cNvGrpSpPr/>
          <p:nvPr/>
        </p:nvGrpSpPr>
        <p:grpSpPr>
          <a:xfrm>
            <a:off x="2147456" y="4647756"/>
            <a:ext cx="2218650" cy="1174394"/>
            <a:chOff x="3378090" y="1544951"/>
            <a:chExt cx="1961897" cy="1174394"/>
          </a:xfrm>
        </p:grpSpPr>
        <p:sp>
          <p:nvSpPr>
            <p:cNvPr id="12" name="TextBox 11">
              <a:extLst>
                <a:ext uri="{FF2B5EF4-FFF2-40B4-BE49-F238E27FC236}">
                  <a16:creationId xmlns:a16="http://schemas.microsoft.com/office/drawing/2014/main" id="{3665BB2E-6BFD-C26A-3B0E-4641417AC72B}"/>
                </a:ext>
              </a:extLst>
            </p:cNvPr>
            <p:cNvSpPr txBox="1"/>
            <p:nvPr/>
          </p:nvSpPr>
          <p:spPr>
            <a:xfrm>
              <a:off x="3655670" y="1888348"/>
              <a:ext cx="1684317" cy="830997"/>
            </a:xfrm>
            <a:prstGeom prst="rect">
              <a:avLst/>
            </a:prstGeom>
            <a:solidFill>
              <a:schemeClr val="bg1"/>
            </a:solidFill>
            <a:ln w="25400">
              <a:solidFill>
                <a:schemeClr val="accent5"/>
              </a:solidFill>
            </a:ln>
          </p:spPr>
          <p:txBody>
            <a:bodyPr wrap="square" rtlCol="0">
              <a:spAutoFit/>
            </a:bodyPr>
            <a:lstStyle/>
            <a:p>
              <a:pPr algn="just"/>
              <a:r>
                <a:rPr lang="en-GB" sz="1600" dirty="0">
                  <a:solidFill>
                    <a:srgbClr val="000000"/>
                  </a:solidFill>
                  <a:latin typeface="Arial" panose="020B0604020202020204" pitchFamily="34" charset="0"/>
                  <a:cs typeface="Arial" panose="020B0604020202020204" pitchFamily="34" charset="0"/>
                </a:rPr>
                <a:t>User’s fingerprint gets recognised when touched</a:t>
              </a:r>
              <a:endParaRPr lang="en-SG" sz="1600" dirty="0">
                <a:solidFill>
                  <a:srgbClr val="000000"/>
                </a:solidFill>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7A676D85-78AD-5C66-1C44-1CE1A0E44ED0}"/>
                </a:ext>
              </a:extLst>
            </p:cNvPr>
            <p:cNvPicPr>
              <a:picLocks noChangeAspect="1"/>
            </p:cNvPicPr>
            <p:nvPr/>
          </p:nvPicPr>
          <p:blipFill>
            <a:blip r:embed="rId29"/>
            <a:stretch>
              <a:fillRect/>
            </a:stretch>
          </p:blipFill>
          <p:spPr>
            <a:xfrm>
              <a:off x="3378090" y="1544951"/>
              <a:ext cx="555159" cy="555159"/>
            </a:xfrm>
            <a:prstGeom prst="rect">
              <a:avLst/>
            </a:prstGeom>
          </p:spPr>
        </p:pic>
      </p:grpSp>
    </p:spTree>
    <p:extLst>
      <p:ext uri="{BB962C8B-B14F-4D97-AF65-F5344CB8AC3E}">
        <p14:creationId xmlns:p14="http://schemas.microsoft.com/office/powerpoint/2010/main" val="266465801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105"/>
                                        </p:tgtEl>
                                        <p:attrNameLst>
                                          <p:attrName>style.visibility</p:attrName>
                                        </p:attrNameLst>
                                      </p:cBhvr>
                                      <p:to>
                                        <p:strVal val="visible"/>
                                      </p:to>
                                    </p:set>
                                  </p:childTnLst>
                                </p:cTn>
                              </p:par>
                            </p:childTnLst>
                          </p:cTn>
                        </p:par>
                        <p:par>
                          <p:cTn id="7" fill="hold">
                            <p:stCondLst>
                              <p:cond delay="500"/>
                            </p:stCondLst>
                            <p:childTnLst>
                              <p:par>
                                <p:cTn id="8" presetID="32" presetClass="emph" presetSubtype="0" fill="hold" nodeType="afterEffect">
                                  <p:stCondLst>
                                    <p:cond delay="0"/>
                                  </p:stCondLst>
                                  <p:childTnLst>
                                    <p:animRot by="120000">
                                      <p:cBhvr>
                                        <p:cTn id="9" dur="100" fill="hold">
                                          <p:stCondLst>
                                            <p:cond delay="0"/>
                                          </p:stCondLst>
                                        </p:cTn>
                                        <p:tgtEl>
                                          <p:spTgt spid="105"/>
                                        </p:tgtEl>
                                        <p:attrNameLst>
                                          <p:attrName>r</p:attrName>
                                        </p:attrNameLst>
                                      </p:cBhvr>
                                    </p:animRot>
                                    <p:animRot by="-240000">
                                      <p:cBhvr>
                                        <p:cTn id="10" dur="200" fill="hold">
                                          <p:stCondLst>
                                            <p:cond delay="200"/>
                                          </p:stCondLst>
                                        </p:cTn>
                                        <p:tgtEl>
                                          <p:spTgt spid="105"/>
                                        </p:tgtEl>
                                        <p:attrNameLst>
                                          <p:attrName>r</p:attrName>
                                        </p:attrNameLst>
                                      </p:cBhvr>
                                    </p:animRot>
                                    <p:animRot by="240000">
                                      <p:cBhvr>
                                        <p:cTn id="11" dur="200" fill="hold">
                                          <p:stCondLst>
                                            <p:cond delay="400"/>
                                          </p:stCondLst>
                                        </p:cTn>
                                        <p:tgtEl>
                                          <p:spTgt spid="105"/>
                                        </p:tgtEl>
                                        <p:attrNameLst>
                                          <p:attrName>r</p:attrName>
                                        </p:attrNameLst>
                                      </p:cBhvr>
                                    </p:animRot>
                                    <p:animRot by="-240000">
                                      <p:cBhvr>
                                        <p:cTn id="12" dur="200" fill="hold">
                                          <p:stCondLst>
                                            <p:cond delay="600"/>
                                          </p:stCondLst>
                                        </p:cTn>
                                        <p:tgtEl>
                                          <p:spTgt spid="105"/>
                                        </p:tgtEl>
                                        <p:attrNameLst>
                                          <p:attrName>r</p:attrName>
                                        </p:attrNameLst>
                                      </p:cBhvr>
                                    </p:animRot>
                                    <p:animRot by="120000">
                                      <p:cBhvr>
                                        <p:cTn id="13" dur="200" fill="hold">
                                          <p:stCondLst>
                                            <p:cond delay="800"/>
                                          </p:stCondLst>
                                        </p:cTn>
                                        <p:tgtEl>
                                          <p:spTgt spid="10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942B3-84EE-2FF7-5EC9-3087B7EF9B9D}"/>
            </a:ext>
          </a:extLst>
        </p:cNvPr>
        <p:cNvGrpSpPr/>
        <p:nvPr/>
      </p:nvGrpSpPr>
      <p:grpSpPr>
        <a:xfrm>
          <a:off x="0" y="0"/>
          <a:ext cx="0" cy="0"/>
          <a:chOff x="0" y="0"/>
          <a:chExt cx="0" cy="0"/>
        </a:xfrm>
      </p:grpSpPr>
    </p:spTree>
    <p:extLst>
      <p:ext uri="{BB962C8B-B14F-4D97-AF65-F5344CB8AC3E}">
        <p14:creationId xmlns:p14="http://schemas.microsoft.com/office/powerpoint/2010/main" val="551712106"/>
      </p:ext>
    </p:extLst>
  </p:cSld>
  <p:clrMapOvr>
    <a:masterClrMapping/>
  </p:clrMapOvr>
  <mc:AlternateContent xmlns:mc="http://schemas.openxmlformats.org/markup-compatibility/2006" xmlns:p14="http://schemas.microsoft.com/office/powerpoint/2010/main">
    <mc:Choice Requires="p14">
      <p:transition spd="slow" p14:dur="2000" advClick="0" advTm="750"/>
    </mc:Choice>
    <mc:Fallback xmlns="">
      <p:transition spd="slow" advClick="0" advTm="75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501DE9-C0F4-FC44-FFED-E1252AC927F2}"/>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3" name="TextBox 2">
            <a:extLst>
              <a:ext uri="{FF2B5EF4-FFF2-40B4-BE49-F238E27FC236}">
                <a16:creationId xmlns:a16="http://schemas.microsoft.com/office/drawing/2014/main" id="{F97789B1-3A55-F96E-7B61-714E049EC6D6}"/>
              </a:ext>
            </a:extLst>
          </p:cNvPr>
          <p:cNvSpPr txBox="1"/>
          <p:nvPr/>
        </p:nvSpPr>
        <p:spPr>
          <a:xfrm>
            <a:off x="3028950" y="1800431"/>
            <a:ext cx="6134100" cy="1077218"/>
          </a:xfrm>
          <a:prstGeom prst="rect">
            <a:avLst/>
          </a:prstGeom>
          <a:noFill/>
        </p:spPr>
        <p:txBody>
          <a:bodyPr wrap="square" rtlCol="0">
            <a:spAutoFit/>
          </a:bodyPr>
          <a:lstStyle/>
          <a:p>
            <a:pPr algn="ctr"/>
            <a:r>
              <a:rPr lang="en-SG" sz="3200" b="1" dirty="0">
                <a:solidFill>
                  <a:schemeClr val="tx2">
                    <a:lumMod val="50000"/>
                  </a:schemeClr>
                </a:solidFill>
                <a:latin typeface="+mj-lt"/>
              </a:rPr>
              <a:t>Welcome. </a:t>
            </a:r>
          </a:p>
          <a:p>
            <a:pPr algn="ctr"/>
            <a:r>
              <a:rPr lang="en-SG" sz="3200" b="1" dirty="0">
                <a:solidFill>
                  <a:schemeClr val="tx2">
                    <a:lumMod val="50000"/>
                  </a:schemeClr>
                </a:solidFill>
                <a:latin typeface="+mj-lt"/>
              </a:rPr>
              <a:t>How may I address </a:t>
            </a:r>
            <a:r>
              <a:rPr lang="en-SG" sz="3200" b="1" dirty="0">
                <a:solidFill>
                  <a:schemeClr val="accent5"/>
                </a:solidFill>
                <a:latin typeface="+mj-lt"/>
              </a:rPr>
              <a:t>you</a:t>
            </a:r>
            <a:r>
              <a:rPr lang="en-SG" sz="3200" b="1" dirty="0">
                <a:solidFill>
                  <a:schemeClr val="tx2">
                    <a:lumMod val="50000"/>
                  </a:schemeClr>
                </a:solidFill>
                <a:latin typeface="+mj-lt"/>
              </a:rPr>
              <a:t>?</a:t>
            </a:r>
            <a:endParaRPr lang="en-SG" sz="3200" b="1" dirty="0">
              <a:latin typeface="+mj-lt"/>
            </a:endParaRPr>
          </a:p>
        </p:txBody>
      </p:sp>
      <p:sp>
        <p:nvSpPr>
          <p:cNvPr id="5" name="Rectangle: Rounded Corners 4">
            <a:hlinkClick r:id="rId3" action="ppaction://hlinksldjump"/>
            <a:extLst>
              <a:ext uri="{FF2B5EF4-FFF2-40B4-BE49-F238E27FC236}">
                <a16:creationId xmlns:a16="http://schemas.microsoft.com/office/drawing/2014/main" id="{6CC1A0BF-1961-DF4C-5564-F5D1E6D4B65D}"/>
              </a:ext>
            </a:extLst>
          </p:cNvPr>
          <p:cNvSpPr/>
          <p:nvPr/>
        </p:nvSpPr>
        <p:spPr>
          <a:xfrm>
            <a:off x="3411682" y="3564056"/>
            <a:ext cx="5368636" cy="803563"/>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solidFill>
                  <a:schemeClr val="tx2">
                    <a:lumMod val="40000"/>
                    <a:lumOff val="60000"/>
                  </a:schemeClr>
                </a:solidFill>
                <a:latin typeface="+mj-lt"/>
              </a:rPr>
              <a:t>Enter Your Name!</a:t>
            </a:r>
          </a:p>
        </p:txBody>
      </p:sp>
      <p:grpSp>
        <p:nvGrpSpPr>
          <p:cNvPr id="6" name="Group 5">
            <a:extLst>
              <a:ext uri="{FF2B5EF4-FFF2-40B4-BE49-F238E27FC236}">
                <a16:creationId xmlns:a16="http://schemas.microsoft.com/office/drawing/2014/main" id="{316BDFAF-C43D-5C24-49DD-52B2B3057952}"/>
              </a:ext>
            </a:extLst>
          </p:cNvPr>
          <p:cNvGrpSpPr/>
          <p:nvPr/>
        </p:nvGrpSpPr>
        <p:grpSpPr>
          <a:xfrm>
            <a:off x="10726538" y="5753096"/>
            <a:ext cx="1465462" cy="552452"/>
            <a:chOff x="1" y="0"/>
            <a:chExt cx="1465462" cy="552452"/>
          </a:xfrm>
        </p:grpSpPr>
        <p:sp>
          <p:nvSpPr>
            <p:cNvPr id="7" name="Rectangle 6">
              <a:hlinkClick r:id="rId4" action="ppaction://hlinksldjump" tooltip="Return to previous page"/>
              <a:extLst>
                <a:ext uri="{FF2B5EF4-FFF2-40B4-BE49-F238E27FC236}">
                  <a16:creationId xmlns:a16="http://schemas.microsoft.com/office/drawing/2014/main" id="{26921896-D3C6-45DE-50E3-929F364E54A3}"/>
                </a:ext>
              </a:extLst>
            </p:cNvPr>
            <p:cNvSpPr/>
            <p:nvPr userDrawn="1"/>
          </p:nvSpPr>
          <p:spPr>
            <a:xfrm>
              <a:off x="1" y="0"/>
              <a:ext cx="1465462"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r"/>
              <a:r>
                <a:rPr lang="en-SG" sz="2400" b="1" spc="0" dirty="0">
                  <a:solidFill>
                    <a:schemeClr val="tx1"/>
                  </a:solidFill>
                  <a:latin typeface="+mj-lt"/>
                </a:rPr>
                <a:t>Return</a:t>
              </a:r>
              <a:endParaRPr lang="en-SG" sz="2000" b="1" spc="0" dirty="0">
                <a:solidFill>
                  <a:schemeClr val="tx1"/>
                </a:solidFill>
                <a:latin typeface="+mj-lt"/>
              </a:endParaRPr>
            </a:p>
          </p:txBody>
        </p:sp>
        <p:pic>
          <p:nvPicPr>
            <p:cNvPr id="8" name="Picture 7" descr="A blue arrow pointing to the left&#10;&#10;AI-generated content may be incorrect.">
              <a:extLst>
                <a:ext uri="{FF2B5EF4-FFF2-40B4-BE49-F238E27FC236}">
                  <a16:creationId xmlns:a16="http://schemas.microsoft.com/office/drawing/2014/main" id="{A1945751-611B-B598-ED31-CCCA0E6832A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flipH="1">
              <a:off x="76198" y="164523"/>
              <a:ext cx="409049" cy="223406"/>
            </a:xfrm>
            <a:prstGeom prst="rect">
              <a:avLst/>
            </a:prstGeom>
          </p:spPr>
        </p:pic>
      </p:grpSp>
      <p:grpSp>
        <p:nvGrpSpPr>
          <p:cNvPr id="9" name="Group 8">
            <a:extLst>
              <a:ext uri="{FF2B5EF4-FFF2-40B4-BE49-F238E27FC236}">
                <a16:creationId xmlns:a16="http://schemas.microsoft.com/office/drawing/2014/main" id="{83CD7F41-6E61-291E-AFB1-786B81C962AB}"/>
              </a:ext>
            </a:extLst>
          </p:cNvPr>
          <p:cNvGrpSpPr/>
          <p:nvPr/>
        </p:nvGrpSpPr>
        <p:grpSpPr>
          <a:xfrm>
            <a:off x="10181331" y="6305548"/>
            <a:ext cx="2010669" cy="552452"/>
            <a:chOff x="10181331" y="6305548"/>
            <a:chExt cx="2010669" cy="552452"/>
          </a:xfrm>
        </p:grpSpPr>
        <p:sp>
          <p:nvSpPr>
            <p:cNvPr id="10" name="Rectangle 9">
              <a:hlinkClick r:id="rId6" action="ppaction://hlinksldjump" tooltip="Continue to next page"/>
              <a:extLst>
                <a:ext uri="{FF2B5EF4-FFF2-40B4-BE49-F238E27FC236}">
                  <a16:creationId xmlns:a16="http://schemas.microsoft.com/office/drawing/2014/main" id="{35CC8942-4746-D73B-C5BE-0C899279DD1D}"/>
                </a:ext>
              </a:extLst>
            </p:cNvPr>
            <p:cNvSpPr/>
            <p:nvPr userDrawn="1"/>
          </p:nvSpPr>
          <p:spPr>
            <a:xfrm>
              <a:off x="10181331" y="6305548"/>
              <a:ext cx="2010669"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SG" sz="2400" b="1" spc="0" dirty="0">
                  <a:solidFill>
                    <a:schemeClr val="tx1"/>
                  </a:solidFill>
                  <a:latin typeface="+mj-lt"/>
                </a:rPr>
                <a:t>Continue</a:t>
              </a:r>
              <a:endParaRPr lang="en-SG" sz="2000" b="1" spc="0" dirty="0">
                <a:solidFill>
                  <a:schemeClr val="tx1"/>
                </a:solidFill>
                <a:latin typeface="+mj-lt"/>
              </a:endParaRPr>
            </a:p>
          </p:txBody>
        </p:sp>
        <p:pic>
          <p:nvPicPr>
            <p:cNvPr id="11" name="Picture 10" descr="A blue arrow pointing to the left&#10;&#10;AI-generated content may be incorrect.">
              <a:hlinkClick r:id="rId6" action="ppaction://hlinksldjump"/>
              <a:extLst>
                <a:ext uri="{FF2B5EF4-FFF2-40B4-BE49-F238E27FC236}">
                  <a16:creationId xmlns:a16="http://schemas.microsoft.com/office/drawing/2014/main" id="{F366B0BF-F323-08AA-EA03-C47ED935C0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516420" y="6481328"/>
              <a:ext cx="409049" cy="223406"/>
            </a:xfrm>
            <a:prstGeom prst="rect">
              <a:avLst/>
            </a:prstGeom>
          </p:spPr>
        </p:pic>
        <p:pic>
          <p:nvPicPr>
            <p:cNvPr id="12" name="Picture 11" descr="A blue arrow pointing to the left&#10;&#10;AI-generated content may be incorrect.">
              <a:hlinkClick r:id="rId6" action="ppaction://hlinksldjump"/>
              <a:extLst>
                <a:ext uri="{FF2B5EF4-FFF2-40B4-BE49-F238E27FC236}">
                  <a16:creationId xmlns:a16="http://schemas.microsoft.com/office/drawing/2014/main" id="{311D2F91-3C95-5637-EBE1-1C082E6704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51948" y="6481328"/>
              <a:ext cx="409049" cy="223406"/>
            </a:xfrm>
            <a:prstGeom prst="rect">
              <a:avLst/>
            </a:prstGeom>
          </p:spPr>
        </p:pic>
      </p:grpSp>
      <p:pic>
        <p:nvPicPr>
          <p:cNvPr id="4" name="Picture 3" descr="A yellow hand pointing up&#10;&#10;AI-generated content may be incorrect.">
            <a:extLst>
              <a:ext uri="{FF2B5EF4-FFF2-40B4-BE49-F238E27FC236}">
                <a16:creationId xmlns:a16="http://schemas.microsoft.com/office/drawing/2014/main" id="{71CFC56C-B70F-CBE7-00BE-3AFDE2B0C76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67295" y="385888"/>
            <a:ext cx="663866" cy="663866"/>
          </a:xfrm>
          <a:prstGeom prst="rect">
            <a:avLst/>
          </a:prstGeom>
        </p:spPr>
      </p:pic>
      <p:pic>
        <p:nvPicPr>
          <p:cNvPr id="13" name="Picture 12" descr="A yellow hand pointing up&#10;&#10;AI-generated content may be incorrect.">
            <a:extLst>
              <a:ext uri="{FF2B5EF4-FFF2-40B4-BE49-F238E27FC236}">
                <a16:creationId xmlns:a16="http://schemas.microsoft.com/office/drawing/2014/main" id="{2C322C82-43D4-ADEB-B102-BF493516084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5043667">
            <a:off x="11513375" y="5215728"/>
            <a:ext cx="663866" cy="663866"/>
          </a:xfrm>
          <a:prstGeom prst="rect">
            <a:avLst/>
          </a:prstGeom>
        </p:spPr>
      </p:pic>
      <p:pic>
        <p:nvPicPr>
          <p:cNvPr id="14" name="Picture 13" descr="A yellow hand pointing up&#10;&#10;AI-generated content may be incorrect.">
            <a:extLst>
              <a:ext uri="{FF2B5EF4-FFF2-40B4-BE49-F238E27FC236}">
                <a16:creationId xmlns:a16="http://schemas.microsoft.com/office/drawing/2014/main" id="{43308D57-F7C5-9FD1-84BC-E56695D9A03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3600000" flipH="1">
            <a:off x="9512972" y="6133037"/>
            <a:ext cx="731712" cy="731712"/>
          </a:xfrm>
          <a:prstGeom prst="rect">
            <a:avLst/>
          </a:prstGeom>
        </p:spPr>
      </p:pic>
      <p:grpSp>
        <p:nvGrpSpPr>
          <p:cNvPr id="15" name="Group 14">
            <a:extLst>
              <a:ext uri="{FF2B5EF4-FFF2-40B4-BE49-F238E27FC236}">
                <a16:creationId xmlns:a16="http://schemas.microsoft.com/office/drawing/2014/main" id="{09177B7F-ED1C-AA50-CADB-615E66743ACB}"/>
              </a:ext>
            </a:extLst>
          </p:cNvPr>
          <p:cNvGrpSpPr/>
          <p:nvPr/>
        </p:nvGrpSpPr>
        <p:grpSpPr>
          <a:xfrm>
            <a:off x="164438" y="805761"/>
            <a:ext cx="3115791" cy="1420615"/>
            <a:chOff x="3378090" y="1544951"/>
            <a:chExt cx="2755216" cy="1420615"/>
          </a:xfrm>
        </p:grpSpPr>
        <p:sp>
          <p:nvSpPr>
            <p:cNvPr id="16" name="TextBox 15">
              <a:extLst>
                <a:ext uri="{FF2B5EF4-FFF2-40B4-BE49-F238E27FC236}">
                  <a16:creationId xmlns:a16="http://schemas.microsoft.com/office/drawing/2014/main" id="{0BD713E4-543A-D909-C01E-5AB1ED845D84}"/>
                </a:ext>
              </a:extLst>
            </p:cNvPr>
            <p:cNvSpPr txBox="1"/>
            <p:nvPr/>
          </p:nvSpPr>
          <p:spPr>
            <a:xfrm>
              <a:off x="3655670" y="1888348"/>
              <a:ext cx="2477636" cy="1077218"/>
            </a:xfrm>
            <a:prstGeom prst="rect">
              <a:avLst/>
            </a:prstGeom>
            <a:solidFill>
              <a:schemeClr val="bg1"/>
            </a:solidFill>
            <a:ln w="25400">
              <a:solidFill>
                <a:schemeClr val="accent5"/>
              </a:solidFill>
            </a:ln>
          </p:spPr>
          <p:txBody>
            <a:bodyPr wrap="square" rtlCol="0">
              <a:spAutoFit/>
            </a:bodyPr>
            <a:lstStyle/>
            <a:p>
              <a:pPr algn="just"/>
              <a:r>
                <a:rPr lang="en-GB" sz="1600" dirty="0">
                  <a:solidFill>
                    <a:srgbClr val="000000"/>
                  </a:solidFill>
                  <a:latin typeface="Arial" panose="020B0604020202020204" pitchFamily="34" charset="0"/>
                  <a:cs typeface="Arial" panose="020B0604020202020204" pitchFamily="34" charset="0"/>
                </a:rPr>
                <a:t>Users can return to the previous page anytime if they choose not to register. (Locus of control)</a:t>
              </a:r>
              <a:endParaRPr lang="en-SG" sz="1600" dirty="0">
                <a:solidFill>
                  <a:srgbClr val="000000"/>
                </a:solidFill>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0831C82D-120C-A7D4-ED04-2907E8E90C60}"/>
                </a:ext>
              </a:extLst>
            </p:cNvPr>
            <p:cNvPicPr>
              <a:picLocks noChangeAspect="1"/>
            </p:cNvPicPr>
            <p:nvPr/>
          </p:nvPicPr>
          <p:blipFill>
            <a:blip r:embed="rId8"/>
            <a:stretch>
              <a:fillRect/>
            </a:stretch>
          </p:blipFill>
          <p:spPr>
            <a:xfrm>
              <a:off x="3378090" y="1544951"/>
              <a:ext cx="555159" cy="555159"/>
            </a:xfrm>
            <a:prstGeom prst="rect">
              <a:avLst/>
            </a:prstGeom>
          </p:spPr>
        </p:pic>
      </p:grpSp>
      <p:grpSp>
        <p:nvGrpSpPr>
          <p:cNvPr id="21" name="Group 20">
            <a:extLst>
              <a:ext uri="{FF2B5EF4-FFF2-40B4-BE49-F238E27FC236}">
                <a16:creationId xmlns:a16="http://schemas.microsoft.com/office/drawing/2014/main" id="{A048A9B9-F54F-1535-C945-693127E59907}"/>
              </a:ext>
            </a:extLst>
          </p:cNvPr>
          <p:cNvGrpSpPr/>
          <p:nvPr/>
        </p:nvGrpSpPr>
        <p:grpSpPr>
          <a:xfrm>
            <a:off x="5770998" y="5626248"/>
            <a:ext cx="3689105" cy="1174394"/>
            <a:chOff x="3378090" y="1544951"/>
            <a:chExt cx="3262183" cy="1174394"/>
          </a:xfrm>
        </p:grpSpPr>
        <p:sp>
          <p:nvSpPr>
            <p:cNvPr id="22" name="TextBox 21">
              <a:extLst>
                <a:ext uri="{FF2B5EF4-FFF2-40B4-BE49-F238E27FC236}">
                  <a16:creationId xmlns:a16="http://schemas.microsoft.com/office/drawing/2014/main" id="{BEDB74F7-F49A-601B-FD22-6BACFE66CFE5}"/>
                </a:ext>
              </a:extLst>
            </p:cNvPr>
            <p:cNvSpPr txBox="1"/>
            <p:nvPr/>
          </p:nvSpPr>
          <p:spPr>
            <a:xfrm>
              <a:off x="3655670" y="1888348"/>
              <a:ext cx="2984603" cy="830997"/>
            </a:xfrm>
            <a:prstGeom prst="rect">
              <a:avLst/>
            </a:prstGeom>
            <a:solidFill>
              <a:schemeClr val="bg1"/>
            </a:solidFill>
            <a:ln w="25400">
              <a:solidFill>
                <a:schemeClr val="accent5"/>
              </a:solidFill>
            </a:ln>
          </p:spPr>
          <p:txBody>
            <a:bodyPr wrap="square" rtlCol="0">
              <a:spAutoFit/>
            </a:bodyPr>
            <a:lstStyle/>
            <a:p>
              <a:pPr algn="just"/>
              <a:r>
                <a:rPr lang="en-GB" sz="1600" dirty="0">
                  <a:solidFill>
                    <a:srgbClr val="000000"/>
                  </a:solidFill>
                  <a:latin typeface="Arial" panose="020B0604020202020204" pitchFamily="34" charset="0"/>
                  <a:cs typeface="Arial" panose="020B0604020202020204" pitchFamily="34" charset="0"/>
                </a:rPr>
                <a:t>Error prevention if users did not enter their name before attempting to continue</a:t>
              </a:r>
              <a:endParaRPr lang="en-SG" sz="1600" dirty="0">
                <a:solidFill>
                  <a:srgbClr val="000000"/>
                </a:solidFill>
                <a:latin typeface="Arial" panose="020B0604020202020204" pitchFamily="34" charset="0"/>
                <a:cs typeface="Arial" panose="020B0604020202020204" pitchFamily="34" charset="0"/>
              </a:endParaRPr>
            </a:p>
          </p:txBody>
        </p:sp>
        <p:pic>
          <p:nvPicPr>
            <p:cNvPr id="23" name="Picture 22">
              <a:extLst>
                <a:ext uri="{FF2B5EF4-FFF2-40B4-BE49-F238E27FC236}">
                  <a16:creationId xmlns:a16="http://schemas.microsoft.com/office/drawing/2014/main" id="{6828C147-FA4C-65AD-9A08-BFB24D5939E6}"/>
                </a:ext>
              </a:extLst>
            </p:cNvPr>
            <p:cNvPicPr>
              <a:picLocks noChangeAspect="1"/>
            </p:cNvPicPr>
            <p:nvPr/>
          </p:nvPicPr>
          <p:blipFill>
            <a:blip r:embed="rId8"/>
            <a:stretch>
              <a:fillRect/>
            </a:stretch>
          </p:blipFill>
          <p:spPr>
            <a:xfrm>
              <a:off x="3378090" y="1544951"/>
              <a:ext cx="555159" cy="555159"/>
            </a:xfrm>
            <a:prstGeom prst="rect">
              <a:avLst/>
            </a:prstGeom>
          </p:spPr>
        </p:pic>
      </p:grpSp>
      <p:grpSp>
        <p:nvGrpSpPr>
          <p:cNvPr id="24" name="Group 23">
            <a:extLst>
              <a:ext uri="{FF2B5EF4-FFF2-40B4-BE49-F238E27FC236}">
                <a16:creationId xmlns:a16="http://schemas.microsoft.com/office/drawing/2014/main" id="{21D70744-104A-F558-993B-51E24B8D66AE}"/>
              </a:ext>
            </a:extLst>
          </p:cNvPr>
          <p:cNvGrpSpPr/>
          <p:nvPr/>
        </p:nvGrpSpPr>
        <p:grpSpPr>
          <a:xfrm>
            <a:off x="10026271" y="4141289"/>
            <a:ext cx="2096416" cy="1174394"/>
            <a:chOff x="3378090" y="1544951"/>
            <a:chExt cx="1853808" cy="1174394"/>
          </a:xfrm>
        </p:grpSpPr>
        <p:sp>
          <p:nvSpPr>
            <p:cNvPr id="25" name="TextBox 24">
              <a:extLst>
                <a:ext uri="{FF2B5EF4-FFF2-40B4-BE49-F238E27FC236}">
                  <a16:creationId xmlns:a16="http://schemas.microsoft.com/office/drawing/2014/main" id="{0E3F3186-76E1-B039-EAEF-2883D57D2795}"/>
                </a:ext>
              </a:extLst>
            </p:cNvPr>
            <p:cNvSpPr txBox="1"/>
            <p:nvPr/>
          </p:nvSpPr>
          <p:spPr>
            <a:xfrm>
              <a:off x="3655670" y="1888348"/>
              <a:ext cx="1576228" cy="830997"/>
            </a:xfrm>
            <a:prstGeom prst="rect">
              <a:avLst/>
            </a:prstGeom>
            <a:solidFill>
              <a:schemeClr val="bg1"/>
            </a:solidFill>
            <a:ln w="25400">
              <a:solidFill>
                <a:schemeClr val="accent5"/>
              </a:solidFill>
            </a:ln>
          </p:spPr>
          <p:txBody>
            <a:bodyPr wrap="square" rtlCol="0">
              <a:spAutoFit/>
            </a:bodyPr>
            <a:lstStyle/>
            <a:p>
              <a:pPr algn="just"/>
              <a:r>
                <a:rPr lang="en-GB" sz="1600" dirty="0">
                  <a:solidFill>
                    <a:srgbClr val="000000"/>
                  </a:solidFill>
                  <a:latin typeface="Arial" panose="020B0604020202020204" pitchFamily="34" charset="0"/>
                  <a:cs typeface="Arial" panose="020B0604020202020204" pitchFamily="34" charset="0"/>
                </a:rPr>
                <a:t>Users can return to the previous page anytime.</a:t>
              </a:r>
              <a:endParaRPr lang="en-SG" sz="1600" dirty="0">
                <a:solidFill>
                  <a:srgbClr val="000000"/>
                </a:solidFill>
                <a:latin typeface="Arial" panose="020B0604020202020204" pitchFamily="34" charset="0"/>
                <a:cs typeface="Arial" panose="020B0604020202020204" pitchFamily="34" charset="0"/>
              </a:endParaRPr>
            </a:p>
          </p:txBody>
        </p:sp>
        <p:pic>
          <p:nvPicPr>
            <p:cNvPr id="26" name="Picture 25">
              <a:extLst>
                <a:ext uri="{FF2B5EF4-FFF2-40B4-BE49-F238E27FC236}">
                  <a16:creationId xmlns:a16="http://schemas.microsoft.com/office/drawing/2014/main" id="{BC3FEBFC-84B8-4CD2-9DAF-2BC47C6BB469}"/>
                </a:ext>
              </a:extLst>
            </p:cNvPr>
            <p:cNvPicPr>
              <a:picLocks noChangeAspect="1"/>
            </p:cNvPicPr>
            <p:nvPr/>
          </p:nvPicPr>
          <p:blipFill>
            <a:blip r:embed="rId8"/>
            <a:stretch>
              <a:fillRect/>
            </a:stretch>
          </p:blipFill>
          <p:spPr>
            <a:xfrm>
              <a:off x="3378090" y="1544951"/>
              <a:ext cx="555159" cy="555159"/>
            </a:xfrm>
            <a:prstGeom prst="rect">
              <a:avLst/>
            </a:prstGeom>
          </p:spPr>
        </p:pic>
      </p:grpSp>
      <p:pic>
        <p:nvPicPr>
          <p:cNvPr id="27" name="Picture 26" descr="A yellow hand pointing up&#10;&#10;AI-generated content may be incorrect.">
            <a:extLst>
              <a:ext uri="{FF2B5EF4-FFF2-40B4-BE49-F238E27FC236}">
                <a16:creationId xmlns:a16="http://schemas.microsoft.com/office/drawing/2014/main" id="{6C045479-C09F-F0C5-6612-842CFBCEBF3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58146" y="4139421"/>
            <a:ext cx="663866" cy="663866"/>
          </a:xfrm>
          <a:prstGeom prst="rect">
            <a:avLst/>
          </a:prstGeom>
        </p:spPr>
      </p:pic>
      <p:grpSp>
        <p:nvGrpSpPr>
          <p:cNvPr id="28" name="Group 27">
            <a:extLst>
              <a:ext uri="{FF2B5EF4-FFF2-40B4-BE49-F238E27FC236}">
                <a16:creationId xmlns:a16="http://schemas.microsoft.com/office/drawing/2014/main" id="{1490E736-4415-26F1-1863-1E45A8EBB19B}"/>
              </a:ext>
            </a:extLst>
          </p:cNvPr>
          <p:cNvGrpSpPr/>
          <p:nvPr/>
        </p:nvGrpSpPr>
        <p:grpSpPr>
          <a:xfrm>
            <a:off x="6753888" y="4418868"/>
            <a:ext cx="2409163" cy="928172"/>
            <a:chOff x="3295210" y="1544951"/>
            <a:chExt cx="2130362" cy="928172"/>
          </a:xfrm>
        </p:grpSpPr>
        <p:sp>
          <p:nvSpPr>
            <p:cNvPr id="29" name="TextBox 28">
              <a:extLst>
                <a:ext uri="{FF2B5EF4-FFF2-40B4-BE49-F238E27FC236}">
                  <a16:creationId xmlns:a16="http://schemas.microsoft.com/office/drawing/2014/main" id="{8C3C8DD8-86D5-E7A5-9637-8E11C38C04FB}"/>
                </a:ext>
              </a:extLst>
            </p:cNvPr>
            <p:cNvSpPr txBox="1"/>
            <p:nvPr/>
          </p:nvSpPr>
          <p:spPr>
            <a:xfrm>
              <a:off x="3655670" y="1888348"/>
              <a:ext cx="1769902" cy="584775"/>
            </a:xfrm>
            <a:prstGeom prst="rect">
              <a:avLst/>
            </a:prstGeom>
            <a:solidFill>
              <a:schemeClr val="bg1"/>
            </a:solidFill>
            <a:ln w="25400">
              <a:solidFill>
                <a:schemeClr val="accent5"/>
              </a:solidFill>
            </a:ln>
          </p:spPr>
          <p:txBody>
            <a:bodyPr wrap="square" rtlCol="0">
              <a:spAutoFit/>
            </a:bodyPr>
            <a:lstStyle/>
            <a:p>
              <a:pPr algn="just"/>
              <a:r>
                <a:rPr lang="en-GB" sz="1600" b="1" dirty="0">
                  <a:solidFill>
                    <a:srgbClr val="000000"/>
                  </a:solidFill>
                  <a:latin typeface="Arial" panose="020B0604020202020204" pitchFamily="34" charset="0"/>
                  <a:cs typeface="Arial" panose="020B0604020202020204" pitchFamily="34" charset="0"/>
                </a:rPr>
                <a:t>To proceed to next section, click here</a:t>
              </a:r>
              <a:endParaRPr lang="en-SG" sz="1600" b="1" dirty="0">
                <a:solidFill>
                  <a:srgbClr val="000000"/>
                </a:solidFill>
                <a:latin typeface="Arial" panose="020B0604020202020204" pitchFamily="34" charset="0"/>
                <a:cs typeface="Arial" panose="020B0604020202020204" pitchFamily="34" charset="0"/>
              </a:endParaRPr>
            </a:p>
          </p:txBody>
        </p:sp>
        <p:pic>
          <p:nvPicPr>
            <p:cNvPr id="30" name="Picture 29">
              <a:extLst>
                <a:ext uri="{FF2B5EF4-FFF2-40B4-BE49-F238E27FC236}">
                  <a16:creationId xmlns:a16="http://schemas.microsoft.com/office/drawing/2014/main" id="{2EEEA0A8-1DAD-E44C-5593-C2EFAD7EF78E}"/>
                </a:ext>
              </a:extLst>
            </p:cNvPr>
            <p:cNvPicPr>
              <a:picLocks noChangeAspect="1"/>
            </p:cNvPicPr>
            <p:nvPr/>
          </p:nvPicPr>
          <p:blipFill>
            <a:blip r:embed="rId8"/>
            <a:stretch>
              <a:fillRect/>
            </a:stretch>
          </p:blipFill>
          <p:spPr>
            <a:xfrm>
              <a:off x="3295210" y="1544951"/>
              <a:ext cx="555159" cy="555159"/>
            </a:xfrm>
            <a:prstGeom prst="rect">
              <a:avLst/>
            </a:prstGeom>
          </p:spPr>
        </p:pic>
      </p:grpSp>
    </p:spTree>
    <p:extLst>
      <p:ext uri="{BB962C8B-B14F-4D97-AF65-F5344CB8AC3E}">
        <p14:creationId xmlns:p14="http://schemas.microsoft.com/office/powerpoint/2010/main" val="223713716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500"/>
                            </p:stCondLst>
                            <p:childTnLst>
                              <p:par>
                                <p:cTn id="8" presetID="32" presetClass="emph" presetSubtype="0" fill="hold" nodeType="afterEffect">
                                  <p:stCondLst>
                                    <p:cond delay="0"/>
                                  </p:stCondLst>
                                  <p:childTnLst>
                                    <p:animRot by="120000">
                                      <p:cBhvr>
                                        <p:cTn id="9" dur="100" fill="hold">
                                          <p:stCondLst>
                                            <p:cond delay="0"/>
                                          </p:stCondLst>
                                        </p:cTn>
                                        <p:tgtEl>
                                          <p:spTgt spid="4"/>
                                        </p:tgtEl>
                                        <p:attrNameLst>
                                          <p:attrName>r</p:attrName>
                                        </p:attrNameLst>
                                      </p:cBhvr>
                                    </p:animRot>
                                    <p:animRot by="-240000">
                                      <p:cBhvr>
                                        <p:cTn id="10" dur="200" fill="hold">
                                          <p:stCondLst>
                                            <p:cond delay="200"/>
                                          </p:stCondLst>
                                        </p:cTn>
                                        <p:tgtEl>
                                          <p:spTgt spid="4"/>
                                        </p:tgtEl>
                                        <p:attrNameLst>
                                          <p:attrName>r</p:attrName>
                                        </p:attrNameLst>
                                      </p:cBhvr>
                                    </p:animRot>
                                    <p:animRot by="240000">
                                      <p:cBhvr>
                                        <p:cTn id="11" dur="200" fill="hold">
                                          <p:stCondLst>
                                            <p:cond delay="400"/>
                                          </p:stCondLst>
                                        </p:cTn>
                                        <p:tgtEl>
                                          <p:spTgt spid="4"/>
                                        </p:tgtEl>
                                        <p:attrNameLst>
                                          <p:attrName>r</p:attrName>
                                        </p:attrNameLst>
                                      </p:cBhvr>
                                    </p:animRot>
                                    <p:animRot by="-240000">
                                      <p:cBhvr>
                                        <p:cTn id="12" dur="200" fill="hold">
                                          <p:stCondLst>
                                            <p:cond delay="600"/>
                                          </p:stCondLst>
                                        </p:cTn>
                                        <p:tgtEl>
                                          <p:spTgt spid="4"/>
                                        </p:tgtEl>
                                        <p:attrNameLst>
                                          <p:attrName>r</p:attrName>
                                        </p:attrNameLst>
                                      </p:cBhvr>
                                    </p:animRot>
                                    <p:animRot by="120000">
                                      <p:cBhvr>
                                        <p:cTn id="13" dur="200" fill="hold">
                                          <p:stCondLst>
                                            <p:cond delay="800"/>
                                          </p:stCondLst>
                                        </p:cTn>
                                        <p:tgtEl>
                                          <p:spTgt spid="4"/>
                                        </p:tgtEl>
                                        <p:attrNameLst>
                                          <p:attrName>r</p:attrName>
                                        </p:attrNameLst>
                                      </p:cBhvr>
                                    </p:animRot>
                                  </p:childTnLst>
                                </p:cTn>
                              </p:par>
                              <p:par>
                                <p:cTn id="14" presetID="1"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par>
                                <p:cTn id="16" presetID="32" presetClass="emph" presetSubtype="0" fill="hold" nodeType="withEffect">
                                  <p:stCondLst>
                                    <p:cond delay="0"/>
                                  </p:stCondLst>
                                  <p:childTnLst>
                                    <p:animRot by="120000">
                                      <p:cBhvr>
                                        <p:cTn id="17" dur="100" fill="hold">
                                          <p:stCondLst>
                                            <p:cond delay="0"/>
                                          </p:stCondLst>
                                        </p:cTn>
                                        <p:tgtEl>
                                          <p:spTgt spid="13"/>
                                        </p:tgtEl>
                                        <p:attrNameLst>
                                          <p:attrName>r</p:attrName>
                                        </p:attrNameLst>
                                      </p:cBhvr>
                                    </p:animRot>
                                    <p:animRot by="-240000">
                                      <p:cBhvr>
                                        <p:cTn id="18" dur="200" fill="hold">
                                          <p:stCondLst>
                                            <p:cond delay="200"/>
                                          </p:stCondLst>
                                        </p:cTn>
                                        <p:tgtEl>
                                          <p:spTgt spid="13"/>
                                        </p:tgtEl>
                                        <p:attrNameLst>
                                          <p:attrName>r</p:attrName>
                                        </p:attrNameLst>
                                      </p:cBhvr>
                                    </p:animRot>
                                    <p:animRot by="240000">
                                      <p:cBhvr>
                                        <p:cTn id="19" dur="200" fill="hold">
                                          <p:stCondLst>
                                            <p:cond delay="400"/>
                                          </p:stCondLst>
                                        </p:cTn>
                                        <p:tgtEl>
                                          <p:spTgt spid="13"/>
                                        </p:tgtEl>
                                        <p:attrNameLst>
                                          <p:attrName>r</p:attrName>
                                        </p:attrNameLst>
                                      </p:cBhvr>
                                    </p:animRot>
                                    <p:animRot by="-240000">
                                      <p:cBhvr>
                                        <p:cTn id="20" dur="200" fill="hold">
                                          <p:stCondLst>
                                            <p:cond delay="600"/>
                                          </p:stCondLst>
                                        </p:cTn>
                                        <p:tgtEl>
                                          <p:spTgt spid="13"/>
                                        </p:tgtEl>
                                        <p:attrNameLst>
                                          <p:attrName>r</p:attrName>
                                        </p:attrNameLst>
                                      </p:cBhvr>
                                    </p:animRot>
                                    <p:animRot by="120000">
                                      <p:cBhvr>
                                        <p:cTn id="21" dur="200" fill="hold">
                                          <p:stCondLst>
                                            <p:cond delay="800"/>
                                          </p:stCondLst>
                                        </p:cTn>
                                        <p:tgtEl>
                                          <p:spTgt spid="13"/>
                                        </p:tgtEl>
                                        <p:attrNameLst>
                                          <p:attrName>r</p:attrName>
                                        </p:attrNameLst>
                                      </p:cBhvr>
                                    </p:animRot>
                                  </p:childTnLst>
                                </p:cTn>
                              </p:par>
                              <p:par>
                                <p:cTn id="22" presetID="1"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par>
                                <p:cTn id="24" presetID="32" presetClass="emph" presetSubtype="0" fill="hold" nodeType="withEffect">
                                  <p:stCondLst>
                                    <p:cond delay="0"/>
                                  </p:stCondLst>
                                  <p:childTnLst>
                                    <p:animRot by="120000">
                                      <p:cBhvr>
                                        <p:cTn id="25" dur="100" fill="hold">
                                          <p:stCondLst>
                                            <p:cond delay="0"/>
                                          </p:stCondLst>
                                        </p:cTn>
                                        <p:tgtEl>
                                          <p:spTgt spid="14"/>
                                        </p:tgtEl>
                                        <p:attrNameLst>
                                          <p:attrName>r</p:attrName>
                                        </p:attrNameLst>
                                      </p:cBhvr>
                                    </p:animRot>
                                    <p:animRot by="-240000">
                                      <p:cBhvr>
                                        <p:cTn id="26" dur="200" fill="hold">
                                          <p:stCondLst>
                                            <p:cond delay="200"/>
                                          </p:stCondLst>
                                        </p:cTn>
                                        <p:tgtEl>
                                          <p:spTgt spid="14"/>
                                        </p:tgtEl>
                                        <p:attrNameLst>
                                          <p:attrName>r</p:attrName>
                                        </p:attrNameLst>
                                      </p:cBhvr>
                                    </p:animRot>
                                    <p:animRot by="240000">
                                      <p:cBhvr>
                                        <p:cTn id="27" dur="200" fill="hold">
                                          <p:stCondLst>
                                            <p:cond delay="400"/>
                                          </p:stCondLst>
                                        </p:cTn>
                                        <p:tgtEl>
                                          <p:spTgt spid="14"/>
                                        </p:tgtEl>
                                        <p:attrNameLst>
                                          <p:attrName>r</p:attrName>
                                        </p:attrNameLst>
                                      </p:cBhvr>
                                    </p:animRot>
                                    <p:animRot by="-240000">
                                      <p:cBhvr>
                                        <p:cTn id="28" dur="200" fill="hold">
                                          <p:stCondLst>
                                            <p:cond delay="600"/>
                                          </p:stCondLst>
                                        </p:cTn>
                                        <p:tgtEl>
                                          <p:spTgt spid="14"/>
                                        </p:tgtEl>
                                        <p:attrNameLst>
                                          <p:attrName>r</p:attrName>
                                        </p:attrNameLst>
                                      </p:cBhvr>
                                    </p:animRot>
                                    <p:animRot by="120000">
                                      <p:cBhvr>
                                        <p:cTn id="29" dur="200" fill="hold">
                                          <p:stCondLst>
                                            <p:cond delay="800"/>
                                          </p:stCondLst>
                                        </p:cTn>
                                        <p:tgtEl>
                                          <p:spTgt spid="14"/>
                                        </p:tgtEl>
                                        <p:attrNameLst>
                                          <p:attrName>r</p:attrName>
                                        </p:attrNameLst>
                                      </p:cBhvr>
                                    </p:animRot>
                                  </p:childTnLst>
                                </p:cTn>
                              </p:par>
                            </p:childTnLst>
                          </p:cTn>
                        </p:par>
                        <p:par>
                          <p:cTn id="30" fill="hold">
                            <p:stCondLst>
                              <p:cond delay="1500"/>
                            </p:stCondLst>
                            <p:childTnLst>
                              <p:par>
                                <p:cTn id="31" presetID="1" presetClass="entr" presetSubtype="0" fill="hold" nodeType="afterEffect">
                                  <p:stCondLst>
                                    <p:cond delay="500"/>
                                  </p:stCondLst>
                                  <p:childTnLst>
                                    <p:set>
                                      <p:cBhvr>
                                        <p:cTn id="32" dur="1" fill="hold">
                                          <p:stCondLst>
                                            <p:cond delay="0"/>
                                          </p:stCondLst>
                                        </p:cTn>
                                        <p:tgtEl>
                                          <p:spTgt spid="27"/>
                                        </p:tgtEl>
                                        <p:attrNameLst>
                                          <p:attrName>style.visibility</p:attrName>
                                        </p:attrNameLst>
                                      </p:cBhvr>
                                      <p:to>
                                        <p:strVal val="visible"/>
                                      </p:to>
                                    </p:set>
                                  </p:childTnLst>
                                </p:cTn>
                              </p:par>
                            </p:childTnLst>
                          </p:cTn>
                        </p:par>
                        <p:par>
                          <p:cTn id="33" fill="hold">
                            <p:stCondLst>
                              <p:cond delay="2000"/>
                            </p:stCondLst>
                            <p:childTnLst>
                              <p:par>
                                <p:cTn id="34" presetID="32" presetClass="emph" presetSubtype="0" fill="hold" nodeType="afterEffect">
                                  <p:stCondLst>
                                    <p:cond delay="0"/>
                                  </p:stCondLst>
                                  <p:childTnLst>
                                    <p:animRot by="120000">
                                      <p:cBhvr>
                                        <p:cTn id="35" dur="100" fill="hold">
                                          <p:stCondLst>
                                            <p:cond delay="0"/>
                                          </p:stCondLst>
                                        </p:cTn>
                                        <p:tgtEl>
                                          <p:spTgt spid="27"/>
                                        </p:tgtEl>
                                        <p:attrNameLst>
                                          <p:attrName>r</p:attrName>
                                        </p:attrNameLst>
                                      </p:cBhvr>
                                    </p:animRot>
                                    <p:animRot by="-240000">
                                      <p:cBhvr>
                                        <p:cTn id="36" dur="200" fill="hold">
                                          <p:stCondLst>
                                            <p:cond delay="200"/>
                                          </p:stCondLst>
                                        </p:cTn>
                                        <p:tgtEl>
                                          <p:spTgt spid="27"/>
                                        </p:tgtEl>
                                        <p:attrNameLst>
                                          <p:attrName>r</p:attrName>
                                        </p:attrNameLst>
                                      </p:cBhvr>
                                    </p:animRot>
                                    <p:animRot by="240000">
                                      <p:cBhvr>
                                        <p:cTn id="37" dur="200" fill="hold">
                                          <p:stCondLst>
                                            <p:cond delay="400"/>
                                          </p:stCondLst>
                                        </p:cTn>
                                        <p:tgtEl>
                                          <p:spTgt spid="27"/>
                                        </p:tgtEl>
                                        <p:attrNameLst>
                                          <p:attrName>r</p:attrName>
                                        </p:attrNameLst>
                                      </p:cBhvr>
                                    </p:animRot>
                                    <p:animRot by="-240000">
                                      <p:cBhvr>
                                        <p:cTn id="38" dur="200" fill="hold">
                                          <p:stCondLst>
                                            <p:cond delay="600"/>
                                          </p:stCondLst>
                                        </p:cTn>
                                        <p:tgtEl>
                                          <p:spTgt spid="27"/>
                                        </p:tgtEl>
                                        <p:attrNameLst>
                                          <p:attrName>r</p:attrName>
                                        </p:attrNameLst>
                                      </p:cBhvr>
                                    </p:animRot>
                                    <p:animRot by="120000">
                                      <p:cBhvr>
                                        <p:cTn id="39" dur="200" fill="hold">
                                          <p:stCondLst>
                                            <p:cond delay="800"/>
                                          </p:stCondLst>
                                        </p:cTn>
                                        <p:tgtEl>
                                          <p:spTgt spid="27"/>
                                        </p:tgtEl>
                                        <p:attrNameLst>
                                          <p:attrName>r</p:attrName>
                                        </p:attrNameLst>
                                      </p:cBhvr>
                                    </p:animRot>
                                  </p:childTnLst>
                                </p:cTn>
                              </p:par>
                              <p:par>
                                <p:cTn id="40" presetID="1" presetClass="entr" presetSubtype="0"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1A2F3-F838-0AFA-BBDA-8F467CB4C0F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4E0ED88-59DF-9A07-81D2-9110168D3AED}"/>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3" name="TextBox 2">
            <a:extLst>
              <a:ext uri="{FF2B5EF4-FFF2-40B4-BE49-F238E27FC236}">
                <a16:creationId xmlns:a16="http://schemas.microsoft.com/office/drawing/2014/main" id="{C2E5F577-15B3-A64D-FAAF-6FCB6BB12F1D}"/>
              </a:ext>
            </a:extLst>
          </p:cNvPr>
          <p:cNvSpPr txBox="1"/>
          <p:nvPr/>
        </p:nvSpPr>
        <p:spPr>
          <a:xfrm>
            <a:off x="3028950" y="1800431"/>
            <a:ext cx="6134100" cy="1077218"/>
          </a:xfrm>
          <a:prstGeom prst="rect">
            <a:avLst/>
          </a:prstGeom>
          <a:noFill/>
        </p:spPr>
        <p:txBody>
          <a:bodyPr wrap="square" rtlCol="0">
            <a:spAutoFit/>
          </a:bodyPr>
          <a:lstStyle/>
          <a:p>
            <a:pPr algn="ctr"/>
            <a:r>
              <a:rPr lang="en-SG" sz="3200" b="1" dirty="0">
                <a:solidFill>
                  <a:schemeClr val="tx2">
                    <a:lumMod val="50000"/>
                  </a:schemeClr>
                </a:solidFill>
                <a:latin typeface="+mj-lt"/>
              </a:rPr>
              <a:t>Welcome. </a:t>
            </a:r>
          </a:p>
          <a:p>
            <a:pPr algn="ctr"/>
            <a:r>
              <a:rPr lang="en-SG" sz="3200" b="1" dirty="0">
                <a:solidFill>
                  <a:schemeClr val="tx2">
                    <a:lumMod val="50000"/>
                  </a:schemeClr>
                </a:solidFill>
                <a:latin typeface="+mj-lt"/>
              </a:rPr>
              <a:t>How may I address </a:t>
            </a:r>
            <a:r>
              <a:rPr lang="en-SG" sz="3200" b="1" dirty="0">
                <a:solidFill>
                  <a:schemeClr val="accent5"/>
                </a:solidFill>
                <a:latin typeface="+mj-lt"/>
              </a:rPr>
              <a:t>you</a:t>
            </a:r>
            <a:r>
              <a:rPr lang="en-SG" sz="3200" b="1" dirty="0">
                <a:solidFill>
                  <a:schemeClr val="tx2">
                    <a:lumMod val="50000"/>
                  </a:schemeClr>
                </a:solidFill>
                <a:latin typeface="+mj-lt"/>
              </a:rPr>
              <a:t>?</a:t>
            </a:r>
            <a:endParaRPr lang="en-SG" sz="3200" b="1" dirty="0">
              <a:latin typeface="+mj-lt"/>
            </a:endParaRPr>
          </a:p>
        </p:txBody>
      </p:sp>
      <p:sp>
        <p:nvSpPr>
          <p:cNvPr id="5" name="Rectangle: Rounded Corners 4">
            <a:extLst>
              <a:ext uri="{FF2B5EF4-FFF2-40B4-BE49-F238E27FC236}">
                <a16:creationId xmlns:a16="http://schemas.microsoft.com/office/drawing/2014/main" id="{07695B92-1650-157C-7324-0FC39A2C9C07}"/>
              </a:ext>
            </a:extLst>
          </p:cNvPr>
          <p:cNvSpPr/>
          <p:nvPr/>
        </p:nvSpPr>
        <p:spPr>
          <a:xfrm>
            <a:off x="3411682" y="3564056"/>
            <a:ext cx="5368636" cy="803563"/>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solidFill>
                  <a:schemeClr val="tx2">
                    <a:lumMod val="40000"/>
                    <a:lumOff val="60000"/>
                  </a:schemeClr>
                </a:solidFill>
                <a:latin typeface="+mj-lt"/>
              </a:rPr>
              <a:t>Enter Your Name!</a:t>
            </a:r>
          </a:p>
        </p:txBody>
      </p:sp>
      <p:grpSp>
        <p:nvGrpSpPr>
          <p:cNvPr id="6" name="Group 5">
            <a:extLst>
              <a:ext uri="{FF2B5EF4-FFF2-40B4-BE49-F238E27FC236}">
                <a16:creationId xmlns:a16="http://schemas.microsoft.com/office/drawing/2014/main" id="{402B64AE-9AE0-B86C-7ADA-56ED6CCC6D2B}"/>
              </a:ext>
            </a:extLst>
          </p:cNvPr>
          <p:cNvGrpSpPr/>
          <p:nvPr/>
        </p:nvGrpSpPr>
        <p:grpSpPr>
          <a:xfrm>
            <a:off x="10726538" y="5753096"/>
            <a:ext cx="1465462" cy="552452"/>
            <a:chOff x="1" y="0"/>
            <a:chExt cx="1465462" cy="552452"/>
          </a:xfrm>
        </p:grpSpPr>
        <p:sp>
          <p:nvSpPr>
            <p:cNvPr id="7" name="Rectangle 6">
              <a:extLst>
                <a:ext uri="{FF2B5EF4-FFF2-40B4-BE49-F238E27FC236}">
                  <a16:creationId xmlns:a16="http://schemas.microsoft.com/office/drawing/2014/main" id="{8A6AD14C-2972-4DAD-9CA9-4F609CC0200C}"/>
                </a:ext>
              </a:extLst>
            </p:cNvPr>
            <p:cNvSpPr/>
            <p:nvPr userDrawn="1"/>
          </p:nvSpPr>
          <p:spPr>
            <a:xfrm>
              <a:off x="1" y="0"/>
              <a:ext cx="1465462"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r"/>
              <a:r>
                <a:rPr lang="en-SG" sz="2400" b="1" spc="0" dirty="0">
                  <a:solidFill>
                    <a:schemeClr val="tx1"/>
                  </a:solidFill>
                  <a:latin typeface="+mj-lt"/>
                </a:rPr>
                <a:t>Return</a:t>
              </a:r>
              <a:endParaRPr lang="en-SG" sz="2000" b="1" spc="0" dirty="0">
                <a:solidFill>
                  <a:schemeClr val="tx1"/>
                </a:solidFill>
                <a:latin typeface="+mj-lt"/>
              </a:endParaRPr>
            </a:p>
          </p:txBody>
        </p:sp>
        <p:pic>
          <p:nvPicPr>
            <p:cNvPr id="8" name="Picture 7" descr="A blue arrow pointing to the left&#10;&#10;AI-generated content may be incorrect.">
              <a:extLst>
                <a:ext uri="{FF2B5EF4-FFF2-40B4-BE49-F238E27FC236}">
                  <a16:creationId xmlns:a16="http://schemas.microsoft.com/office/drawing/2014/main" id="{0D9498A8-FE76-2581-CDAB-D0D5AFA6CF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76198" y="164523"/>
              <a:ext cx="409049" cy="223406"/>
            </a:xfrm>
            <a:prstGeom prst="rect">
              <a:avLst/>
            </a:prstGeom>
          </p:spPr>
        </p:pic>
      </p:grpSp>
      <p:grpSp>
        <p:nvGrpSpPr>
          <p:cNvPr id="9" name="Group 8">
            <a:extLst>
              <a:ext uri="{FF2B5EF4-FFF2-40B4-BE49-F238E27FC236}">
                <a16:creationId xmlns:a16="http://schemas.microsoft.com/office/drawing/2014/main" id="{46EB3E5E-4853-B446-BB4E-31F638694E19}"/>
              </a:ext>
            </a:extLst>
          </p:cNvPr>
          <p:cNvGrpSpPr/>
          <p:nvPr/>
        </p:nvGrpSpPr>
        <p:grpSpPr>
          <a:xfrm>
            <a:off x="10181331" y="6305548"/>
            <a:ext cx="2010669" cy="552452"/>
            <a:chOff x="10181331" y="6305548"/>
            <a:chExt cx="2010669" cy="552452"/>
          </a:xfrm>
        </p:grpSpPr>
        <p:sp>
          <p:nvSpPr>
            <p:cNvPr id="10" name="Rectangle 9">
              <a:extLst>
                <a:ext uri="{FF2B5EF4-FFF2-40B4-BE49-F238E27FC236}">
                  <a16:creationId xmlns:a16="http://schemas.microsoft.com/office/drawing/2014/main" id="{BF571D15-3697-706C-02D4-42C3F72B6440}"/>
                </a:ext>
              </a:extLst>
            </p:cNvPr>
            <p:cNvSpPr/>
            <p:nvPr userDrawn="1"/>
          </p:nvSpPr>
          <p:spPr>
            <a:xfrm>
              <a:off x="10181331" y="6305548"/>
              <a:ext cx="2010669"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SG" sz="2400" b="1" spc="0" dirty="0">
                  <a:solidFill>
                    <a:schemeClr val="tx1"/>
                  </a:solidFill>
                  <a:latin typeface="+mj-lt"/>
                </a:rPr>
                <a:t>Continue</a:t>
              </a:r>
              <a:endParaRPr lang="en-SG" sz="2000" b="1" spc="0" dirty="0">
                <a:solidFill>
                  <a:schemeClr val="tx1"/>
                </a:solidFill>
                <a:latin typeface="+mj-lt"/>
              </a:endParaRPr>
            </a:p>
          </p:txBody>
        </p:sp>
        <p:pic>
          <p:nvPicPr>
            <p:cNvPr id="11" name="Picture 10" descr="A blue arrow pointing to the left&#10;&#10;AI-generated content may be incorrect.">
              <a:extLst>
                <a:ext uri="{FF2B5EF4-FFF2-40B4-BE49-F238E27FC236}">
                  <a16:creationId xmlns:a16="http://schemas.microsoft.com/office/drawing/2014/main" id="{54797011-A2F3-261A-8700-506A5BE1EF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16420" y="6481328"/>
              <a:ext cx="409049" cy="223406"/>
            </a:xfrm>
            <a:prstGeom prst="rect">
              <a:avLst/>
            </a:prstGeom>
          </p:spPr>
        </p:pic>
        <p:pic>
          <p:nvPicPr>
            <p:cNvPr id="12" name="Picture 11" descr="A blue arrow pointing to the left&#10;&#10;AI-generated content may be incorrect.">
              <a:extLst>
                <a:ext uri="{FF2B5EF4-FFF2-40B4-BE49-F238E27FC236}">
                  <a16:creationId xmlns:a16="http://schemas.microsoft.com/office/drawing/2014/main" id="{35645005-7858-3B3C-BEA4-EF431626A0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51948" y="6481328"/>
              <a:ext cx="409049" cy="223406"/>
            </a:xfrm>
            <a:prstGeom prst="rect">
              <a:avLst/>
            </a:prstGeom>
          </p:spPr>
        </p:pic>
      </p:grpSp>
      <p:grpSp>
        <p:nvGrpSpPr>
          <p:cNvPr id="26" name="Group 25">
            <a:extLst>
              <a:ext uri="{FF2B5EF4-FFF2-40B4-BE49-F238E27FC236}">
                <a16:creationId xmlns:a16="http://schemas.microsoft.com/office/drawing/2014/main" id="{A6B2D32C-8E2E-54FD-CC0C-2EDE7FAAA201}"/>
              </a:ext>
            </a:extLst>
          </p:cNvPr>
          <p:cNvGrpSpPr/>
          <p:nvPr/>
        </p:nvGrpSpPr>
        <p:grpSpPr>
          <a:xfrm>
            <a:off x="3433857" y="2060219"/>
            <a:ext cx="4612691" cy="2537180"/>
            <a:chOff x="3433857" y="2060219"/>
            <a:chExt cx="4612691" cy="2537180"/>
          </a:xfrm>
        </p:grpSpPr>
        <p:grpSp>
          <p:nvGrpSpPr>
            <p:cNvPr id="23" name="Group 22">
              <a:extLst>
                <a:ext uri="{FF2B5EF4-FFF2-40B4-BE49-F238E27FC236}">
                  <a16:creationId xmlns:a16="http://schemas.microsoft.com/office/drawing/2014/main" id="{DB03942E-22D1-A88E-03DC-D93A7626CFCD}"/>
                </a:ext>
              </a:extLst>
            </p:cNvPr>
            <p:cNvGrpSpPr/>
            <p:nvPr/>
          </p:nvGrpSpPr>
          <p:grpSpPr>
            <a:xfrm>
              <a:off x="3433857" y="2060219"/>
              <a:ext cx="4612691" cy="2537180"/>
              <a:chOff x="3433857" y="2060219"/>
              <a:chExt cx="4612691" cy="2537180"/>
            </a:xfrm>
          </p:grpSpPr>
          <p:grpSp>
            <p:nvGrpSpPr>
              <p:cNvPr id="22" name="Group 21">
                <a:extLst>
                  <a:ext uri="{FF2B5EF4-FFF2-40B4-BE49-F238E27FC236}">
                    <a16:creationId xmlns:a16="http://schemas.microsoft.com/office/drawing/2014/main" id="{5FB2451C-0F48-2752-03D8-E3C8F737CA33}"/>
                  </a:ext>
                </a:extLst>
              </p:cNvPr>
              <p:cNvGrpSpPr/>
              <p:nvPr/>
            </p:nvGrpSpPr>
            <p:grpSpPr>
              <a:xfrm>
                <a:off x="4109548" y="2735910"/>
                <a:ext cx="3937000" cy="1861489"/>
                <a:chOff x="3225800" y="2071914"/>
                <a:chExt cx="5740400" cy="2714171"/>
              </a:xfrm>
            </p:grpSpPr>
            <p:grpSp>
              <p:nvGrpSpPr>
                <p:cNvPr id="16" name="Group 15">
                  <a:extLst>
                    <a:ext uri="{FF2B5EF4-FFF2-40B4-BE49-F238E27FC236}">
                      <a16:creationId xmlns:a16="http://schemas.microsoft.com/office/drawing/2014/main" id="{EA70EEA3-009B-FCB7-55F8-69852557FE63}"/>
                    </a:ext>
                  </a:extLst>
                </p:cNvPr>
                <p:cNvGrpSpPr/>
                <p:nvPr/>
              </p:nvGrpSpPr>
              <p:grpSpPr>
                <a:xfrm>
                  <a:off x="3225800" y="2071914"/>
                  <a:ext cx="5740400" cy="2714171"/>
                  <a:chOff x="3225800" y="2071914"/>
                  <a:chExt cx="5740400" cy="2714171"/>
                </a:xfrm>
              </p:grpSpPr>
              <p:sp>
                <p:nvSpPr>
                  <p:cNvPr id="13" name="Rectangle: Rounded Corners 12">
                    <a:extLst>
                      <a:ext uri="{FF2B5EF4-FFF2-40B4-BE49-F238E27FC236}">
                        <a16:creationId xmlns:a16="http://schemas.microsoft.com/office/drawing/2014/main" id="{53493B1A-ED37-9510-D407-EF30CBB3CED5}"/>
                      </a:ext>
                    </a:extLst>
                  </p:cNvPr>
                  <p:cNvSpPr/>
                  <p:nvPr/>
                </p:nvSpPr>
                <p:spPr>
                  <a:xfrm>
                    <a:off x="3225800" y="2071914"/>
                    <a:ext cx="5740400" cy="2714171"/>
                  </a:xfrm>
                  <a:prstGeom prst="roundRect">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Rectangle: Rounded Corners 13">
                    <a:extLst>
                      <a:ext uri="{FF2B5EF4-FFF2-40B4-BE49-F238E27FC236}">
                        <a16:creationId xmlns:a16="http://schemas.microsoft.com/office/drawing/2014/main" id="{66394516-5ECC-D85E-421D-254BA6CECE13}"/>
                      </a:ext>
                    </a:extLst>
                  </p:cNvPr>
                  <p:cNvSpPr/>
                  <p:nvPr/>
                </p:nvSpPr>
                <p:spPr>
                  <a:xfrm>
                    <a:off x="3360056" y="2184399"/>
                    <a:ext cx="5477123" cy="2489200"/>
                  </a:xfrm>
                  <a:prstGeom prst="roundRect">
                    <a:avLst/>
                  </a:prstGeom>
                  <a:solidFill>
                    <a:schemeClr val="accent3"/>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21" name="TextBox 20">
                  <a:extLst>
                    <a:ext uri="{FF2B5EF4-FFF2-40B4-BE49-F238E27FC236}">
                      <a16:creationId xmlns:a16="http://schemas.microsoft.com/office/drawing/2014/main" id="{185D09AE-50AD-ABF0-9E4A-1EDDBF23D63C}"/>
                    </a:ext>
                  </a:extLst>
                </p:cNvPr>
                <p:cNvSpPr txBox="1"/>
                <p:nvPr/>
              </p:nvSpPr>
              <p:spPr>
                <a:xfrm>
                  <a:off x="3814403" y="2843754"/>
                  <a:ext cx="4615543" cy="646331"/>
                </a:xfrm>
                <a:prstGeom prst="rect">
                  <a:avLst/>
                </a:prstGeom>
                <a:noFill/>
              </p:spPr>
              <p:txBody>
                <a:bodyPr wrap="square" rtlCol="0">
                  <a:spAutoFit/>
                </a:bodyPr>
                <a:lstStyle/>
                <a:p>
                  <a:pPr algn="ctr"/>
                  <a:r>
                    <a:rPr lang="en-SG" b="1" dirty="0">
                      <a:solidFill>
                        <a:schemeClr val="bg1"/>
                      </a:solidFill>
                    </a:rPr>
                    <a:t>Please input your name first </a:t>
                  </a:r>
                </a:p>
                <a:p>
                  <a:pPr algn="ctr"/>
                  <a:r>
                    <a:rPr lang="en-SG" b="1" dirty="0">
                      <a:solidFill>
                        <a:schemeClr val="bg1"/>
                      </a:solidFill>
                    </a:rPr>
                    <a:t>before continuing!</a:t>
                  </a:r>
                </a:p>
              </p:txBody>
            </p:sp>
          </p:grpSp>
          <p:pic>
            <p:nvPicPr>
              <p:cNvPr id="20" name="Picture 19">
                <a:extLst>
                  <a:ext uri="{FF2B5EF4-FFF2-40B4-BE49-F238E27FC236}">
                    <a16:creationId xmlns:a16="http://schemas.microsoft.com/office/drawing/2014/main" id="{ECCC2F38-5D27-67C5-E741-F295DBCDA096}"/>
                  </a:ext>
                </a:extLst>
              </p:cNvPr>
              <p:cNvPicPr>
                <a:picLocks noChangeAspect="1"/>
              </p:cNvPicPr>
              <p:nvPr/>
            </p:nvPicPr>
            <p:blipFill>
              <a:blip r:embed="rId3"/>
              <a:stretch>
                <a:fillRect/>
              </a:stretch>
            </p:blipFill>
            <p:spPr>
              <a:xfrm>
                <a:off x="3433857" y="2060219"/>
                <a:ext cx="1351381" cy="1351381"/>
              </a:xfrm>
              <a:prstGeom prst="rect">
                <a:avLst/>
              </a:prstGeom>
            </p:spPr>
          </p:pic>
        </p:grpSp>
        <p:sp>
          <p:nvSpPr>
            <p:cNvPr id="24" name="Rectangle: Rounded Corners 23">
              <a:hlinkClick r:id="rId4" action="ppaction://hlinksldjump"/>
              <a:extLst>
                <a:ext uri="{FF2B5EF4-FFF2-40B4-BE49-F238E27FC236}">
                  <a16:creationId xmlns:a16="http://schemas.microsoft.com/office/drawing/2014/main" id="{3461D37D-43C1-0106-38F9-CAD5557BFF15}"/>
                </a:ext>
              </a:extLst>
            </p:cNvPr>
            <p:cNvSpPr/>
            <p:nvPr/>
          </p:nvSpPr>
          <p:spPr>
            <a:xfrm>
              <a:off x="5374326" y="3954016"/>
              <a:ext cx="1443346" cy="479800"/>
            </a:xfrm>
            <a:prstGeom prst="roundRect">
              <a:avLst>
                <a:gd name="adj" fmla="val 18237"/>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b="1" dirty="0">
                  <a:solidFill>
                    <a:schemeClr val="bg1"/>
                  </a:solidFill>
                  <a:latin typeface="+mj-lt"/>
                </a:rPr>
                <a:t>OK</a:t>
              </a:r>
            </a:p>
          </p:txBody>
        </p:sp>
      </p:grpSp>
      <p:pic>
        <p:nvPicPr>
          <p:cNvPr id="25" name="Picture 24" descr="A yellow hand pointing up&#10;&#10;AI-generated content may be incorrect.">
            <a:extLst>
              <a:ext uri="{FF2B5EF4-FFF2-40B4-BE49-F238E27FC236}">
                <a16:creationId xmlns:a16="http://schemas.microsoft.com/office/drawing/2014/main" id="{A6ED25E5-BEEA-E682-AC04-6E2EBAA0668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77817" y="4179000"/>
            <a:ext cx="663866" cy="663866"/>
          </a:xfrm>
          <a:prstGeom prst="rect">
            <a:avLst/>
          </a:prstGeom>
        </p:spPr>
      </p:pic>
    </p:spTree>
    <p:extLst>
      <p:ext uri="{BB962C8B-B14F-4D97-AF65-F5344CB8AC3E}">
        <p14:creationId xmlns:p14="http://schemas.microsoft.com/office/powerpoint/2010/main" val="39950545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25"/>
                                        </p:tgtEl>
                                        <p:attrNameLst>
                                          <p:attrName>style.visibility</p:attrName>
                                        </p:attrNameLst>
                                      </p:cBhvr>
                                      <p:to>
                                        <p:strVal val="visible"/>
                                      </p:to>
                                    </p:set>
                                  </p:childTnLst>
                                </p:cTn>
                              </p:par>
                            </p:childTnLst>
                          </p:cTn>
                        </p:par>
                        <p:par>
                          <p:cTn id="7" fill="hold">
                            <p:stCondLst>
                              <p:cond delay="500"/>
                            </p:stCondLst>
                            <p:childTnLst>
                              <p:par>
                                <p:cTn id="8" presetID="32" presetClass="emph" presetSubtype="0" fill="hold" nodeType="afterEffect">
                                  <p:stCondLst>
                                    <p:cond delay="0"/>
                                  </p:stCondLst>
                                  <p:childTnLst>
                                    <p:animRot by="120000">
                                      <p:cBhvr>
                                        <p:cTn id="9" dur="100" fill="hold">
                                          <p:stCondLst>
                                            <p:cond delay="0"/>
                                          </p:stCondLst>
                                        </p:cTn>
                                        <p:tgtEl>
                                          <p:spTgt spid="25"/>
                                        </p:tgtEl>
                                        <p:attrNameLst>
                                          <p:attrName>r</p:attrName>
                                        </p:attrNameLst>
                                      </p:cBhvr>
                                    </p:animRot>
                                    <p:animRot by="-240000">
                                      <p:cBhvr>
                                        <p:cTn id="10" dur="200" fill="hold">
                                          <p:stCondLst>
                                            <p:cond delay="200"/>
                                          </p:stCondLst>
                                        </p:cTn>
                                        <p:tgtEl>
                                          <p:spTgt spid="25"/>
                                        </p:tgtEl>
                                        <p:attrNameLst>
                                          <p:attrName>r</p:attrName>
                                        </p:attrNameLst>
                                      </p:cBhvr>
                                    </p:animRot>
                                    <p:animRot by="240000">
                                      <p:cBhvr>
                                        <p:cTn id="11" dur="200" fill="hold">
                                          <p:stCondLst>
                                            <p:cond delay="400"/>
                                          </p:stCondLst>
                                        </p:cTn>
                                        <p:tgtEl>
                                          <p:spTgt spid="25"/>
                                        </p:tgtEl>
                                        <p:attrNameLst>
                                          <p:attrName>r</p:attrName>
                                        </p:attrNameLst>
                                      </p:cBhvr>
                                    </p:animRot>
                                    <p:animRot by="-240000">
                                      <p:cBhvr>
                                        <p:cTn id="12" dur="200" fill="hold">
                                          <p:stCondLst>
                                            <p:cond delay="600"/>
                                          </p:stCondLst>
                                        </p:cTn>
                                        <p:tgtEl>
                                          <p:spTgt spid="25"/>
                                        </p:tgtEl>
                                        <p:attrNameLst>
                                          <p:attrName>r</p:attrName>
                                        </p:attrNameLst>
                                      </p:cBhvr>
                                    </p:animRot>
                                    <p:animRot by="120000">
                                      <p:cBhvr>
                                        <p:cTn id="13" dur="200" fill="hold">
                                          <p:stCondLst>
                                            <p:cond delay="800"/>
                                          </p:stCondLst>
                                        </p:cTn>
                                        <p:tgtEl>
                                          <p:spTgt spid="2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ADDD2-3299-4968-3D02-23FC6D08B96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7A99565-68B1-11DC-002D-FD1583AEC72A}"/>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3" name="TextBox 2">
            <a:extLst>
              <a:ext uri="{FF2B5EF4-FFF2-40B4-BE49-F238E27FC236}">
                <a16:creationId xmlns:a16="http://schemas.microsoft.com/office/drawing/2014/main" id="{89E5AE79-774C-7CA0-156B-B47313A3CB80}"/>
              </a:ext>
            </a:extLst>
          </p:cNvPr>
          <p:cNvSpPr txBox="1"/>
          <p:nvPr/>
        </p:nvSpPr>
        <p:spPr>
          <a:xfrm>
            <a:off x="3028950" y="1278107"/>
            <a:ext cx="6134100" cy="1077218"/>
          </a:xfrm>
          <a:prstGeom prst="rect">
            <a:avLst/>
          </a:prstGeom>
          <a:noFill/>
        </p:spPr>
        <p:txBody>
          <a:bodyPr wrap="square" rtlCol="0">
            <a:spAutoFit/>
          </a:bodyPr>
          <a:lstStyle/>
          <a:p>
            <a:pPr algn="ctr"/>
            <a:r>
              <a:rPr lang="en-SG" sz="3200" b="1" dirty="0">
                <a:solidFill>
                  <a:schemeClr val="tx2">
                    <a:lumMod val="50000"/>
                  </a:schemeClr>
                </a:solidFill>
                <a:latin typeface="+mj-lt"/>
              </a:rPr>
              <a:t>Welcome. </a:t>
            </a:r>
          </a:p>
          <a:p>
            <a:pPr algn="ctr"/>
            <a:r>
              <a:rPr lang="en-SG" sz="3200" b="1" dirty="0">
                <a:solidFill>
                  <a:schemeClr val="tx2">
                    <a:lumMod val="50000"/>
                  </a:schemeClr>
                </a:solidFill>
                <a:latin typeface="+mj-lt"/>
              </a:rPr>
              <a:t>How may I address </a:t>
            </a:r>
            <a:r>
              <a:rPr lang="en-SG" sz="3200" b="1" dirty="0">
                <a:solidFill>
                  <a:schemeClr val="accent5"/>
                </a:solidFill>
                <a:latin typeface="+mj-lt"/>
              </a:rPr>
              <a:t>you</a:t>
            </a:r>
            <a:r>
              <a:rPr lang="en-SG" sz="3200" b="1" dirty="0">
                <a:solidFill>
                  <a:schemeClr val="tx2">
                    <a:lumMod val="50000"/>
                  </a:schemeClr>
                </a:solidFill>
                <a:latin typeface="+mj-lt"/>
              </a:rPr>
              <a:t>?</a:t>
            </a:r>
            <a:endParaRPr lang="en-SG" sz="3200" b="1" dirty="0">
              <a:latin typeface="+mj-lt"/>
            </a:endParaRPr>
          </a:p>
        </p:txBody>
      </p:sp>
      <p:sp>
        <p:nvSpPr>
          <p:cNvPr id="5" name="Rectangle: Rounded Corners 4">
            <a:extLst>
              <a:ext uri="{FF2B5EF4-FFF2-40B4-BE49-F238E27FC236}">
                <a16:creationId xmlns:a16="http://schemas.microsoft.com/office/drawing/2014/main" id="{693A4865-52EE-A25F-DA5B-4030B3CC1B6E}"/>
              </a:ext>
            </a:extLst>
          </p:cNvPr>
          <p:cNvSpPr/>
          <p:nvPr/>
        </p:nvSpPr>
        <p:spPr>
          <a:xfrm>
            <a:off x="3411682" y="3027218"/>
            <a:ext cx="5368636" cy="803563"/>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solidFill>
                  <a:schemeClr val="tx2">
                    <a:lumMod val="40000"/>
                    <a:lumOff val="60000"/>
                  </a:schemeClr>
                </a:solidFill>
                <a:latin typeface="+mj-lt"/>
              </a:rPr>
              <a:t>Enter Your Name!</a:t>
            </a:r>
          </a:p>
        </p:txBody>
      </p:sp>
      <p:pic>
        <p:nvPicPr>
          <p:cNvPr id="1028" name="Picture 4">
            <a:extLst>
              <a:ext uri="{FF2B5EF4-FFF2-40B4-BE49-F238E27FC236}">
                <a16:creationId xmlns:a16="http://schemas.microsoft.com/office/drawing/2014/main" id="{B0065750-E0B9-7D49-7146-F80E0CDC05A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8889" b="3737"/>
          <a:stretch>
            <a:fillRect/>
          </a:stretch>
        </p:blipFill>
        <p:spPr bwMode="auto">
          <a:xfrm>
            <a:off x="3233226" y="4350327"/>
            <a:ext cx="5725548" cy="250767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0F9240DD-C391-80CB-CC2B-3948AD1DEFEC}"/>
              </a:ext>
            </a:extLst>
          </p:cNvPr>
          <p:cNvGrpSpPr/>
          <p:nvPr/>
        </p:nvGrpSpPr>
        <p:grpSpPr>
          <a:xfrm>
            <a:off x="10726538" y="5754115"/>
            <a:ext cx="1465462" cy="552452"/>
            <a:chOff x="1" y="0"/>
            <a:chExt cx="1465462" cy="552452"/>
          </a:xfrm>
        </p:grpSpPr>
        <p:sp>
          <p:nvSpPr>
            <p:cNvPr id="23" name="Rectangle 22">
              <a:extLst>
                <a:ext uri="{FF2B5EF4-FFF2-40B4-BE49-F238E27FC236}">
                  <a16:creationId xmlns:a16="http://schemas.microsoft.com/office/drawing/2014/main" id="{50532ADD-B888-3146-A303-E18A81E05575}"/>
                </a:ext>
              </a:extLst>
            </p:cNvPr>
            <p:cNvSpPr/>
            <p:nvPr userDrawn="1"/>
          </p:nvSpPr>
          <p:spPr>
            <a:xfrm>
              <a:off x="1" y="0"/>
              <a:ext cx="1465462"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r"/>
              <a:r>
                <a:rPr lang="en-SG" sz="2400" b="1" spc="0" dirty="0">
                  <a:solidFill>
                    <a:schemeClr val="tx1"/>
                  </a:solidFill>
                  <a:latin typeface="+mj-lt"/>
                </a:rPr>
                <a:t>Return</a:t>
              </a:r>
              <a:endParaRPr lang="en-SG" sz="2000" b="1" spc="0" dirty="0">
                <a:solidFill>
                  <a:schemeClr val="tx1"/>
                </a:solidFill>
                <a:latin typeface="+mj-lt"/>
              </a:endParaRPr>
            </a:p>
          </p:txBody>
        </p:sp>
        <p:pic>
          <p:nvPicPr>
            <p:cNvPr id="24" name="Picture 23" descr="A blue arrow pointing to the left&#10;&#10;AI-generated content may be incorrect.">
              <a:extLst>
                <a:ext uri="{FF2B5EF4-FFF2-40B4-BE49-F238E27FC236}">
                  <a16:creationId xmlns:a16="http://schemas.microsoft.com/office/drawing/2014/main" id="{310ADDEC-2FF3-5F39-2C5C-B87780E481C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flipH="1">
              <a:off x="76198" y="164523"/>
              <a:ext cx="409049" cy="223406"/>
            </a:xfrm>
            <a:prstGeom prst="rect">
              <a:avLst/>
            </a:prstGeom>
          </p:spPr>
        </p:pic>
      </p:grpSp>
      <p:grpSp>
        <p:nvGrpSpPr>
          <p:cNvPr id="4" name="Group 3">
            <a:extLst>
              <a:ext uri="{FF2B5EF4-FFF2-40B4-BE49-F238E27FC236}">
                <a16:creationId xmlns:a16="http://schemas.microsoft.com/office/drawing/2014/main" id="{BB9A8B0B-F2EE-F93C-877B-D062B6E9DED1}"/>
              </a:ext>
            </a:extLst>
          </p:cNvPr>
          <p:cNvGrpSpPr/>
          <p:nvPr/>
        </p:nvGrpSpPr>
        <p:grpSpPr>
          <a:xfrm>
            <a:off x="10181331" y="6305548"/>
            <a:ext cx="2010669" cy="552452"/>
            <a:chOff x="10181331" y="6305548"/>
            <a:chExt cx="2010669" cy="552452"/>
          </a:xfrm>
        </p:grpSpPr>
        <p:sp>
          <p:nvSpPr>
            <p:cNvPr id="6" name="Rectangle 5">
              <a:hlinkClick r:id="rId5" action="ppaction://hlinksldjump" tooltip="Continue to next page"/>
              <a:extLst>
                <a:ext uri="{FF2B5EF4-FFF2-40B4-BE49-F238E27FC236}">
                  <a16:creationId xmlns:a16="http://schemas.microsoft.com/office/drawing/2014/main" id="{A3C63903-DA50-9B3A-EE01-4A43F882A4BE}"/>
                </a:ext>
              </a:extLst>
            </p:cNvPr>
            <p:cNvSpPr/>
            <p:nvPr userDrawn="1"/>
          </p:nvSpPr>
          <p:spPr>
            <a:xfrm>
              <a:off x="10181331" y="6305548"/>
              <a:ext cx="2010669"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SG" sz="2400" b="1" spc="0" dirty="0">
                  <a:solidFill>
                    <a:schemeClr val="tx1"/>
                  </a:solidFill>
                  <a:latin typeface="+mj-lt"/>
                </a:rPr>
                <a:t>Continue</a:t>
              </a:r>
              <a:endParaRPr lang="en-SG" sz="2000" b="1" spc="0" dirty="0">
                <a:solidFill>
                  <a:schemeClr val="tx1"/>
                </a:solidFill>
                <a:latin typeface="+mj-lt"/>
              </a:endParaRPr>
            </a:p>
          </p:txBody>
        </p:sp>
        <p:pic>
          <p:nvPicPr>
            <p:cNvPr id="7" name="Picture 6" descr="A blue arrow pointing to the left&#10;&#10;AI-generated content may be incorrect.">
              <a:hlinkClick r:id="rId5" action="ppaction://hlinksldjump"/>
              <a:extLst>
                <a:ext uri="{FF2B5EF4-FFF2-40B4-BE49-F238E27FC236}">
                  <a16:creationId xmlns:a16="http://schemas.microsoft.com/office/drawing/2014/main" id="{C41A6534-5915-4A3D-F146-4725F9BBCA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16420" y="6481328"/>
              <a:ext cx="409049" cy="223406"/>
            </a:xfrm>
            <a:prstGeom prst="rect">
              <a:avLst/>
            </a:prstGeom>
          </p:spPr>
        </p:pic>
        <p:pic>
          <p:nvPicPr>
            <p:cNvPr id="8" name="Picture 7" descr="A blue arrow pointing to the left&#10;&#10;AI-generated content may be incorrect.">
              <a:hlinkClick r:id="rId5" action="ppaction://hlinksldjump"/>
              <a:extLst>
                <a:ext uri="{FF2B5EF4-FFF2-40B4-BE49-F238E27FC236}">
                  <a16:creationId xmlns:a16="http://schemas.microsoft.com/office/drawing/2014/main" id="{3C456AD7-8788-E2DF-07F9-8EE3459BF4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51948" y="6481328"/>
              <a:ext cx="409049" cy="223406"/>
            </a:xfrm>
            <a:prstGeom prst="rect">
              <a:avLst/>
            </a:prstGeom>
          </p:spPr>
        </p:pic>
      </p:grpSp>
      <p:sp>
        <p:nvSpPr>
          <p:cNvPr id="9" name="TextBox 8">
            <a:extLst>
              <a:ext uri="{FF2B5EF4-FFF2-40B4-BE49-F238E27FC236}">
                <a16:creationId xmlns:a16="http://schemas.microsoft.com/office/drawing/2014/main" id="{C2807AA2-179E-7CFB-940C-485142318A58}"/>
              </a:ext>
            </a:extLst>
          </p:cNvPr>
          <p:cNvSpPr txBox="1"/>
          <p:nvPr/>
        </p:nvSpPr>
        <p:spPr>
          <a:xfrm>
            <a:off x="5120400" y="3136611"/>
            <a:ext cx="1951200" cy="584775"/>
          </a:xfrm>
          <a:prstGeom prst="rect">
            <a:avLst/>
          </a:prstGeom>
          <a:solidFill>
            <a:schemeClr val="bg1"/>
          </a:solidFill>
        </p:spPr>
        <p:txBody>
          <a:bodyPr wrap="square" rtlCol="0">
            <a:spAutoFit/>
          </a:bodyPr>
          <a:lstStyle/>
          <a:p>
            <a:pPr algn="ctr"/>
            <a:r>
              <a:rPr lang="en-SG" sz="3200" b="1" dirty="0">
                <a:solidFill>
                  <a:schemeClr val="tx2"/>
                </a:solidFill>
              </a:rPr>
              <a:t>John|</a:t>
            </a:r>
          </a:p>
        </p:txBody>
      </p:sp>
      <p:pic>
        <p:nvPicPr>
          <p:cNvPr id="10" name="Picture 9" descr="A yellow hand pointing up&#10;&#10;AI-generated content may be incorrect.">
            <a:extLst>
              <a:ext uri="{FF2B5EF4-FFF2-40B4-BE49-F238E27FC236}">
                <a16:creationId xmlns:a16="http://schemas.microsoft.com/office/drawing/2014/main" id="{28452BDF-741B-36C8-B095-639E3BF54B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flipV="1">
            <a:off x="9727592" y="5817462"/>
            <a:ext cx="663866" cy="663866"/>
          </a:xfrm>
          <a:prstGeom prst="rect">
            <a:avLst/>
          </a:prstGeom>
        </p:spPr>
      </p:pic>
    </p:spTree>
    <p:extLst>
      <p:ext uri="{BB962C8B-B14F-4D97-AF65-F5344CB8AC3E}">
        <p14:creationId xmlns:p14="http://schemas.microsoft.com/office/powerpoint/2010/main" val="1194296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028"/>
                                        </p:tgtEl>
                                        <p:attrNameLst>
                                          <p:attrName>style.visibility</p:attrName>
                                        </p:attrNameLst>
                                      </p:cBhvr>
                                      <p:to>
                                        <p:strVal val="visible"/>
                                      </p:to>
                                    </p:set>
                                    <p:anim calcmode="lin" valueType="num">
                                      <p:cBhvr additive="base">
                                        <p:cTn id="7" dur="100" fill="hold"/>
                                        <p:tgtEl>
                                          <p:spTgt spid="1028"/>
                                        </p:tgtEl>
                                        <p:attrNameLst>
                                          <p:attrName>ppt_x</p:attrName>
                                        </p:attrNameLst>
                                      </p:cBhvr>
                                      <p:tavLst>
                                        <p:tav tm="0">
                                          <p:val>
                                            <p:strVal val="#ppt_x"/>
                                          </p:val>
                                        </p:tav>
                                        <p:tav tm="100000">
                                          <p:val>
                                            <p:strVal val="#ppt_x"/>
                                          </p:val>
                                        </p:tav>
                                      </p:tavLst>
                                    </p:anim>
                                    <p:anim calcmode="lin" valueType="num">
                                      <p:cBhvr additive="base">
                                        <p:cTn id="8" dur="100" fill="hold"/>
                                        <p:tgtEl>
                                          <p:spTgt spid="1028"/>
                                        </p:tgtEl>
                                        <p:attrNameLst>
                                          <p:attrName>ppt_y</p:attrName>
                                        </p:attrNameLst>
                                      </p:cBhvr>
                                      <p:tavLst>
                                        <p:tav tm="0">
                                          <p:val>
                                            <p:strVal val="1+#ppt_h/2"/>
                                          </p:val>
                                        </p:tav>
                                        <p:tav tm="100000">
                                          <p:val>
                                            <p:strVal val="#ppt_y"/>
                                          </p:val>
                                        </p:tav>
                                      </p:tavLst>
                                    </p:anim>
                                  </p:childTnLst>
                                </p:cTn>
                              </p:par>
                            </p:childTnLst>
                          </p:cTn>
                        </p:par>
                        <p:par>
                          <p:cTn id="9" fill="hold">
                            <p:stCondLst>
                              <p:cond delay="100"/>
                            </p:stCondLst>
                            <p:childTnLst>
                              <p:par>
                                <p:cTn id="10" presetID="22" presetClass="entr" presetSubtype="8" fill="hold" grpId="0" nodeType="afterEffect">
                                  <p:stCondLst>
                                    <p:cond delay="50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par>
                          <p:cTn id="13" fill="hold">
                            <p:stCondLst>
                              <p:cond delay="1100"/>
                            </p:stCondLst>
                            <p:childTnLst>
                              <p:par>
                                <p:cTn id="14" presetID="1" presetClass="entr" presetSubtype="0" fill="hold" nodeType="afterEffect">
                                  <p:stCondLst>
                                    <p:cond delay="500"/>
                                  </p:stCondLst>
                                  <p:childTnLst>
                                    <p:set>
                                      <p:cBhvr>
                                        <p:cTn id="15" dur="1" fill="hold">
                                          <p:stCondLst>
                                            <p:cond delay="0"/>
                                          </p:stCondLst>
                                        </p:cTn>
                                        <p:tgtEl>
                                          <p:spTgt spid="10"/>
                                        </p:tgtEl>
                                        <p:attrNameLst>
                                          <p:attrName>style.visibility</p:attrName>
                                        </p:attrNameLst>
                                      </p:cBhvr>
                                      <p:to>
                                        <p:strVal val="visible"/>
                                      </p:to>
                                    </p:set>
                                  </p:childTnLst>
                                </p:cTn>
                              </p:par>
                            </p:childTnLst>
                          </p:cTn>
                        </p:par>
                        <p:par>
                          <p:cTn id="16" fill="hold">
                            <p:stCondLst>
                              <p:cond delay="1600"/>
                            </p:stCondLst>
                            <p:childTnLst>
                              <p:par>
                                <p:cTn id="17" presetID="32" presetClass="emph" presetSubtype="0" fill="hold" nodeType="afterEffect">
                                  <p:stCondLst>
                                    <p:cond delay="0"/>
                                  </p:stCondLst>
                                  <p:childTnLst>
                                    <p:animRot by="120000">
                                      <p:cBhvr>
                                        <p:cTn id="18" dur="100" fill="hold">
                                          <p:stCondLst>
                                            <p:cond delay="0"/>
                                          </p:stCondLst>
                                        </p:cTn>
                                        <p:tgtEl>
                                          <p:spTgt spid="10"/>
                                        </p:tgtEl>
                                        <p:attrNameLst>
                                          <p:attrName>r</p:attrName>
                                        </p:attrNameLst>
                                      </p:cBhvr>
                                    </p:animRot>
                                    <p:animRot by="-240000">
                                      <p:cBhvr>
                                        <p:cTn id="19" dur="200" fill="hold">
                                          <p:stCondLst>
                                            <p:cond delay="200"/>
                                          </p:stCondLst>
                                        </p:cTn>
                                        <p:tgtEl>
                                          <p:spTgt spid="10"/>
                                        </p:tgtEl>
                                        <p:attrNameLst>
                                          <p:attrName>r</p:attrName>
                                        </p:attrNameLst>
                                      </p:cBhvr>
                                    </p:animRot>
                                    <p:animRot by="240000">
                                      <p:cBhvr>
                                        <p:cTn id="20" dur="200" fill="hold">
                                          <p:stCondLst>
                                            <p:cond delay="400"/>
                                          </p:stCondLst>
                                        </p:cTn>
                                        <p:tgtEl>
                                          <p:spTgt spid="10"/>
                                        </p:tgtEl>
                                        <p:attrNameLst>
                                          <p:attrName>r</p:attrName>
                                        </p:attrNameLst>
                                      </p:cBhvr>
                                    </p:animRot>
                                    <p:animRot by="-240000">
                                      <p:cBhvr>
                                        <p:cTn id="21" dur="200" fill="hold">
                                          <p:stCondLst>
                                            <p:cond delay="600"/>
                                          </p:stCondLst>
                                        </p:cTn>
                                        <p:tgtEl>
                                          <p:spTgt spid="10"/>
                                        </p:tgtEl>
                                        <p:attrNameLst>
                                          <p:attrName>r</p:attrName>
                                        </p:attrNameLst>
                                      </p:cBhvr>
                                    </p:animRot>
                                    <p:animRot by="120000">
                                      <p:cBhvr>
                                        <p:cTn id="22" dur="200" fill="hold">
                                          <p:stCondLst>
                                            <p:cond delay="800"/>
                                          </p:stCondLst>
                                        </p:cTn>
                                        <p:tgtEl>
                                          <p:spTgt spid="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4CB8B-A98B-E05B-6AB9-D6245E3C31AA}"/>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61B65103-5AF6-A594-BBD4-79C4ACCF04EB}"/>
              </a:ext>
            </a:extLst>
          </p:cNvPr>
          <p:cNvGrpSpPr/>
          <p:nvPr/>
        </p:nvGrpSpPr>
        <p:grpSpPr>
          <a:xfrm>
            <a:off x="7726830" y="3722282"/>
            <a:ext cx="1127927" cy="1112806"/>
            <a:chOff x="1133665" y="4827572"/>
            <a:chExt cx="949311" cy="936585"/>
          </a:xfrm>
        </p:grpSpPr>
        <p:grpSp>
          <p:nvGrpSpPr>
            <p:cNvPr id="41" name="Group 40">
              <a:extLst>
                <a:ext uri="{FF2B5EF4-FFF2-40B4-BE49-F238E27FC236}">
                  <a16:creationId xmlns:a16="http://schemas.microsoft.com/office/drawing/2014/main" id="{EA4E957D-3528-950D-B5E1-AF2213B58C24}"/>
                </a:ext>
              </a:extLst>
            </p:cNvPr>
            <p:cNvGrpSpPr/>
            <p:nvPr/>
          </p:nvGrpSpPr>
          <p:grpSpPr>
            <a:xfrm>
              <a:off x="1133665" y="4827572"/>
              <a:ext cx="949311" cy="936585"/>
              <a:chOff x="929362" y="4727466"/>
              <a:chExt cx="1128802" cy="1113670"/>
            </a:xfrm>
          </p:grpSpPr>
          <p:sp>
            <p:nvSpPr>
              <p:cNvPr id="43" name="L-Shape 42">
                <a:extLst>
                  <a:ext uri="{FF2B5EF4-FFF2-40B4-BE49-F238E27FC236}">
                    <a16:creationId xmlns:a16="http://schemas.microsoft.com/office/drawing/2014/main" id="{24483604-0460-5ECF-62E0-D1B66C8BD297}"/>
                  </a:ext>
                </a:extLst>
              </p:cNvPr>
              <p:cNvSpPr/>
              <p:nvPr userDrawn="1"/>
            </p:nvSpPr>
            <p:spPr>
              <a:xfrm>
                <a:off x="929363" y="5480272"/>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4" name="L-Shape 43">
                <a:extLst>
                  <a:ext uri="{FF2B5EF4-FFF2-40B4-BE49-F238E27FC236}">
                    <a16:creationId xmlns:a16="http://schemas.microsoft.com/office/drawing/2014/main" id="{B89B37CE-E577-84C6-8502-310F0360836E}"/>
                  </a:ext>
                </a:extLst>
              </p:cNvPr>
              <p:cNvSpPr/>
              <p:nvPr userDrawn="1"/>
            </p:nvSpPr>
            <p:spPr>
              <a:xfrm flipH="1">
                <a:off x="1698163" y="5508839"/>
                <a:ext cx="360001" cy="332297"/>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5" name="L-Shape 44">
                <a:extLst>
                  <a:ext uri="{FF2B5EF4-FFF2-40B4-BE49-F238E27FC236}">
                    <a16:creationId xmlns:a16="http://schemas.microsoft.com/office/drawing/2014/main" id="{4BF1BD9E-5F7B-CF27-250E-2317E44A5146}"/>
                  </a:ext>
                </a:extLst>
              </p:cNvPr>
              <p:cNvSpPr/>
              <p:nvPr userDrawn="1"/>
            </p:nvSpPr>
            <p:spPr>
              <a:xfrm rot="5400000">
                <a:off x="929363" y="4728190"/>
                <a:ext cx="360000" cy="360001"/>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6" name="L-Shape 45">
                <a:extLst>
                  <a:ext uri="{FF2B5EF4-FFF2-40B4-BE49-F238E27FC236}">
                    <a16:creationId xmlns:a16="http://schemas.microsoft.com/office/drawing/2014/main" id="{C2B0B7E4-15AD-E10D-AD47-5416E4E70F75}"/>
                  </a:ext>
                </a:extLst>
              </p:cNvPr>
              <p:cNvSpPr/>
              <p:nvPr userDrawn="1"/>
            </p:nvSpPr>
            <p:spPr>
              <a:xfrm rot="10800000">
                <a:off x="1698161" y="4727466"/>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pic>
          <p:nvPicPr>
            <p:cNvPr id="42" name="Picture 41">
              <a:extLst>
                <a:ext uri="{FF2B5EF4-FFF2-40B4-BE49-F238E27FC236}">
                  <a16:creationId xmlns:a16="http://schemas.microsoft.com/office/drawing/2014/main" id="{2D8B7219-2D21-04C3-6D3C-C27DE039E162}"/>
                </a:ext>
              </a:extLst>
            </p:cNvPr>
            <p:cNvPicPr>
              <a:picLocks noChangeAspect="1"/>
            </p:cNvPicPr>
            <p:nvPr/>
          </p:nvPicPr>
          <p:blipFill>
            <a:blip r:embed="rId2"/>
            <a:stretch>
              <a:fillRect/>
            </a:stretch>
          </p:blipFill>
          <p:spPr>
            <a:xfrm>
              <a:off x="1234217" y="4922668"/>
              <a:ext cx="748205" cy="748205"/>
            </a:xfrm>
            <a:prstGeom prst="rect">
              <a:avLst/>
            </a:prstGeom>
            <a:ln>
              <a:noFill/>
            </a:ln>
          </p:spPr>
        </p:pic>
      </p:grpSp>
      <p:grpSp>
        <p:nvGrpSpPr>
          <p:cNvPr id="33" name="Group 32">
            <a:extLst>
              <a:ext uri="{FF2B5EF4-FFF2-40B4-BE49-F238E27FC236}">
                <a16:creationId xmlns:a16="http://schemas.microsoft.com/office/drawing/2014/main" id="{3DD49DFF-022B-F5C4-9DC7-9D2FCC9B6AC8}"/>
              </a:ext>
            </a:extLst>
          </p:cNvPr>
          <p:cNvGrpSpPr/>
          <p:nvPr/>
        </p:nvGrpSpPr>
        <p:grpSpPr>
          <a:xfrm>
            <a:off x="3445069" y="3722282"/>
            <a:ext cx="1127927" cy="1112806"/>
            <a:chOff x="1133665" y="4827572"/>
            <a:chExt cx="949311" cy="936585"/>
          </a:xfrm>
        </p:grpSpPr>
        <p:grpSp>
          <p:nvGrpSpPr>
            <p:cNvPr id="34" name="Group 33">
              <a:extLst>
                <a:ext uri="{FF2B5EF4-FFF2-40B4-BE49-F238E27FC236}">
                  <a16:creationId xmlns:a16="http://schemas.microsoft.com/office/drawing/2014/main" id="{0B0E0688-E3C3-895B-9276-B1349C240B28}"/>
                </a:ext>
              </a:extLst>
            </p:cNvPr>
            <p:cNvGrpSpPr/>
            <p:nvPr/>
          </p:nvGrpSpPr>
          <p:grpSpPr>
            <a:xfrm>
              <a:off x="1133665" y="4827572"/>
              <a:ext cx="949311" cy="936585"/>
              <a:chOff x="929362" y="4727466"/>
              <a:chExt cx="1128802" cy="1113670"/>
            </a:xfrm>
          </p:grpSpPr>
          <p:sp>
            <p:nvSpPr>
              <p:cNvPr id="36" name="L-Shape 35">
                <a:extLst>
                  <a:ext uri="{FF2B5EF4-FFF2-40B4-BE49-F238E27FC236}">
                    <a16:creationId xmlns:a16="http://schemas.microsoft.com/office/drawing/2014/main" id="{46AED869-3052-5937-015B-C01B3DB05236}"/>
                  </a:ext>
                </a:extLst>
              </p:cNvPr>
              <p:cNvSpPr/>
              <p:nvPr userDrawn="1"/>
            </p:nvSpPr>
            <p:spPr>
              <a:xfrm>
                <a:off x="929363" y="5480272"/>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7" name="L-Shape 36">
                <a:extLst>
                  <a:ext uri="{FF2B5EF4-FFF2-40B4-BE49-F238E27FC236}">
                    <a16:creationId xmlns:a16="http://schemas.microsoft.com/office/drawing/2014/main" id="{DC09B4E1-59E7-C031-B262-9B3DA7D74F99}"/>
                  </a:ext>
                </a:extLst>
              </p:cNvPr>
              <p:cNvSpPr/>
              <p:nvPr userDrawn="1"/>
            </p:nvSpPr>
            <p:spPr>
              <a:xfrm flipH="1">
                <a:off x="1698163" y="5508839"/>
                <a:ext cx="360001" cy="332297"/>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8" name="L-Shape 37">
                <a:extLst>
                  <a:ext uri="{FF2B5EF4-FFF2-40B4-BE49-F238E27FC236}">
                    <a16:creationId xmlns:a16="http://schemas.microsoft.com/office/drawing/2014/main" id="{6DD42AD7-9427-7333-E571-0ECE5A864646}"/>
                  </a:ext>
                </a:extLst>
              </p:cNvPr>
              <p:cNvSpPr/>
              <p:nvPr userDrawn="1"/>
            </p:nvSpPr>
            <p:spPr>
              <a:xfrm rot="5400000">
                <a:off x="929363" y="4728190"/>
                <a:ext cx="360000" cy="360001"/>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9" name="L-Shape 38">
                <a:extLst>
                  <a:ext uri="{FF2B5EF4-FFF2-40B4-BE49-F238E27FC236}">
                    <a16:creationId xmlns:a16="http://schemas.microsoft.com/office/drawing/2014/main" id="{CA0E93A9-237F-B650-B9C4-7236CF021C11}"/>
                  </a:ext>
                </a:extLst>
              </p:cNvPr>
              <p:cNvSpPr/>
              <p:nvPr userDrawn="1"/>
            </p:nvSpPr>
            <p:spPr>
              <a:xfrm rot="10800000">
                <a:off x="1698161" y="4727466"/>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pic>
          <p:nvPicPr>
            <p:cNvPr id="35" name="Picture 34">
              <a:extLst>
                <a:ext uri="{FF2B5EF4-FFF2-40B4-BE49-F238E27FC236}">
                  <a16:creationId xmlns:a16="http://schemas.microsoft.com/office/drawing/2014/main" id="{873124D5-0D88-3BC0-B275-949389371781}"/>
                </a:ext>
              </a:extLst>
            </p:cNvPr>
            <p:cNvPicPr>
              <a:picLocks noChangeAspect="1"/>
            </p:cNvPicPr>
            <p:nvPr/>
          </p:nvPicPr>
          <p:blipFill>
            <a:blip r:embed="rId2"/>
            <a:stretch>
              <a:fillRect/>
            </a:stretch>
          </p:blipFill>
          <p:spPr>
            <a:xfrm>
              <a:off x="1234217" y="4922668"/>
              <a:ext cx="748205" cy="748205"/>
            </a:xfrm>
            <a:prstGeom prst="rect">
              <a:avLst/>
            </a:prstGeom>
            <a:ln>
              <a:noFill/>
            </a:ln>
          </p:spPr>
        </p:pic>
      </p:grpSp>
      <p:sp>
        <p:nvSpPr>
          <p:cNvPr id="2" name="TextBox 1">
            <a:extLst>
              <a:ext uri="{FF2B5EF4-FFF2-40B4-BE49-F238E27FC236}">
                <a16:creationId xmlns:a16="http://schemas.microsoft.com/office/drawing/2014/main" id="{F86331AB-4875-C082-9195-EA46935222C3}"/>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3" name="TextBox 2">
            <a:extLst>
              <a:ext uri="{FF2B5EF4-FFF2-40B4-BE49-F238E27FC236}">
                <a16:creationId xmlns:a16="http://schemas.microsoft.com/office/drawing/2014/main" id="{3C6FDC3F-D90D-A3F7-DDF0-7A94BBD24107}"/>
              </a:ext>
            </a:extLst>
          </p:cNvPr>
          <p:cNvSpPr txBox="1"/>
          <p:nvPr/>
        </p:nvSpPr>
        <p:spPr>
          <a:xfrm>
            <a:off x="1712768" y="1385450"/>
            <a:ext cx="1944832" cy="584775"/>
          </a:xfrm>
          <a:prstGeom prst="rect">
            <a:avLst/>
          </a:prstGeom>
          <a:noFill/>
        </p:spPr>
        <p:txBody>
          <a:bodyPr wrap="square" rtlCol="0">
            <a:spAutoFit/>
          </a:bodyPr>
          <a:lstStyle/>
          <a:p>
            <a:pPr algn="ctr"/>
            <a:r>
              <a:rPr lang="en-SG" sz="3200" b="1" dirty="0">
                <a:solidFill>
                  <a:schemeClr val="tx2">
                    <a:lumMod val="50000"/>
                  </a:schemeClr>
                </a:solidFill>
                <a:latin typeface="+mj-lt"/>
              </a:rPr>
              <a:t>Welcome,</a:t>
            </a:r>
          </a:p>
        </p:txBody>
      </p:sp>
      <p:sp>
        <p:nvSpPr>
          <p:cNvPr id="4" name="TextBox 3">
            <a:extLst>
              <a:ext uri="{FF2B5EF4-FFF2-40B4-BE49-F238E27FC236}">
                <a16:creationId xmlns:a16="http://schemas.microsoft.com/office/drawing/2014/main" id="{AEAB552E-9D15-2F8E-736F-38CF3A5E68C7}"/>
              </a:ext>
            </a:extLst>
          </p:cNvPr>
          <p:cNvSpPr txBox="1"/>
          <p:nvPr/>
        </p:nvSpPr>
        <p:spPr>
          <a:xfrm>
            <a:off x="3498273" y="1385449"/>
            <a:ext cx="1245178" cy="584775"/>
          </a:xfrm>
          <a:prstGeom prst="rect">
            <a:avLst/>
          </a:prstGeom>
          <a:noFill/>
        </p:spPr>
        <p:txBody>
          <a:bodyPr wrap="square" rtlCol="0">
            <a:spAutoFit/>
          </a:bodyPr>
          <a:lstStyle/>
          <a:p>
            <a:pPr algn="ctr"/>
            <a:r>
              <a:rPr lang="en-SG" sz="3200" b="1" dirty="0">
                <a:solidFill>
                  <a:schemeClr val="accent5"/>
                </a:solidFill>
                <a:latin typeface="+mj-lt"/>
              </a:rPr>
              <a:t>John</a:t>
            </a:r>
            <a:r>
              <a:rPr lang="en-SG" sz="3200" b="1" dirty="0">
                <a:solidFill>
                  <a:schemeClr val="tx2">
                    <a:lumMod val="50000"/>
                  </a:schemeClr>
                </a:solidFill>
                <a:latin typeface="+mj-lt"/>
              </a:rPr>
              <a:t> </a:t>
            </a:r>
          </a:p>
        </p:txBody>
      </p:sp>
      <p:sp>
        <p:nvSpPr>
          <p:cNvPr id="6" name="TextBox 5">
            <a:extLst>
              <a:ext uri="{FF2B5EF4-FFF2-40B4-BE49-F238E27FC236}">
                <a16:creationId xmlns:a16="http://schemas.microsoft.com/office/drawing/2014/main" id="{6447219C-2B3F-D74E-8E39-778390665CBD}"/>
              </a:ext>
            </a:extLst>
          </p:cNvPr>
          <p:cNvSpPr txBox="1"/>
          <p:nvPr/>
        </p:nvSpPr>
        <p:spPr>
          <a:xfrm>
            <a:off x="3028950" y="2164187"/>
            <a:ext cx="6134100" cy="523220"/>
          </a:xfrm>
          <a:prstGeom prst="rect">
            <a:avLst/>
          </a:prstGeom>
          <a:noFill/>
        </p:spPr>
        <p:txBody>
          <a:bodyPr wrap="square" rtlCol="0">
            <a:spAutoFit/>
          </a:bodyPr>
          <a:lstStyle/>
          <a:p>
            <a:pPr algn="ctr"/>
            <a:r>
              <a:rPr lang="en-SG" sz="2800" b="1" dirty="0">
                <a:solidFill>
                  <a:schemeClr val="tx2">
                    <a:lumMod val="50000"/>
                  </a:schemeClr>
                </a:solidFill>
                <a:latin typeface="+mj-lt"/>
              </a:rPr>
              <a:t>Add your friends &amp; family too!</a:t>
            </a:r>
            <a:endParaRPr lang="en-SG" sz="2800" b="1" dirty="0">
              <a:latin typeface="+mj-lt"/>
            </a:endParaRPr>
          </a:p>
        </p:txBody>
      </p:sp>
      <p:grpSp>
        <p:nvGrpSpPr>
          <p:cNvPr id="32" name="Group 31">
            <a:extLst>
              <a:ext uri="{FF2B5EF4-FFF2-40B4-BE49-F238E27FC236}">
                <a16:creationId xmlns:a16="http://schemas.microsoft.com/office/drawing/2014/main" id="{1B6A00D4-0E0D-C645-63ED-58F1DE2C724E}"/>
              </a:ext>
            </a:extLst>
          </p:cNvPr>
          <p:cNvGrpSpPr/>
          <p:nvPr/>
        </p:nvGrpSpPr>
        <p:grpSpPr>
          <a:xfrm>
            <a:off x="10181331" y="6305548"/>
            <a:ext cx="2010669" cy="552452"/>
            <a:chOff x="10181331" y="6305548"/>
            <a:chExt cx="2010669" cy="552452"/>
          </a:xfrm>
        </p:grpSpPr>
        <p:sp>
          <p:nvSpPr>
            <p:cNvPr id="28" name="Rectangle 27">
              <a:hlinkClick r:id="rId3" action="ppaction://hlinksldjump" tooltip="Continue to next page"/>
              <a:extLst>
                <a:ext uri="{FF2B5EF4-FFF2-40B4-BE49-F238E27FC236}">
                  <a16:creationId xmlns:a16="http://schemas.microsoft.com/office/drawing/2014/main" id="{6C25B81D-BDBC-6332-BCB2-9596B77455F8}"/>
                </a:ext>
              </a:extLst>
            </p:cNvPr>
            <p:cNvSpPr/>
            <p:nvPr userDrawn="1"/>
          </p:nvSpPr>
          <p:spPr>
            <a:xfrm>
              <a:off x="10181331" y="6305548"/>
              <a:ext cx="2010669"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SG" sz="2400" b="1" spc="0" dirty="0">
                  <a:solidFill>
                    <a:schemeClr val="tx1"/>
                  </a:solidFill>
                  <a:latin typeface="+mj-lt"/>
                </a:rPr>
                <a:t>Continue</a:t>
              </a:r>
              <a:endParaRPr lang="en-SG" sz="2000" b="1" spc="0" dirty="0">
                <a:solidFill>
                  <a:schemeClr val="tx1"/>
                </a:solidFill>
                <a:latin typeface="+mj-lt"/>
              </a:endParaRPr>
            </a:p>
          </p:txBody>
        </p:sp>
        <p:pic>
          <p:nvPicPr>
            <p:cNvPr id="30" name="Picture 29" descr="A blue arrow pointing to the left&#10;&#10;AI-generated content may be incorrect.">
              <a:hlinkClick r:id="rId3" action="ppaction://hlinksldjump"/>
              <a:extLst>
                <a:ext uri="{FF2B5EF4-FFF2-40B4-BE49-F238E27FC236}">
                  <a16:creationId xmlns:a16="http://schemas.microsoft.com/office/drawing/2014/main" id="{421A60E1-9B89-EA2B-CBF9-9B2393E1B5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16420" y="6481328"/>
              <a:ext cx="409049" cy="223406"/>
            </a:xfrm>
            <a:prstGeom prst="rect">
              <a:avLst/>
            </a:prstGeom>
          </p:spPr>
        </p:pic>
        <p:pic>
          <p:nvPicPr>
            <p:cNvPr id="31" name="Picture 30" descr="A blue arrow pointing to the left&#10;&#10;AI-generated content may be incorrect.">
              <a:hlinkClick r:id="rId3" action="ppaction://hlinksldjump"/>
              <a:extLst>
                <a:ext uri="{FF2B5EF4-FFF2-40B4-BE49-F238E27FC236}">
                  <a16:creationId xmlns:a16="http://schemas.microsoft.com/office/drawing/2014/main" id="{794D998C-AC83-2463-8D36-1162FF486A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51948" y="6481328"/>
              <a:ext cx="409049" cy="223406"/>
            </a:xfrm>
            <a:prstGeom prst="rect">
              <a:avLst/>
            </a:prstGeom>
          </p:spPr>
        </p:pic>
      </p:grpSp>
      <p:pic>
        <p:nvPicPr>
          <p:cNvPr id="13" name="Picture 12" descr="A yellow hand pointing up&#10;&#10;AI-generated content may be incorrect.">
            <a:extLst>
              <a:ext uri="{FF2B5EF4-FFF2-40B4-BE49-F238E27FC236}">
                <a16:creationId xmlns:a16="http://schemas.microsoft.com/office/drawing/2014/main" id="{10276581-7073-83A5-9EB4-184D2CA1506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flipV="1">
            <a:off x="10074973" y="5860694"/>
            <a:ext cx="620634" cy="620634"/>
          </a:xfrm>
          <a:prstGeom prst="rect">
            <a:avLst/>
          </a:prstGeom>
        </p:spPr>
      </p:pic>
      <p:grpSp>
        <p:nvGrpSpPr>
          <p:cNvPr id="14" name="Group 13">
            <a:extLst>
              <a:ext uri="{FF2B5EF4-FFF2-40B4-BE49-F238E27FC236}">
                <a16:creationId xmlns:a16="http://schemas.microsoft.com/office/drawing/2014/main" id="{DB085C49-0B10-DEA0-9601-3AFDFAAA60A0}"/>
              </a:ext>
            </a:extLst>
          </p:cNvPr>
          <p:cNvGrpSpPr/>
          <p:nvPr/>
        </p:nvGrpSpPr>
        <p:grpSpPr>
          <a:xfrm>
            <a:off x="6937209" y="5225139"/>
            <a:ext cx="3084585" cy="1420615"/>
            <a:chOff x="3378090" y="1544951"/>
            <a:chExt cx="3084585" cy="1420615"/>
          </a:xfrm>
        </p:grpSpPr>
        <p:sp>
          <p:nvSpPr>
            <p:cNvPr id="15" name="TextBox 14">
              <a:extLst>
                <a:ext uri="{FF2B5EF4-FFF2-40B4-BE49-F238E27FC236}">
                  <a16:creationId xmlns:a16="http://schemas.microsoft.com/office/drawing/2014/main" id="{58C003D3-065C-39F0-E91F-47F863A55DE3}"/>
                </a:ext>
              </a:extLst>
            </p:cNvPr>
            <p:cNvSpPr txBox="1"/>
            <p:nvPr/>
          </p:nvSpPr>
          <p:spPr>
            <a:xfrm>
              <a:off x="3655671" y="1888348"/>
              <a:ext cx="2807004" cy="1077218"/>
            </a:xfrm>
            <a:prstGeom prst="rect">
              <a:avLst/>
            </a:prstGeom>
            <a:solidFill>
              <a:schemeClr val="bg1"/>
            </a:solidFill>
            <a:ln w="25400">
              <a:solidFill>
                <a:schemeClr val="accent5"/>
              </a:solidFill>
            </a:ln>
          </p:spPr>
          <p:txBody>
            <a:bodyPr wrap="square" rtlCol="0">
              <a:spAutoFit/>
            </a:bodyPr>
            <a:lstStyle/>
            <a:p>
              <a:pPr algn="just"/>
              <a:r>
                <a:rPr lang="en-US" sz="1600" dirty="0">
                  <a:solidFill>
                    <a:srgbClr val="000000"/>
                  </a:solidFill>
                  <a:latin typeface="Arial" panose="020B0604020202020204" pitchFamily="34" charset="0"/>
                  <a:cs typeface="Arial" panose="020B0604020202020204" pitchFamily="34" charset="0"/>
                </a:rPr>
                <a:t>If the user has no one else to register with, the Continue button will lead to the Shortlist page</a:t>
              </a:r>
            </a:p>
          </p:txBody>
        </p:sp>
        <p:pic>
          <p:nvPicPr>
            <p:cNvPr id="16" name="Picture 15">
              <a:extLst>
                <a:ext uri="{FF2B5EF4-FFF2-40B4-BE49-F238E27FC236}">
                  <a16:creationId xmlns:a16="http://schemas.microsoft.com/office/drawing/2014/main" id="{B7870540-D8CD-E525-96E0-91960130D258}"/>
                </a:ext>
              </a:extLst>
            </p:cNvPr>
            <p:cNvPicPr>
              <a:picLocks noChangeAspect="1"/>
            </p:cNvPicPr>
            <p:nvPr/>
          </p:nvPicPr>
          <p:blipFill>
            <a:blip r:embed="rId6"/>
            <a:stretch>
              <a:fillRect/>
            </a:stretch>
          </p:blipFill>
          <p:spPr>
            <a:xfrm>
              <a:off x="3378090" y="1544951"/>
              <a:ext cx="555159" cy="555159"/>
            </a:xfrm>
            <a:prstGeom prst="rect">
              <a:avLst/>
            </a:prstGeom>
          </p:spPr>
        </p:pic>
      </p:grpSp>
    </p:spTree>
    <p:extLst>
      <p:ext uri="{BB962C8B-B14F-4D97-AF65-F5344CB8AC3E}">
        <p14:creationId xmlns:p14="http://schemas.microsoft.com/office/powerpoint/2010/main" val="42162903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fade">
                                      <p:cBhvr>
                                        <p:cTn id="18" dur="500"/>
                                        <p:tgtEl>
                                          <p:spTgt spid="33"/>
                                        </p:tgtEl>
                                      </p:cBhvr>
                                    </p:animEffect>
                                  </p:childTnLst>
                                </p:cTn>
                              </p:par>
                              <p:par>
                                <p:cTn id="19" presetID="10" presetClass="entr" presetSubtype="0" fill="hold" nodeType="with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fade">
                                      <p:cBhvr>
                                        <p:cTn id="21" dur="500"/>
                                        <p:tgtEl>
                                          <p:spTgt spid="40"/>
                                        </p:tgtEl>
                                      </p:cBhvr>
                                    </p:animEffect>
                                  </p:childTnLst>
                                </p:cTn>
                              </p:par>
                            </p:childTnLst>
                          </p:cTn>
                        </p:par>
                        <p:par>
                          <p:cTn id="22" fill="hold">
                            <p:stCondLst>
                              <p:cond delay="1500"/>
                            </p:stCondLst>
                            <p:childTnLst>
                              <p:par>
                                <p:cTn id="23" presetID="1" presetClass="entr" presetSubtype="0" fill="hold" nodeType="afterEffect">
                                  <p:stCondLst>
                                    <p:cond delay="500"/>
                                  </p:stCondLst>
                                  <p:childTnLst>
                                    <p:set>
                                      <p:cBhvr>
                                        <p:cTn id="24" dur="1" fill="hold">
                                          <p:stCondLst>
                                            <p:cond delay="0"/>
                                          </p:stCondLst>
                                        </p:cTn>
                                        <p:tgtEl>
                                          <p:spTgt spid="13"/>
                                        </p:tgtEl>
                                        <p:attrNameLst>
                                          <p:attrName>style.visibility</p:attrName>
                                        </p:attrNameLst>
                                      </p:cBhvr>
                                      <p:to>
                                        <p:strVal val="visible"/>
                                      </p:to>
                                    </p:set>
                                  </p:childTnLst>
                                </p:cTn>
                              </p:par>
                            </p:childTnLst>
                          </p:cTn>
                        </p:par>
                        <p:par>
                          <p:cTn id="25" fill="hold">
                            <p:stCondLst>
                              <p:cond delay="2000"/>
                            </p:stCondLst>
                            <p:childTnLst>
                              <p:par>
                                <p:cTn id="26" presetID="32" presetClass="emph" presetSubtype="0" fill="hold" nodeType="afterEffect">
                                  <p:stCondLst>
                                    <p:cond delay="0"/>
                                  </p:stCondLst>
                                  <p:childTnLst>
                                    <p:animRot by="120000">
                                      <p:cBhvr>
                                        <p:cTn id="27" dur="100" fill="hold">
                                          <p:stCondLst>
                                            <p:cond delay="0"/>
                                          </p:stCondLst>
                                        </p:cTn>
                                        <p:tgtEl>
                                          <p:spTgt spid="13"/>
                                        </p:tgtEl>
                                        <p:attrNameLst>
                                          <p:attrName>r</p:attrName>
                                        </p:attrNameLst>
                                      </p:cBhvr>
                                    </p:animRot>
                                    <p:animRot by="-240000">
                                      <p:cBhvr>
                                        <p:cTn id="28" dur="200" fill="hold">
                                          <p:stCondLst>
                                            <p:cond delay="200"/>
                                          </p:stCondLst>
                                        </p:cTn>
                                        <p:tgtEl>
                                          <p:spTgt spid="13"/>
                                        </p:tgtEl>
                                        <p:attrNameLst>
                                          <p:attrName>r</p:attrName>
                                        </p:attrNameLst>
                                      </p:cBhvr>
                                    </p:animRot>
                                    <p:animRot by="240000">
                                      <p:cBhvr>
                                        <p:cTn id="29" dur="200" fill="hold">
                                          <p:stCondLst>
                                            <p:cond delay="400"/>
                                          </p:stCondLst>
                                        </p:cTn>
                                        <p:tgtEl>
                                          <p:spTgt spid="13"/>
                                        </p:tgtEl>
                                        <p:attrNameLst>
                                          <p:attrName>r</p:attrName>
                                        </p:attrNameLst>
                                      </p:cBhvr>
                                    </p:animRot>
                                    <p:animRot by="-240000">
                                      <p:cBhvr>
                                        <p:cTn id="30" dur="200" fill="hold">
                                          <p:stCondLst>
                                            <p:cond delay="600"/>
                                          </p:stCondLst>
                                        </p:cTn>
                                        <p:tgtEl>
                                          <p:spTgt spid="13"/>
                                        </p:tgtEl>
                                        <p:attrNameLst>
                                          <p:attrName>r</p:attrName>
                                        </p:attrNameLst>
                                      </p:cBhvr>
                                    </p:animRot>
                                    <p:animRot by="120000">
                                      <p:cBhvr>
                                        <p:cTn id="31" dur="200" fill="hold">
                                          <p:stCondLst>
                                            <p:cond delay="800"/>
                                          </p:stCondLst>
                                        </p:cTn>
                                        <p:tgtEl>
                                          <p:spTgt spid="13"/>
                                        </p:tgtEl>
                                        <p:attrNameLst>
                                          <p:attrName>r</p:attrName>
                                        </p:attrNameLst>
                                      </p:cBhvr>
                                    </p:animRo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D5C78-B9F4-A70B-9CC2-1D620E2AF46D}"/>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23F8F665-8CEB-AC67-BAFD-E0DE99946E62}"/>
              </a:ext>
            </a:extLst>
          </p:cNvPr>
          <p:cNvGrpSpPr/>
          <p:nvPr/>
        </p:nvGrpSpPr>
        <p:grpSpPr>
          <a:xfrm>
            <a:off x="7726830" y="3722282"/>
            <a:ext cx="1127927" cy="1112806"/>
            <a:chOff x="1133665" y="4827572"/>
            <a:chExt cx="949311" cy="936585"/>
          </a:xfrm>
        </p:grpSpPr>
        <p:grpSp>
          <p:nvGrpSpPr>
            <p:cNvPr id="41" name="Group 40">
              <a:extLst>
                <a:ext uri="{FF2B5EF4-FFF2-40B4-BE49-F238E27FC236}">
                  <a16:creationId xmlns:a16="http://schemas.microsoft.com/office/drawing/2014/main" id="{39F5B0DA-1988-E26C-5AE7-EED59A1379FE}"/>
                </a:ext>
              </a:extLst>
            </p:cNvPr>
            <p:cNvGrpSpPr/>
            <p:nvPr/>
          </p:nvGrpSpPr>
          <p:grpSpPr>
            <a:xfrm>
              <a:off x="1133665" y="4827572"/>
              <a:ext cx="949311" cy="936585"/>
              <a:chOff x="929362" y="4727466"/>
              <a:chExt cx="1128802" cy="1113670"/>
            </a:xfrm>
          </p:grpSpPr>
          <p:sp>
            <p:nvSpPr>
              <p:cNvPr id="43" name="L-Shape 42">
                <a:hlinkClick r:id="rId2" action="ppaction://hlinksldjump"/>
                <a:extLst>
                  <a:ext uri="{FF2B5EF4-FFF2-40B4-BE49-F238E27FC236}">
                    <a16:creationId xmlns:a16="http://schemas.microsoft.com/office/drawing/2014/main" id="{92AEBB5F-1815-4190-FE1E-2CEB39C55A4B}"/>
                  </a:ext>
                </a:extLst>
              </p:cNvPr>
              <p:cNvSpPr/>
              <p:nvPr userDrawn="1"/>
            </p:nvSpPr>
            <p:spPr>
              <a:xfrm>
                <a:off x="929363" y="5480272"/>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4" name="L-Shape 43">
                <a:hlinkClick r:id="rId2" action="ppaction://hlinksldjump"/>
                <a:extLst>
                  <a:ext uri="{FF2B5EF4-FFF2-40B4-BE49-F238E27FC236}">
                    <a16:creationId xmlns:a16="http://schemas.microsoft.com/office/drawing/2014/main" id="{2DF9C086-2EEC-5DAD-6708-17E8F9FC71E2}"/>
                  </a:ext>
                </a:extLst>
              </p:cNvPr>
              <p:cNvSpPr/>
              <p:nvPr userDrawn="1"/>
            </p:nvSpPr>
            <p:spPr>
              <a:xfrm flipH="1">
                <a:off x="1698163" y="5508839"/>
                <a:ext cx="360001" cy="332297"/>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5" name="L-Shape 44">
                <a:hlinkClick r:id="rId2" action="ppaction://hlinksldjump"/>
                <a:extLst>
                  <a:ext uri="{FF2B5EF4-FFF2-40B4-BE49-F238E27FC236}">
                    <a16:creationId xmlns:a16="http://schemas.microsoft.com/office/drawing/2014/main" id="{88194CDA-4445-BBF8-C1C0-CEA62FD46D33}"/>
                  </a:ext>
                </a:extLst>
              </p:cNvPr>
              <p:cNvSpPr/>
              <p:nvPr userDrawn="1"/>
            </p:nvSpPr>
            <p:spPr>
              <a:xfrm rot="5400000">
                <a:off x="929363" y="4728190"/>
                <a:ext cx="360000" cy="360001"/>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L-Shape 45">
                <a:hlinkClick r:id="rId2" action="ppaction://hlinksldjump"/>
                <a:extLst>
                  <a:ext uri="{FF2B5EF4-FFF2-40B4-BE49-F238E27FC236}">
                    <a16:creationId xmlns:a16="http://schemas.microsoft.com/office/drawing/2014/main" id="{523AF51C-590D-CB2C-79F9-0FC65F0BE2E3}"/>
                  </a:ext>
                </a:extLst>
              </p:cNvPr>
              <p:cNvSpPr/>
              <p:nvPr userDrawn="1"/>
            </p:nvSpPr>
            <p:spPr>
              <a:xfrm rot="10800000">
                <a:off x="1698161" y="4727466"/>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pic>
          <p:nvPicPr>
            <p:cNvPr id="42" name="Picture 41">
              <a:hlinkClick r:id="rId2" action="ppaction://hlinksldjump"/>
              <a:extLst>
                <a:ext uri="{FF2B5EF4-FFF2-40B4-BE49-F238E27FC236}">
                  <a16:creationId xmlns:a16="http://schemas.microsoft.com/office/drawing/2014/main" id="{3DF96CC1-8D3C-891E-93A6-290942FAEAEA}"/>
                </a:ext>
              </a:extLst>
            </p:cNvPr>
            <p:cNvPicPr>
              <a:picLocks noChangeAspect="1"/>
            </p:cNvPicPr>
            <p:nvPr/>
          </p:nvPicPr>
          <p:blipFill>
            <a:blip r:embed="rId3"/>
            <a:stretch>
              <a:fillRect/>
            </a:stretch>
          </p:blipFill>
          <p:spPr>
            <a:xfrm>
              <a:off x="1234217" y="4922668"/>
              <a:ext cx="748205" cy="748205"/>
            </a:xfrm>
            <a:prstGeom prst="rect">
              <a:avLst/>
            </a:prstGeom>
            <a:ln>
              <a:noFill/>
            </a:ln>
          </p:spPr>
        </p:pic>
      </p:grpSp>
      <p:grpSp>
        <p:nvGrpSpPr>
          <p:cNvPr id="33" name="Group 32">
            <a:extLst>
              <a:ext uri="{FF2B5EF4-FFF2-40B4-BE49-F238E27FC236}">
                <a16:creationId xmlns:a16="http://schemas.microsoft.com/office/drawing/2014/main" id="{EC312A65-EE04-1E18-C593-F44EADB091DD}"/>
              </a:ext>
            </a:extLst>
          </p:cNvPr>
          <p:cNvGrpSpPr/>
          <p:nvPr/>
        </p:nvGrpSpPr>
        <p:grpSpPr>
          <a:xfrm>
            <a:off x="3445069" y="3722282"/>
            <a:ext cx="1127927" cy="1112806"/>
            <a:chOff x="1133665" y="4827572"/>
            <a:chExt cx="949311" cy="936585"/>
          </a:xfrm>
        </p:grpSpPr>
        <p:grpSp>
          <p:nvGrpSpPr>
            <p:cNvPr id="34" name="Group 33">
              <a:extLst>
                <a:ext uri="{FF2B5EF4-FFF2-40B4-BE49-F238E27FC236}">
                  <a16:creationId xmlns:a16="http://schemas.microsoft.com/office/drawing/2014/main" id="{5E04A8D7-C50B-07C3-1E12-9BA1CD917958}"/>
                </a:ext>
              </a:extLst>
            </p:cNvPr>
            <p:cNvGrpSpPr/>
            <p:nvPr/>
          </p:nvGrpSpPr>
          <p:grpSpPr>
            <a:xfrm>
              <a:off x="1133665" y="4827572"/>
              <a:ext cx="949311" cy="936585"/>
              <a:chOff x="929362" y="4727466"/>
              <a:chExt cx="1128802" cy="1113670"/>
            </a:xfrm>
          </p:grpSpPr>
          <p:sp>
            <p:nvSpPr>
              <p:cNvPr id="36" name="L-Shape 35">
                <a:hlinkClick r:id="rId2" action="ppaction://hlinksldjump"/>
                <a:extLst>
                  <a:ext uri="{FF2B5EF4-FFF2-40B4-BE49-F238E27FC236}">
                    <a16:creationId xmlns:a16="http://schemas.microsoft.com/office/drawing/2014/main" id="{C01D0DCA-2189-2940-F66D-E63618C652DB}"/>
                  </a:ext>
                </a:extLst>
              </p:cNvPr>
              <p:cNvSpPr/>
              <p:nvPr userDrawn="1"/>
            </p:nvSpPr>
            <p:spPr>
              <a:xfrm>
                <a:off x="929363" y="5480272"/>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7" name="L-Shape 36">
                <a:hlinkClick r:id="rId2" action="ppaction://hlinksldjump"/>
                <a:extLst>
                  <a:ext uri="{FF2B5EF4-FFF2-40B4-BE49-F238E27FC236}">
                    <a16:creationId xmlns:a16="http://schemas.microsoft.com/office/drawing/2014/main" id="{59B4DA7B-1FEA-75C7-6316-1B0EBEAAD80C}"/>
                  </a:ext>
                </a:extLst>
              </p:cNvPr>
              <p:cNvSpPr/>
              <p:nvPr userDrawn="1"/>
            </p:nvSpPr>
            <p:spPr>
              <a:xfrm flipH="1">
                <a:off x="1698163" y="5508839"/>
                <a:ext cx="360001" cy="332297"/>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8" name="L-Shape 37">
                <a:hlinkClick r:id="rId2" action="ppaction://hlinksldjump"/>
                <a:extLst>
                  <a:ext uri="{FF2B5EF4-FFF2-40B4-BE49-F238E27FC236}">
                    <a16:creationId xmlns:a16="http://schemas.microsoft.com/office/drawing/2014/main" id="{8A300A78-09CA-04EF-4885-D700493EDA98}"/>
                  </a:ext>
                </a:extLst>
              </p:cNvPr>
              <p:cNvSpPr/>
              <p:nvPr userDrawn="1"/>
            </p:nvSpPr>
            <p:spPr>
              <a:xfrm rot="5400000">
                <a:off x="929363" y="4728190"/>
                <a:ext cx="360000" cy="360001"/>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9" name="L-Shape 38">
                <a:hlinkClick r:id="rId2" action="ppaction://hlinksldjump"/>
                <a:extLst>
                  <a:ext uri="{FF2B5EF4-FFF2-40B4-BE49-F238E27FC236}">
                    <a16:creationId xmlns:a16="http://schemas.microsoft.com/office/drawing/2014/main" id="{563A6EA9-AD27-6459-8912-4E04BB37A397}"/>
                  </a:ext>
                </a:extLst>
              </p:cNvPr>
              <p:cNvSpPr/>
              <p:nvPr userDrawn="1"/>
            </p:nvSpPr>
            <p:spPr>
              <a:xfrm rot="10800000">
                <a:off x="1698161" y="4727466"/>
                <a:ext cx="360001" cy="360000"/>
              </a:xfrm>
              <a:prstGeom prst="corner">
                <a:avLst>
                  <a:gd name="adj1" fmla="val 13115"/>
                  <a:gd name="adj2" fmla="val 15461"/>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pic>
          <p:nvPicPr>
            <p:cNvPr id="35" name="Picture 34">
              <a:hlinkClick r:id="rId2" action="ppaction://hlinksldjump"/>
              <a:extLst>
                <a:ext uri="{FF2B5EF4-FFF2-40B4-BE49-F238E27FC236}">
                  <a16:creationId xmlns:a16="http://schemas.microsoft.com/office/drawing/2014/main" id="{DD79BF80-1A66-2E3E-A34D-6A6544D479CA}"/>
                </a:ext>
              </a:extLst>
            </p:cNvPr>
            <p:cNvPicPr>
              <a:picLocks noChangeAspect="1"/>
            </p:cNvPicPr>
            <p:nvPr/>
          </p:nvPicPr>
          <p:blipFill>
            <a:blip r:embed="rId3"/>
            <a:stretch>
              <a:fillRect/>
            </a:stretch>
          </p:blipFill>
          <p:spPr>
            <a:xfrm>
              <a:off x="1234217" y="4922668"/>
              <a:ext cx="748205" cy="748205"/>
            </a:xfrm>
            <a:prstGeom prst="rect">
              <a:avLst/>
            </a:prstGeom>
            <a:ln>
              <a:noFill/>
            </a:ln>
          </p:spPr>
        </p:pic>
      </p:grpSp>
      <p:sp>
        <p:nvSpPr>
          <p:cNvPr id="2" name="TextBox 1">
            <a:extLst>
              <a:ext uri="{FF2B5EF4-FFF2-40B4-BE49-F238E27FC236}">
                <a16:creationId xmlns:a16="http://schemas.microsoft.com/office/drawing/2014/main" id="{E27B2DEC-C758-EE5B-F314-B7C554B06359}"/>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3" name="TextBox 2">
            <a:extLst>
              <a:ext uri="{FF2B5EF4-FFF2-40B4-BE49-F238E27FC236}">
                <a16:creationId xmlns:a16="http://schemas.microsoft.com/office/drawing/2014/main" id="{8CAF28E9-B1E3-B6B8-33F2-F630A6510AAD}"/>
              </a:ext>
            </a:extLst>
          </p:cNvPr>
          <p:cNvSpPr txBox="1"/>
          <p:nvPr/>
        </p:nvSpPr>
        <p:spPr>
          <a:xfrm>
            <a:off x="1712768" y="1385450"/>
            <a:ext cx="1944832" cy="584775"/>
          </a:xfrm>
          <a:prstGeom prst="rect">
            <a:avLst/>
          </a:prstGeom>
          <a:noFill/>
        </p:spPr>
        <p:txBody>
          <a:bodyPr wrap="square" rtlCol="0">
            <a:spAutoFit/>
          </a:bodyPr>
          <a:lstStyle/>
          <a:p>
            <a:pPr algn="ctr"/>
            <a:r>
              <a:rPr lang="en-SG" sz="3200" b="1" dirty="0">
                <a:solidFill>
                  <a:schemeClr val="tx2">
                    <a:lumMod val="50000"/>
                  </a:schemeClr>
                </a:solidFill>
                <a:latin typeface="+mj-lt"/>
              </a:rPr>
              <a:t>Welcome,</a:t>
            </a:r>
          </a:p>
        </p:txBody>
      </p:sp>
      <p:sp>
        <p:nvSpPr>
          <p:cNvPr id="4" name="TextBox 3">
            <a:extLst>
              <a:ext uri="{FF2B5EF4-FFF2-40B4-BE49-F238E27FC236}">
                <a16:creationId xmlns:a16="http://schemas.microsoft.com/office/drawing/2014/main" id="{F9B6D20C-2078-A1BE-4D0D-33BED8331E90}"/>
              </a:ext>
            </a:extLst>
          </p:cNvPr>
          <p:cNvSpPr txBox="1"/>
          <p:nvPr/>
        </p:nvSpPr>
        <p:spPr>
          <a:xfrm>
            <a:off x="3498273" y="1385449"/>
            <a:ext cx="1245178" cy="584775"/>
          </a:xfrm>
          <a:prstGeom prst="rect">
            <a:avLst/>
          </a:prstGeom>
          <a:noFill/>
        </p:spPr>
        <p:txBody>
          <a:bodyPr wrap="square" rtlCol="0">
            <a:spAutoFit/>
          </a:bodyPr>
          <a:lstStyle/>
          <a:p>
            <a:pPr algn="ctr"/>
            <a:r>
              <a:rPr lang="en-SG" sz="3200" b="1" dirty="0">
                <a:solidFill>
                  <a:schemeClr val="accent5"/>
                </a:solidFill>
                <a:latin typeface="+mj-lt"/>
              </a:rPr>
              <a:t>John</a:t>
            </a:r>
            <a:r>
              <a:rPr lang="en-SG" sz="3200" b="1" dirty="0">
                <a:solidFill>
                  <a:schemeClr val="tx2">
                    <a:lumMod val="50000"/>
                  </a:schemeClr>
                </a:solidFill>
                <a:latin typeface="+mj-lt"/>
              </a:rPr>
              <a:t> </a:t>
            </a:r>
          </a:p>
        </p:txBody>
      </p:sp>
      <p:sp>
        <p:nvSpPr>
          <p:cNvPr id="6" name="TextBox 5">
            <a:extLst>
              <a:ext uri="{FF2B5EF4-FFF2-40B4-BE49-F238E27FC236}">
                <a16:creationId xmlns:a16="http://schemas.microsoft.com/office/drawing/2014/main" id="{1107B9B9-8CC3-B907-1F4E-BFA2354BA21B}"/>
              </a:ext>
            </a:extLst>
          </p:cNvPr>
          <p:cNvSpPr txBox="1"/>
          <p:nvPr/>
        </p:nvSpPr>
        <p:spPr>
          <a:xfrm>
            <a:off x="3028950" y="2164187"/>
            <a:ext cx="6134100" cy="523220"/>
          </a:xfrm>
          <a:prstGeom prst="rect">
            <a:avLst/>
          </a:prstGeom>
          <a:noFill/>
        </p:spPr>
        <p:txBody>
          <a:bodyPr wrap="square" rtlCol="0">
            <a:spAutoFit/>
          </a:bodyPr>
          <a:lstStyle/>
          <a:p>
            <a:pPr algn="ctr"/>
            <a:r>
              <a:rPr lang="en-SG" sz="2800" b="1" dirty="0">
                <a:solidFill>
                  <a:schemeClr val="tx2">
                    <a:lumMod val="50000"/>
                  </a:schemeClr>
                </a:solidFill>
                <a:latin typeface="+mj-lt"/>
              </a:rPr>
              <a:t>Add your friends &amp; family too!</a:t>
            </a:r>
            <a:endParaRPr lang="en-SG" sz="2800" b="1" dirty="0">
              <a:latin typeface="+mj-lt"/>
            </a:endParaRPr>
          </a:p>
        </p:txBody>
      </p:sp>
      <p:grpSp>
        <p:nvGrpSpPr>
          <p:cNvPr id="32" name="Group 31">
            <a:extLst>
              <a:ext uri="{FF2B5EF4-FFF2-40B4-BE49-F238E27FC236}">
                <a16:creationId xmlns:a16="http://schemas.microsoft.com/office/drawing/2014/main" id="{E213E421-8007-2F1D-6501-9ACB9E9CBDC8}"/>
              </a:ext>
            </a:extLst>
          </p:cNvPr>
          <p:cNvGrpSpPr/>
          <p:nvPr/>
        </p:nvGrpSpPr>
        <p:grpSpPr>
          <a:xfrm>
            <a:off x="10181331" y="6305548"/>
            <a:ext cx="2010669" cy="552452"/>
            <a:chOff x="10181331" y="6305548"/>
            <a:chExt cx="2010669" cy="552452"/>
          </a:xfrm>
        </p:grpSpPr>
        <p:sp>
          <p:nvSpPr>
            <p:cNvPr id="28" name="Rectangle 27">
              <a:extLst>
                <a:ext uri="{FF2B5EF4-FFF2-40B4-BE49-F238E27FC236}">
                  <a16:creationId xmlns:a16="http://schemas.microsoft.com/office/drawing/2014/main" id="{6D8AEE1D-0736-243B-FCB0-54016189AF5D}"/>
                </a:ext>
              </a:extLst>
            </p:cNvPr>
            <p:cNvSpPr/>
            <p:nvPr userDrawn="1"/>
          </p:nvSpPr>
          <p:spPr>
            <a:xfrm>
              <a:off x="10181331" y="6305548"/>
              <a:ext cx="2010669"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SG" sz="2400" b="1" spc="0" dirty="0">
                  <a:solidFill>
                    <a:schemeClr val="tx1"/>
                  </a:solidFill>
                  <a:latin typeface="+mj-lt"/>
                </a:rPr>
                <a:t>Continue</a:t>
              </a:r>
              <a:endParaRPr lang="en-SG" sz="2000" b="1" spc="0" dirty="0">
                <a:solidFill>
                  <a:schemeClr val="tx1"/>
                </a:solidFill>
                <a:latin typeface="+mj-lt"/>
              </a:endParaRPr>
            </a:p>
          </p:txBody>
        </p:sp>
        <p:pic>
          <p:nvPicPr>
            <p:cNvPr id="30" name="Picture 29" descr="A blue arrow pointing to the left&#10;&#10;AI-generated content may be incorrect.">
              <a:extLst>
                <a:ext uri="{FF2B5EF4-FFF2-40B4-BE49-F238E27FC236}">
                  <a16:creationId xmlns:a16="http://schemas.microsoft.com/office/drawing/2014/main" id="{06DE0B35-FD18-7E0C-B99E-FDBB3C5BBE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16420" y="6481328"/>
              <a:ext cx="409049" cy="223406"/>
            </a:xfrm>
            <a:prstGeom prst="rect">
              <a:avLst/>
            </a:prstGeom>
          </p:spPr>
        </p:pic>
        <p:pic>
          <p:nvPicPr>
            <p:cNvPr id="31" name="Picture 30" descr="A blue arrow pointing to the left&#10;&#10;AI-generated content may be incorrect.">
              <a:extLst>
                <a:ext uri="{FF2B5EF4-FFF2-40B4-BE49-F238E27FC236}">
                  <a16:creationId xmlns:a16="http://schemas.microsoft.com/office/drawing/2014/main" id="{E69AF5BE-15F2-A57A-F2C1-911AD1D3D3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51948" y="6481328"/>
              <a:ext cx="409049" cy="223406"/>
            </a:xfrm>
            <a:prstGeom prst="rect">
              <a:avLst/>
            </a:prstGeom>
          </p:spPr>
        </p:pic>
      </p:grpSp>
      <p:pic>
        <p:nvPicPr>
          <p:cNvPr id="5" name="Picture 4" descr="A yellow hand pointing up&#10;&#10;AI-generated content may be incorrect.">
            <a:extLst>
              <a:ext uri="{FF2B5EF4-FFF2-40B4-BE49-F238E27FC236}">
                <a16:creationId xmlns:a16="http://schemas.microsoft.com/office/drawing/2014/main" id="{547ACDC0-F8E7-86C2-6D0D-E54B5AD946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79760" y="4521826"/>
            <a:ext cx="781426" cy="781426"/>
          </a:xfrm>
          <a:prstGeom prst="rect">
            <a:avLst/>
          </a:prstGeom>
        </p:spPr>
      </p:pic>
      <p:grpSp>
        <p:nvGrpSpPr>
          <p:cNvPr id="7" name="Group 6">
            <a:extLst>
              <a:ext uri="{FF2B5EF4-FFF2-40B4-BE49-F238E27FC236}">
                <a16:creationId xmlns:a16="http://schemas.microsoft.com/office/drawing/2014/main" id="{B8E222CA-9196-3D74-A9B9-8E66B6F27289}"/>
              </a:ext>
            </a:extLst>
          </p:cNvPr>
          <p:cNvGrpSpPr/>
          <p:nvPr/>
        </p:nvGrpSpPr>
        <p:grpSpPr>
          <a:xfrm>
            <a:off x="5041622" y="4965678"/>
            <a:ext cx="3084585" cy="1174394"/>
            <a:chOff x="3378090" y="1544951"/>
            <a:chExt cx="3084585" cy="1174394"/>
          </a:xfrm>
        </p:grpSpPr>
        <p:sp>
          <p:nvSpPr>
            <p:cNvPr id="8" name="TextBox 7">
              <a:extLst>
                <a:ext uri="{FF2B5EF4-FFF2-40B4-BE49-F238E27FC236}">
                  <a16:creationId xmlns:a16="http://schemas.microsoft.com/office/drawing/2014/main" id="{A44D7C3C-AC4F-3237-2910-1F4BC852F458}"/>
                </a:ext>
              </a:extLst>
            </p:cNvPr>
            <p:cNvSpPr txBox="1"/>
            <p:nvPr/>
          </p:nvSpPr>
          <p:spPr>
            <a:xfrm>
              <a:off x="3655671" y="1888348"/>
              <a:ext cx="2807004" cy="830997"/>
            </a:xfrm>
            <a:prstGeom prst="rect">
              <a:avLst/>
            </a:prstGeom>
            <a:solidFill>
              <a:schemeClr val="bg1"/>
            </a:solidFill>
            <a:ln w="25400">
              <a:solidFill>
                <a:schemeClr val="accent5"/>
              </a:solidFill>
            </a:ln>
          </p:spPr>
          <p:txBody>
            <a:bodyPr wrap="square" rtlCol="0">
              <a:spAutoFit/>
            </a:bodyPr>
            <a:lstStyle/>
            <a:p>
              <a:pPr algn="just"/>
              <a:r>
                <a:rPr lang="en-US" sz="1600" dirty="0">
                  <a:solidFill>
                    <a:srgbClr val="000000"/>
                  </a:solidFill>
                  <a:latin typeface="Arial" panose="020B0604020202020204" pitchFamily="34" charset="0"/>
                  <a:cs typeface="Arial" panose="020B0604020202020204" pitchFamily="34" charset="0"/>
                </a:rPr>
                <a:t>The screen supports multi-touch, allowing for multiple users to register themselves</a:t>
              </a:r>
            </a:p>
          </p:txBody>
        </p:sp>
        <p:pic>
          <p:nvPicPr>
            <p:cNvPr id="9" name="Picture 8">
              <a:extLst>
                <a:ext uri="{FF2B5EF4-FFF2-40B4-BE49-F238E27FC236}">
                  <a16:creationId xmlns:a16="http://schemas.microsoft.com/office/drawing/2014/main" id="{C5ED2116-95EE-43E1-D722-AE5FAF9524CA}"/>
                </a:ext>
              </a:extLst>
            </p:cNvPr>
            <p:cNvPicPr>
              <a:picLocks noChangeAspect="1"/>
            </p:cNvPicPr>
            <p:nvPr/>
          </p:nvPicPr>
          <p:blipFill>
            <a:blip r:embed="rId6"/>
            <a:stretch>
              <a:fillRect/>
            </a:stretch>
          </p:blipFill>
          <p:spPr>
            <a:xfrm>
              <a:off x="3378090" y="1544951"/>
              <a:ext cx="555159" cy="555159"/>
            </a:xfrm>
            <a:prstGeom prst="rect">
              <a:avLst/>
            </a:prstGeom>
          </p:spPr>
        </p:pic>
      </p:grpSp>
      <p:pic>
        <p:nvPicPr>
          <p:cNvPr id="10" name="Picture 9" descr="A yellow hand pointing up&#10;&#10;AI-generated content may be incorrect.">
            <a:extLst>
              <a:ext uri="{FF2B5EF4-FFF2-40B4-BE49-F238E27FC236}">
                <a16:creationId xmlns:a16="http://schemas.microsoft.com/office/drawing/2014/main" id="{6286DC00-4513-0A44-70FB-A3FFFC9144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34689" y="4521826"/>
            <a:ext cx="781426" cy="781426"/>
          </a:xfrm>
          <a:prstGeom prst="rect">
            <a:avLst/>
          </a:prstGeom>
        </p:spPr>
      </p:pic>
    </p:spTree>
    <p:extLst>
      <p:ext uri="{BB962C8B-B14F-4D97-AF65-F5344CB8AC3E}">
        <p14:creationId xmlns:p14="http://schemas.microsoft.com/office/powerpoint/2010/main" val="2743256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fade">
                                      <p:cBhvr>
                                        <p:cTn id="18" dur="500"/>
                                        <p:tgtEl>
                                          <p:spTgt spid="33"/>
                                        </p:tgtEl>
                                      </p:cBhvr>
                                    </p:animEffect>
                                  </p:childTnLst>
                                </p:cTn>
                              </p:par>
                              <p:par>
                                <p:cTn id="19" presetID="10" presetClass="entr" presetSubtype="0" fill="hold" nodeType="with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fade">
                                      <p:cBhvr>
                                        <p:cTn id="21" dur="500"/>
                                        <p:tgtEl>
                                          <p:spTgt spid="40"/>
                                        </p:tgtEl>
                                      </p:cBhvr>
                                    </p:animEffect>
                                  </p:childTnLst>
                                </p:cTn>
                              </p:par>
                            </p:childTnLst>
                          </p:cTn>
                        </p:par>
                        <p:par>
                          <p:cTn id="22" fill="hold">
                            <p:stCondLst>
                              <p:cond delay="1500"/>
                            </p:stCondLst>
                            <p:childTnLst>
                              <p:par>
                                <p:cTn id="23" presetID="1" presetClass="entr" presetSubtype="0" fill="hold" nodeType="afterEffect">
                                  <p:stCondLst>
                                    <p:cond delay="500"/>
                                  </p:stCondLst>
                                  <p:childTnLst>
                                    <p:set>
                                      <p:cBhvr>
                                        <p:cTn id="24" dur="1" fill="hold">
                                          <p:stCondLst>
                                            <p:cond delay="0"/>
                                          </p:stCondLst>
                                        </p:cTn>
                                        <p:tgtEl>
                                          <p:spTgt spid="5"/>
                                        </p:tgtEl>
                                        <p:attrNameLst>
                                          <p:attrName>style.visibility</p:attrName>
                                        </p:attrNameLst>
                                      </p:cBhvr>
                                      <p:to>
                                        <p:strVal val="visible"/>
                                      </p:to>
                                    </p:set>
                                  </p:childTnLst>
                                </p:cTn>
                              </p:par>
                            </p:childTnLst>
                          </p:cTn>
                        </p:par>
                        <p:par>
                          <p:cTn id="25" fill="hold">
                            <p:stCondLst>
                              <p:cond delay="2000"/>
                            </p:stCondLst>
                            <p:childTnLst>
                              <p:par>
                                <p:cTn id="26" presetID="32" presetClass="emph" presetSubtype="0" fill="hold" nodeType="afterEffect">
                                  <p:stCondLst>
                                    <p:cond delay="0"/>
                                  </p:stCondLst>
                                  <p:childTnLst>
                                    <p:animRot by="120000">
                                      <p:cBhvr>
                                        <p:cTn id="27" dur="100" fill="hold">
                                          <p:stCondLst>
                                            <p:cond delay="0"/>
                                          </p:stCondLst>
                                        </p:cTn>
                                        <p:tgtEl>
                                          <p:spTgt spid="5"/>
                                        </p:tgtEl>
                                        <p:attrNameLst>
                                          <p:attrName>r</p:attrName>
                                        </p:attrNameLst>
                                      </p:cBhvr>
                                    </p:animRot>
                                    <p:animRot by="-240000">
                                      <p:cBhvr>
                                        <p:cTn id="28" dur="200" fill="hold">
                                          <p:stCondLst>
                                            <p:cond delay="200"/>
                                          </p:stCondLst>
                                        </p:cTn>
                                        <p:tgtEl>
                                          <p:spTgt spid="5"/>
                                        </p:tgtEl>
                                        <p:attrNameLst>
                                          <p:attrName>r</p:attrName>
                                        </p:attrNameLst>
                                      </p:cBhvr>
                                    </p:animRot>
                                    <p:animRot by="240000">
                                      <p:cBhvr>
                                        <p:cTn id="29" dur="200" fill="hold">
                                          <p:stCondLst>
                                            <p:cond delay="400"/>
                                          </p:stCondLst>
                                        </p:cTn>
                                        <p:tgtEl>
                                          <p:spTgt spid="5"/>
                                        </p:tgtEl>
                                        <p:attrNameLst>
                                          <p:attrName>r</p:attrName>
                                        </p:attrNameLst>
                                      </p:cBhvr>
                                    </p:animRot>
                                    <p:animRot by="-240000">
                                      <p:cBhvr>
                                        <p:cTn id="30" dur="200" fill="hold">
                                          <p:stCondLst>
                                            <p:cond delay="600"/>
                                          </p:stCondLst>
                                        </p:cTn>
                                        <p:tgtEl>
                                          <p:spTgt spid="5"/>
                                        </p:tgtEl>
                                        <p:attrNameLst>
                                          <p:attrName>r</p:attrName>
                                        </p:attrNameLst>
                                      </p:cBhvr>
                                    </p:animRot>
                                    <p:animRot by="120000">
                                      <p:cBhvr>
                                        <p:cTn id="31" dur="200" fill="hold">
                                          <p:stCondLst>
                                            <p:cond delay="800"/>
                                          </p:stCondLst>
                                        </p:cTn>
                                        <p:tgtEl>
                                          <p:spTgt spid="5"/>
                                        </p:tgtEl>
                                        <p:attrNameLst>
                                          <p:attrName>r</p:attrName>
                                        </p:attrNameLst>
                                      </p:cBhvr>
                                    </p:animRot>
                                  </p:childTnLst>
                                </p:cTn>
                              </p:par>
                              <p:par>
                                <p:cTn id="32" presetID="10" presetClass="entr" presetSubtype="0" fill="hold"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1"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32" presetClass="emph" presetSubtype="0" fill="hold" nodeType="withEffect">
                                  <p:stCondLst>
                                    <p:cond delay="0"/>
                                  </p:stCondLst>
                                  <p:childTnLst>
                                    <p:animRot by="120000">
                                      <p:cBhvr>
                                        <p:cTn id="38" dur="100" fill="hold">
                                          <p:stCondLst>
                                            <p:cond delay="0"/>
                                          </p:stCondLst>
                                        </p:cTn>
                                        <p:tgtEl>
                                          <p:spTgt spid="10"/>
                                        </p:tgtEl>
                                        <p:attrNameLst>
                                          <p:attrName>r</p:attrName>
                                        </p:attrNameLst>
                                      </p:cBhvr>
                                    </p:animRot>
                                    <p:animRot by="-240000">
                                      <p:cBhvr>
                                        <p:cTn id="39" dur="200" fill="hold">
                                          <p:stCondLst>
                                            <p:cond delay="200"/>
                                          </p:stCondLst>
                                        </p:cTn>
                                        <p:tgtEl>
                                          <p:spTgt spid="10"/>
                                        </p:tgtEl>
                                        <p:attrNameLst>
                                          <p:attrName>r</p:attrName>
                                        </p:attrNameLst>
                                      </p:cBhvr>
                                    </p:animRot>
                                    <p:animRot by="240000">
                                      <p:cBhvr>
                                        <p:cTn id="40" dur="200" fill="hold">
                                          <p:stCondLst>
                                            <p:cond delay="400"/>
                                          </p:stCondLst>
                                        </p:cTn>
                                        <p:tgtEl>
                                          <p:spTgt spid="10"/>
                                        </p:tgtEl>
                                        <p:attrNameLst>
                                          <p:attrName>r</p:attrName>
                                        </p:attrNameLst>
                                      </p:cBhvr>
                                    </p:animRot>
                                    <p:animRot by="-240000">
                                      <p:cBhvr>
                                        <p:cTn id="41" dur="200" fill="hold">
                                          <p:stCondLst>
                                            <p:cond delay="600"/>
                                          </p:stCondLst>
                                        </p:cTn>
                                        <p:tgtEl>
                                          <p:spTgt spid="10"/>
                                        </p:tgtEl>
                                        <p:attrNameLst>
                                          <p:attrName>r</p:attrName>
                                        </p:attrNameLst>
                                      </p:cBhvr>
                                    </p:animRot>
                                    <p:animRot by="120000">
                                      <p:cBhvr>
                                        <p:cTn id="42" dur="200" fill="hold">
                                          <p:stCondLst>
                                            <p:cond delay="800"/>
                                          </p:stCondLst>
                                        </p:cTn>
                                        <p:tgtEl>
                                          <p:spTgt spid="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307EA-B53B-1C51-BE95-1E1C6CB6C3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4D34E49-2A13-BEA2-DE8A-14410CD6F138}"/>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6" name="TextBox 5">
            <a:extLst>
              <a:ext uri="{FF2B5EF4-FFF2-40B4-BE49-F238E27FC236}">
                <a16:creationId xmlns:a16="http://schemas.microsoft.com/office/drawing/2014/main" id="{CCC3CB53-05B4-DA14-5386-820ADDE24B93}"/>
              </a:ext>
            </a:extLst>
          </p:cNvPr>
          <p:cNvSpPr txBox="1"/>
          <p:nvPr/>
        </p:nvSpPr>
        <p:spPr>
          <a:xfrm>
            <a:off x="748765" y="2081225"/>
            <a:ext cx="2675164" cy="1384995"/>
          </a:xfrm>
          <a:prstGeom prst="rect">
            <a:avLst/>
          </a:prstGeom>
          <a:noFill/>
        </p:spPr>
        <p:txBody>
          <a:bodyPr wrap="square" rtlCol="0">
            <a:spAutoFit/>
          </a:bodyPr>
          <a:lstStyle/>
          <a:p>
            <a:pPr algn="ctr"/>
            <a:r>
              <a:rPr lang="en-SG" sz="2800" b="1" dirty="0">
                <a:solidFill>
                  <a:schemeClr val="tx2">
                    <a:lumMod val="50000"/>
                  </a:schemeClr>
                </a:solidFill>
              </a:rPr>
              <a:t>How may I address </a:t>
            </a:r>
            <a:r>
              <a:rPr lang="en-SG" sz="2800" b="1" dirty="0">
                <a:solidFill>
                  <a:schemeClr val="accent5"/>
                </a:solidFill>
              </a:rPr>
              <a:t>you</a:t>
            </a:r>
            <a:r>
              <a:rPr lang="en-SG" sz="2800" b="1" dirty="0">
                <a:solidFill>
                  <a:schemeClr val="tx2">
                    <a:lumMod val="50000"/>
                  </a:schemeClr>
                </a:solidFill>
              </a:rPr>
              <a:t>?</a:t>
            </a:r>
            <a:endParaRPr lang="en-SG" sz="2800" b="1" dirty="0"/>
          </a:p>
          <a:p>
            <a:pPr algn="ctr"/>
            <a:r>
              <a:rPr lang="en-SG" sz="2800" b="1" dirty="0">
                <a:solidFill>
                  <a:schemeClr val="tx2">
                    <a:lumMod val="50000"/>
                  </a:schemeClr>
                </a:solidFill>
                <a:latin typeface="+mj-lt"/>
              </a:rPr>
              <a:t> </a:t>
            </a:r>
            <a:endParaRPr lang="en-SG" sz="2800" b="1" dirty="0">
              <a:solidFill>
                <a:schemeClr val="accent5"/>
              </a:solidFill>
              <a:latin typeface="+mj-lt"/>
            </a:endParaRPr>
          </a:p>
        </p:txBody>
      </p:sp>
      <p:grpSp>
        <p:nvGrpSpPr>
          <p:cNvPr id="32" name="Group 31">
            <a:extLst>
              <a:ext uri="{FF2B5EF4-FFF2-40B4-BE49-F238E27FC236}">
                <a16:creationId xmlns:a16="http://schemas.microsoft.com/office/drawing/2014/main" id="{5A26E467-3D85-D391-9C78-A484348B6B06}"/>
              </a:ext>
            </a:extLst>
          </p:cNvPr>
          <p:cNvGrpSpPr/>
          <p:nvPr/>
        </p:nvGrpSpPr>
        <p:grpSpPr>
          <a:xfrm>
            <a:off x="10181331" y="6305548"/>
            <a:ext cx="2010669" cy="552452"/>
            <a:chOff x="10181331" y="6305548"/>
            <a:chExt cx="2010669" cy="552452"/>
          </a:xfrm>
        </p:grpSpPr>
        <p:sp>
          <p:nvSpPr>
            <p:cNvPr id="28" name="Rectangle 27">
              <a:hlinkClick r:id="rId3" action="ppaction://hlinksldjump"/>
              <a:extLst>
                <a:ext uri="{FF2B5EF4-FFF2-40B4-BE49-F238E27FC236}">
                  <a16:creationId xmlns:a16="http://schemas.microsoft.com/office/drawing/2014/main" id="{54734AC9-8197-3A50-2E1B-DB626F191501}"/>
                </a:ext>
              </a:extLst>
            </p:cNvPr>
            <p:cNvSpPr/>
            <p:nvPr userDrawn="1"/>
          </p:nvSpPr>
          <p:spPr>
            <a:xfrm>
              <a:off x="10181331" y="6305548"/>
              <a:ext cx="2010669"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SG" sz="2400" b="1" spc="0" dirty="0">
                  <a:solidFill>
                    <a:schemeClr val="tx1"/>
                  </a:solidFill>
                  <a:latin typeface="+mj-lt"/>
                </a:rPr>
                <a:t>Continue</a:t>
              </a:r>
              <a:endParaRPr lang="en-SG" sz="2000" b="1" spc="0" dirty="0">
                <a:solidFill>
                  <a:schemeClr val="tx1"/>
                </a:solidFill>
                <a:latin typeface="+mj-lt"/>
              </a:endParaRPr>
            </a:p>
          </p:txBody>
        </p:sp>
        <p:pic>
          <p:nvPicPr>
            <p:cNvPr id="30" name="Picture 29" descr="A blue arrow pointing to the left&#10;&#10;AI-generated content may be incorrect.">
              <a:hlinkClick r:id="rId3" action="ppaction://hlinksldjump"/>
              <a:extLst>
                <a:ext uri="{FF2B5EF4-FFF2-40B4-BE49-F238E27FC236}">
                  <a16:creationId xmlns:a16="http://schemas.microsoft.com/office/drawing/2014/main" id="{A2080C75-B77B-758D-63C0-679B075CF5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16420" y="6481328"/>
              <a:ext cx="409049" cy="223406"/>
            </a:xfrm>
            <a:prstGeom prst="rect">
              <a:avLst/>
            </a:prstGeom>
          </p:spPr>
        </p:pic>
        <p:pic>
          <p:nvPicPr>
            <p:cNvPr id="31" name="Picture 30" descr="A blue arrow pointing to the left&#10;&#10;AI-generated content may be incorrect.">
              <a:hlinkClick r:id="rId3" action="ppaction://hlinksldjump"/>
              <a:extLst>
                <a:ext uri="{FF2B5EF4-FFF2-40B4-BE49-F238E27FC236}">
                  <a16:creationId xmlns:a16="http://schemas.microsoft.com/office/drawing/2014/main" id="{AC9EFBAF-CB02-754B-6400-8BEFD0E1EF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51948" y="6481328"/>
              <a:ext cx="409049" cy="223406"/>
            </a:xfrm>
            <a:prstGeom prst="rect">
              <a:avLst/>
            </a:prstGeom>
          </p:spPr>
        </p:pic>
      </p:grpSp>
      <p:pic>
        <p:nvPicPr>
          <p:cNvPr id="7" name="Picture 4">
            <a:extLst>
              <a:ext uri="{FF2B5EF4-FFF2-40B4-BE49-F238E27FC236}">
                <a16:creationId xmlns:a16="http://schemas.microsoft.com/office/drawing/2014/main" id="{55315A71-62B4-02F5-723B-8A32BF57C8D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68889" b="3737"/>
          <a:stretch>
            <a:fillRect/>
          </a:stretch>
        </p:blipFill>
        <p:spPr bwMode="auto">
          <a:xfrm>
            <a:off x="114566" y="5130800"/>
            <a:ext cx="3943563" cy="17272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AE4193BA-2C13-8841-D8EC-E1A37452073C}"/>
              </a:ext>
            </a:extLst>
          </p:cNvPr>
          <p:cNvSpPr/>
          <p:nvPr/>
        </p:nvSpPr>
        <p:spPr>
          <a:xfrm>
            <a:off x="560428" y="3377617"/>
            <a:ext cx="3051838" cy="456791"/>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solidFill>
                  <a:schemeClr val="tx2">
                    <a:lumMod val="40000"/>
                    <a:lumOff val="60000"/>
                  </a:schemeClr>
                </a:solidFill>
                <a:latin typeface="+mj-lt"/>
              </a:rPr>
              <a:t>Enter Your Name!</a:t>
            </a:r>
          </a:p>
        </p:txBody>
      </p:sp>
      <p:sp>
        <p:nvSpPr>
          <p:cNvPr id="9" name="TextBox 8">
            <a:extLst>
              <a:ext uri="{FF2B5EF4-FFF2-40B4-BE49-F238E27FC236}">
                <a16:creationId xmlns:a16="http://schemas.microsoft.com/office/drawing/2014/main" id="{A1D10CC3-D0D1-3C68-5966-5C392DC605E2}"/>
              </a:ext>
            </a:extLst>
          </p:cNvPr>
          <p:cNvSpPr txBox="1"/>
          <p:nvPr/>
        </p:nvSpPr>
        <p:spPr>
          <a:xfrm>
            <a:off x="5163385" y="2081225"/>
            <a:ext cx="2675164" cy="1384995"/>
          </a:xfrm>
          <a:prstGeom prst="rect">
            <a:avLst/>
          </a:prstGeom>
          <a:noFill/>
        </p:spPr>
        <p:txBody>
          <a:bodyPr wrap="square" rtlCol="0">
            <a:spAutoFit/>
          </a:bodyPr>
          <a:lstStyle/>
          <a:p>
            <a:pPr algn="ctr"/>
            <a:r>
              <a:rPr lang="en-SG" sz="2800" b="1" dirty="0">
                <a:solidFill>
                  <a:schemeClr val="tx2">
                    <a:lumMod val="50000"/>
                  </a:schemeClr>
                </a:solidFill>
              </a:rPr>
              <a:t>How may I address </a:t>
            </a:r>
            <a:r>
              <a:rPr lang="en-SG" sz="2800" b="1" dirty="0">
                <a:solidFill>
                  <a:schemeClr val="accent5"/>
                </a:solidFill>
              </a:rPr>
              <a:t>you</a:t>
            </a:r>
            <a:r>
              <a:rPr lang="en-SG" sz="2800" b="1" dirty="0">
                <a:solidFill>
                  <a:schemeClr val="tx2">
                    <a:lumMod val="50000"/>
                  </a:schemeClr>
                </a:solidFill>
              </a:rPr>
              <a:t>?</a:t>
            </a:r>
            <a:endParaRPr lang="en-SG" sz="2800" b="1" dirty="0"/>
          </a:p>
          <a:p>
            <a:pPr algn="ctr"/>
            <a:r>
              <a:rPr lang="en-SG" sz="2800" b="1" dirty="0">
                <a:solidFill>
                  <a:schemeClr val="tx2">
                    <a:lumMod val="50000"/>
                  </a:schemeClr>
                </a:solidFill>
                <a:latin typeface="+mj-lt"/>
              </a:rPr>
              <a:t> </a:t>
            </a:r>
            <a:endParaRPr lang="en-SG" sz="2800" b="1" dirty="0">
              <a:solidFill>
                <a:schemeClr val="accent5"/>
              </a:solidFill>
              <a:latin typeface="+mj-lt"/>
            </a:endParaRPr>
          </a:p>
        </p:txBody>
      </p:sp>
      <p:pic>
        <p:nvPicPr>
          <p:cNvPr id="10" name="Picture 4">
            <a:extLst>
              <a:ext uri="{FF2B5EF4-FFF2-40B4-BE49-F238E27FC236}">
                <a16:creationId xmlns:a16="http://schemas.microsoft.com/office/drawing/2014/main" id="{497CAB16-7177-D425-AFF4-1C576B5472F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68889" b="3737"/>
          <a:stretch>
            <a:fillRect/>
          </a:stretch>
        </p:blipFill>
        <p:spPr bwMode="auto">
          <a:xfrm>
            <a:off x="4529186" y="5130800"/>
            <a:ext cx="3943563" cy="172720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Rounded Corners 10">
            <a:extLst>
              <a:ext uri="{FF2B5EF4-FFF2-40B4-BE49-F238E27FC236}">
                <a16:creationId xmlns:a16="http://schemas.microsoft.com/office/drawing/2014/main" id="{45C5F01C-D277-2B86-8047-600FDC58C8EC}"/>
              </a:ext>
            </a:extLst>
          </p:cNvPr>
          <p:cNvSpPr/>
          <p:nvPr/>
        </p:nvSpPr>
        <p:spPr>
          <a:xfrm>
            <a:off x="4975048" y="3377617"/>
            <a:ext cx="3051838" cy="456791"/>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solidFill>
                  <a:schemeClr val="tx2">
                    <a:lumMod val="40000"/>
                    <a:lumOff val="60000"/>
                  </a:schemeClr>
                </a:solidFill>
                <a:latin typeface="+mj-lt"/>
              </a:rPr>
              <a:t>Enter Your Name!</a:t>
            </a:r>
          </a:p>
        </p:txBody>
      </p:sp>
      <p:sp>
        <p:nvSpPr>
          <p:cNvPr id="13" name="Rectangle 12">
            <a:extLst>
              <a:ext uri="{FF2B5EF4-FFF2-40B4-BE49-F238E27FC236}">
                <a16:creationId xmlns:a16="http://schemas.microsoft.com/office/drawing/2014/main" id="{FC3F8F7F-FFD3-1393-EFF8-4678C7ED8B59}"/>
              </a:ext>
            </a:extLst>
          </p:cNvPr>
          <p:cNvSpPr/>
          <p:nvPr userDrawn="1"/>
        </p:nvSpPr>
        <p:spPr>
          <a:xfrm>
            <a:off x="9869715" y="5774992"/>
            <a:ext cx="2322285"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SG" sz="2400" b="1" spc="0" dirty="0">
                <a:solidFill>
                  <a:schemeClr val="tx1"/>
                </a:solidFill>
                <a:latin typeface="+mj-lt"/>
              </a:rPr>
              <a:t>Add More Users</a:t>
            </a:r>
            <a:endParaRPr lang="en-SG" sz="2000" b="1" spc="0" dirty="0">
              <a:solidFill>
                <a:schemeClr val="tx1"/>
              </a:solidFill>
              <a:latin typeface="+mj-lt"/>
            </a:endParaRPr>
          </a:p>
        </p:txBody>
      </p:sp>
      <p:cxnSp>
        <p:nvCxnSpPr>
          <p:cNvPr id="16" name="Straight Connector 15">
            <a:extLst>
              <a:ext uri="{FF2B5EF4-FFF2-40B4-BE49-F238E27FC236}">
                <a16:creationId xmlns:a16="http://schemas.microsoft.com/office/drawing/2014/main" id="{1AA93356-90F4-F852-21FF-D2DB3F4D4EA4}"/>
              </a:ext>
            </a:extLst>
          </p:cNvPr>
          <p:cNvCxnSpPr>
            <a:cxnSpLocks/>
          </p:cNvCxnSpPr>
          <p:nvPr/>
        </p:nvCxnSpPr>
        <p:spPr>
          <a:xfrm>
            <a:off x="4293657" y="1270000"/>
            <a:ext cx="0" cy="5588000"/>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B72CA967-E700-F08E-4D94-F3800614606F}"/>
              </a:ext>
            </a:extLst>
          </p:cNvPr>
          <p:cNvCxnSpPr>
            <a:cxnSpLocks/>
          </p:cNvCxnSpPr>
          <p:nvPr/>
        </p:nvCxnSpPr>
        <p:spPr>
          <a:xfrm>
            <a:off x="8722857" y="1270000"/>
            <a:ext cx="0" cy="5588000"/>
          </a:xfrm>
          <a:prstGeom prst="line">
            <a:avLst/>
          </a:prstGeom>
          <a:ln w="15875">
            <a:solidFill>
              <a:srgbClr val="2F3C7E"/>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CD2572B6-8E5E-D920-1762-DD7443DD0EE4}"/>
              </a:ext>
            </a:extLst>
          </p:cNvPr>
          <p:cNvSpPr txBox="1"/>
          <p:nvPr/>
        </p:nvSpPr>
        <p:spPr>
          <a:xfrm>
            <a:off x="1136150" y="3396342"/>
            <a:ext cx="1951200" cy="400110"/>
          </a:xfrm>
          <a:prstGeom prst="rect">
            <a:avLst/>
          </a:prstGeom>
          <a:solidFill>
            <a:schemeClr val="bg1"/>
          </a:solidFill>
        </p:spPr>
        <p:txBody>
          <a:bodyPr wrap="square" rtlCol="0">
            <a:spAutoFit/>
          </a:bodyPr>
          <a:lstStyle/>
          <a:p>
            <a:pPr algn="ctr"/>
            <a:r>
              <a:rPr lang="en-SG" sz="2000" b="1" dirty="0">
                <a:solidFill>
                  <a:schemeClr val="tx2"/>
                </a:solidFill>
              </a:rPr>
              <a:t>Susan|</a:t>
            </a:r>
          </a:p>
        </p:txBody>
      </p:sp>
      <p:sp>
        <p:nvSpPr>
          <p:cNvPr id="23" name="TextBox 22">
            <a:extLst>
              <a:ext uri="{FF2B5EF4-FFF2-40B4-BE49-F238E27FC236}">
                <a16:creationId xmlns:a16="http://schemas.microsoft.com/office/drawing/2014/main" id="{524DF660-1A2C-9C5F-A842-F051847C99B0}"/>
              </a:ext>
            </a:extLst>
          </p:cNvPr>
          <p:cNvSpPr txBox="1"/>
          <p:nvPr/>
        </p:nvSpPr>
        <p:spPr>
          <a:xfrm>
            <a:off x="5624799" y="3409925"/>
            <a:ext cx="1951200" cy="400110"/>
          </a:xfrm>
          <a:prstGeom prst="rect">
            <a:avLst/>
          </a:prstGeom>
          <a:solidFill>
            <a:schemeClr val="bg1"/>
          </a:solidFill>
        </p:spPr>
        <p:txBody>
          <a:bodyPr wrap="square" rtlCol="0">
            <a:spAutoFit/>
          </a:bodyPr>
          <a:lstStyle/>
          <a:p>
            <a:pPr algn="ctr"/>
            <a:r>
              <a:rPr lang="en-SG" sz="2000" b="1" dirty="0">
                <a:solidFill>
                  <a:schemeClr val="tx2"/>
                </a:solidFill>
              </a:rPr>
              <a:t>Bob|</a:t>
            </a:r>
          </a:p>
        </p:txBody>
      </p:sp>
      <p:grpSp>
        <p:nvGrpSpPr>
          <p:cNvPr id="24" name="Group 23">
            <a:extLst>
              <a:ext uri="{FF2B5EF4-FFF2-40B4-BE49-F238E27FC236}">
                <a16:creationId xmlns:a16="http://schemas.microsoft.com/office/drawing/2014/main" id="{520C5F50-A406-8656-B701-58D313F80924}"/>
              </a:ext>
            </a:extLst>
          </p:cNvPr>
          <p:cNvGrpSpPr/>
          <p:nvPr/>
        </p:nvGrpSpPr>
        <p:grpSpPr>
          <a:xfrm>
            <a:off x="9076412" y="4200493"/>
            <a:ext cx="3084585" cy="1420615"/>
            <a:chOff x="3378090" y="1544951"/>
            <a:chExt cx="3084585" cy="1420615"/>
          </a:xfrm>
        </p:grpSpPr>
        <p:sp>
          <p:nvSpPr>
            <p:cNvPr id="25" name="TextBox 24">
              <a:extLst>
                <a:ext uri="{FF2B5EF4-FFF2-40B4-BE49-F238E27FC236}">
                  <a16:creationId xmlns:a16="http://schemas.microsoft.com/office/drawing/2014/main" id="{A536285D-B855-3617-17A6-F9AAEB391149}"/>
                </a:ext>
              </a:extLst>
            </p:cNvPr>
            <p:cNvSpPr txBox="1"/>
            <p:nvPr/>
          </p:nvSpPr>
          <p:spPr>
            <a:xfrm>
              <a:off x="3655671" y="1888348"/>
              <a:ext cx="2807004" cy="1077218"/>
            </a:xfrm>
            <a:prstGeom prst="rect">
              <a:avLst/>
            </a:prstGeom>
            <a:solidFill>
              <a:schemeClr val="bg1"/>
            </a:solidFill>
            <a:ln w="25400">
              <a:solidFill>
                <a:schemeClr val="accent5"/>
              </a:solidFill>
            </a:ln>
          </p:spPr>
          <p:txBody>
            <a:bodyPr wrap="square" rtlCol="0">
              <a:spAutoFit/>
            </a:bodyPr>
            <a:lstStyle/>
            <a:p>
              <a:pPr algn="just"/>
              <a:r>
                <a:rPr lang="en-US" sz="1600" dirty="0">
                  <a:solidFill>
                    <a:srgbClr val="000000"/>
                  </a:solidFill>
                  <a:latin typeface="Arial" panose="020B0604020202020204" pitchFamily="34" charset="0"/>
                  <a:cs typeface="Arial" panose="020B0604020202020204" pitchFamily="34" charset="0"/>
                </a:rPr>
                <a:t>If user has more accompanying visitors, they can add more users (repeating this process)</a:t>
              </a:r>
            </a:p>
          </p:txBody>
        </p:sp>
        <p:pic>
          <p:nvPicPr>
            <p:cNvPr id="26" name="Picture 25">
              <a:extLst>
                <a:ext uri="{FF2B5EF4-FFF2-40B4-BE49-F238E27FC236}">
                  <a16:creationId xmlns:a16="http://schemas.microsoft.com/office/drawing/2014/main" id="{E388591F-1B6D-8B0F-65DA-4635A644CA50}"/>
                </a:ext>
              </a:extLst>
            </p:cNvPr>
            <p:cNvPicPr>
              <a:picLocks noChangeAspect="1"/>
            </p:cNvPicPr>
            <p:nvPr/>
          </p:nvPicPr>
          <p:blipFill>
            <a:blip r:embed="rId6"/>
            <a:stretch>
              <a:fillRect/>
            </a:stretch>
          </p:blipFill>
          <p:spPr>
            <a:xfrm>
              <a:off x="3378090" y="1544951"/>
              <a:ext cx="555159" cy="555159"/>
            </a:xfrm>
            <a:prstGeom prst="rect">
              <a:avLst/>
            </a:prstGeom>
          </p:spPr>
        </p:pic>
      </p:grpSp>
      <p:pic>
        <p:nvPicPr>
          <p:cNvPr id="27" name="Picture 26" descr="A yellow hand pointing up&#10;&#10;AI-generated content may be incorrect.">
            <a:extLst>
              <a:ext uri="{FF2B5EF4-FFF2-40B4-BE49-F238E27FC236}">
                <a16:creationId xmlns:a16="http://schemas.microsoft.com/office/drawing/2014/main" id="{2CEC3680-F038-EB18-B68C-443162758B8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9530363" flipH="1" flipV="1">
            <a:off x="9675563" y="6282407"/>
            <a:ext cx="620634" cy="620634"/>
          </a:xfrm>
          <a:prstGeom prst="rect">
            <a:avLst/>
          </a:prstGeom>
        </p:spPr>
      </p:pic>
    </p:spTree>
    <p:extLst>
      <p:ext uri="{BB962C8B-B14F-4D97-AF65-F5344CB8AC3E}">
        <p14:creationId xmlns:p14="http://schemas.microsoft.com/office/powerpoint/2010/main" val="7543461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500"/>
                                        <p:tgtEl>
                                          <p:spTgt spid="2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childTnLst>
                          </p:cTn>
                        </p:par>
                        <p:par>
                          <p:cTn id="16" fill="hold">
                            <p:stCondLst>
                              <p:cond delay="1500"/>
                            </p:stCondLst>
                            <p:childTnLst>
                              <p:par>
                                <p:cTn id="17" presetID="1" presetClass="entr" presetSubtype="0" fill="hold" nodeType="afterEffect">
                                  <p:stCondLst>
                                    <p:cond delay="500"/>
                                  </p:stCondLst>
                                  <p:childTnLst>
                                    <p:set>
                                      <p:cBhvr>
                                        <p:cTn id="18" dur="1" fill="hold">
                                          <p:stCondLst>
                                            <p:cond delay="0"/>
                                          </p:stCondLst>
                                        </p:cTn>
                                        <p:tgtEl>
                                          <p:spTgt spid="27"/>
                                        </p:tgtEl>
                                        <p:attrNameLst>
                                          <p:attrName>style.visibility</p:attrName>
                                        </p:attrNameLst>
                                      </p:cBhvr>
                                      <p:to>
                                        <p:strVal val="visible"/>
                                      </p:to>
                                    </p:set>
                                  </p:childTnLst>
                                </p:cTn>
                              </p:par>
                            </p:childTnLst>
                          </p:cTn>
                        </p:par>
                        <p:par>
                          <p:cTn id="19" fill="hold">
                            <p:stCondLst>
                              <p:cond delay="2000"/>
                            </p:stCondLst>
                            <p:childTnLst>
                              <p:par>
                                <p:cTn id="20" presetID="32" presetClass="emph" presetSubtype="0" fill="hold" nodeType="afterEffect">
                                  <p:stCondLst>
                                    <p:cond delay="0"/>
                                  </p:stCondLst>
                                  <p:childTnLst>
                                    <p:animRot by="120000">
                                      <p:cBhvr>
                                        <p:cTn id="21" dur="100" fill="hold">
                                          <p:stCondLst>
                                            <p:cond delay="0"/>
                                          </p:stCondLst>
                                        </p:cTn>
                                        <p:tgtEl>
                                          <p:spTgt spid="27"/>
                                        </p:tgtEl>
                                        <p:attrNameLst>
                                          <p:attrName>r</p:attrName>
                                        </p:attrNameLst>
                                      </p:cBhvr>
                                    </p:animRot>
                                    <p:animRot by="-240000">
                                      <p:cBhvr>
                                        <p:cTn id="22" dur="200" fill="hold">
                                          <p:stCondLst>
                                            <p:cond delay="200"/>
                                          </p:stCondLst>
                                        </p:cTn>
                                        <p:tgtEl>
                                          <p:spTgt spid="27"/>
                                        </p:tgtEl>
                                        <p:attrNameLst>
                                          <p:attrName>r</p:attrName>
                                        </p:attrNameLst>
                                      </p:cBhvr>
                                    </p:animRot>
                                    <p:animRot by="240000">
                                      <p:cBhvr>
                                        <p:cTn id="23" dur="200" fill="hold">
                                          <p:stCondLst>
                                            <p:cond delay="400"/>
                                          </p:stCondLst>
                                        </p:cTn>
                                        <p:tgtEl>
                                          <p:spTgt spid="27"/>
                                        </p:tgtEl>
                                        <p:attrNameLst>
                                          <p:attrName>r</p:attrName>
                                        </p:attrNameLst>
                                      </p:cBhvr>
                                    </p:animRot>
                                    <p:animRot by="-240000">
                                      <p:cBhvr>
                                        <p:cTn id="24" dur="200" fill="hold">
                                          <p:stCondLst>
                                            <p:cond delay="600"/>
                                          </p:stCondLst>
                                        </p:cTn>
                                        <p:tgtEl>
                                          <p:spTgt spid="27"/>
                                        </p:tgtEl>
                                        <p:attrNameLst>
                                          <p:attrName>r</p:attrName>
                                        </p:attrNameLst>
                                      </p:cBhvr>
                                    </p:animRot>
                                    <p:animRot by="120000">
                                      <p:cBhvr>
                                        <p:cTn id="25" dur="200" fill="hold">
                                          <p:stCondLst>
                                            <p:cond delay="800"/>
                                          </p:stCondLst>
                                        </p:cTn>
                                        <p:tgtEl>
                                          <p:spTgt spid="2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8" name="Group 167">
            <a:extLst>
              <a:ext uri="{FF2B5EF4-FFF2-40B4-BE49-F238E27FC236}">
                <a16:creationId xmlns:a16="http://schemas.microsoft.com/office/drawing/2014/main" id="{BC456CC5-7530-7371-FB71-9008088F77D5}"/>
              </a:ext>
            </a:extLst>
          </p:cNvPr>
          <p:cNvGrpSpPr/>
          <p:nvPr/>
        </p:nvGrpSpPr>
        <p:grpSpPr>
          <a:xfrm>
            <a:off x="0" y="696239"/>
            <a:ext cx="12211718" cy="5611720"/>
            <a:chOff x="3216648" y="4211669"/>
            <a:chExt cx="5758704" cy="2646330"/>
          </a:xfrm>
        </p:grpSpPr>
        <p:sp>
          <p:nvSpPr>
            <p:cNvPr id="99" name="Rectangle 98">
              <a:extLst>
                <a:ext uri="{FF2B5EF4-FFF2-40B4-BE49-F238E27FC236}">
                  <a16:creationId xmlns:a16="http://schemas.microsoft.com/office/drawing/2014/main" id="{87DAE8A2-C324-E88C-A605-EA7BE7CF3F85}"/>
                </a:ext>
              </a:extLst>
            </p:cNvPr>
            <p:cNvSpPr/>
            <p:nvPr/>
          </p:nvSpPr>
          <p:spPr>
            <a:xfrm>
              <a:off x="3216648" y="421166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1" name="Freeform: Shape 100">
              <a:extLst>
                <a:ext uri="{FF2B5EF4-FFF2-40B4-BE49-F238E27FC236}">
                  <a16:creationId xmlns:a16="http://schemas.microsoft.com/office/drawing/2014/main" id="{6980B578-DEF6-092E-48CA-9B7B6C8B848A}"/>
                </a:ext>
              </a:extLst>
            </p:cNvPr>
            <p:cNvSpPr/>
            <p:nvPr/>
          </p:nvSpPr>
          <p:spPr>
            <a:xfrm>
              <a:off x="3230991" y="423128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08" name="Picture 107">
              <a:extLst>
                <a:ext uri="{FF2B5EF4-FFF2-40B4-BE49-F238E27FC236}">
                  <a16:creationId xmlns:a16="http://schemas.microsoft.com/office/drawing/2014/main" id="{EFE0414B-070A-ABF7-D0FE-D3BCBED03477}"/>
                </a:ext>
              </a:extLst>
            </p:cNvPr>
            <p:cNvPicPr>
              <a:picLocks noChangeAspect="1"/>
            </p:cNvPicPr>
            <p:nvPr/>
          </p:nvPicPr>
          <p:blipFill>
            <a:blip r:embed="rId3"/>
            <a:srcRect l="16117" r="13552"/>
            <a:stretch>
              <a:fillRect/>
            </a:stretch>
          </p:blipFill>
          <p:spPr>
            <a:xfrm>
              <a:off x="5948005" y="5268685"/>
              <a:ext cx="334895" cy="476171"/>
            </a:xfrm>
            <a:prstGeom prst="rect">
              <a:avLst/>
            </a:prstGeom>
          </p:spPr>
        </p:pic>
        <p:grpSp>
          <p:nvGrpSpPr>
            <p:cNvPr id="114" name="Group 113">
              <a:extLst>
                <a:ext uri="{FF2B5EF4-FFF2-40B4-BE49-F238E27FC236}">
                  <a16:creationId xmlns:a16="http://schemas.microsoft.com/office/drawing/2014/main" id="{92178021-397B-E4B6-ED1C-96AC8597F035}"/>
                </a:ext>
              </a:extLst>
            </p:cNvPr>
            <p:cNvGrpSpPr/>
            <p:nvPr/>
          </p:nvGrpSpPr>
          <p:grpSpPr>
            <a:xfrm>
              <a:off x="7620370" y="4729264"/>
              <a:ext cx="1014010" cy="693309"/>
              <a:chOff x="7620370" y="4729264"/>
              <a:chExt cx="1014010" cy="693309"/>
            </a:xfrm>
          </p:grpSpPr>
          <p:pic>
            <p:nvPicPr>
              <p:cNvPr id="115" name="Picture 114">
                <a:extLst>
                  <a:ext uri="{FF2B5EF4-FFF2-40B4-BE49-F238E27FC236}">
                    <a16:creationId xmlns:a16="http://schemas.microsoft.com/office/drawing/2014/main" id="{D8DE34BC-3B8D-B6E9-6A9D-2FB0A31B9CDB}"/>
                  </a:ext>
                </a:extLst>
              </p:cNvPr>
              <p:cNvPicPr>
                <a:picLocks noChangeAspect="1"/>
              </p:cNvPicPr>
              <p:nvPr/>
            </p:nvPicPr>
            <p:blipFill>
              <a:blip r:embed="rId4"/>
              <a:stretch>
                <a:fillRect/>
              </a:stretch>
            </p:blipFill>
            <p:spPr>
              <a:xfrm>
                <a:off x="7884122" y="4729264"/>
                <a:ext cx="446487" cy="446487"/>
              </a:xfrm>
              <a:prstGeom prst="rect">
                <a:avLst/>
              </a:prstGeom>
            </p:spPr>
          </p:pic>
          <p:sp>
            <p:nvSpPr>
              <p:cNvPr id="116" name="TextBox 115">
                <a:extLst>
                  <a:ext uri="{FF2B5EF4-FFF2-40B4-BE49-F238E27FC236}">
                    <a16:creationId xmlns:a16="http://schemas.microsoft.com/office/drawing/2014/main" id="{A680D292-21B4-103A-D677-FCCCD25380A0}"/>
                  </a:ext>
                </a:extLst>
              </p:cNvPr>
              <p:cNvSpPr txBox="1"/>
              <p:nvPr/>
            </p:nvSpPr>
            <p:spPr>
              <a:xfrm>
                <a:off x="7620370" y="5114796"/>
                <a:ext cx="1014010" cy="307777"/>
              </a:xfrm>
              <a:prstGeom prst="rect">
                <a:avLst/>
              </a:prstGeom>
              <a:noFill/>
              <a:ln>
                <a:noFill/>
              </a:ln>
            </p:spPr>
            <p:txBody>
              <a:bodyPr wrap="square" rtlCol="0">
                <a:spAutoFit/>
              </a:bodyPr>
              <a:lstStyle/>
              <a:p>
                <a:pPr algn="ctr"/>
                <a:r>
                  <a:rPr lang="en-SG" sz="1400" b="1" dirty="0">
                    <a:solidFill>
                      <a:schemeClr val="tx2"/>
                    </a:solidFill>
                    <a:latin typeface="+mn-lt"/>
                  </a:rPr>
                  <a:t>Entrance</a:t>
                </a:r>
              </a:p>
            </p:txBody>
          </p:sp>
        </p:grpSp>
        <p:sp>
          <p:nvSpPr>
            <p:cNvPr id="117" name="Rectangle: Rounded Corners 116">
              <a:extLst>
                <a:ext uri="{FF2B5EF4-FFF2-40B4-BE49-F238E27FC236}">
                  <a16:creationId xmlns:a16="http://schemas.microsoft.com/office/drawing/2014/main" id="{5A7B2DB8-7ED9-5268-A3FC-8AB9DB54B060}"/>
                </a:ext>
              </a:extLst>
            </p:cNvPr>
            <p:cNvSpPr/>
            <p:nvPr/>
          </p:nvSpPr>
          <p:spPr>
            <a:xfrm>
              <a:off x="5478219" y="4975182"/>
              <a:ext cx="1274465" cy="292399"/>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You Are Here</a:t>
              </a:r>
            </a:p>
          </p:txBody>
        </p:sp>
      </p:grpSp>
      <p:sp>
        <p:nvSpPr>
          <p:cNvPr id="2" name="TextBox 1">
            <a:extLst>
              <a:ext uri="{FF2B5EF4-FFF2-40B4-BE49-F238E27FC236}">
                <a16:creationId xmlns:a16="http://schemas.microsoft.com/office/drawing/2014/main" id="{9D5C2099-DDC1-1818-B81D-0B4D6512358B}"/>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4" name="Rectangle 3">
            <a:extLst>
              <a:ext uri="{FF2B5EF4-FFF2-40B4-BE49-F238E27FC236}">
                <a16:creationId xmlns:a16="http://schemas.microsoft.com/office/drawing/2014/main" id="{2E9AA4E1-90C2-0BEB-E808-947023871012}"/>
              </a:ext>
            </a:extLst>
          </p:cNvPr>
          <p:cNvSpPr/>
          <p:nvPr/>
        </p:nvSpPr>
        <p:spPr>
          <a:xfrm>
            <a:off x="3054132" y="6455612"/>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Rides</a:t>
            </a:r>
            <a:endParaRPr lang="en-SG" sz="2400" b="1" dirty="0">
              <a:solidFill>
                <a:schemeClr val="tx1"/>
              </a:solidFill>
              <a:latin typeface="+mj-lt"/>
            </a:endParaRPr>
          </a:p>
        </p:txBody>
      </p:sp>
      <p:sp>
        <p:nvSpPr>
          <p:cNvPr id="17" name="Rectangle 16">
            <a:extLst>
              <a:ext uri="{FF2B5EF4-FFF2-40B4-BE49-F238E27FC236}">
                <a16:creationId xmlns:a16="http://schemas.microsoft.com/office/drawing/2014/main" id="{14FAEDCD-E961-70FD-F199-8061061EF586}"/>
              </a:ext>
            </a:extLst>
          </p:cNvPr>
          <p:cNvSpPr/>
          <p:nvPr/>
        </p:nvSpPr>
        <p:spPr>
          <a:xfrm>
            <a:off x="8802915" y="696240"/>
            <a:ext cx="3389086" cy="15704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Rectangle 17">
            <a:extLst>
              <a:ext uri="{FF2B5EF4-FFF2-40B4-BE49-F238E27FC236}">
                <a16:creationId xmlns:a16="http://schemas.microsoft.com/office/drawing/2014/main" id="{C2A03D58-91D7-CC4D-B0DA-C53E8F3F28F3}"/>
              </a:ext>
            </a:extLst>
          </p:cNvPr>
          <p:cNvSpPr/>
          <p:nvPr/>
        </p:nvSpPr>
        <p:spPr>
          <a:xfrm>
            <a:off x="10742486" y="696239"/>
            <a:ext cx="1449514" cy="459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29" name="Rectangle 128">
            <a:extLst>
              <a:ext uri="{FF2B5EF4-FFF2-40B4-BE49-F238E27FC236}">
                <a16:creationId xmlns:a16="http://schemas.microsoft.com/office/drawing/2014/main" id="{53CAA369-7E46-0E7C-D6FC-E1A1A4D3A033}"/>
              </a:ext>
            </a:extLst>
          </p:cNvPr>
          <p:cNvSpPr/>
          <p:nvPr/>
        </p:nvSpPr>
        <p:spPr>
          <a:xfrm>
            <a:off x="9147583" y="6455613"/>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Shows</a:t>
            </a:r>
            <a:endParaRPr lang="en-SG" sz="2400" b="1" dirty="0">
              <a:solidFill>
                <a:schemeClr val="tx1"/>
              </a:solidFill>
              <a:latin typeface="+mj-lt"/>
            </a:endParaRPr>
          </a:p>
        </p:txBody>
      </p:sp>
      <p:grpSp>
        <p:nvGrpSpPr>
          <p:cNvPr id="100" name="Group 99">
            <a:extLst>
              <a:ext uri="{FF2B5EF4-FFF2-40B4-BE49-F238E27FC236}">
                <a16:creationId xmlns:a16="http://schemas.microsoft.com/office/drawing/2014/main" id="{CD734663-E86F-4BAB-BE4E-ED2DC14E54FD}"/>
              </a:ext>
            </a:extLst>
          </p:cNvPr>
          <p:cNvGrpSpPr/>
          <p:nvPr/>
        </p:nvGrpSpPr>
        <p:grpSpPr>
          <a:xfrm>
            <a:off x="53496" y="6455931"/>
            <a:ext cx="2887824" cy="402070"/>
            <a:chOff x="107022" y="932757"/>
            <a:chExt cx="1159349" cy="267392"/>
          </a:xfrm>
        </p:grpSpPr>
        <p:sp>
          <p:nvSpPr>
            <p:cNvPr id="43" name="Freeform: Shape 42">
              <a:extLst>
                <a:ext uri="{FF2B5EF4-FFF2-40B4-BE49-F238E27FC236}">
                  <a16:creationId xmlns:a16="http://schemas.microsoft.com/office/drawing/2014/main" id="{EB664E6D-7C29-6E89-A743-532CDC0DB7BE}"/>
                </a:ext>
              </a:extLst>
            </p:cNvPr>
            <p:cNvSpPr/>
            <p:nvPr/>
          </p:nvSpPr>
          <p:spPr>
            <a:xfrm>
              <a:off x="107022" y="932757"/>
              <a:ext cx="1159349" cy="267392"/>
            </a:xfrm>
            <a:custGeom>
              <a:avLst/>
              <a:gdLst>
                <a:gd name="connsiteX0" fmla="*/ 131009 w 1748971"/>
                <a:gd name="connsiteY0" fmla="*/ 0 h 414035"/>
                <a:gd name="connsiteX1" fmla="*/ 1617962 w 1748971"/>
                <a:gd name="connsiteY1" fmla="*/ 0 h 414035"/>
                <a:gd name="connsiteX2" fmla="*/ 1748971 w 1748971"/>
                <a:gd name="connsiteY2" fmla="*/ 131009 h 414035"/>
                <a:gd name="connsiteX3" fmla="*/ 1748971 w 1748971"/>
                <a:gd name="connsiteY3" fmla="*/ 414035 h 414035"/>
                <a:gd name="connsiteX4" fmla="*/ 0 w 1748971"/>
                <a:gd name="connsiteY4" fmla="*/ 414035 h 414035"/>
                <a:gd name="connsiteX5" fmla="*/ 0 w 1748971"/>
                <a:gd name="connsiteY5" fmla="*/ 131009 h 414035"/>
                <a:gd name="connsiteX6" fmla="*/ 131009 w 1748971"/>
                <a:gd name="connsiteY6" fmla="*/ 0 h 414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8971" h="414035">
                  <a:moveTo>
                    <a:pt x="131009" y="0"/>
                  </a:moveTo>
                  <a:lnTo>
                    <a:pt x="1617962" y="0"/>
                  </a:lnTo>
                  <a:cubicBezTo>
                    <a:pt x="1690316" y="0"/>
                    <a:pt x="1748971" y="58655"/>
                    <a:pt x="1748971" y="131009"/>
                  </a:cubicBezTo>
                  <a:lnTo>
                    <a:pt x="1748971" y="414035"/>
                  </a:lnTo>
                  <a:lnTo>
                    <a:pt x="0" y="414035"/>
                  </a:lnTo>
                  <a:lnTo>
                    <a:pt x="0" y="131009"/>
                  </a:lnTo>
                  <a:cubicBezTo>
                    <a:pt x="0" y="58655"/>
                    <a:pt x="58655" y="0"/>
                    <a:pt x="131009" y="0"/>
                  </a:cubicBez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SG" dirty="0"/>
            </a:p>
          </p:txBody>
        </p:sp>
        <p:sp>
          <p:nvSpPr>
            <p:cNvPr id="44" name="TextBox 43">
              <a:extLst>
                <a:ext uri="{FF2B5EF4-FFF2-40B4-BE49-F238E27FC236}">
                  <a16:creationId xmlns:a16="http://schemas.microsoft.com/office/drawing/2014/main" id="{E917E439-66CF-5E6C-0DF2-592F29FC92C8}"/>
                </a:ext>
              </a:extLst>
            </p:cNvPr>
            <p:cNvSpPr txBox="1"/>
            <p:nvPr/>
          </p:nvSpPr>
          <p:spPr>
            <a:xfrm>
              <a:off x="184953" y="950200"/>
              <a:ext cx="1003487" cy="225151"/>
            </a:xfrm>
            <a:prstGeom prst="rect">
              <a:avLst/>
            </a:prstGeom>
            <a:noFill/>
          </p:spPr>
          <p:txBody>
            <a:bodyPr wrap="square" rtlCol="0">
              <a:spAutoFit/>
            </a:bodyPr>
            <a:lstStyle/>
            <a:p>
              <a:pPr algn="ctr"/>
              <a:r>
                <a:rPr lang="en-SG" sz="1600" b="1" dirty="0"/>
                <a:t>Park-wide Filters</a:t>
              </a:r>
              <a:endParaRPr lang="en-SG" sz="2000" b="1" dirty="0"/>
            </a:p>
          </p:txBody>
        </p:sp>
      </p:grpSp>
      <p:sp>
        <p:nvSpPr>
          <p:cNvPr id="144" name="TextBox 143">
            <a:extLst>
              <a:ext uri="{FF2B5EF4-FFF2-40B4-BE49-F238E27FC236}">
                <a16:creationId xmlns:a16="http://schemas.microsoft.com/office/drawing/2014/main" id="{CD29F6AC-8151-6293-1B0F-6147C9960DC1}"/>
              </a:ext>
            </a:extLst>
          </p:cNvPr>
          <p:cNvSpPr txBox="1"/>
          <p:nvPr/>
        </p:nvSpPr>
        <p:spPr>
          <a:xfrm>
            <a:off x="8802914" y="734547"/>
            <a:ext cx="1121512" cy="461665"/>
          </a:xfrm>
          <a:prstGeom prst="rect">
            <a:avLst/>
          </a:prstGeom>
          <a:noFill/>
        </p:spPr>
        <p:txBody>
          <a:bodyPr wrap="square" rtlCol="0">
            <a:spAutoFit/>
          </a:bodyPr>
          <a:lstStyle/>
          <a:p>
            <a:r>
              <a:rPr lang="en-SG" sz="2400" b="1" dirty="0"/>
              <a:t>Plan 1</a:t>
            </a:r>
          </a:p>
        </p:txBody>
      </p:sp>
      <p:sp>
        <p:nvSpPr>
          <p:cNvPr id="146" name="Rectangle 145">
            <a:extLst>
              <a:ext uri="{FF2B5EF4-FFF2-40B4-BE49-F238E27FC236}">
                <a16:creationId xmlns:a16="http://schemas.microsoft.com/office/drawing/2014/main" id="{981E5CA2-C0CA-9450-E1E4-FE8CC43CDD08}"/>
              </a:ext>
            </a:extLst>
          </p:cNvPr>
          <p:cNvSpPr/>
          <p:nvPr/>
        </p:nvSpPr>
        <p:spPr>
          <a:xfrm>
            <a:off x="11097223" y="1890871"/>
            <a:ext cx="1094778" cy="375779"/>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SG" b="1" spc="0" dirty="0">
                <a:solidFill>
                  <a:schemeClr val="tx1"/>
                </a:solidFill>
                <a:latin typeface="+mj-lt"/>
              </a:rPr>
              <a:t>Confirm</a:t>
            </a:r>
            <a:endParaRPr lang="en-SG" sz="2000" b="1" spc="0" dirty="0">
              <a:solidFill>
                <a:schemeClr val="tx1"/>
              </a:solidFill>
              <a:latin typeface="+mj-lt"/>
            </a:endParaRPr>
          </a:p>
        </p:txBody>
      </p:sp>
      <p:grpSp>
        <p:nvGrpSpPr>
          <p:cNvPr id="152" name="Group 151">
            <a:extLst>
              <a:ext uri="{FF2B5EF4-FFF2-40B4-BE49-F238E27FC236}">
                <a16:creationId xmlns:a16="http://schemas.microsoft.com/office/drawing/2014/main" id="{67E69916-9BD6-808F-4196-8562DAC62BA3}"/>
              </a:ext>
            </a:extLst>
          </p:cNvPr>
          <p:cNvGrpSpPr/>
          <p:nvPr/>
        </p:nvGrpSpPr>
        <p:grpSpPr>
          <a:xfrm>
            <a:off x="10345280" y="2114473"/>
            <a:ext cx="304354" cy="304354"/>
            <a:chOff x="5097805" y="3334561"/>
            <a:chExt cx="188877" cy="188877"/>
          </a:xfrm>
        </p:grpSpPr>
        <p:sp>
          <p:nvSpPr>
            <p:cNvPr id="153" name="Oval 152">
              <a:extLst>
                <a:ext uri="{FF2B5EF4-FFF2-40B4-BE49-F238E27FC236}">
                  <a16:creationId xmlns:a16="http://schemas.microsoft.com/office/drawing/2014/main" id="{9F60B42C-796C-C8D2-AC62-A9EF4D792247}"/>
                </a:ext>
              </a:extLst>
            </p:cNvPr>
            <p:cNvSpPr/>
            <p:nvPr/>
          </p:nvSpPr>
          <p:spPr>
            <a:xfrm>
              <a:off x="5097805" y="3334561"/>
              <a:ext cx="188877" cy="18887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54" name="Plus Sign 153">
              <a:extLst>
                <a:ext uri="{FF2B5EF4-FFF2-40B4-BE49-F238E27FC236}">
                  <a16:creationId xmlns:a16="http://schemas.microsoft.com/office/drawing/2014/main" id="{12C4B17D-9A43-C6B5-FE41-006E2448D05A}"/>
                </a:ext>
              </a:extLst>
            </p:cNvPr>
            <p:cNvSpPr/>
            <p:nvPr/>
          </p:nvSpPr>
          <p:spPr>
            <a:xfrm>
              <a:off x="5126715" y="3362860"/>
              <a:ext cx="131055" cy="131055"/>
            </a:xfrm>
            <a:prstGeom prst="mathPlus">
              <a:avLst>
                <a:gd name="adj1" fmla="val 210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126" name="Rectangle 125">
            <a:extLst>
              <a:ext uri="{FF2B5EF4-FFF2-40B4-BE49-F238E27FC236}">
                <a16:creationId xmlns:a16="http://schemas.microsoft.com/office/drawing/2014/main" id="{4CBE814A-3640-6631-F4E9-A2D626207BA2}"/>
              </a:ext>
            </a:extLst>
          </p:cNvPr>
          <p:cNvSpPr/>
          <p:nvPr/>
        </p:nvSpPr>
        <p:spPr>
          <a:xfrm>
            <a:off x="6096000" y="6455613"/>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Food</a:t>
            </a:r>
            <a:endParaRPr lang="en-SG" sz="2400" b="1" dirty="0">
              <a:solidFill>
                <a:schemeClr val="tx1"/>
              </a:solidFill>
              <a:latin typeface="+mj-lt"/>
            </a:endParaRPr>
          </a:p>
        </p:txBody>
      </p:sp>
      <p:grpSp>
        <p:nvGrpSpPr>
          <p:cNvPr id="180" name="Group 179">
            <a:extLst>
              <a:ext uri="{FF2B5EF4-FFF2-40B4-BE49-F238E27FC236}">
                <a16:creationId xmlns:a16="http://schemas.microsoft.com/office/drawing/2014/main" id="{5D05B506-35F2-F1AA-AF8D-F1AFC3E0940B}"/>
              </a:ext>
            </a:extLst>
          </p:cNvPr>
          <p:cNvGrpSpPr/>
          <p:nvPr/>
        </p:nvGrpSpPr>
        <p:grpSpPr>
          <a:xfrm>
            <a:off x="5714080" y="6513889"/>
            <a:ext cx="223406" cy="301925"/>
            <a:chOff x="5714080" y="6513889"/>
            <a:chExt cx="223406" cy="301925"/>
          </a:xfrm>
        </p:grpSpPr>
        <p:pic>
          <p:nvPicPr>
            <p:cNvPr id="171" name="Picture 170" descr="A blue arrow pointing to the left&#10;&#10;AI-generated content may be incorrect.">
              <a:extLst>
                <a:ext uri="{FF2B5EF4-FFF2-40B4-BE49-F238E27FC236}">
                  <a16:creationId xmlns:a16="http://schemas.microsoft.com/office/drawing/2014/main" id="{AD4270C3-CB43-2603-CE94-8B98DBA36D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177" name="Picture 176" descr="A blue arrow pointing to the left&#10;&#10;AI-generated content may be incorrect.">
              <a:extLst>
                <a:ext uri="{FF2B5EF4-FFF2-40B4-BE49-F238E27FC236}">
                  <a16:creationId xmlns:a16="http://schemas.microsoft.com/office/drawing/2014/main" id="{083DFE01-5EB4-9F59-3055-24E37C56C8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grpSp>
        <p:nvGrpSpPr>
          <p:cNvPr id="181" name="Group 180">
            <a:extLst>
              <a:ext uri="{FF2B5EF4-FFF2-40B4-BE49-F238E27FC236}">
                <a16:creationId xmlns:a16="http://schemas.microsoft.com/office/drawing/2014/main" id="{DF398D69-E0F3-CA63-6F3D-15BC09661F8A}"/>
              </a:ext>
            </a:extLst>
          </p:cNvPr>
          <p:cNvGrpSpPr/>
          <p:nvPr/>
        </p:nvGrpSpPr>
        <p:grpSpPr>
          <a:xfrm>
            <a:off x="8746233" y="6500473"/>
            <a:ext cx="223406" cy="301925"/>
            <a:chOff x="5714080" y="6513889"/>
            <a:chExt cx="223406" cy="301925"/>
          </a:xfrm>
        </p:grpSpPr>
        <p:pic>
          <p:nvPicPr>
            <p:cNvPr id="182" name="Picture 181" descr="A blue arrow pointing to the left&#10;&#10;AI-generated content may be incorrect.">
              <a:extLst>
                <a:ext uri="{FF2B5EF4-FFF2-40B4-BE49-F238E27FC236}">
                  <a16:creationId xmlns:a16="http://schemas.microsoft.com/office/drawing/2014/main" id="{7E3B7D9D-1FC5-5C91-9E39-B940A08BF9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185" name="Picture 184" descr="A blue arrow pointing to the left&#10;&#10;AI-generated content may be incorrect.">
              <a:extLst>
                <a:ext uri="{FF2B5EF4-FFF2-40B4-BE49-F238E27FC236}">
                  <a16:creationId xmlns:a16="http://schemas.microsoft.com/office/drawing/2014/main" id="{23C04DFF-2604-535D-D893-7558D3BC0AD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grpSp>
        <p:nvGrpSpPr>
          <p:cNvPr id="187" name="Group 186">
            <a:extLst>
              <a:ext uri="{FF2B5EF4-FFF2-40B4-BE49-F238E27FC236}">
                <a16:creationId xmlns:a16="http://schemas.microsoft.com/office/drawing/2014/main" id="{C2F4B19A-F7AE-7EA2-B159-16CAB8A10C8E}"/>
              </a:ext>
            </a:extLst>
          </p:cNvPr>
          <p:cNvGrpSpPr/>
          <p:nvPr/>
        </p:nvGrpSpPr>
        <p:grpSpPr>
          <a:xfrm>
            <a:off x="11832683" y="6527488"/>
            <a:ext cx="223406" cy="301925"/>
            <a:chOff x="5714080" y="6513889"/>
            <a:chExt cx="223406" cy="301925"/>
          </a:xfrm>
        </p:grpSpPr>
        <p:pic>
          <p:nvPicPr>
            <p:cNvPr id="188" name="Picture 187" descr="A blue arrow pointing to the left&#10;&#10;AI-generated content may be incorrect.">
              <a:extLst>
                <a:ext uri="{FF2B5EF4-FFF2-40B4-BE49-F238E27FC236}">
                  <a16:creationId xmlns:a16="http://schemas.microsoft.com/office/drawing/2014/main" id="{2234491F-24C1-CADA-E81E-540CA873AF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189" name="Picture 188" descr="A blue arrow pointing to the left&#10;&#10;AI-generated content may be incorrect.">
              <a:extLst>
                <a:ext uri="{FF2B5EF4-FFF2-40B4-BE49-F238E27FC236}">
                  <a16:creationId xmlns:a16="http://schemas.microsoft.com/office/drawing/2014/main" id="{AB929BB5-80C8-09CE-89AD-0B7D2EE59F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pic>
        <p:nvPicPr>
          <p:cNvPr id="193" name="Picture 192" descr="A blue arrow pointing to the left&#10;&#10;AI-generated content may be incorrect.">
            <a:extLst>
              <a:ext uri="{FF2B5EF4-FFF2-40B4-BE49-F238E27FC236}">
                <a16:creationId xmlns:a16="http://schemas.microsoft.com/office/drawing/2014/main" id="{C0F40832-13E9-830F-B104-52C5A9EFB0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2620909" y="6549677"/>
            <a:ext cx="177977" cy="223406"/>
          </a:xfrm>
          <a:prstGeom prst="rect">
            <a:avLst/>
          </a:prstGeom>
        </p:spPr>
      </p:pic>
      <p:pic>
        <p:nvPicPr>
          <p:cNvPr id="194" name="Picture 193" descr="A blue arrow pointing to the left&#10;&#10;AI-generated content may be incorrect.">
            <a:extLst>
              <a:ext uri="{FF2B5EF4-FFF2-40B4-BE49-F238E27FC236}">
                <a16:creationId xmlns:a16="http://schemas.microsoft.com/office/drawing/2014/main" id="{B13B2988-F075-ED9C-9387-6292A0CDA7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95928" y="6549676"/>
            <a:ext cx="177977" cy="223406"/>
          </a:xfrm>
          <a:prstGeom prst="rect">
            <a:avLst/>
          </a:prstGeom>
        </p:spPr>
      </p:pic>
      <p:sp>
        <p:nvSpPr>
          <p:cNvPr id="221" name="Rectangle 220">
            <a:extLst>
              <a:ext uri="{FF2B5EF4-FFF2-40B4-BE49-F238E27FC236}">
                <a16:creationId xmlns:a16="http://schemas.microsoft.com/office/drawing/2014/main" id="{56E209B5-4FE1-383D-BC66-43E8548ABFCB}"/>
              </a:ext>
            </a:extLst>
          </p:cNvPr>
          <p:cNvSpPr/>
          <p:nvPr/>
        </p:nvSpPr>
        <p:spPr>
          <a:xfrm>
            <a:off x="-22414" y="695306"/>
            <a:ext cx="12236827" cy="5611720"/>
          </a:xfrm>
          <a:prstGeom prst="rect">
            <a:avLst/>
          </a:prstGeom>
          <a:solidFill>
            <a:schemeClr val="bg1">
              <a:lumMod val="50000"/>
              <a:alpha val="70000"/>
            </a:schemeClr>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222" name="Group 221">
            <a:extLst>
              <a:ext uri="{FF2B5EF4-FFF2-40B4-BE49-F238E27FC236}">
                <a16:creationId xmlns:a16="http://schemas.microsoft.com/office/drawing/2014/main" id="{F5183102-4E6A-181B-BD1B-331109364055}"/>
              </a:ext>
            </a:extLst>
          </p:cNvPr>
          <p:cNvGrpSpPr/>
          <p:nvPr/>
        </p:nvGrpSpPr>
        <p:grpSpPr>
          <a:xfrm>
            <a:off x="168062" y="916155"/>
            <a:ext cx="3482281" cy="2131845"/>
            <a:chOff x="168062" y="916155"/>
            <a:chExt cx="3482281" cy="2131845"/>
          </a:xfrm>
        </p:grpSpPr>
        <p:grpSp>
          <p:nvGrpSpPr>
            <p:cNvPr id="198" name="Group 197">
              <a:extLst>
                <a:ext uri="{FF2B5EF4-FFF2-40B4-BE49-F238E27FC236}">
                  <a16:creationId xmlns:a16="http://schemas.microsoft.com/office/drawing/2014/main" id="{7141B981-5AB3-B40A-6591-CF9102938EF6}"/>
                </a:ext>
              </a:extLst>
            </p:cNvPr>
            <p:cNvGrpSpPr/>
            <p:nvPr/>
          </p:nvGrpSpPr>
          <p:grpSpPr>
            <a:xfrm>
              <a:off x="535113" y="1233189"/>
              <a:ext cx="3115230" cy="1814811"/>
              <a:chOff x="3225800" y="2071914"/>
              <a:chExt cx="5740399" cy="2983681"/>
            </a:xfrm>
          </p:grpSpPr>
          <p:grpSp>
            <p:nvGrpSpPr>
              <p:cNvPr id="200" name="Group 199">
                <a:extLst>
                  <a:ext uri="{FF2B5EF4-FFF2-40B4-BE49-F238E27FC236}">
                    <a16:creationId xmlns:a16="http://schemas.microsoft.com/office/drawing/2014/main" id="{FA121CC7-B3A7-6ABA-811E-80CAB1FD0FD3}"/>
                  </a:ext>
                </a:extLst>
              </p:cNvPr>
              <p:cNvGrpSpPr/>
              <p:nvPr/>
            </p:nvGrpSpPr>
            <p:grpSpPr>
              <a:xfrm>
                <a:off x="3225800" y="2071914"/>
                <a:ext cx="5740399" cy="2714172"/>
                <a:chOff x="3225800" y="2071914"/>
                <a:chExt cx="5740399" cy="2714172"/>
              </a:xfrm>
            </p:grpSpPr>
            <p:sp>
              <p:nvSpPr>
                <p:cNvPr id="202" name="Rectangle: Rounded Corners 201">
                  <a:extLst>
                    <a:ext uri="{FF2B5EF4-FFF2-40B4-BE49-F238E27FC236}">
                      <a16:creationId xmlns:a16="http://schemas.microsoft.com/office/drawing/2014/main" id="{A96EF19A-A47D-01CA-03ED-9886B4E9D560}"/>
                    </a:ext>
                  </a:extLst>
                </p:cNvPr>
                <p:cNvSpPr/>
                <p:nvPr/>
              </p:nvSpPr>
              <p:spPr>
                <a:xfrm>
                  <a:off x="3225800" y="2071914"/>
                  <a:ext cx="5740399" cy="2714172"/>
                </a:xfrm>
                <a:prstGeom prst="round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3" name="Rectangle: Rounded Corners 202">
                  <a:extLst>
                    <a:ext uri="{FF2B5EF4-FFF2-40B4-BE49-F238E27FC236}">
                      <a16:creationId xmlns:a16="http://schemas.microsoft.com/office/drawing/2014/main" id="{8C374D5C-FC22-4E5C-F455-B4854D3A704C}"/>
                    </a:ext>
                  </a:extLst>
                </p:cNvPr>
                <p:cNvSpPr/>
                <p:nvPr/>
              </p:nvSpPr>
              <p:spPr>
                <a:xfrm>
                  <a:off x="3360056" y="2184399"/>
                  <a:ext cx="5477122" cy="2489200"/>
                </a:xfrm>
                <a:prstGeom prst="roundRect">
                  <a:avLst/>
                </a:prstGeom>
                <a:solidFill>
                  <a:schemeClr val="accent5"/>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201" name="TextBox 200">
                <a:extLst>
                  <a:ext uri="{FF2B5EF4-FFF2-40B4-BE49-F238E27FC236}">
                    <a16:creationId xmlns:a16="http://schemas.microsoft.com/office/drawing/2014/main" id="{AF7FC626-1340-E633-172F-F4E13A4C04C5}"/>
                  </a:ext>
                </a:extLst>
              </p:cNvPr>
              <p:cNvSpPr txBox="1"/>
              <p:nvPr/>
            </p:nvSpPr>
            <p:spPr>
              <a:xfrm>
                <a:off x="3849989" y="2645028"/>
                <a:ext cx="4615543" cy="2410567"/>
              </a:xfrm>
              <a:prstGeom prst="rect">
                <a:avLst/>
              </a:prstGeom>
              <a:noFill/>
            </p:spPr>
            <p:txBody>
              <a:bodyPr wrap="square" rtlCol="0">
                <a:spAutoFit/>
              </a:bodyPr>
              <a:lstStyle/>
              <a:p>
                <a:r>
                  <a:rPr lang="en-SG" sz="2000" b="1" dirty="0">
                    <a:solidFill>
                      <a:schemeClr val="bg1"/>
                    </a:solidFill>
                  </a:rPr>
                  <a:t>Welcome! First a short tutorial…</a:t>
                </a:r>
              </a:p>
              <a:p>
                <a:endParaRPr lang="en-SG" sz="900" b="1" dirty="0">
                  <a:solidFill>
                    <a:schemeClr val="bg1"/>
                  </a:solidFill>
                </a:endParaRPr>
              </a:p>
              <a:p>
                <a:r>
                  <a:rPr lang="en-SG" sz="1600" i="1" dirty="0">
                    <a:solidFill>
                      <a:schemeClr val="bg1"/>
                    </a:solidFill>
                  </a:rPr>
                  <a:t>Tap anywhere to continue</a:t>
                </a:r>
              </a:p>
            </p:txBody>
          </p:sp>
        </p:grpSp>
        <p:pic>
          <p:nvPicPr>
            <p:cNvPr id="217" name="Picture 216" descr="A blue and white logo&#10;&#10;AI-generated content may be incorrect.">
              <a:extLst>
                <a:ext uri="{FF2B5EF4-FFF2-40B4-BE49-F238E27FC236}">
                  <a16:creationId xmlns:a16="http://schemas.microsoft.com/office/drawing/2014/main" id="{A8F80057-FFC9-6FD3-3DEA-2EDA9D3DE55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8062" y="916155"/>
              <a:ext cx="758741" cy="758741"/>
            </a:xfrm>
            <a:prstGeom prst="rect">
              <a:avLst/>
            </a:prstGeom>
          </p:spPr>
        </p:pic>
      </p:grpSp>
      <p:grpSp>
        <p:nvGrpSpPr>
          <p:cNvPr id="224" name="Group 223">
            <a:extLst>
              <a:ext uri="{FF2B5EF4-FFF2-40B4-BE49-F238E27FC236}">
                <a16:creationId xmlns:a16="http://schemas.microsoft.com/office/drawing/2014/main" id="{FF68CC94-F6BA-8A16-275B-E200804F0A45}"/>
              </a:ext>
            </a:extLst>
          </p:cNvPr>
          <p:cNvGrpSpPr/>
          <p:nvPr/>
        </p:nvGrpSpPr>
        <p:grpSpPr>
          <a:xfrm>
            <a:off x="1595396" y="7558"/>
            <a:ext cx="2316407" cy="547727"/>
            <a:chOff x="1595396" y="7558"/>
            <a:chExt cx="2316407" cy="547727"/>
          </a:xfrm>
        </p:grpSpPr>
        <p:sp>
          <p:nvSpPr>
            <p:cNvPr id="225" name="Arrow: Chevron 224">
              <a:hlinkClick r:id="rId7" action="ppaction://hlinksldjump"/>
              <a:extLst>
                <a:ext uri="{FF2B5EF4-FFF2-40B4-BE49-F238E27FC236}">
                  <a16:creationId xmlns:a16="http://schemas.microsoft.com/office/drawing/2014/main" id="{17F1BBCC-C92D-6189-15FB-F0F2FA088C9F}"/>
                </a:ext>
              </a:extLst>
            </p:cNvPr>
            <p:cNvSpPr/>
            <p:nvPr userDrawn="1"/>
          </p:nvSpPr>
          <p:spPr>
            <a:xfrm>
              <a:off x="1595396" y="7558"/>
              <a:ext cx="2316407" cy="547727"/>
            </a:xfrm>
            <a:prstGeom prst="chevron">
              <a:avLst/>
            </a:prstGeom>
            <a:solidFill>
              <a:schemeClr val="bg1"/>
            </a:solidFill>
            <a:ln>
              <a:solidFill>
                <a:srgbClr val="2F3C7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solidFill>
                  <a:schemeClr val="tx1"/>
                </a:solidFill>
              </a:endParaRPr>
            </a:p>
          </p:txBody>
        </p:sp>
        <p:sp>
          <p:nvSpPr>
            <p:cNvPr id="226" name="TextBox 225">
              <a:hlinkClick r:id="rId7" action="ppaction://hlinksldjump"/>
              <a:extLst>
                <a:ext uri="{FF2B5EF4-FFF2-40B4-BE49-F238E27FC236}">
                  <a16:creationId xmlns:a16="http://schemas.microsoft.com/office/drawing/2014/main" id="{72D07D53-CDC8-4C4A-6A94-E12F2075E592}"/>
                </a:ext>
              </a:extLst>
            </p:cNvPr>
            <p:cNvSpPr txBox="1"/>
            <p:nvPr userDrawn="1"/>
          </p:nvSpPr>
          <p:spPr>
            <a:xfrm>
              <a:off x="1918736" y="24507"/>
              <a:ext cx="1671209" cy="523220"/>
            </a:xfrm>
            <a:prstGeom prst="rect">
              <a:avLst/>
            </a:prstGeom>
            <a:noFill/>
          </p:spPr>
          <p:txBody>
            <a:bodyPr wrap="square" rtlCol="0">
              <a:spAutoFit/>
            </a:bodyPr>
            <a:lstStyle/>
            <a:p>
              <a:pPr algn="ctr"/>
              <a:r>
                <a:rPr lang="en-SG" sz="2800" b="0" dirty="0">
                  <a:solidFill>
                    <a:schemeClr val="tx1"/>
                  </a:solidFill>
                </a:rPr>
                <a:t>Join</a:t>
              </a:r>
              <a:endParaRPr lang="en-SG" sz="2400" b="0" dirty="0">
                <a:solidFill>
                  <a:schemeClr val="tx1"/>
                </a:solidFill>
              </a:endParaRPr>
            </a:p>
          </p:txBody>
        </p:sp>
      </p:grpSp>
      <p:pic>
        <p:nvPicPr>
          <p:cNvPr id="223" name="Picture 222" descr="A yellow hand pointing up&#10;&#10;AI-generated content may be incorrect.">
            <a:extLst>
              <a:ext uri="{FF2B5EF4-FFF2-40B4-BE49-F238E27FC236}">
                <a16:creationId xmlns:a16="http://schemas.microsoft.com/office/drawing/2014/main" id="{E8CA3021-1C40-56D0-9149-6C7EC21F977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418212" y="336905"/>
            <a:ext cx="663866" cy="663866"/>
          </a:xfrm>
          <a:prstGeom prst="rect">
            <a:avLst/>
          </a:prstGeom>
        </p:spPr>
      </p:pic>
      <p:grpSp>
        <p:nvGrpSpPr>
          <p:cNvPr id="227" name="Group 226">
            <a:extLst>
              <a:ext uri="{FF2B5EF4-FFF2-40B4-BE49-F238E27FC236}">
                <a16:creationId xmlns:a16="http://schemas.microsoft.com/office/drawing/2014/main" id="{4C04F96F-EFC6-57E8-95CB-DAD3FCF21CAF}"/>
              </a:ext>
            </a:extLst>
          </p:cNvPr>
          <p:cNvGrpSpPr/>
          <p:nvPr/>
        </p:nvGrpSpPr>
        <p:grpSpPr>
          <a:xfrm>
            <a:off x="4136947" y="715037"/>
            <a:ext cx="3084585" cy="1174394"/>
            <a:chOff x="3378090" y="1544951"/>
            <a:chExt cx="3084585" cy="1174394"/>
          </a:xfrm>
        </p:grpSpPr>
        <p:sp>
          <p:nvSpPr>
            <p:cNvPr id="228" name="TextBox 227">
              <a:extLst>
                <a:ext uri="{FF2B5EF4-FFF2-40B4-BE49-F238E27FC236}">
                  <a16:creationId xmlns:a16="http://schemas.microsoft.com/office/drawing/2014/main" id="{E67357E9-11E7-FE42-1643-CA37CFF461B2}"/>
                </a:ext>
              </a:extLst>
            </p:cNvPr>
            <p:cNvSpPr txBox="1"/>
            <p:nvPr/>
          </p:nvSpPr>
          <p:spPr>
            <a:xfrm>
              <a:off x="3655671" y="1888348"/>
              <a:ext cx="2807004" cy="830997"/>
            </a:xfrm>
            <a:prstGeom prst="rect">
              <a:avLst/>
            </a:prstGeom>
            <a:solidFill>
              <a:schemeClr val="bg1"/>
            </a:solidFill>
            <a:ln w="25400">
              <a:solidFill>
                <a:schemeClr val="accent5"/>
              </a:solidFill>
            </a:ln>
          </p:spPr>
          <p:txBody>
            <a:bodyPr wrap="square" rtlCol="0">
              <a:spAutoFit/>
            </a:bodyPr>
            <a:lstStyle/>
            <a:p>
              <a:pPr algn="just"/>
              <a:r>
                <a:rPr lang="en-US" sz="1600" dirty="0">
                  <a:solidFill>
                    <a:srgbClr val="000000"/>
                  </a:solidFill>
                  <a:latin typeface="Arial" panose="020B0604020202020204" pitchFamily="34" charset="0"/>
                  <a:cs typeface="Arial" panose="020B0604020202020204" pitchFamily="34" charset="0"/>
                </a:rPr>
                <a:t>Users can also navigate to other pages by clicking on the ribbon</a:t>
              </a:r>
            </a:p>
          </p:txBody>
        </p:sp>
        <p:pic>
          <p:nvPicPr>
            <p:cNvPr id="229" name="Picture 228">
              <a:extLst>
                <a:ext uri="{FF2B5EF4-FFF2-40B4-BE49-F238E27FC236}">
                  <a16:creationId xmlns:a16="http://schemas.microsoft.com/office/drawing/2014/main" id="{A8238640-38E8-70FE-5A3F-9815B994F29C}"/>
                </a:ext>
              </a:extLst>
            </p:cNvPr>
            <p:cNvPicPr>
              <a:picLocks noChangeAspect="1"/>
            </p:cNvPicPr>
            <p:nvPr/>
          </p:nvPicPr>
          <p:blipFill>
            <a:blip r:embed="rId9"/>
            <a:stretch>
              <a:fillRect/>
            </a:stretch>
          </p:blipFill>
          <p:spPr>
            <a:xfrm>
              <a:off x="3378090" y="1544951"/>
              <a:ext cx="555159" cy="555159"/>
            </a:xfrm>
            <a:prstGeom prst="rect">
              <a:avLst/>
            </a:prstGeom>
          </p:spPr>
        </p:pic>
      </p:grpSp>
    </p:spTree>
    <p:extLst>
      <p:ext uri="{BB962C8B-B14F-4D97-AF65-F5344CB8AC3E}">
        <p14:creationId xmlns:p14="http://schemas.microsoft.com/office/powerpoint/2010/main" val="34975756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223"/>
                                        </p:tgtEl>
                                        <p:attrNameLst>
                                          <p:attrName>style.visibility</p:attrName>
                                        </p:attrNameLst>
                                      </p:cBhvr>
                                      <p:to>
                                        <p:strVal val="visible"/>
                                      </p:to>
                                    </p:set>
                                  </p:childTnLst>
                                </p:cTn>
                              </p:par>
                            </p:childTnLst>
                          </p:cTn>
                        </p:par>
                        <p:par>
                          <p:cTn id="7" fill="hold">
                            <p:stCondLst>
                              <p:cond delay="500"/>
                            </p:stCondLst>
                            <p:childTnLst>
                              <p:par>
                                <p:cTn id="8" presetID="32" presetClass="emph" presetSubtype="0" fill="hold" nodeType="afterEffect">
                                  <p:stCondLst>
                                    <p:cond delay="0"/>
                                  </p:stCondLst>
                                  <p:childTnLst>
                                    <p:animRot by="120000">
                                      <p:cBhvr>
                                        <p:cTn id="9" dur="100" fill="hold">
                                          <p:stCondLst>
                                            <p:cond delay="0"/>
                                          </p:stCondLst>
                                        </p:cTn>
                                        <p:tgtEl>
                                          <p:spTgt spid="223"/>
                                        </p:tgtEl>
                                        <p:attrNameLst>
                                          <p:attrName>r</p:attrName>
                                        </p:attrNameLst>
                                      </p:cBhvr>
                                    </p:animRot>
                                    <p:animRot by="-240000">
                                      <p:cBhvr>
                                        <p:cTn id="10" dur="200" fill="hold">
                                          <p:stCondLst>
                                            <p:cond delay="200"/>
                                          </p:stCondLst>
                                        </p:cTn>
                                        <p:tgtEl>
                                          <p:spTgt spid="223"/>
                                        </p:tgtEl>
                                        <p:attrNameLst>
                                          <p:attrName>r</p:attrName>
                                        </p:attrNameLst>
                                      </p:cBhvr>
                                    </p:animRot>
                                    <p:animRot by="240000">
                                      <p:cBhvr>
                                        <p:cTn id="11" dur="200" fill="hold">
                                          <p:stCondLst>
                                            <p:cond delay="400"/>
                                          </p:stCondLst>
                                        </p:cTn>
                                        <p:tgtEl>
                                          <p:spTgt spid="223"/>
                                        </p:tgtEl>
                                        <p:attrNameLst>
                                          <p:attrName>r</p:attrName>
                                        </p:attrNameLst>
                                      </p:cBhvr>
                                    </p:animRot>
                                    <p:animRot by="-240000">
                                      <p:cBhvr>
                                        <p:cTn id="12" dur="200" fill="hold">
                                          <p:stCondLst>
                                            <p:cond delay="600"/>
                                          </p:stCondLst>
                                        </p:cTn>
                                        <p:tgtEl>
                                          <p:spTgt spid="223"/>
                                        </p:tgtEl>
                                        <p:attrNameLst>
                                          <p:attrName>r</p:attrName>
                                        </p:attrNameLst>
                                      </p:cBhvr>
                                    </p:animRot>
                                    <p:animRot by="120000">
                                      <p:cBhvr>
                                        <p:cTn id="13" dur="200" fill="hold">
                                          <p:stCondLst>
                                            <p:cond delay="800"/>
                                          </p:stCondLst>
                                        </p:cTn>
                                        <p:tgtEl>
                                          <p:spTgt spid="223"/>
                                        </p:tgtEl>
                                        <p:attrNameLst>
                                          <p:attrName>r</p:attrName>
                                        </p:attrNameLst>
                                      </p:cBhvr>
                                    </p:animRot>
                                  </p:childTnLst>
                                </p:cTn>
                              </p:par>
                              <p:par>
                                <p:cTn id="14" presetID="10" presetClass="entr" presetSubtype="0" fill="hold" nodeType="withEffect">
                                  <p:stCondLst>
                                    <p:cond delay="0"/>
                                  </p:stCondLst>
                                  <p:childTnLst>
                                    <p:set>
                                      <p:cBhvr>
                                        <p:cTn id="15" dur="1" fill="hold">
                                          <p:stCondLst>
                                            <p:cond delay="0"/>
                                          </p:stCondLst>
                                        </p:cTn>
                                        <p:tgtEl>
                                          <p:spTgt spid="227"/>
                                        </p:tgtEl>
                                        <p:attrNameLst>
                                          <p:attrName>style.visibility</p:attrName>
                                        </p:attrNameLst>
                                      </p:cBhvr>
                                      <p:to>
                                        <p:strVal val="visible"/>
                                      </p:to>
                                    </p:set>
                                    <p:animEffect transition="in" filter="fade">
                                      <p:cBhvr>
                                        <p:cTn id="16" dur="500"/>
                                        <p:tgtEl>
                                          <p:spTgt spid="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B9E05-4AC7-5442-2471-901613E773D1}"/>
            </a:ext>
          </a:extLst>
        </p:cNvPr>
        <p:cNvGrpSpPr/>
        <p:nvPr/>
      </p:nvGrpSpPr>
      <p:grpSpPr>
        <a:xfrm>
          <a:off x="0" y="0"/>
          <a:ext cx="0" cy="0"/>
          <a:chOff x="0" y="0"/>
          <a:chExt cx="0" cy="0"/>
        </a:xfrm>
      </p:grpSpPr>
      <p:grpSp>
        <p:nvGrpSpPr>
          <p:cNvPr id="168" name="Group 167">
            <a:extLst>
              <a:ext uri="{FF2B5EF4-FFF2-40B4-BE49-F238E27FC236}">
                <a16:creationId xmlns:a16="http://schemas.microsoft.com/office/drawing/2014/main" id="{97E30949-0EA1-D95A-D8FC-EF6154DFD0EC}"/>
              </a:ext>
            </a:extLst>
          </p:cNvPr>
          <p:cNvGrpSpPr/>
          <p:nvPr/>
        </p:nvGrpSpPr>
        <p:grpSpPr>
          <a:xfrm>
            <a:off x="0" y="696239"/>
            <a:ext cx="12211718" cy="5611720"/>
            <a:chOff x="3216648" y="4211669"/>
            <a:chExt cx="5758704" cy="2646330"/>
          </a:xfrm>
        </p:grpSpPr>
        <p:sp>
          <p:nvSpPr>
            <p:cNvPr id="99" name="Rectangle 98">
              <a:extLst>
                <a:ext uri="{FF2B5EF4-FFF2-40B4-BE49-F238E27FC236}">
                  <a16:creationId xmlns:a16="http://schemas.microsoft.com/office/drawing/2014/main" id="{6750361F-DCEF-7320-29F3-6136A2DE7C58}"/>
                </a:ext>
              </a:extLst>
            </p:cNvPr>
            <p:cNvSpPr/>
            <p:nvPr/>
          </p:nvSpPr>
          <p:spPr>
            <a:xfrm>
              <a:off x="3216648" y="421166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1" name="Freeform: Shape 100">
              <a:extLst>
                <a:ext uri="{FF2B5EF4-FFF2-40B4-BE49-F238E27FC236}">
                  <a16:creationId xmlns:a16="http://schemas.microsoft.com/office/drawing/2014/main" id="{CCE2678C-841A-B23D-9AEE-4AC4224837F1}"/>
                </a:ext>
              </a:extLst>
            </p:cNvPr>
            <p:cNvSpPr/>
            <p:nvPr/>
          </p:nvSpPr>
          <p:spPr>
            <a:xfrm>
              <a:off x="3230991" y="423128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08" name="Picture 107">
              <a:extLst>
                <a:ext uri="{FF2B5EF4-FFF2-40B4-BE49-F238E27FC236}">
                  <a16:creationId xmlns:a16="http://schemas.microsoft.com/office/drawing/2014/main" id="{9440E6A1-85D6-C344-31D6-EA1F0125E326}"/>
                </a:ext>
              </a:extLst>
            </p:cNvPr>
            <p:cNvPicPr>
              <a:picLocks noChangeAspect="1"/>
            </p:cNvPicPr>
            <p:nvPr/>
          </p:nvPicPr>
          <p:blipFill>
            <a:blip r:embed="rId3"/>
            <a:srcRect l="16117" r="13552"/>
            <a:stretch>
              <a:fillRect/>
            </a:stretch>
          </p:blipFill>
          <p:spPr>
            <a:xfrm>
              <a:off x="5948005" y="5268685"/>
              <a:ext cx="334895" cy="476171"/>
            </a:xfrm>
            <a:prstGeom prst="rect">
              <a:avLst/>
            </a:prstGeom>
          </p:spPr>
        </p:pic>
        <p:grpSp>
          <p:nvGrpSpPr>
            <p:cNvPr id="114" name="Group 113">
              <a:extLst>
                <a:ext uri="{FF2B5EF4-FFF2-40B4-BE49-F238E27FC236}">
                  <a16:creationId xmlns:a16="http://schemas.microsoft.com/office/drawing/2014/main" id="{A7EC83BB-EF3B-BF5C-5233-854A1893D1FB}"/>
                </a:ext>
              </a:extLst>
            </p:cNvPr>
            <p:cNvGrpSpPr/>
            <p:nvPr/>
          </p:nvGrpSpPr>
          <p:grpSpPr>
            <a:xfrm>
              <a:off x="7620370" y="4729264"/>
              <a:ext cx="1014010" cy="693309"/>
              <a:chOff x="7620370" y="4729264"/>
              <a:chExt cx="1014010" cy="693309"/>
            </a:xfrm>
          </p:grpSpPr>
          <p:pic>
            <p:nvPicPr>
              <p:cNvPr id="115" name="Picture 114">
                <a:extLst>
                  <a:ext uri="{FF2B5EF4-FFF2-40B4-BE49-F238E27FC236}">
                    <a16:creationId xmlns:a16="http://schemas.microsoft.com/office/drawing/2014/main" id="{18DD8B98-8706-5004-7423-201F7493D0B8}"/>
                  </a:ext>
                </a:extLst>
              </p:cNvPr>
              <p:cNvPicPr>
                <a:picLocks noChangeAspect="1"/>
              </p:cNvPicPr>
              <p:nvPr/>
            </p:nvPicPr>
            <p:blipFill>
              <a:blip r:embed="rId4"/>
              <a:stretch>
                <a:fillRect/>
              </a:stretch>
            </p:blipFill>
            <p:spPr>
              <a:xfrm>
                <a:off x="7884122" y="4729264"/>
                <a:ext cx="446487" cy="446487"/>
              </a:xfrm>
              <a:prstGeom prst="rect">
                <a:avLst/>
              </a:prstGeom>
            </p:spPr>
          </p:pic>
          <p:sp>
            <p:nvSpPr>
              <p:cNvPr id="116" name="TextBox 115">
                <a:extLst>
                  <a:ext uri="{FF2B5EF4-FFF2-40B4-BE49-F238E27FC236}">
                    <a16:creationId xmlns:a16="http://schemas.microsoft.com/office/drawing/2014/main" id="{0E81D23E-732D-2699-AD2C-525040781E90}"/>
                  </a:ext>
                </a:extLst>
              </p:cNvPr>
              <p:cNvSpPr txBox="1"/>
              <p:nvPr/>
            </p:nvSpPr>
            <p:spPr>
              <a:xfrm>
                <a:off x="7620370" y="5114796"/>
                <a:ext cx="1014010" cy="307777"/>
              </a:xfrm>
              <a:prstGeom prst="rect">
                <a:avLst/>
              </a:prstGeom>
              <a:noFill/>
              <a:ln>
                <a:noFill/>
              </a:ln>
            </p:spPr>
            <p:txBody>
              <a:bodyPr wrap="square" rtlCol="0">
                <a:spAutoFit/>
              </a:bodyPr>
              <a:lstStyle/>
              <a:p>
                <a:pPr algn="ctr"/>
                <a:r>
                  <a:rPr lang="en-SG" sz="1400" b="1" dirty="0">
                    <a:solidFill>
                      <a:schemeClr val="tx2"/>
                    </a:solidFill>
                    <a:latin typeface="+mn-lt"/>
                  </a:rPr>
                  <a:t>Entrance</a:t>
                </a:r>
              </a:p>
            </p:txBody>
          </p:sp>
        </p:grpSp>
        <p:sp>
          <p:nvSpPr>
            <p:cNvPr id="117" name="Rectangle: Rounded Corners 116">
              <a:extLst>
                <a:ext uri="{FF2B5EF4-FFF2-40B4-BE49-F238E27FC236}">
                  <a16:creationId xmlns:a16="http://schemas.microsoft.com/office/drawing/2014/main" id="{4072C755-0D20-5F73-0C7C-5BF3D135961F}"/>
                </a:ext>
              </a:extLst>
            </p:cNvPr>
            <p:cNvSpPr/>
            <p:nvPr/>
          </p:nvSpPr>
          <p:spPr>
            <a:xfrm>
              <a:off x="5478219" y="4975182"/>
              <a:ext cx="1274465" cy="292399"/>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You Are Here</a:t>
              </a:r>
            </a:p>
          </p:txBody>
        </p:sp>
      </p:grpSp>
      <p:sp>
        <p:nvSpPr>
          <p:cNvPr id="2" name="TextBox 1">
            <a:extLst>
              <a:ext uri="{FF2B5EF4-FFF2-40B4-BE49-F238E27FC236}">
                <a16:creationId xmlns:a16="http://schemas.microsoft.com/office/drawing/2014/main" id="{6C5900AD-8173-32FD-318C-64C1BC586EE7}"/>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4" name="Rectangle 3">
            <a:extLst>
              <a:ext uri="{FF2B5EF4-FFF2-40B4-BE49-F238E27FC236}">
                <a16:creationId xmlns:a16="http://schemas.microsoft.com/office/drawing/2014/main" id="{67EBF9F4-2ABE-9B89-8A5B-C6E00B54BDE9}"/>
              </a:ext>
            </a:extLst>
          </p:cNvPr>
          <p:cNvSpPr/>
          <p:nvPr/>
        </p:nvSpPr>
        <p:spPr>
          <a:xfrm>
            <a:off x="3054132" y="6455612"/>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Rides</a:t>
            </a:r>
            <a:endParaRPr lang="en-SG" sz="2400" b="1" dirty="0">
              <a:solidFill>
                <a:schemeClr val="tx1"/>
              </a:solidFill>
              <a:latin typeface="+mj-lt"/>
            </a:endParaRPr>
          </a:p>
        </p:txBody>
      </p:sp>
      <p:sp>
        <p:nvSpPr>
          <p:cNvPr id="17" name="Rectangle 16">
            <a:extLst>
              <a:ext uri="{FF2B5EF4-FFF2-40B4-BE49-F238E27FC236}">
                <a16:creationId xmlns:a16="http://schemas.microsoft.com/office/drawing/2014/main" id="{DDD41C7F-8051-0598-30FF-45399F5FFA5F}"/>
              </a:ext>
            </a:extLst>
          </p:cNvPr>
          <p:cNvSpPr/>
          <p:nvPr/>
        </p:nvSpPr>
        <p:spPr>
          <a:xfrm>
            <a:off x="8802915" y="696240"/>
            <a:ext cx="3389086" cy="15704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Rectangle 17">
            <a:extLst>
              <a:ext uri="{FF2B5EF4-FFF2-40B4-BE49-F238E27FC236}">
                <a16:creationId xmlns:a16="http://schemas.microsoft.com/office/drawing/2014/main" id="{0D5B3EAF-5A55-F3E8-FFD2-C5D749ABBF4B}"/>
              </a:ext>
            </a:extLst>
          </p:cNvPr>
          <p:cNvSpPr/>
          <p:nvPr/>
        </p:nvSpPr>
        <p:spPr>
          <a:xfrm>
            <a:off x="10742486" y="696239"/>
            <a:ext cx="1449514" cy="459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29" name="Rectangle 128">
            <a:extLst>
              <a:ext uri="{FF2B5EF4-FFF2-40B4-BE49-F238E27FC236}">
                <a16:creationId xmlns:a16="http://schemas.microsoft.com/office/drawing/2014/main" id="{79271BEC-5DC0-3DDE-1EB6-B137717061DA}"/>
              </a:ext>
            </a:extLst>
          </p:cNvPr>
          <p:cNvSpPr/>
          <p:nvPr/>
        </p:nvSpPr>
        <p:spPr>
          <a:xfrm>
            <a:off x="9147583" y="6455613"/>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Shows</a:t>
            </a:r>
            <a:endParaRPr lang="en-SG" sz="2400" b="1" dirty="0">
              <a:solidFill>
                <a:schemeClr val="tx1"/>
              </a:solidFill>
              <a:latin typeface="+mj-lt"/>
            </a:endParaRPr>
          </a:p>
        </p:txBody>
      </p:sp>
      <p:sp>
        <p:nvSpPr>
          <p:cNvPr id="144" name="TextBox 143">
            <a:extLst>
              <a:ext uri="{FF2B5EF4-FFF2-40B4-BE49-F238E27FC236}">
                <a16:creationId xmlns:a16="http://schemas.microsoft.com/office/drawing/2014/main" id="{78A040E5-DCDF-7796-B398-4C7772791161}"/>
              </a:ext>
            </a:extLst>
          </p:cNvPr>
          <p:cNvSpPr txBox="1"/>
          <p:nvPr/>
        </p:nvSpPr>
        <p:spPr>
          <a:xfrm>
            <a:off x="8802914" y="734547"/>
            <a:ext cx="1121512" cy="461665"/>
          </a:xfrm>
          <a:prstGeom prst="rect">
            <a:avLst/>
          </a:prstGeom>
          <a:noFill/>
        </p:spPr>
        <p:txBody>
          <a:bodyPr wrap="square" rtlCol="0">
            <a:spAutoFit/>
          </a:bodyPr>
          <a:lstStyle/>
          <a:p>
            <a:r>
              <a:rPr lang="en-SG" sz="2400" b="1" dirty="0"/>
              <a:t>Plan 1</a:t>
            </a:r>
          </a:p>
        </p:txBody>
      </p:sp>
      <p:sp>
        <p:nvSpPr>
          <p:cNvPr id="146" name="Rectangle 145">
            <a:extLst>
              <a:ext uri="{FF2B5EF4-FFF2-40B4-BE49-F238E27FC236}">
                <a16:creationId xmlns:a16="http://schemas.microsoft.com/office/drawing/2014/main" id="{B11B5DDF-B342-6199-7314-D65208D42076}"/>
              </a:ext>
            </a:extLst>
          </p:cNvPr>
          <p:cNvSpPr/>
          <p:nvPr/>
        </p:nvSpPr>
        <p:spPr>
          <a:xfrm>
            <a:off x="11170357" y="1890871"/>
            <a:ext cx="1021643" cy="375779"/>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SG" b="1" spc="0" dirty="0">
                <a:solidFill>
                  <a:schemeClr val="tx1"/>
                </a:solidFill>
                <a:latin typeface="+mj-lt"/>
              </a:rPr>
              <a:t>Confirm</a:t>
            </a:r>
            <a:endParaRPr lang="en-SG" sz="2000" b="1" spc="0" dirty="0">
              <a:solidFill>
                <a:schemeClr val="tx1"/>
              </a:solidFill>
              <a:latin typeface="+mj-lt"/>
            </a:endParaRPr>
          </a:p>
        </p:txBody>
      </p:sp>
      <p:grpSp>
        <p:nvGrpSpPr>
          <p:cNvPr id="152" name="Group 151">
            <a:extLst>
              <a:ext uri="{FF2B5EF4-FFF2-40B4-BE49-F238E27FC236}">
                <a16:creationId xmlns:a16="http://schemas.microsoft.com/office/drawing/2014/main" id="{8F54B1F7-95D2-13D3-8BB9-CC3E68284F7E}"/>
              </a:ext>
            </a:extLst>
          </p:cNvPr>
          <p:cNvGrpSpPr/>
          <p:nvPr/>
        </p:nvGrpSpPr>
        <p:grpSpPr>
          <a:xfrm>
            <a:off x="10345280" y="2114473"/>
            <a:ext cx="304354" cy="304354"/>
            <a:chOff x="5097805" y="3334561"/>
            <a:chExt cx="188877" cy="188877"/>
          </a:xfrm>
        </p:grpSpPr>
        <p:sp>
          <p:nvSpPr>
            <p:cNvPr id="153" name="Oval 152">
              <a:extLst>
                <a:ext uri="{FF2B5EF4-FFF2-40B4-BE49-F238E27FC236}">
                  <a16:creationId xmlns:a16="http://schemas.microsoft.com/office/drawing/2014/main" id="{9F8CD68C-09D9-FC8C-029C-6703B05C12DC}"/>
                </a:ext>
              </a:extLst>
            </p:cNvPr>
            <p:cNvSpPr/>
            <p:nvPr/>
          </p:nvSpPr>
          <p:spPr>
            <a:xfrm>
              <a:off x="5097805" y="3334561"/>
              <a:ext cx="188877" cy="18887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54" name="Plus Sign 153">
              <a:extLst>
                <a:ext uri="{FF2B5EF4-FFF2-40B4-BE49-F238E27FC236}">
                  <a16:creationId xmlns:a16="http://schemas.microsoft.com/office/drawing/2014/main" id="{BCD7EC42-3CB8-AA8D-8159-66E585F9BFCC}"/>
                </a:ext>
              </a:extLst>
            </p:cNvPr>
            <p:cNvSpPr/>
            <p:nvPr/>
          </p:nvSpPr>
          <p:spPr>
            <a:xfrm>
              <a:off x="5126715" y="3362860"/>
              <a:ext cx="131055" cy="131055"/>
            </a:xfrm>
            <a:prstGeom prst="mathPlus">
              <a:avLst>
                <a:gd name="adj1" fmla="val 210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126" name="Rectangle 125">
            <a:extLst>
              <a:ext uri="{FF2B5EF4-FFF2-40B4-BE49-F238E27FC236}">
                <a16:creationId xmlns:a16="http://schemas.microsoft.com/office/drawing/2014/main" id="{C9E4F2BD-86BE-2BD5-9079-76BF6EA9CB8F}"/>
              </a:ext>
            </a:extLst>
          </p:cNvPr>
          <p:cNvSpPr/>
          <p:nvPr/>
        </p:nvSpPr>
        <p:spPr>
          <a:xfrm>
            <a:off x="6096000" y="6455613"/>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Food</a:t>
            </a:r>
            <a:endParaRPr lang="en-SG" sz="2400" b="1" dirty="0">
              <a:solidFill>
                <a:schemeClr val="tx1"/>
              </a:solidFill>
              <a:latin typeface="+mj-lt"/>
            </a:endParaRPr>
          </a:p>
        </p:txBody>
      </p:sp>
      <p:grpSp>
        <p:nvGrpSpPr>
          <p:cNvPr id="180" name="Group 179">
            <a:extLst>
              <a:ext uri="{FF2B5EF4-FFF2-40B4-BE49-F238E27FC236}">
                <a16:creationId xmlns:a16="http://schemas.microsoft.com/office/drawing/2014/main" id="{9A7CDE47-0BBD-9BAD-4559-C88F5A5BBA56}"/>
              </a:ext>
            </a:extLst>
          </p:cNvPr>
          <p:cNvGrpSpPr/>
          <p:nvPr/>
        </p:nvGrpSpPr>
        <p:grpSpPr>
          <a:xfrm>
            <a:off x="5714080" y="6513889"/>
            <a:ext cx="223406" cy="301925"/>
            <a:chOff x="5714080" y="6513889"/>
            <a:chExt cx="223406" cy="301925"/>
          </a:xfrm>
        </p:grpSpPr>
        <p:pic>
          <p:nvPicPr>
            <p:cNvPr id="171" name="Picture 170" descr="A blue arrow pointing to the left&#10;&#10;AI-generated content may be incorrect.">
              <a:extLst>
                <a:ext uri="{FF2B5EF4-FFF2-40B4-BE49-F238E27FC236}">
                  <a16:creationId xmlns:a16="http://schemas.microsoft.com/office/drawing/2014/main" id="{1D68FD67-081B-DD06-3434-EE56E1FD5E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177" name="Picture 176" descr="A blue arrow pointing to the left&#10;&#10;AI-generated content may be incorrect.">
              <a:extLst>
                <a:ext uri="{FF2B5EF4-FFF2-40B4-BE49-F238E27FC236}">
                  <a16:creationId xmlns:a16="http://schemas.microsoft.com/office/drawing/2014/main" id="{3C322BCF-3EF5-B033-7FF3-FA2D191E39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grpSp>
        <p:nvGrpSpPr>
          <p:cNvPr id="181" name="Group 180">
            <a:extLst>
              <a:ext uri="{FF2B5EF4-FFF2-40B4-BE49-F238E27FC236}">
                <a16:creationId xmlns:a16="http://schemas.microsoft.com/office/drawing/2014/main" id="{0FA676BB-E5C9-B918-9566-AB1AE71CD807}"/>
              </a:ext>
            </a:extLst>
          </p:cNvPr>
          <p:cNvGrpSpPr/>
          <p:nvPr/>
        </p:nvGrpSpPr>
        <p:grpSpPr>
          <a:xfrm>
            <a:off x="8746233" y="6500473"/>
            <a:ext cx="223406" cy="301925"/>
            <a:chOff x="5714080" y="6513889"/>
            <a:chExt cx="223406" cy="301925"/>
          </a:xfrm>
        </p:grpSpPr>
        <p:pic>
          <p:nvPicPr>
            <p:cNvPr id="182" name="Picture 181" descr="A blue arrow pointing to the left&#10;&#10;AI-generated content may be incorrect.">
              <a:extLst>
                <a:ext uri="{FF2B5EF4-FFF2-40B4-BE49-F238E27FC236}">
                  <a16:creationId xmlns:a16="http://schemas.microsoft.com/office/drawing/2014/main" id="{FF84FED5-525A-5D73-F827-CD34A53628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185" name="Picture 184" descr="A blue arrow pointing to the left&#10;&#10;AI-generated content may be incorrect.">
              <a:extLst>
                <a:ext uri="{FF2B5EF4-FFF2-40B4-BE49-F238E27FC236}">
                  <a16:creationId xmlns:a16="http://schemas.microsoft.com/office/drawing/2014/main" id="{5FE7FB5C-5D8A-F18E-E663-937A8B83B1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grpSp>
        <p:nvGrpSpPr>
          <p:cNvPr id="187" name="Group 186">
            <a:extLst>
              <a:ext uri="{FF2B5EF4-FFF2-40B4-BE49-F238E27FC236}">
                <a16:creationId xmlns:a16="http://schemas.microsoft.com/office/drawing/2014/main" id="{AEF459EC-FBEA-1D5E-F143-FBE95D1AC938}"/>
              </a:ext>
            </a:extLst>
          </p:cNvPr>
          <p:cNvGrpSpPr/>
          <p:nvPr/>
        </p:nvGrpSpPr>
        <p:grpSpPr>
          <a:xfrm>
            <a:off x="11832683" y="6527488"/>
            <a:ext cx="223406" cy="301925"/>
            <a:chOff x="5714080" y="6513889"/>
            <a:chExt cx="223406" cy="301925"/>
          </a:xfrm>
        </p:grpSpPr>
        <p:pic>
          <p:nvPicPr>
            <p:cNvPr id="188" name="Picture 187" descr="A blue arrow pointing to the left&#10;&#10;AI-generated content may be incorrect.">
              <a:extLst>
                <a:ext uri="{FF2B5EF4-FFF2-40B4-BE49-F238E27FC236}">
                  <a16:creationId xmlns:a16="http://schemas.microsoft.com/office/drawing/2014/main" id="{0B57C196-847C-857F-733B-9B98CBF742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189" name="Picture 188" descr="A blue arrow pointing to the left&#10;&#10;AI-generated content may be incorrect.">
              <a:extLst>
                <a:ext uri="{FF2B5EF4-FFF2-40B4-BE49-F238E27FC236}">
                  <a16:creationId xmlns:a16="http://schemas.microsoft.com/office/drawing/2014/main" id="{1BF51A5C-95BF-6CDA-3D4D-B21695961DF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grpSp>
        <p:nvGrpSpPr>
          <p:cNvPr id="3" name="Group 2">
            <a:extLst>
              <a:ext uri="{FF2B5EF4-FFF2-40B4-BE49-F238E27FC236}">
                <a16:creationId xmlns:a16="http://schemas.microsoft.com/office/drawing/2014/main" id="{6C1DCA6B-48EE-0CC7-5FC4-79BCB8ACF924}"/>
              </a:ext>
            </a:extLst>
          </p:cNvPr>
          <p:cNvGrpSpPr/>
          <p:nvPr/>
        </p:nvGrpSpPr>
        <p:grpSpPr>
          <a:xfrm>
            <a:off x="53496" y="6455931"/>
            <a:ext cx="2887824" cy="402070"/>
            <a:chOff x="53496" y="6455931"/>
            <a:chExt cx="2887824" cy="402070"/>
          </a:xfrm>
        </p:grpSpPr>
        <p:grpSp>
          <p:nvGrpSpPr>
            <p:cNvPr id="100" name="Group 99">
              <a:extLst>
                <a:ext uri="{FF2B5EF4-FFF2-40B4-BE49-F238E27FC236}">
                  <a16:creationId xmlns:a16="http://schemas.microsoft.com/office/drawing/2014/main" id="{02D57259-E29E-872D-329E-DE2411DF5A7D}"/>
                </a:ext>
              </a:extLst>
            </p:cNvPr>
            <p:cNvGrpSpPr/>
            <p:nvPr/>
          </p:nvGrpSpPr>
          <p:grpSpPr>
            <a:xfrm>
              <a:off x="53496" y="6455931"/>
              <a:ext cx="2887824" cy="402070"/>
              <a:chOff x="107022" y="932757"/>
              <a:chExt cx="1159349" cy="267392"/>
            </a:xfrm>
          </p:grpSpPr>
          <p:sp>
            <p:nvSpPr>
              <p:cNvPr id="43" name="Freeform: Shape 42">
                <a:extLst>
                  <a:ext uri="{FF2B5EF4-FFF2-40B4-BE49-F238E27FC236}">
                    <a16:creationId xmlns:a16="http://schemas.microsoft.com/office/drawing/2014/main" id="{07DC4B98-25DA-60CB-2129-B62F6D1A769C}"/>
                  </a:ext>
                </a:extLst>
              </p:cNvPr>
              <p:cNvSpPr/>
              <p:nvPr/>
            </p:nvSpPr>
            <p:spPr>
              <a:xfrm>
                <a:off x="107022" y="932757"/>
                <a:ext cx="1159349" cy="267392"/>
              </a:xfrm>
              <a:custGeom>
                <a:avLst/>
                <a:gdLst>
                  <a:gd name="connsiteX0" fmla="*/ 131009 w 1748971"/>
                  <a:gd name="connsiteY0" fmla="*/ 0 h 414035"/>
                  <a:gd name="connsiteX1" fmla="*/ 1617962 w 1748971"/>
                  <a:gd name="connsiteY1" fmla="*/ 0 h 414035"/>
                  <a:gd name="connsiteX2" fmla="*/ 1748971 w 1748971"/>
                  <a:gd name="connsiteY2" fmla="*/ 131009 h 414035"/>
                  <a:gd name="connsiteX3" fmla="*/ 1748971 w 1748971"/>
                  <a:gd name="connsiteY3" fmla="*/ 414035 h 414035"/>
                  <a:gd name="connsiteX4" fmla="*/ 0 w 1748971"/>
                  <a:gd name="connsiteY4" fmla="*/ 414035 h 414035"/>
                  <a:gd name="connsiteX5" fmla="*/ 0 w 1748971"/>
                  <a:gd name="connsiteY5" fmla="*/ 131009 h 414035"/>
                  <a:gd name="connsiteX6" fmla="*/ 131009 w 1748971"/>
                  <a:gd name="connsiteY6" fmla="*/ 0 h 414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8971" h="414035">
                    <a:moveTo>
                      <a:pt x="131009" y="0"/>
                    </a:moveTo>
                    <a:lnTo>
                      <a:pt x="1617962" y="0"/>
                    </a:lnTo>
                    <a:cubicBezTo>
                      <a:pt x="1690316" y="0"/>
                      <a:pt x="1748971" y="58655"/>
                      <a:pt x="1748971" y="131009"/>
                    </a:cubicBezTo>
                    <a:lnTo>
                      <a:pt x="1748971" y="414035"/>
                    </a:lnTo>
                    <a:lnTo>
                      <a:pt x="0" y="414035"/>
                    </a:lnTo>
                    <a:lnTo>
                      <a:pt x="0" y="131009"/>
                    </a:lnTo>
                    <a:cubicBezTo>
                      <a:pt x="0" y="58655"/>
                      <a:pt x="58655" y="0"/>
                      <a:pt x="131009" y="0"/>
                    </a:cubicBez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SG" dirty="0"/>
              </a:p>
            </p:txBody>
          </p:sp>
          <p:sp>
            <p:nvSpPr>
              <p:cNvPr id="44" name="TextBox 43">
                <a:extLst>
                  <a:ext uri="{FF2B5EF4-FFF2-40B4-BE49-F238E27FC236}">
                    <a16:creationId xmlns:a16="http://schemas.microsoft.com/office/drawing/2014/main" id="{01AD89D2-199A-0CE1-4D7F-3FCC1542C45C}"/>
                  </a:ext>
                </a:extLst>
              </p:cNvPr>
              <p:cNvSpPr txBox="1"/>
              <p:nvPr/>
            </p:nvSpPr>
            <p:spPr>
              <a:xfrm>
                <a:off x="184953" y="950200"/>
                <a:ext cx="1003487" cy="225151"/>
              </a:xfrm>
              <a:prstGeom prst="rect">
                <a:avLst/>
              </a:prstGeom>
              <a:noFill/>
            </p:spPr>
            <p:txBody>
              <a:bodyPr wrap="square" rtlCol="0">
                <a:spAutoFit/>
              </a:bodyPr>
              <a:lstStyle/>
              <a:p>
                <a:pPr algn="ctr"/>
                <a:r>
                  <a:rPr lang="en-SG" sz="1600" b="1" dirty="0"/>
                  <a:t>Park-wide Filters</a:t>
                </a:r>
                <a:endParaRPr lang="en-SG" sz="2000" b="1" dirty="0"/>
              </a:p>
            </p:txBody>
          </p:sp>
        </p:grpSp>
        <p:pic>
          <p:nvPicPr>
            <p:cNvPr id="193" name="Picture 192" descr="A blue arrow pointing to the left&#10;&#10;AI-generated content may be incorrect.">
              <a:extLst>
                <a:ext uri="{FF2B5EF4-FFF2-40B4-BE49-F238E27FC236}">
                  <a16:creationId xmlns:a16="http://schemas.microsoft.com/office/drawing/2014/main" id="{75E23030-12D2-3EFA-704D-0F85920B4F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2620909" y="6549677"/>
              <a:ext cx="177977" cy="223406"/>
            </a:xfrm>
            <a:prstGeom prst="rect">
              <a:avLst/>
            </a:prstGeom>
          </p:spPr>
        </p:pic>
        <p:pic>
          <p:nvPicPr>
            <p:cNvPr id="194" name="Picture 193" descr="A blue arrow pointing to the left&#10;&#10;AI-generated content may be incorrect.">
              <a:extLst>
                <a:ext uri="{FF2B5EF4-FFF2-40B4-BE49-F238E27FC236}">
                  <a16:creationId xmlns:a16="http://schemas.microsoft.com/office/drawing/2014/main" id="{95AC849E-0FBA-051F-4B78-56F884F169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95928" y="6549676"/>
              <a:ext cx="177977" cy="223406"/>
            </a:xfrm>
            <a:prstGeom prst="rect">
              <a:avLst/>
            </a:prstGeom>
          </p:spPr>
        </p:pic>
      </p:grpSp>
      <p:sp>
        <p:nvSpPr>
          <p:cNvPr id="221" name="Rectangle 220">
            <a:hlinkClick r:id="rId6" action="ppaction://hlinksldjump"/>
            <a:extLst>
              <a:ext uri="{FF2B5EF4-FFF2-40B4-BE49-F238E27FC236}">
                <a16:creationId xmlns:a16="http://schemas.microsoft.com/office/drawing/2014/main" id="{E704311E-3034-FC2B-09C1-8346554BC7F4}"/>
              </a:ext>
            </a:extLst>
          </p:cNvPr>
          <p:cNvSpPr/>
          <p:nvPr/>
        </p:nvSpPr>
        <p:spPr>
          <a:xfrm>
            <a:off x="1" y="705918"/>
            <a:ext cx="12207164" cy="5611720"/>
          </a:xfrm>
          <a:prstGeom prst="rect">
            <a:avLst/>
          </a:prstGeom>
          <a:solidFill>
            <a:schemeClr val="bg1">
              <a:lumMod val="50000"/>
              <a:alpha val="70000"/>
            </a:schemeClr>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222" name="Group 221">
            <a:extLst>
              <a:ext uri="{FF2B5EF4-FFF2-40B4-BE49-F238E27FC236}">
                <a16:creationId xmlns:a16="http://schemas.microsoft.com/office/drawing/2014/main" id="{59D092CC-676F-90ED-4F80-B3564928D830}"/>
              </a:ext>
            </a:extLst>
          </p:cNvPr>
          <p:cNvGrpSpPr/>
          <p:nvPr/>
        </p:nvGrpSpPr>
        <p:grpSpPr>
          <a:xfrm>
            <a:off x="168062" y="916155"/>
            <a:ext cx="3482281" cy="2131845"/>
            <a:chOff x="168062" y="916155"/>
            <a:chExt cx="3482281" cy="2131845"/>
          </a:xfrm>
        </p:grpSpPr>
        <p:grpSp>
          <p:nvGrpSpPr>
            <p:cNvPr id="198" name="Group 197">
              <a:extLst>
                <a:ext uri="{FF2B5EF4-FFF2-40B4-BE49-F238E27FC236}">
                  <a16:creationId xmlns:a16="http://schemas.microsoft.com/office/drawing/2014/main" id="{FAC23BF5-0C1F-DFE0-F059-2F83D1805208}"/>
                </a:ext>
              </a:extLst>
            </p:cNvPr>
            <p:cNvGrpSpPr/>
            <p:nvPr/>
          </p:nvGrpSpPr>
          <p:grpSpPr>
            <a:xfrm>
              <a:off x="535113" y="1233189"/>
              <a:ext cx="3115230" cy="1814811"/>
              <a:chOff x="3225800" y="2071914"/>
              <a:chExt cx="5740399" cy="2983681"/>
            </a:xfrm>
          </p:grpSpPr>
          <p:grpSp>
            <p:nvGrpSpPr>
              <p:cNvPr id="200" name="Group 199">
                <a:extLst>
                  <a:ext uri="{FF2B5EF4-FFF2-40B4-BE49-F238E27FC236}">
                    <a16:creationId xmlns:a16="http://schemas.microsoft.com/office/drawing/2014/main" id="{F086432B-5846-8C9B-8C9B-4C1A36248D8A}"/>
                  </a:ext>
                </a:extLst>
              </p:cNvPr>
              <p:cNvGrpSpPr/>
              <p:nvPr/>
            </p:nvGrpSpPr>
            <p:grpSpPr>
              <a:xfrm>
                <a:off x="3225800" y="2071914"/>
                <a:ext cx="5740399" cy="2714172"/>
                <a:chOff x="3225800" y="2071914"/>
                <a:chExt cx="5740399" cy="2714172"/>
              </a:xfrm>
            </p:grpSpPr>
            <p:sp>
              <p:nvSpPr>
                <p:cNvPr id="202" name="Rectangle: Rounded Corners 201">
                  <a:extLst>
                    <a:ext uri="{FF2B5EF4-FFF2-40B4-BE49-F238E27FC236}">
                      <a16:creationId xmlns:a16="http://schemas.microsoft.com/office/drawing/2014/main" id="{FA0E5CB7-303F-8465-F054-11EB497C3D9D}"/>
                    </a:ext>
                  </a:extLst>
                </p:cNvPr>
                <p:cNvSpPr/>
                <p:nvPr/>
              </p:nvSpPr>
              <p:spPr>
                <a:xfrm>
                  <a:off x="3225800" y="2071914"/>
                  <a:ext cx="5740399" cy="2714172"/>
                </a:xfrm>
                <a:prstGeom prst="round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3" name="Rectangle: Rounded Corners 202">
                  <a:extLst>
                    <a:ext uri="{FF2B5EF4-FFF2-40B4-BE49-F238E27FC236}">
                      <a16:creationId xmlns:a16="http://schemas.microsoft.com/office/drawing/2014/main" id="{DC0BBB94-224B-D686-135C-EC018F60BCB2}"/>
                    </a:ext>
                  </a:extLst>
                </p:cNvPr>
                <p:cNvSpPr/>
                <p:nvPr/>
              </p:nvSpPr>
              <p:spPr>
                <a:xfrm>
                  <a:off x="3360056" y="2184399"/>
                  <a:ext cx="5477122" cy="2489200"/>
                </a:xfrm>
                <a:prstGeom prst="roundRect">
                  <a:avLst/>
                </a:prstGeom>
                <a:solidFill>
                  <a:schemeClr val="accent5"/>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201" name="TextBox 200">
                <a:extLst>
                  <a:ext uri="{FF2B5EF4-FFF2-40B4-BE49-F238E27FC236}">
                    <a16:creationId xmlns:a16="http://schemas.microsoft.com/office/drawing/2014/main" id="{B2091CEB-2DA0-BDD7-AE26-0B842B898480}"/>
                  </a:ext>
                </a:extLst>
              </p:cNvPr>
              <p:cNvSpPr txBox="1"/>
              <p:nvPr/>
            </p:nvSpPr>
            <p:spPr>
              <a:xfrm>
                <a:off x="3849989" y="2645028"/>
                <a:ext cx="4615543" cy="2410567"/>
              </a:xfrm>
              <a:prstGeom prst="rect">
                <a:avLst/>
              </a:prstGeom>
              <a:noFill/>
            </p:spPr>
            <p:txBody>
              <a:bodyPr wrap="square" rtlCol="0">
                <a:spAutoFit/>
              </a:bodyPr>
              <a:lstStyle/>
              <a:p>
                <a:r>
                  <a:rPr lang="en-SG" sz="2000" b="1" dirty="0">
                    <a:solidFill>
                      <a:schemeClr val="bg1"/>
                    </a:solidFill>
                  </a:rPr>
                  <a:t>Welcome! First a short tutorial…</a:t>
                </a:r>
              </a:p>
              <a:p>
                <a:endParaRPr lang="en-SG" sz="900" b="1" dirty="0">
                  <a:solidFill>
                    <a:schemeClr val="bg1"/>
                  </a:solidFill>
                </a:endParaRPr>
              </a:p>
              <a:p>
                <a:r>
                  <a:rPr lang="en-SG" sz="1600" i="1" dirty="0">
                    <a:solidFill>
                      <a:schemeClr val="bg1"/>
                    </a:solidFill>
                  </a:rPr>
                  <a:t>Tap anywhere to continue</a:t>
                </a:r>
              </a:p>
            </p:txBody>
          </p:sp>
        </p:grpSp>
        <p:pic>
          <p:nvPicPr>
            <p:cNvPr id="217" name="Picture 216" descr="A blue and white logo&#10;&#10;AI-generated content may be incorrect.">
              <a:extLst>
                <a:ext uri="{FF2B5EF4-FFF2-40B4-BE49-F238E27FC236}">
                  <a16:creationId xmlns:a16="http://schemas.microsoft.com/office/drawing/2014/main" id="{CDA21CBE-7A1E-B5A5-967B-9183DE7565D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8062" y="916155"/>
              <a:ext cx="758741" cy="758741"/>
            </a:xfrm>
            <a:prstGeom prst="rect">
              <a:avLst/>
            </a:prstGeom>
          </p:spPr>
        </p:pic>
      </p:grpSp>
      <p:pic>
        <p:nvPicPr>
          <p:cNvPr id="223" name="Picture 222" descr="A yellow hand pointing up&#10;&#10;AI-generated content may be incorrect.">
            <a:extLst>
              <a:ext uri="{FF2B5EF4-FFF2-40B4-BE49-F238E27FC236}">
                <a16:creationId xmlns:a16="http://schemas.microsoft.com/office/drawing/2014/main" id="{27803BB6-3C4D-2358-EBBC-5A90279FA74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378638" y="4206626"/>
            <a:ext cx="663866" cy="663866"/>
          </a:xfrm>
          <a:prstGeom prst="rect">
            <a:avLst/>
          </a:prstGeom>
        </p:spPr>
      </p:pic>
      <p:sp>
        <p:nvSpPr>
          <p:cNvPr id="228" name="TextBox 227">
            <a:extLst>
              <a:ext uri="{FF2B5EF4-FFF2-40B4-BE49-F238E27FC236}">
                <a16:creationId xmlns:a16="http://schemas.microsoft.com/office/drawing/2014/main" id="{AC474345-F9F8-8EAB-724E-93C4CA6FCD50}"/>
              </a:ext>
            </a:extLst>
          </p:cNvPr>
          <p:cNvSpPr txBox="1"/>
          <p:nvPr/>
        </p:nvSpPr>
        <p:spPr>
          <a:xfrm>
            <a:off x="5237481" y="2367580"/>
            <a:ext cx="4302594" cy="2308324"/>
          </a:xfrm>
          <a:prstGeom prst="rect">
            <a:avLst/>
          </a:prstGeom>
          <a:solidFill>
            <a:schemeClr val="bg1"/>
          </a:solidFill>
          <a:ln w="25400">
            <a:solidFill>
              <a:schemeClr val="accent5"/>
            </a:solidFill>
          </a:ln>
        </p:spPr>
        <p:txBody>
          <a:bodyPr wrap="square" rtlCol="0">
            <a:spAutoFit/>
          </a:bodyPr>
          <a:lstStyle/>
          <a:p>
            <a:pPr algn="just"/>
            <a:r>
              <a:rPr lang="en-US" sz="1600" dirty="0">
                <a:solidFill>
                  <a:srgbClr val="000000"/>
                </a:solidFill>
                <a:latin typeface="Arial" panose="020B0604020202020204" pitchFamily="34" charset="0"/>
                <a:cs typeface="Arial" panose="020B0604020202020204" pitchFamily="34" charset="0"/>
              </a:rPr>
              <a:t>A quick tutorial to guide first-time/novice users how to navigate the planning feature. (This would not appear again for returning users).</a:t>
            </a:r>
          </a:p>
          <a:p>
            <a:pPr algn="just"/>
            <a:endParaRPr lang="en-US" sz="1600" dirty="0">
              <a:solidFill>
                <a:srgbClr val="000000"/>
              </a:solidFill>
              <a:latin typeface="Arial" panose="020B0604020202020204" pitchFamily="34" charset="0"/>
              <a:cs typeface="Arial" panose="020B0604020202020204" pitchFamily="34" charset="0"/>
            </a:endParaRPr>
          </a:p>
          <a:p>
            <a:pPr algn="just"/>
            <a:r>
              <a:rPr lang="en-US" sz="1600" dirty="0">
                <a:solidFill>
                  <a:srgbClr val="000000"/>
                </a:solidFill>
                <a:latin typeface="Arial" panose="020B0604020202020204" pitchFamily="34" charset="0"/>
                <a:cs typeface="Arial" panose="020B0604020202020204" pitchFamily="34" charset="0"/>
              </a:rPr>
              <a:t>For brevity, the tutorial is shown on this screen only. The same onboarding tips apply across all screens whenever users encounter new features.</a:t>
            </a:r>
          </a:p>
        </p:txBody>
      </p:sp>
      <p:pic>
        <p:nvPicPr>
          <p:cNvPr id="229" name="Picture 228">
            <a:extLst>
              <a:ext uri="{FF2B5EF4-FFF2-40B4-BE49-F238E27FC236}">
                <a16:creationId xmlns:a16="http://schemas.microsoft.com/office/drawing/2014/main" id="{00B15718-2C4B-B370-13CB-02295B39D836}"/>
              </a:ext>
            </a:extLst>
          </p:cNvPr>
          <p:cNvPicPr>
            <a:picLocks noChangeAspect="1"/>
          </p:cNvPicPr>
          <p:nvPr/>
        </p:nvPicPr>
        <p:blipFill>
          <a:blip r:embed="rId9"/>
          <a:stretch>
            <a:fillRect/>
          </a:stretch>
        </p:blipFill>
        <p:spPr>
          <a:xfrm>
            <a:off x="4959900" y="2024183"/>
            <a:ext cx="555159" cy="555159"/>
          </a:xfrm>
          <a:prstGeom prst="rect">
            <a:avLst/>
          </a:prstGeom>
        </p:spPr>
      </p:pic>
    </p:spTree>
    <p:extLst>
      <p:ext uri="{BB962C8B-B14F-4D97-AF65-F5344CB8AC3E}">
        <p14:creationId xmlns:p14="http://schemas.microsoft.com/office/powerpoint/2010/main" val="833234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223"/>
                                        </p:tgtEl>
                                        <p:attrNameLst>
                                          <p:attrName>style.visibility</p:attrName>
                                        </p:attrNameLst>
                                      </p:cBhvr>
                                      <p:to>
                                        <p:strVal val="visible"/>
                                      </p:to>
                                    </p:set>
                                  </p:childTnLst>
                                </p:cTn>
                              </p:par>
                            </p:childTnLst>
                          </p:cTn>
                        </p:par>
                        <p:par>
                          <p:cTn id="7" fill="hold">
                            <p:stCondLst>
                              <p:cond delay="500"/>
                            </p:stCondLst>
                            <p:childTnLst>
                              <p:par>
                                <p:cTn id="8" presetID="32" presetClass="emph" presetSubtype="0" fill="hold" nodeType="afterEffect">
                                  <p:stCondLst>
                                    <p:cond delay="0"/>
                                  </p:stCondLst>
                                  <p:childTnLst>
                                    <p:animRot by="120000">
                                      <p:cBhvr>
                                        <p:cTn id="9" dur="100" fill="hold">
                                          <p:stCondLst>
                                            <p:cond delay="0"/>
                                          </p:stCondLst>
                                        </p:cTn>
                                        <p:tgtEl>
                                          <p:spTgt spid="223"/>
                                        </p:tgtEl>
                                        <p:attrNameLst>
                                          <p:attrName>r</p:attrName>
                                        </p:attrNameLst>
                                      </p:cBhvr>
                                    </p:animRot>
                                    <p:animRot by="-240000">
                                      <p:cBhvr>
                                        <p:cTn id="10" dur="200" fill="hold">
                                          <p:stCondLst>
                                            <p:cond delay="200"/>
                                          </p:stCondLst>
                                        </p:cTn>
                                        <p:tgtEl>
                                          <p:spTgt spid="223"/>
                                        </p:tgtEl>
                                        <p:attrNameLst>
                                          <p:attrName>r</p:attrName>
                                        </p:attrNameLst>
                                      </p:cBhvr>
                                    </p:animRot>
                                    <p:animRot by="240000">
                                      <p:cBhvr>
                                        <p:cTn id="11" dur="200" fill="hold">
                                          <p:stCondLst>
                                            <p:cond delay="400"/>
                                          </p:stCondLst>
                                        </p:cTn>
                                        <p:tgtEl>
                                          <p:spTgt spid="223"/>
                                        </p:tgtEl>
                                        <p:attrNameLst>
                                          <p:attrName>r</p:attrName>
                                        </p:attrNameLst>
                                      </p:cBhvr>
                                    </p:animRot>
                                    <p:animRot by="-240000">
                                      <p:cBhvr>
                                        <p:cTn id="12" dur="200" fill="hold">
                                          <p:stCondLst>
                                            <p:cond delay="600"/>
                                          </p:stCondLst>
                                        </p:cTn>
                                        <p:tgtEl>
                                          <p:spTgt spid="223"/>
                                        </p:tgtEl>
                                        <p:attrNameLst>
                                          <p:attrName>r</p:attrName>
                                        </p:attrNameLst>
                                      </p:cBhvr>
                                    </p:animRot>
                                    <p:animRot by="120000">
                                      <p:cBhvr>
                                        <p:cTn id="13" dur="200" fill="hold">
                                          <p:stCondLst>
                                            <p:cond delay="800"/>
                                          </p:stCondLst>
                                        </p:cTn>
                                        <p:tgtEl>
                                          <p:spTgt spid="22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6178B-C5AE-7796-4831-B528BD664E8D}"/>
            </a:ext>
          </a:extLst>
        </p:cNvPr>
        <p:cNvGrpSpPr/>
        <p:nvPr/>
      </p:nvGrpSpPr>
      <p:grpSpPr>
        <a:xfrm>
          <a:off x="0" y="0"/>
          <a:ext cx="0" cy="0"/>
          <a:chOff x="0" y="0"/>
          <a:chExt cx="0" cy="0"/>
        </a:xfrm>
      </p:grpSpPr>
      <p:grpSp>
        <p:nvGrpSpPr>
          <p:cNvPr id="168" name="Group 167">
            <a:extLst>
              <a:ext uri="{FF2B5EF4-FFF2-40B4-BE49-F238E27FC236}">
                <a16:creationId xmlns:a16="http://schemas.microsoft.com/office/drawing/2014/main" id="{59344577-8862-4D7C-C689-7D57EC94C757}"/>
              </a:ext>
            </a:extLst>
          </p:cNvPr>
          <p:cNvGrpSpPr/>
          <p:nvPr/>
        </p:nvGrpSpPr>
        <p:grpSpPr>
          <a:xfrm>
            <a:off x="0" y="696239"/>
            <a:ext cx="12211718" cy="5611720"/>
            <a:chOff x="3216648" y="4211669"/>
            <a:chExt cx="5758704" cy="2646330"/>
          </a:xfrm>
        </p:grpSpPr>
        <p:sp>
          <p:nvSpPr>
            <p:cNvPr id="99" name="Rectangle 98">
              <a:extLst>
                <a:ext uri="{FF2B5EF4-FFF2-40B4-BE49-F238E27FC236}">
                  <a16:creationId xmlns:a16="http://schemas.microsoft.com/office/drawing/2014/main" id="{B35E3271-4AC7-7CF5-6BD0-52C1044096F0}"/>
                </a:ext>
              </a:extLst>
            </p:cNvPr>
            <p:cNvSpPr/>
            <p:nvPr/>
          </p:nvSpPr>
          <p:spPr>
            <a:xfrm>
              <a:off x="3216648" y="421166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1" name="Freeform: Shape 100">
              <a:extLst>
                <a:ext uri="{FF2B5EF4-FFF2-40B4-BE49-F238E27FC236}">
                  <a16:creationId xmlns:a16="http://schemas.microsoft.com/office/drawing/2014/main" id="{4BED6EC6-B650-C7DD-41D0-22D9D38A75AD}"/>
                </a:ext>
              </a:extLst>
            </p:cNvPr>
            <p:cNvSpPr/>
            <p:nvPr/>
          </p:nvSpPr>
          <p:spPr>
            <a:xfrm>
              <a:off x="3230991" y="423128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08" name="Picture 107">
              <a:extLst>
                <a:ext uri="{FF2B5EF4-FFF2-40B4-BE49-F238E27FC236}">
                  <a16:creationId xmlns:a16="http://schemas.microsoft.com/office/drawing/2014/main" id="{C21FB0E0-69D5-E470-0F52-3751529C1A9D}"/>
                </a:ext>
              </a:extLst>
            </p:cNvPr>
            <p:cNvPicPr>
              <a:picLocks noChangeAspect="1"/>
            </p:cNvPicPr>
            <p:nvPr/>
          </p:nvPicPr>
          <p:blipFill>
            <a:blip r:embed="rId3"/>
            <a:srcRect l="16117" r="13552"/>
            <a:stretch>
              <a:fillRect/>
            </a:stretch>
          </p:blipFill>
          <p:spPr>
            <a:xfrm>
              <a:off x="5948005" y="5268685"/>
              <a:ext cx="334895" cy="476171"/>
            </a:xfrm>
            <a:prstGeom prst="rect">
              <a:avLst/>
            </a:prstGeom>
          </p:spPr>
        </p:pic>
        <p:grpSp>
          <p:nvGrpSpPr>
            <p:cNvPr id="114" name="Group 113">
              <a:extLst>
                <a:ext uri="{FF2B5EF4-FFF2-40B4-BE49-F238E27FC236}">
                  <a16:creationId xmlns:a16="http://schemas.microsoft.com/office/drawing/2014/main" id="{E79245D8-7154-7839-81E6-1CDBB9E733BF}"/>
                </a:ext>
              </a:extLst>
            </p:cNvPr>
            <p:cNvGrpSpPr/>
            <p:nvPr/>
          </p:nvGrpSpPr>
          <p:grpSpPr>
            <a:xfrm>
              <a:off x="7620370" y="4729264"/>
              <a:ext cx="1014010" cy="693309"/>
              <a:chOff x="7620370" y="4729264"/>
              <a:chExt cx="1014010" cy="693309"/>
            </a:xfrm>
          </p:grpSpPr>
          <p:pic>
            <p:nvPicPr>
              <p:cNvPr id="115" name="Picture 114">
                <a:extLst>
                  <a:ext uri="{FF2B5EF4-FFF2-40B4-BE49-F238E27FC236}">
                    <a16:creationId xmlns:a16="http://schemas.microsoft.com/office/drawing/2014/main" id="{76B12312-0858-8E1F-CCFA-C043A6BE031B}"/>
                  </a:ext>
                </a:extLst>
              </p:cNvPr>
              <p:cNvPicPr>
                <a:picLocks noChangeAspect="1"/>
              </p:cNvPicPr>
              <p:nvPr/>
            </p:nvPicPr>
            <p:blipFill>
              <a:blip r:embed="rId4"/>
              <a:stretch>
                <a:fillRect/>
              </a:stretch>
            </p:blipFill>
            <p:spPr>
              <a:xfrm>
                <a:off x="7884122" y="4729264"/>
                <a:ext cx="446487" cy="446487"/>
              </a:xfrm>
              <a:prstGeom prst="rect">
                <a:avLst/>
              </a:prstGeom>
            </p:spPr>
          </p:pic>
          <p:sp>
            <p:nvSpPr>
              <p:cNvPr id="116" name="TextBox 115">
                <a:extLst>
                  <a:ext uri="{FF2B5EF4-FFF2-40B4-BE49-F238E27FC236}">
                    <a16:creationId xmlns:a16="http://schemas.microsoft.com/office/drawing/2014/main" id="{D97FBF2A-84F4-650C-B3EC-A0CA6ACACB81}"/>
                  </a:ext>
                </a:extLst>
              </p:cNvPr>
              <p:cNvSpPr txBox="1"/>
              <p:nvPr/>
            </p:nvSpPr>
            <p:spPr>
              <a:xfrm>
                <a:off x="7620370" y="5114796"/>
                <a:ext cx="1014010" cy="307777"/>
              </a:xfrm>
              <a:prstGeom prst="rect">
                <a:avLst/>
              </a:prstGeom>
              <a:noFill/>
              <a:ln>
                <a:noFill/>
              </a:ln>
            </p:spPr>
            <p:txBody>
              <a:bodyPr wrap="square" rtlCol="0">
                <a:spAutoFit/>
              </a:bodyPr>
              <a:lstStyle/>
              <a:p>
                <a:pPr algn="ctr"/>
                <a:r>
                  <a:rPr lang="en-SG" sz="1400" b="1" dirty="0">
                    <a:solidFill>
                      <a:schemeClr val="tx2"/>
                    </a:solidFill>
                    <a:latin typeface="+mn-lt"/>
                  </a:rPr>
                  <a:t>Entrance</a:t>
                </a:r>
              </a:p>
            </p:txBody>
          </p:sp>
        </p:grpSp>
        <p:sp>
          <p:nvSpPr>
            <p:cNvPr id="117" name="Rectangle: Rounded Corners 116">
              <a:extLst>
                <a:ext uri="{FF2B5EF4-FFF2-40B4-BE49-F238E27FC236}">
                  <a16:creationId xmlns:a16="http://schemas.microsoft.com/office/drawing/2014/main" id="{4ECCEB5D-B298-5312-4AF1-AD539549EEDB}"/>
                </a:ext>
              </a:extLst>
            </p:cNvPr>
            <p:cNvSpPr/>
            <p:nvPr/>
          </p:nvSpPr>
          <p:spPr>
            <a:xfrm>
              <a:off x="5478219" y="4975182"/>
              <a:ext cx="1274465" cy="292399"/>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You Are Here</a:t>
              </a:r>
            </a:p>
          </p:txBody>
        </p:sp>
      </p:grpSp>
      <p:sp>
        <p:nvSpPr>
          <p:cNvPr id="2" name="TextBox 1">
            <a:extLst>
              <a:ext uri="{FF2B5EF4-FFF2-40B4-BE49-F238E27FC236}">
                <a16:creationId xmlns:a16="http://schemas.microsoft.com/office/drawing/2014/main" id="{3612C63A-F57E-F55C-9F52-64191F18C910}"/>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4" name="Rectangle 3">
            <a:extLst>
              <a:ext uri="{FF2B5EF4-FFF2-40B4-BE49-F238E27FC236}">
                <a16:creationId xmlns:a16="http://schemas.microsoft.com/office/drawing/2014/main" id="{33B7DF98-FC3A-0816-46A7-F03495A43CC8}"/>
              </a:ext>
            </a:extLst>
          </p:cNvPr>
          <p:cNvSpPr/>
          <p:nvPr/>
        </p:nvSpPr>
        <p:spPr>
          <a:xfrm>
            <a:off x="3054132" y="6455612"/>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Rides</a:t>
            </a:r>
            <a:endParaRPr lang="en-SG" sz="2400" b="1" dirty="0">
              <a:solidFill>
                <a:schemeClr val="tx1"/>
              </a:solidFill>
              <a:latin typeface="+mj-lt"/>
            </a:endParaRPr>
          </a:p>
        </p:txBody>
      </p:sp>
      <p:sp>
        <p:nvSpPr>
          <p:cNvPr id="17" name="Rectangle 16">
            <a:extLst>
              <a:ext uri="{FF2B5EF4-FFF2-40B4-BE49-F238E27FC236}">
                <a16:creationId xmlns:a16="http://schemas.microsoft.com/office/drawing/2014/main" id="{F5BFD279-49B9-8432-5BBA-DA0239DF7319}"/>
              </a:ext>
            </a:extLst>
          </p:cNvPr>
          <p:cNvSpPr/>
          <p:nvPr/>
        </p:nvSpPr>
        <p:spPr>
          <a:xfrm>
            <a:off x="8802915" y="696240"/>
            <a:ext cx="3389086" cy="15704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Rectangle 17">
            <a:extLst>
              <a:ext uri="{FF2B5EF4-FFF2-40B4-BE49-F238E27FC236}">
                <a16:creationId xmlns:a16="http://schemas.microsoft.com/office/drawing/2014/main" id="{1937DAA1-9D54-DC41-256A-C4DFE086841C}"/>
              </a:ext>
            </a:extLst>
          </p:cNvPr>
          <p:cNvSpPr/>
          <p:nvPr/>
        </p:nvSpPr>
        <p:spPr>
          <a:xfrm>
            <a:off x="10742486" y="696239"/>
            <a:ext cx="1449514" cy="459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29" name="Rectangle 128">
            <a:extLst>
              <a:ext uri="{FF2B5EF4-FFF2-40B4-BE49-F238E27FC236}">
                <a16:creationId xmlns:a16="http://schemas.microsoft.com/office/drawing/2014/main" id="{F45E2F55-1612-6770-D17B-E719FD8FBB74}"/>
              </a:ext>
            </a:extLst>
          </p:cNvPr>
          <p:cNvSpPr/>
          <p:nvPr/>
        </p:nvSpPr>
        <p:spPr>
          <a:xfrm>
            <a:off x="9147583" y="6455613"/>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Shows</a:t>
            </a:r>
            <a:endParaRPr lang="en-SG" sz="2400" b="1" dirty="0">
              <a:solidFill>
                <a:schemeClr val="tx1"/>
              </a:solidFill>
              <a:latin typeface="+mj-lt"/>
            </a:endParaRPr>
          </a:p>
        </p:txBody>
      </p:sp>
      <p:sp>
        <p:nvSpPr>
          <p:cNvPr id="144" name="TextBox 143">
            <a:extLst>
              <a:ext uri="{FF2B5EF4-FFF2-40B4-BE49-F238E27FC236}">
                <a16:creationId xmlns:a16="http://schemas.microsoft.com/office/drawing/2014/main" id="{E6504584-A8C4-1D9D-92A8-111C4A4763B1}"/>
              </a:ext>
            </a:extLst>
          </p:cNvPr>
          <p:cNvSpPr txBox="1"/>
          <p:nvPr/>
        </p:nvSpPr>
        <p:spPr>
          <a:xfrm>
            <a:off x="8802914" y="734547"/>
            <a:ext cx="1121512" cy="461665"/>
          </a:xfrm>
          <a:prstGeom prst="rect">
            <a:avLst/>
          </a:prstGeom>
          <a:noFill/>
        </p:spPr>
        <p:txBody>
          <a:bodyPr wrap="square" rtlCol="0">
            <a:spAutoFit/>
          </a:bodyPr>
          <a:lstStyle/>
          <a:p>
            <a:r>
              <a:rPr lang="en-SG" sz="2400" b="1" dirty="0"/>
              <a:t>Plan 1</a:t>
            </a:r>
          </a:p>
        </p:txBody>
      </p:sp>
      <p:sp>
        <p:nvSpPr>
          <p:cNvPr id="146" name="Rectangle 145">
            <a:extLst>
              <a:ext uri="{FF2B5EF4-FFF2-40B4-BE49-F238E27FC236}">
                <a16:creationId xmlns:a16="http://schemas.microsoft.com/office/drawing/2014/main" id="{F0D38BBF-4C91-EE6E-04D6-CF0B9E1FB1AD}"/>
              </a:ext>
            </a:extLst>
          </p:cNvPr>
          <p:cNvSpPr/>
          <p:nvPr/>
        </p:nvSpPr>
        <p:spPr>
          <a:xfrm>
            <a:off x="11190515" y="1890871"/>
            <a:ext cx="1001486" cy="375779"/>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SG" b="1" spc="0" dirty="0">
                <a:solidFill>
                  <a:schemeClr val="tx1"/>
                </a:solidFill>
                <a:latin typeface="+mj-lt"/>
              </a:rPr>
              <a:t>Confirm</a:t>
            </a:r>
            <a:endParaRPr lang="en-SG" sz="2000" b="1" spc="0" dirty="0">
              <a:solidFill>
                <a:schemeClr val="tx1"/>
              </a:solidFill>
              <a:latin typeface="+mj-lt"/>
            </a:endParaRPr>
          </a:p>
        </p:txBody>
      </p:sp>
      <p:grpSp>
        <p:nvGrpSpPr>
          <p:cNvPr id="152" name="Group 151">
            <a:extLst>
              <a:ext uri="{FF2B5EF4-FFF2-40B4-BE49-F238E27FC236}">
                <a16:creationId xmlns:a16="http://schemas.microsoft.com/office/drawing/2014/main" id="{D75431DF-D449-B9F8-E0EC-F584D96DE97C}"/>
              </a:ext>
            </a:extLst>
          </p:cNvPr>
          <p:cNvGrpSpPr/>
          <p:nvPr/>
        </p:nvGrpSpPr>
        <p:grpSpPr>
          <a:xfrm>
            <a:off x="10345280" y="2114473"/>
            <a:ext cx="304354" cy="304354"/>
            <a:chOff x="5097805" y="3334561"/>
            <a:chExt cx="188877" cy="188877"/>
          </a:xfrm>
        </p:grpSpPr>
        <p:sp>
          <p:nvSpPr>
            <p:cNvPr id="153" name="Oval 152">
              <a:extLst>
                <a:ext uri="{FF2B5EF4-FFF2-40B4-BE49-F238E27FC236}">
                  <a16:creationId xmlns:a16="http://schemas.microsoft.com/office/drawing/2014/main" id="{5E790F90-68B9-862B-61AB-B64603A5E05E}"/>
                </a:ext>
              </a:extLst>
            </p:cNvPr>
            <p:cNvSpPr/>
            <p:nvPr/>
          </p:nvSpPr>
          <p:spPr>
            <a:xfrm>
              <a:off x="5097805" y="3334561"/>
              <a:ext cx="188877" cy="18887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54" name="Plus Sign 153">
              <a:extLst>
                <a:ext uri="{FF2B5EF4-FFF2-40B4-BE49-F238E27FC236}">
                  <a16:creationId xmlns:a16="http://schemas.microsoft.com/office/drawing/2014/main" id="{9A5FF406-7E6B-BB83-D11C-B92894FB084A}"/>
                </a:ext>
              </a:extLst>
            </p:cNvPr>
            <p:cNvSpPr/>
            <p:nvPr/>
          </p:nvSpPr>
          <p:spPr>
            <a:xfrm>
              <a:off x="5126715" y="3362860"/>
              <a:ext cx="131055" cy="131055"/>
            </a:xfrm>
            <a:prstGeom prst="mathPlus">
              <a:avLst>
                <a:gd name="adj1" fmla="val 210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126" name="Rectangle 125">
            <a:extLst>
              <a:ext uri="{FF2B5EF4-FFF2-40B4-BE49-F238E27FC236}">
                <a16:creationId xmlns:a16="http://schemas.microsoft.com/office/drawing/2014/main" id="{6823C20A-715E-571C-DF63-029257BC992A}"/>
              </a:ext>
            </a:extLst>
          </p:cNvPr>
          <p:cNvSpPr/>
          <p:nvPr/>
        </p:nvSpPr>
        <p:spPr>
          <a:xfrm>
            <a:off x="6096000" y="6455613"/>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Food</a:t>
            </a:r>
            <a:endParaRPr lang="en-SG" sz="2400" b="1" dirty="0">
              <a:solidFill>
                <a:schemeClr val="tx1"/>
              </a:solidFill>
              <a:latin typeface="+mj-lt"/>
            </a:endParaRPr>
          </a:p>
        </p:txBody>
      </p:sp>
      <p:grpSp>
        <p:nvGrpSpPr>
          <p:cNvPr id="180" name="Group 179">
            <a:extLst>
              <a:ext uri="{FF2B5EF4-FFF2-40B4-BE49-F238E27FC236}">
                <a16:creationId xmlns:a16="http://schemas.microsoft.com/office/drawing/2014/main" id="{AF586057-940E-D0BD-103D-1CC3E61C9A5E}"/>
              </a:ext>
            </a:extLst>
          </p:cNvPr>
          <p:cNvGrpSpPr/>
          <p:nvPr/>
        </p:nvGrpSpPr>
        <p:grpSpPr>
          <a:xfrm>
            <a:off x="5714080" y="6513889"/>
            <a:ext cx="223406" cy="301925"/>
            <a:chOff x="5714080" y="6513889"/>
            <a:chExt cx="223406" cy="301925"/>
          </a:xfrm>
        </p:grpSpPr>
        <p:pic>
          <p:nvPicPr>
            <p:cNvPr id="171" name="Picture 170" descr="A blue arrow pointing to the left&#10;&#10;AI-generated content may be incorrect.">
              <a:extLst>
                <a:ext uri="{FF2B5EF4-FFF2-40B4-BE49-F238E27FC236}">
                  <a16:creationId xmlns:a16="http://schemas.microsoft.com/office/drawing/2014/main" id="{61E5804E-B075-68FA-6E29-D1DF519EB38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177" name="Picture 176" descr="A blue arrow pointing to the left&#10;&#10;AI-generated content may be incorrect.">
              <a:extLst>
                <a:ext uri="{FF2B5EF4-FFF2-40B4-BE49-F238E27FC236}">
                  <a16:creationId xmlns:a16="http://schemas.microsoft.com/office/drawing/2014/main" id="{5972D09C-A7B3-9F38-2CF0-60F705D224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grpSp>
        <p:nvGrpSpPr>
          <p:cNvPr id="181" name="Group 180">
            <a:extLst>
              <a:ext uri="{FF2B5EF4-FFF2-40B4-BE49-F238E27FC236}">
                <a16:creationId xmlns:a16="http://schemas.microsoft.com/office/drawing/2014/main" id="{7C06FB7C-C3AA-7FD5-DEA2-B5BD4E645594}"/>
              </a:ext>
            </a:extLst>
          </p:cNvPr>
          <p:cNvGrpSpPr/>
          <p:nvPr/>
        </p:nvGrpSpPr>
        <p:grpSpPr>
          <a:xfrm>
            <a:off x="8746233" y="6500473"/>
            <a:ext cx="223406" cy="301925"/>
            <a:chOff x="5714080" y="6513889"/>
            <a:chExt cx="223406" cy="301925"/>
          </a:xfrm>
        </p:grpSpPr>
        <p:pic>
          <p:nvPicPr>
            <p:cNvPr id="182" name="Picture 181" descr="A blue arrow pointing to the left&#10;&#10;AI-generated content may be incorrect.">
              <a:extLst>
                <a:ext uri="{FF2B5EF4-FFF2-40B4-BE49-F238E27FC236}">
                  <a16:creationId xmlns:a16="http://schemas.microsoft.com/office/drawing/2014/main" id="{099E745A-F3E2-41D6-12EB-FFAB34A06A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185" name="Picture 184" descr="A blue arrow pointing to the left&#10;&#10;AI-generated content may be incorrect.">
              <a:extLst>
                <a:ext uri="{FF2B5EF4-FFF2-40B4-BE49-F238E27FC236}">
                  <a16:creationId xmlns:a16="http://schemas.microsoft.com/office/drawing/2014/main" id="{D7229574-0EB3-3CD4-C29F-53CFCCABFD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grpSp>
        <p:nvGrpSpPr>
          <p:cNvPr id="187" name="Group 186">
            <a:extLst>
              <a:ext uri="{FF2B5EF4-FFF2-40B4-BE49-F238E27FC236}">
                <a16:creationId xmlns:a16="http://schemas.microsoft.com/office/drawing/2014/main" id="{F18BE76D-E7D2-E290-9977-693EFC3E6D26}"/>
              </a:ext>
            </a:extLst>
          </p:cNvPr>
          <p:cNvGrpSpPr/>
          <p:nvPr/>
        </p:nvGrpSpPr>
        <p:grpSpPr>
          <a:xfrm>
            <a:off x="11832683" y="6527488"/>
            <a:ext cx="223406" cy="301925"/>
            <a:chOff x="5714080" y="6513889"/>
            <a:chExt cx="223406" cy="301925"/>
          </a:xfrm>
        </p:grpSpPr>
        <p:pic>
          <p:nvPicPr>
            <p:cNvPr id="188" name="Picture 187" descr="A blue arrow pointing to the left&#10;&#10;AI-generated content may be incorrect.">
              <a:extLst>
                <a:ext uri="{FF2B5EF4-FFF2-40B4-BE49-F238E27FC236}">
                  <a16:creationId xmlns:a16="http://schemas.microsoft.com/office/drawing/2014/main" id="{A30203E9-9F10-B48E-320B-61E4D130274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189" name="Picture 188" descr="A blue arrow pointing to the left&#10;&#10;AI-generated content may be incorrect.">
              <a:extLst>
                <a:ext uri="{FF2B5EF4-FFF2-40B4-BE49-F238E27FC236}">
                  <a16:creationId xmlns:a16="http://schemas.microsoft.com/office/drawing/2014/main" id="{3A4702A5-BFA6-FB8D-CC0A-CCD89E5D48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sp>
        <p:nvSpPr>
          <p:cNvPr id="221" name="Rectangle 220">
            <a:hlinkClick r:id="rId6" action="ppaction://hlinksldjump"/>
            <a:extLst>
              <a:ext uri="{FF2B5EF4-FFF2-40B4-BE49-F238E27FC236}">
                <a16:creationId xmlns:a16="http://schemas.microsoft.com/office/drawing/2014/main" id="{A6DA444D-BBE6-61F4-A022-39FE6835B98E}"/>
              </a:ext>
            </a:extLst>
          </p:cNvPr>
          <p:cNvSpPr/>
          <p:nvPr/>
        </p:nvSpPr>
        <p:spPr>
          <a:xfrm>
            <a:off x="-12555" y="718672"/>
            <a:ext cx="12219720" cy="5611720"/>
          </a:xfrm>
          <a:prstGeom prst="rect">
            <a:avLst/>
          </a:prstGeom>
          <a:solidFill>
            <a:schemeClr val="bg1">
              <a:lumMod val="50000"/>
              <a:alpha val="70000"/>
            </a:schemeClr>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0" name="Freeform: Shape 19">
            <a:extLst>
              <a:ext uri="{FF2B5EF4-FFF2-40B4-BE49-F238E27FC236}">
                <a16:creationId xmlns:a16="http://schemas.microsoft.com/office/drawing/2014/main" id="{B05333B1-5034-6F75-3E07-C11122A09BD5}"/>
              </a:ext>
            </a:extLst>
          </p:cNvPr>
          <p:cNvSpPr/>
          <p:nvPr/>
        </p:nvSpPr>
        <p:spPr>
          <a:xfrm>
            <a:off x="4441632" y="5817939"/>
            <a:ext cx="144076" cy="7722"/>
          </a:xfrm>
          <a:custGeom>
            <a:avLst/>
            <a:gdLst>
              <a:gd name="connsiteX0" fmla="*/ 72038 w 144076"/>
              <a:gd name="connsiteY0" fmla="*/ 0 h 7722"/>
              <a:gd name="connsiteX1" fmla="*/ 144076 w 144076"/>
              <a:gd name="connsiteY1" fmla="*/ 7722 h 7722"/>
              <a:gd name="connsiteX2" fmla="*/ 0 w 144076"/>
              <a:gd name="connsiteY2" fmla="*/ 7722 h 7722"/>
              <a:gd name="connsiteX3" fmla="*/ 72038 w 144076"/>
              <a:gd name="connsiteY3" fmla="*/ 0 h 7722"/>
            </a:gdLst>
            <a:ahLst/>
            <a:cxnLst>
              <a:cxn ang="0">
                <a:pos x="connsiteX0" y="connsiteY0"/>
              </a:cxn>
              <a:cxn ang="0">
                <a:pos x="connsiteX1" y="connsiteY1"/>
              </a:cxn>
              <a:cxn ang="0">
                <a:pos x="connsiteX2" y="connsiteY2"/>
              </a:cxn>
              <a:cxn ang="0">
                <a:pos x="connsiteX3" y="connsiteY3"/>
              </a:cxn>
            </a:cxnLst>
            <a:rect l="l" t="t" r="r" b="b"/>
            <a:pathLst>
              <a:path w="144076" h="7722">
                <a:moveTo>
                  <a:pt x="72038" y="0"/>
                </a:moveTo>
                <a:lnTo>
                  <a:pt x="144076" y="7722"/>
                </a:lnTo>
                <a:lnTo>
                  <a:pt x="0" y="7722"/>
                </a:lnTo>
                <a:lnTo>
                  <a:pt x="72038"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SG"/>
          </a:p>
        </p:txBody>
      </p:sp>
      <p:grpSp>
        <p:nvGrpSpPr>
          <p:cNvPr id="71" name="Group 70">
            <a:extLst>
              <a:ext uri="{FF2B5EF4-FFF2-40B4-BE49-F238E27FC236}">
                <a16:creationId xmlns:a16="http://schemas.microsoft.com/office/drawing/2014/main" id="{ADC8A811-260A-6C6D-07AF-99EE0FCB3D41}"/>
              </a:ext>
            </a:extLst>
          </p:cNvPr>
          <p:cNvGrpSpPr/>
          <p:nvPr/>
        </p:nvGrpSpPr>
        <p:grpSpPr>
          <a:xfrm>
            <a:off x="3379183" y="3468591"/>
            <a:ext cx="3968909" cy="2103281"/>
            <a:chOff x="3225800" y="2071914"/>
            <a:chExt cx="5740399" cy="2714172"/>
          </a:xfrm>
        </p:grpSpPr>
        <p:sp>
          <p:nvSpPr>
            <p:cNvPr id="73" name="Rectangle: Rounded Corners 72">
              <a:extLst>
                <a:ext uri="{FF2B5EF4-FFF2-40B4-BE49-F238E27FC236}">
                  <a16:creationId xmlns:a16="http://schemas.microsoft.com/office/drawing/2014/main" id="{548D4056-AE56-D490-EA9F-E02E0629B195}"/>
                </a:ext>
              </a:extLst>
            </p:cNvPr>
            <p:cNvSpPr/>
            <p:nvPr/>
          </p:nvSpPr>
          <p:spPr>
            <a:xfrm>
              <a:off x="3225800" y="2071914"/>
              <a:ext cx="5740399" cy="2714172"/>
            </a:xfrm>
            <a:prstGeom prst="round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4" name="Rectangle: Rounded Corners 73">
              <a:extLst>
                <a:ext uri="{FF2B5EF4-FFF2-40B4-BE49-F238E27FC236}">
                  <a16:creationId xmlns:a16="http://schemas.microsoft.com/office/drawing/2014/main" id="{E7FEFC28-BFA9-0446-0376-F3AC0F6238FA}"/>
                </a:ext>
              </a:extLst>
            </p:cNvPr>
            <p:cNvSpPr/>
            <p:nvPr/>
          </p:nvSpPr>
          <p:spPr>
            <a:xfrm>
              <a:off x="3360056" y="2184399"/>
              <a:ext cx="5477122" cy="2489200"/>
            </a:xfrm>
            <a:prstGeom prst="roundRect">
              <a:avLst/>
            </a:prstGeom>
            <a:solidFill>
              <a:schemeClr val="accent5"/>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72" name="TextBox 71">
            <a:extLst>
              <a:ext uri="{FF2B5EF4-FFF2-40B4-BE49-F238E27FC236}">
                <a16:creationId xmlns:a16="http://schemas.microsoft.com/office/drawing/2014/main" id="{3992D43A-AFCC-80DA-C84F-BA3BD7874493}"/>
              </a:ext>
            </a:extLst>
          </p:cNvPr>
          <p:cNvSpPr txBox="1"/>
          <p:nvPr/>
        </p:nvSpPr>
        <p:spPr>
          <a:xfrm>
            <a:off x="3614873" y="3705655"/>
            <a:ext cx="3455683" cy="1954381"/>
          </a:xfrm>
          <a:prstGeom prst="rect">
            <a:avLst/>
          </a:prstGeom>
          <a:noFill/>
        </p:spPr>
        <p:txBody>
          <a:bodyPr wrap="square" rtlCol="0">
            <a:spAutoFit/>
          </a:bodyPr>
          <a:lstStyle/>
          <a:p>
            <a:r>
              <a:rPr lang="en-SG" sz="2000" b="1" dirty="0">
                <a:solidFill>
                  <a:schemeClr val="bg1"/>
                </a:solidFill>
              </a:rPr>
              <a:t>The “Park-wide Filters” allows you to filter across all types of destinations (Rides, Food &amp; Shows)</a:t>
            </a:r>
          </a:p>
          <a:p>
            <a:endParaRPr lang="en-SG" sz="900" b="1" dirty="0">
              <a:solidFill>
                <a:schemeClr val="bg1"/>
              </a:solidFill>
            </a:endParaRPr>
          </a:p>
          <a:p>
            <a:r>
              <a:rPr lang="en-SG" sz="1600" i="1" dirty="0">
                <a:solidFill>
                  <a:schemeClr val="bg1"/>
                </a:solidFill>
              </a:rPr>
              <a:t>Tap anywhere to continue</a:t>
            </a:r>
          </a:p>
          <a:p>
            <a:endParaRPr lang="en-SG" sz="1600" i="1" dirty="0">
              <a:solidFill>
                <a:schemeClr val="bg1"/>
              </a:solidFill>
            </a:endParaRPr>
          </a:p>
        </p:txBody>
      </p:sp>
      <p:pic>
        <p:nvPicPr>
          <p:cNvPr id="70" name="Picture 69" descr="A blue and white logo&#10;&#10;AI-generated content may be incorrect.">
            <a:extLst>
              <a:ext uri="{FF2B5EF4-FFF2-40B4-BE49-F238E27FC236}">
                <a16:creationId xmlns:a16="http://schemas.microsoft.com/office/drawing/2014/main" id="{2481A824-E58A-2B89-F930-EC08E4AF55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2132" y="3151558"/>
            <a:ext cx="758741" cy="758741"/>
          </a:xfrm>
          <a:prstGeom prst="rect">
            <a:avLst/>
          </a:prstGeom>
        </p:spPr>
      </p:pic>
      <p:grpSp>
        <p:nvGrpSpPr>
          <p:cNvPr id="159" name="Group 158">
            <a:extLst>
              <a:ext uri="{FF2B5EF4-FFF2-40B4-BE49-F238E27FC236}">
                <a16:creationId xmlns:a16="http://schemas.microsoft.com/office/drawing/2014/main" id="{3386DF5F-47EE-DF2E-1D33-4D44B60EB2C9}"/>
              </a:ext>
            </a:extLst>
          </p:cNvPr>
          <p:cNvGrpSpPr/>
          <p:nvPr/>
        </p:nvGrpSpPr>
        <p:grpSpPr>
          <a:xfrm>
            <a:off x="47274" y="2977135"/>
            <a:ext cx="2883210" cy="3562101"/>
            <a:chOff x="47274" y="2977135"/>
            <a:chExt cx="2883210" cy="3562101"/>
          </a:xfrm>
        </p:grpSpPr>
        <p:grpSp>
          <p:nvGrpSpPr>
            <p:cNvPr id="118" name="Group 117">
              <a:extLst>
                <a:ext uri="{FF2B5EF4-FFF2-40B4-BE49-F238E27FC236}">
                  <a16:creationId xmlns:a16="http://schemas.microsoft.com/office/drawing/2014/main" id="{8D5860EC-F5FE-8847-0E13-4B1AA3F2FBE3}"/>
                </a:ext>
              </a:extLst>
            </p:cNvPr>
            <p:cNvGrpSpPr/>
            <p:nvPr/>
          </p:nvGrpSpPr>
          <p:grpSpPr>
            <a:xfrm>
              <a:off x="55470" y="2977135"/>
              <a:ext cx="2875014" cy="3562101"/>
              <a:chOff x="55470" y="2977135"/>
              <a:chExt cx="2875014" cy="3562101"/>
            </a:xfrm>
          </p:grpSpPr>
          <p:grpSp>
            <p:nvGrpSpPr>
              <p:cNvPr id="106" name="Group 105">
                <a:extLst>
                  <a:ext uri="{FF2B5EF4-FFF2-40B4-BE49-F238E27FC236}">
                    <a16:creationId xmlns:a16="http://schemas.microsoft.com/office/drawing/2014/main" id="{A87D9E33-ECA8-3F43-84CA-9B0CCB39ED76}"/>
                  </a:ext>
                </a:extLst>
              </p:cNvPr>
              <p:cNvGrpSpPr/>
              <p:nvPr/>
            </p:nvGrpSpPr>
            <p:grpSpPr>
              <a:xfrm>
                <a:off x="59976" y="3010290"/>
                <a:ext cx="2870508" cy="3528946"/>
                <a:chOff x="80527" y="3035586"/>
                <a:chExt cx="2870508" cy="3528946"/>
              </a:xfrm>
            </p:grpSpPr>
            <p:sp>
              <p:nvSpPr>
                <p:cNvPr id="53" name="Freeform: Shape 52">
                  <a:extLst>
                    <a:ext uri="{FF2B5EF4-FFF2-40B4-BE49-F238E27FC236}">
                      <a16:creationId xmlns:a16="http://schemas.microsoft.com/office/drawing/2014/main" id="{7696EBEC-5804-6243-A8DD-F2B4EC81E206}"/>
                    </a:ext>
                  </a:extLst>
                </p:cNvPr>
                <p:cNvSpPr/>
                <p:nvPr/>
              </p:nvSpPr>
              <p:spPr>
                <a:xfrm>
                  <a:off x="1006866" y="3035586"/>
                  <a:ext cx="1673099" cy="267391"/>
                </a:xfrm>
                <a:custGeom>
                  <a:avLst/>
                  <a:gdLst>
                    <a:gd name="connsiteX0" fmla="*/ 131009 w 1748971"/>
                    <a:gd name="connsiteY0" fmla="*/ 0 h 414035"/>
                    <a:gd name="connsiteX1" fmla="*/ 1617962 w 1748971"/>
                    <a:gd name="connsiteY1" fmla="*/ 0 h 414035"/>
                    <a:gd name="connsiteX2" fmla="*/ 1748971 w 1748971"/>
                    <a:gd name="connsiteY2" fmla="*/ 131009 h 414035"/>
                    <a:gd name="connsiteX3" fmla="*/ 1748971 w 1748971"/>
                    <a:gd name="connsiteY3" fmla="*/ 414035 h 414035"/>
                    <a:gd name="connsiteX4" fmla="*/ 0 w 1748971"/>
                    <a:gd name="connsiteY4" fmla="*/ 414035 h 414035"/>
                    <a:gd name="connsiteX5" fmla="*/ 0 w 1748971"/>
                    <a:gd name="connsiteY5" fmla="*/ 131009 h 414035"/>
                    <a:gd name="connsiteX6" fmla="*/ 131009 w 1748971"/>
                    <a:gd name="connsiteY6" fmla="*/ 0 h 414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8971" h="414035">
                      <a:moveTo>
                        <a:pt x="131009" y="0"/>
                      </a:moveTo>
                      <a:lnTo>
                        <a:pt x="1617962" y="0"/>
                      </a:lnTo>
                      <a:cubicBezTo>
                        <a:pt x="1690316" y="0"/>
                        <a:pt x="1748971" y="58655"/>
                        <a:pt x="1748971" y="131009"/>
                      </a:cubicBezTo>
                      <a:lnTo>
                        <a:pt x="1748971" y="414035"/>
                      </a:lnTo>
                      <a:lnTo>
                        <a:pt x="0" y="414035"/>
                      </a:lnTo>
                      <a:lnTo>
                        <a:pt x="0" y="131009"/>
                      </a:lnTo>
                      <a:cubicBezTo>
                        <a:pt x="0" y="58655"/>
                        <a:pt x="58655" y="0"/>
                        <a:pt x="131009" y="0"/>
                      </a:cubicBezTo>
                      <a:close/>
                    </a:path>
                  </a:pathLst>
                </a:cu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SG" dirty="0"/>
                </a:p>
              </p:txBody>
            </p:sp>
            <p:sp>
              <p:nvSpPr>
                <p:cNvPr id="96" name="Freeform: Shape 95">
                  <a:extLst>
                    <a:ext uri="{FF2B5EF4-FFF2-40B4-BE49-F238E27FC236}">
                      <a16:creationId xmlns:a16="http://schemas.microsoft.com/office/drawing/2014/main" id="{253EDA26-71A4-9B6E-ECB7-11AA2ADCDE9D}"/>
                    </a:ext>
                  </a:extLst>
                </p:cNvPr>
                <p:cNvSpPr/>
                <p:nvPr/>
              </p:nvSpPr>
              <p:spPr>
                <a:xfrm>
                  <a:off x="80527" y="3035586"/>
                  <a:ext cx="2870508" cy="3528946"/>
                </a:xfrm>
                <a:custGeom>
                  <a:avLst/>
                  <a:gdLst>
                    <a:gd name="connsiteX0" fmla="*/ 70940 w 2870508"/>
                    <a:gd name="connsiteY0" fmla="*/ 0 h 3528946"/>
                    <a:gd name="connsiteX1" fmla="*/ 838052 w 2870508"/>
                    <a:gd name="connsiteY1" fmla="*/ 0 h 3528946"/>
                    <a:gd name="connsiteX2" fmla="*/ 905639 w 2870508"/>
                    <a:gd name="connsiteY2" fmla="*/ 84608 h 3528946"/>
                    <a:gd name="connsiteX3" fmla="*/ 905639 w 2870508"/>
                    <a:gd name="connsiteY3" fmla="*/ 249670 h 3528946"/>
                    <a:gd name="connsiteX4" fmla="*/ 2870508 w 2870508"/>
                    <a:gd name="connsiteY4" fmla="*/ 249670 h 3528946"/>
                    <a:gd name="connsiteX5" fmla="*/ 2870508 w 2870508"/>
                    <a:gd name="connsiteY5" fmla="*/ 3528946 h 3528946"/>
                    <a:gd name="connsiteX6" fmla="*/ 0 w 2870508"/>
                    <a:gd name="connsiteY6" fmla="*/ 3528946 h 3528946"/>
                    <a:gd name="connsiteX7" fmla="*/ 0 w 2870508"/>
                    <a:gd name="connsiteY7" fmla="*/ 249670 h 3528946"/>
                    <a:gd name="connsiteX8" fmla="*/ 3353 w 2870508"/>
                    <a:gd name="connsiteY8" fmla="*/ 249670 h 3528946"/>
                    <a:gd name="connsiteX9" fmla="*/ 3353 w 2870508"/>
                    <a:gd name="connsiteY9" fmla="*/ 84608 h 3528946"/>
                    <a:gd name="connsiteX10" fmla="*/ 70940 w 2870508"/>
                    <a:gd name="connsiteY10" fmla="*/ 0 h 3528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0508" h="3528946">
                      <a:moveTo>
                        <a:pt x="70940" y="0"/>
                      </a:moveTo>
                      <a:lnTo>
                        <a:pt x="838052" y="0"/>
                      </a:lnTo>
                      <a:cubicBezTo>
                        <a:pt x="875379" y="0"/>
                        <a:pt x="905639" y="37881"/>
                        <a:pt x="905639" y="84608"/>
                      </a:cubicBezTo>
                      <a:lnTo>
                        <a:pt x="905639" y="249670"/>
                      </a:lnTo>
                      <a:lnTo>
                        <a:pt x="2870508" y="249670"/>
                      </a:lnTo>
                      <a:lnTo>
                        <a:pt x="2870508" y="3528946"/>
                      </a:lnTo>
                      <a:lnTo>
                        <a:pt x="0" y="3528946"/>
                      </a:lnTo>
                      <a:lnTo>
                        <a:pt x="0" y="249670"/>
                      </a:lnTo>
                      <a:lnTo>
                        <a:pt x="3353" y="249670"/>
                      </a:lnTo>
                      <a:lnTo>
                        <a:pt x="3353" y="84608"/>
                      </a:lnTo>
                      <a:cubicBezTo>
                        <a:pt x="3353" y="37881"/>
                        <a:pt x="33613" y="0"/>
                        <a:pt x="70940" y="0"/>
                      </a:cubicBez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SG" dirty="0"/>
                </a:p>
              </p:txBody>
            </p:sp>
          </p:grpSp>
          <p:sp>
            <p:nvSpPr>
              <p:cNvPr id="54" name="TextBox 53">
                <a:extLst>
                  <a:ext uri="{FF2B5EF4-FFF2-40B4-BE49-F238E27FC236}">
                    <a16:creationId xmlns:a16="http://schemas.microsoft.com/office/drawing/2014/main" id="{151F6C54-8719-8E70-956E-897E88346E5A}"/>
                  </a:ext>
                </a:extLst>
              </p:cNvPr>
              <p:cNvSpPr txBox="1"/>
              <p:nvPr/>
            </p:nvSpPr>
            <p:spPr>
              <a:xfrm>
                <a:off x="1000534" y="2977135"/>
                <a:ext cx="1703983" cy="307777"/>
              </a:xfrm>
              <a:prstGeom prst="rect">
                <a:avLst/>
              </a:prstGeom>
              <a:noFill/>
            </p:spPr>
            <p:txBody>
              <a:bodyPr wrap="square" rtlCol="0">
                <a:spAutoFit/>
              </a:bodyPr>
              <a:lstStyle/>
              <a:p>
                <a:r>
                  <a:rPr lang="en-SG" sz="1400" b="1" dirty="0"/>
                  <a:t>Distance &amp; Crowd</a:t>
                </a:r>
              </a:p>
            </p:txBody>
          </p:sp>
          <p:sp>
            <p:nvSpPr>
              <p:cNvPr id="61" name="TextBox 60">
                <a:extLst>
                  <a:ext uri="{FF2B5EF4-FFF2-40B4-BE49-F238E27FC236}">
                    <a16:creationId xmlns:a16="http://schemas.microsoft.com/office/drawing/2014/main" id="{0A8C7640-6D75-42F4-57F4-241C6015803D}"/>
                  </a:ext>
                </a:extLst>
              </p:cNvPr>
              <p:cNvSpPr txBox="1"/>
              <p:nvPr/>
            </p:nvSpPr>
            <p:spPr>
              <a:xfrm>
                <a:off x="55470" y="2990096"/>
                <a:ext cx="920009" cy="307777"/>
              </a:xfrm>
              <a:prstGeom prst="rect">
                <a:avLst/>
              </a:prstGeom>
              <a:noFill/>
            </p:spPr>
            <p:txBody>
              <a:bodyPr wrap="square" rtlCol="0">
                <a:spAutoFit/>
              </a:bodyPr>
              <a:lstStyle/>
              <a:p>
                <a:r>
                  <a:rPr lang="en-SG" sz="1400" b="1" dirty="0"/>
                  <a:t>Interests</a:t>
                </a:r>
                <a:endParaRPr lang="en-SG" b="1" dirty="0"/>
              </a:p>
            </p:txBody>
          </p:sp>
        </p:grpSp>
        <p:grpSp>
          <p:nvGrpSpPr>
            <p:cNvPr id="127" name="Group 126">
              <a:extLst>
                <a:ext uri="{FF2B5EF4-FFF2-40B4-BE49-F238E27FC236}">
                  <a16:creationId xmlns:a16="http://schemas.microsoft.com/office/drawing/2014/main" id="{D83AAA3E-7548-AC51-98AB-4ECF81192EC9}"/>
                </a:ext>
              </a:extLst>
            </p:cNvPr>
            <p:cNvGrpSpPr/>
            <p:nvPr/>
          </p:nvGrpSpPr>
          <p:grpSpPr>
            <a:xfrm>
              <a:off x="161879" y="4058639"/>
              <a:ext cx="1261115" cy="307777"/>
              <a:chOff x="560428" y="3526631"/>
              <a:chExt cx="1261115" cy="307777"/>
            </a:xfrm>
          </p:grpSpPr>
          <p:sp>
            <p:nvSpPr>
              <p:cNvPr id="122" name="Rectangle: Rounded Corners 121">
                <a:extLst>
                  <a:ext uri="{FF2B5EF4-FFF2-40B4-BE49-F238E27FC236}">
                    <a16:creationId xmlns:a16="http://schemas.microsoft.com/office/drawing/2014/main" id="{7C6C4D46-1340-56A3-D18B-BC282ABA3E9F}"/>
                  </a:ext>
                </a:extLst>
              </p:cNvPr>
              <p:cNvSpPr/>
              <p:nvPr/>
            </p:nvSpPr>
            <p:spPr>
              <a:xfrm>
                <a:off x="560428" y="3526631"/>
                <a:ext cx="1261115" cy="307777"/>
              </a:xfrm>
              <a:prstGeom prst="roundRect">
                <a:avLst>
                  <a:gd name="adj" fmla="val 5000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dirty="0">
                    <a:solidFill>
                      <a:schemeClr val="tx1"/>
                    </a:solidFill>
                    <a:latin typeface="+mj-lt"/>
                  </a:rPr>
                  <a:t>Adventure</a:t>
                </a:r>
                <a:endParaRPr lang="en-SG" dirty="0">
                  <a:solidFill>
                    <a:schemeClr val="tx1"/>
                  </a:solidFill>
                  <a:latin typeface="+mj-lt"/>
                </a:endParaRPr>
              </a:p>
            </p:txBody>
          </p:sp>
          <p:sp>
            <p:nvSpPr>
              <p:cNvPr id="124" name="Multiplication Sign 123">
                <a:extLst>
                  <a:ext uri="{FF2B5EF4-FFF2-40B4-BE49-F238E27FC236}">
                    <a16:creationId xmlns:a16="http://schemas.microsoft.com/office/drawing/2014/main" id="{CC4F50CB-1306-AD67-96AE-D2746D1D4801}"/>
                  </a:ext>
                </a:extLst>
              </p:cNvPr>
              <p:cNvSpPr/>
              <p:nvPr/>
            </p:nvSpPr>
            <p:spPr>
              <a:xfrm>
                <a:off x="1504936" y="3546383"/>
                <a:ext cx="268272" cy="268272"/>
              </a:xfrm>
              <a:prstGeom prst="mathMultiply">
                <a:avLst>
                  <a:gd name="adj1" fmla="val 4472"/>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128" name="TextBox 127">
              <a:extLst>
                <a:ext uri="{FF2B5EF4-FFF2-40B4-BE49-F238E27FC236}">
                  <a16:creationId xmlns:a16="http://schemas.microsoft.com/office/drawing/2014/main" id="{5EE06FF1-87FC-AE4F-FC50-1B3DECA74F8D}"/>
                </a:ext>
              </a:extLst>
            </p:cNvPr>
            <p:cNvSpPr txBox="1"/>
            <p:nvPr/>
          </p:nvSpPr>
          <p:spPr>
            <a:xfrm>
              <a:off x="63602" y="3675202"/>
              <a:ext cx="922713" cy="307777"/>
            </a:xfrm>
            <a:prstGeom prst="rect">
              <a:avLst/>
            </a:prstGeom>
            <a:noFill/>
          </p:spPr>
          <p:txBody>
            <a:bodyPr wrap="square" rtlCol="0">
              <a:spAutoFit/>
            </a:bodyPr>
            <a:lstStyle/>
            <a:p>
              <a:r>
                <a:rPr lang="en-SG" sz="1400" b="1" dirty="0"/>
                <a:t>Theme</a:t>
              </a:r>
            </a:p>
          </p:txBody>
        </p:sp>
        <p:grpSp>
          <p:nvGrpSpPr>
            <p:cNvPr id="133" name="Group 132">
              <a:extLst>
                <a:ext uri="{FF2B5EF4-FFF2-40B4-BE49-F238E27FC236}">
                  <a16:creationId xmlns:a16="http://schemas.microsoft.com/office/drawing/2014/main" id="{A83CAB2C-F854-B1A6-A8C7-112C8F0315CE}"/>
                </a:ext>
              </a:extLst>
            </p:cNvPr>
            <p:cNvGrpSpPr/>
            <p:nvPr/>
          </p:nvGrpSpPr>
          <p:grpSpPr>
            <a:xfrm>
              <a:off x="1504643" y="4058639"/>
              <a:ext cx="971158" cy="307777"/>
              <a:chOff x="1504643" y="3818621"/>
              <a:chExt cx="971158" cy="307777"/>
            </a:xfrm>
          </p:grpSpPr>
          <p:sp>
            <p:nvSpPr>
              <p:cNvPr id="131" name="Rectangle: Rounded Corners 130">
                <a:extLst>
                  <a:ext uri="{FF2B5EF4-FFF2-40B4-BE49-F238E27FC236}">
                    <a16:creationId xmlns:a16="http://schemas.microsoft.com/office/drawing/2014/main" id="{5898E1F7-2289-3D6D-8978-3CD07A7A7318}"/>
                  </a:ext>
                </a:extLst>
              </p:cNvPr>
              <p:cNvSpPr/>
              <p:nvPr/>
            </p:nvSpPr>
            <p:spPr>
              <a:xfrm>
                <a:off x="1504643" y="3818621"/>
                <a:ext cx="971158" cy="307777"/>
              </a:xfrm>
              <a:prstGeom prst="roundRect">
                <a:avLst>
                  <a:gd name="adj" fmla="val 5000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dirty="0">
                    <a:solidFill>
                      <a:schemeClr val="tx1"/>
                    </a:solidFill>
                    <a:latin typeface="+mj-lt"/>
                  </a:rPr>
                  <a:t>Horror</a:t>
                </a:r>
                <a:endParaRPr lang="en-SG" dirty="0">
                  <a:solidFill>
                    <a:schemeClr val="tx1"/>
                  </a:solidFill>
                  <a:latin typeface="+mj-lt"/>
                </a:endParaRPr>
              </a:p>
            </p:txBody>
          </p:sp>
          <p:sp>
            <p:nvSpPr>
              <p:cNvPr id="132" name="Multiplication Sign 131">
                <a:extLst>
                  <a:ext uri="{FF2B5EF4-FFF2-40B4-BE49-F238E27FC236}">
                    <a16:creationId xmlns:a16="http://schemas.microsoft.com/office/drawing/2014/main" id="{B31DB508-4574-A02E-61FD-BB27A23E0C21}"/>
                  </a:ext>
                </a:extLst>
              </p:cNvPr>
              <p:cNvSpPr/>
              <p:nvPr/>
            </p:nvSpPr>
            <p:spPr>
              <a:xfrm>
                <a:off x="2173842" y="3838373"/>
                <a:ext cx="268272" cy="268272"/>
              </a:xfrm>
              <a:prstGeom prst="mathMultiply">
                <a:avLst>
                  <a:gd name="adj1" fmla="val 4472"/>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grpSp>
          <p:nvGrpSpPr>
            <p:cNvPr id="134" name="Group 133">
              <a:extLst>
                <a:ext uri="{FF2B5EF4-FFF2-40B4-BE49-F238E27FC236}">
                  <a16:creationId xmlns:a16="http://schemas.microsoft.com/office/drawing/2014/main" id="{3C3C4EAD-E81B-4141-F78B-0DC8919507DE}"/>
                </a:ext>
              </a:extLst>
            </p:cNvPr>
            <p:cNvGrpSpPr/>
            <p:nvPr/>
          </p:nvGrpSpPr>
          <p:grpSpPr>
            <a:xfrm>
              <a:off x="173213" y="4494005"/>
              <a:ext cx="1261115" cy="307777"/>
              <a:chOff x="560428" y="3526631"/>
              <a:chExt cx="1261115" cy="307777"/>
            </a:xfrm>
          </p:grpSpPr>
          <p:sp>
            <p:nvSpPr>
              <p:cNvPr id="135" name="Rectangle: Rounded Corners 134">
                <a:extLst>
                  <a:ext uri="{FF2B5EF4-FFF2-40B4-BE49-F238E27FC236}">
                    <a16:creationId xmlns:a16="http://schemas.microsoft.com/office/drawing/2014/main" id="{0CC64AE4-EBAE-0EB5-7DB8-D731F2106D71}"/>
                  </a:ext>
                </a:extLst>
              </p:cNvPr>
              <p:cNvSpPr/>
              <p:nvPr/>
            </p:nvSpPr>
            <p:spPr>
              <a:xfrm>
                <a:off x="560428" y="3526631"/>
                <a:ext cx="1261115" cy="307777"/>
              </a:xfrm>
              <a:prstGeom prst="roundRect">
                <a:avLst>
                  <a:gd name="adj" fmla="val 5000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dirty="0">
                    <a:solidFill>
                      <a:schemeClr val="tx1"/>
                    </a:solidFill>
                    <a:latin typeface="+mj-lt"/>
                  </a:rPr>
                  <a:t>Princess</a:t>
                </a:r>
                <a:endParaRPr lang="en-SG" dirty="0">
                  <a:solidFill>
                    <a:schemeClr val="tx1"/>
                  </a:solidFill>
                  <a:latin typeface="+mj-lt"/>
                </a:endParaRPr>
              </a:p>
            </p:txBody>
          </p:sp>
          <p:sp>
            <p:nvSpPr>
              <p:cNvPr id="136" name="Multiplication Sign 135">
                <a:extLst>
                  <a:ext uri="{FF2B5EF4-FFF2-40B4-BE49-F238E27FC236}">
                    <a16:creationId xmlns:a16="http://schemas.microsoft.com/office/drawing/2014/main" id="{5F8A7918-D7B9-753D-BBD2-5FF81559A979}"/>
                  </a:ext>
                </a:extLst>
              </p:cNvPr>
              <p:cNvSpPr/>
              <p:nvPr/>
            </p:nvSpPr>
            <p:spPr>
              <a:xfrm>
                <a:off x="1504936" y="3546383"/>
                <a:ext cx="268272" cy="268272"/>
              </a:xfrm>
              <a:prstGeom prst="mathMultiply">
                <a:avLst>
                  <a:gd name="adj1" fmla="val 4472"/>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grpSp>
          <p:nvGrpSpPr>
            <p:cNvPr id="143" name="Group 142">
              <a:extLst>
                <a:ext uri="{FF2B5EF4-FFF2-40B4-BE49-F238E27FC236}">
                  <a16:creationId xmlns:a16="http://schemas.microsoft.com/office/drawing/2014/main" id="{D07798F1-138B-7319-B1B8-AFF2C215D3A5}"/>
                </a:ext>
              </a:extLst>
            </p:cNvPr>
            <p:cNvGrpSpPr/>
            <p:nvPr/>
          </p:nvGrpSpPr>
          <p:grpSpPr>
            <a:xfrm>
              <a:off x="1494304" y="4494005"/>
              <a:ext cx="946431" cy="307777"/>
              <a:chOff x="1494304" y="4239363"/>
              <a:chExt cx="946431" cy="307777"/>
            </a:xfrm>
          </p:grpSpPr>
          <p:sp>
            <p:nvSpPr>
              <p:cNvPr id="138" name="Rectangle: Rounded Corners 137">
                <a:extLst>
                  <a:ext uri="{FF2B5EF4-FFF2-40B4-BE49-F238E27FC236}">
                    <a16:creationId xmlns:a16="http://schemas.microsoft.com/office/drawing/2014/main" id="{F8D885A3-BCA2-DC00-2D57-9A640CF2DA15}"/>
                  </a:ext>
                </a:extLst>
              </p:cNvPr>
              <p:cNvSpPr/>
              <p:nvPr/>
            </p:nvSpPr>
            <p:spPr>
              <a:xfrm>
                <a:off x="1494304" y="4239363"/>
                <a:ext cx="946431" cy="307777"/>
              </a:xfrm>
              <a:prstGeom prst="roundRect">
                <a:avLst>
                  <a:gd name="adj" fmla="val 50000"/>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dirty="0">
                    <a:solidFill>
                      <a:schemeClr val="tx1"/>
                    </a:solidFill>
                    <a:latin typeface="+mj-lt"/>
                  </a:rPr>
                  <a:t>Sport</a:t>
                </a:r>
                <a:endParaRPr lang="en-SG" dirty="0">
                  <a:solidFill>
                    <a:schemeClr val="tx1"/>
                  </a:solidFill>
                  <a:latin typeface="+mj-lt"/>
                </a:endParaRPr>
              </a:p>
            </p:txBody>
          </p:sp>
          <p:sp>
            <p:nvSpPr>
              <p:cNvPr id="139" name="Multiplication Sign 138">
                <a:extLst>
                  <a:ext uri="{FF2B5EF4-FFF2-40B4-BE49-F238E27FC236}">
                    <a16:creationId xmlns:a16="http://schemas.microsoft.com/office/drawing/2014/main" id="{EA71962D-928B-FC6F-F7CD-067A1FC59BEA}"/>
                  </a:ext>
                </a:extLst>
              </p:cNvPr>
              <p:cNvSpPr/>
              <p:nvPr/>
            </p:nvSpPr>
            <p:spPr>
              <a:xfrm rot="18900000">
                <a:off x="2121408" y="4259115"/>
                <a:ext cx="268272" cy="268272"/>
              </a:xfrm>
              <a:prstGeom prst="mathMultiply">
                <a:avLst>
                  <a:gd name="adj1" fmla="val 4472"/>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140" name="TextBox 139">
              <a:extLst>
                <a:ext uri="{FF2B5EF4-FFF2-40B4-BE49-F238E27FC236}">
                  <a16:creationId xmlns:a16="http://schemas.microsoft.com/office/drawing/2014/main" id="{12D0FAC0-1979-54C1-4180-816A5FF8DD90}"/>
                </a:ext>
              </a:extLst>
            </p:cNvPr>
            <p:cNvSpPr txBox="1"/>
            <p:nvPr/>
          </p:nvSpPr>
          <p:spPr>
            <a:xfrm>
              <a:off x="803166" y="4739721"/>
              <a:ext cx="1244283" cy="646331"/>
            </a:xfrm>
            <a:prstGeom prst="rect">
              <a:avLst/>
            </a:prstGeom>
            <a:noFill/>
          </p:spPr>
          <p:txBody>
            <a:bodyPr wrap="square" rtlCol="0">
              <a:spAutoFit/>
            </a:bodyPr>
            <a:lstStyle/>
            <a:p>
              <a:pPr algn="ctr"/>
              <a:r>
                <a:rPr lang="en-SG" sz="3600" dirty="0"/>
                <a:t>…</a:t>
              </a:r>
            </a:p>
          </p:txBody>
        </p:sp>
        <p:sp>
          <p:nvSpPr>
            <p:cNvPr id="141" name="TextBox 140">
              <a:extLst>
                <a:ext uri="{FF2B5EF4-FFF2-40B4-BE49-F238E27FC236}">
                  <a16:creationId xmlns:a16="http://schemas.microsoft.com/office/drawing/2014/main" id="{C3D0CCFE-E44A-33A5-09B0-C74D1CFB7826}"/>
                </a:ext>
              </a:extLst>
            </p:cNvPr>
            <p:cNvSpPr txBox="1"/>
            <p:nvPr/>
          </p:nvSpPr>
          <p:spPr>
            <a:xfrm>
              <a:off x="47274" y="3369301"/>
              <a:ext cx="2714482" cy="307777"/>
            </a:xfrm>
            <a:prstGeom prst="rect">
              <a:avLst/>
            </a:prstGeom>
            <a:noFill/>
          </p:spPr>
          <p:txBody>
            <a:bodyPr wrap="square" rtlCol="0">
              <a:spAutoFit/>
            </a:bodyPr>
            <a:lstStyle/>
            <a:p>
              <a:r>
                <a:rPr lang="en-US" sz="1400" i="1" dirty="0"/>
                <a:t>Applies to rides, shows, and food</a:t>
              </a:r>
              <a:endParaRPr lang="en-SG" sz="1400" i="1" dirty="0"/>
            </a:p>
          </p:txBody>
        </p:sp>
      </p:grpSp>
      <p:sp>
        <p:nvSpPr>
          <p:cNvPr id="160" name="TextBox 159">
            <a:extLst>
              <a:ext uri="{FF2B5EF4-FFF2-40B4-BE49-F238E27FC236}">
                <a16:creationId xmlns:a16="http://schemas.microsoft.com/office/drawing/2014/main" id="{518DC22D-A237-CADA-5299-194452B5015D}"/>
              </a:ext>
            </a:extLst>
          </p:cNvPr>
          <p:cNvSpPr txBox="1"/>
          <p:nvPr/>
        </p:nvSpPr>
        <p:spPr>
          <a:xfrm>
            <a:off x="32662" y="5245930"/>
            <a:ext cx="1519286" cy="307777"/>
          </a:xfrm>
          <a:prstGeom prst="rect">
            <a:avLst/>
          </a:prstGeom>
          <a:noFill/>
        </p:spPr>
        <p:txBody>
          <a:bodyPr wrap="square" rtlCol="0">
            <a:spAutoFit/>
          </a:bodyPr>
          <a:lstStyle/>
          <a:p>
            <a:r>
              <a:rPr lang="en-SG" sz="1400" b="1" dirty="0"/>
              <a:t>Experience vibe</a:t>
            </a:r>
          </a:p>
        </p:txBody>
      </p:sp>
      <p:sp>
        <p:nvSpPr>
          <p:cNvPr id="161" name="Rectangle: Rounded Corners 160">
            <a:extLst>
              <a:ext uri="{FF2B5EF4-FFF2-40B4-BE49-F238E27FC236}">
                <a16:creationId xmlns:a16="http://schemas.microsoft.com/office/drawing/2014/main" id="{51BE5238-CF2B-C51C-2C0A-56100612DC0C}"/>
              </a:ext>
            </a:extLst>
          </p:cNvPr>
          <p:cNvSpPr/>
          <p:nvPr/>
        </p:nvSpPr>
        <p:spPr>
          <a:xfrm>
            <a:off x="108693" y="5593813"/>
            <a:ext cx="859405" cy="307777"/>
          </a:xfrm>
          <a:prstGeom prst="roundRect">
            <a:avLst>
              <a:gd name="adj" fmla="val 5000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dirty="0">
                <a:solidFill>
                  <a:schemeClr val="tx1"/>
                </a:solidFill>
                <a:latin typeface="+mj-lt"/>
              </a:rPr>
              <a:t>Cute</a:t>
            </a:r>
            <a:endParaRPr lang="en-SG" dirty="0">
              <a:solidFill>
                <a:schemeClr val="tx1"/>
              </a:solidFill>
              <a:latin typeface="+mj-lt"/>
            </a:endParaRPr>
          </a:p>
        </p:txBody>
      </p:sp>
      <p:sp>
        <p:nvSpPr>
          <p:cNvPr id="162" name="Multiplication Sign 161">
            <a:extLst>
              <a:ext uri="{FF2B5EF4-FFF2-40B4-BE49-F238E27FC236}">
                <a16:creationId xmlns:a16="http://schemas.microsoft.com/office/drawing/2014/main" id="{114C307D-E540-32E3-D252-F927AB2C6A41}"/>
              </a:ext>
            </a:extLst>
          </p:cNvPr>
          <p:cNvSpPr/>
          <p:nvPr/>
        </p:nvSpPr>
        <p:spPr>
          <a:xfrm>
            <a:off x="658169" y="5605148"/>
            <a:ext cx="268272" cy="268272"/>
          </a:xfrm>
          <a:prstGeom prst="mathMultiply">
            <a:avLst>
              <a:gd name="adj1" fmla="val 4472"/>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63" name="Rectangle: Rounded Corners 162">
            <a:extLst>
              <a:ext uri="{FF2B5EF4-FFF2-40B4-BE49-F238E27FC236}">
                <a16:creationId xmlns:a16="http://schemas.microsoft.com/office/drawing/2014/main" id="{0CDCEA1E-FBD4-597D-10C3-F96786BE0F1A}"/>
              </a:ext>
            </a:extLst>
          </p:cNvPr>
          <p:cNvSpPr/>
          <p:nvPr/>
        </p:nvSpPr>
        <p:spPr>
          <a:xfrm>
            <a:off x="108693" y="5954300"/>
            <a:ext cx="2016136" cy="321793"/>
          </a:xfrm>
          <a:prstGeom prst="roundRect">
            <a:avLst>
              <a:gd name="adj" fmla="val 5000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dirty="0">
                <a:solidFill>
                  <a:schemeClr val="tx1"/>
                </a:solidFill>
                <a:latin typeface="+mj-lt"/>
              </a:rPr>
              <a:t>Photo Ops/Scenery</a:t>
            </a:r>
            <a:endParaRPr lang="en-SG" dirty="0">
              <a:solidFill>
                <a:schemeClr val="tx1"/>
              </a:solidFill>
              <a:latin typeface="+mj-lt"/>
            </a:endParaRPr>
          </a:p>
        </p:txBody>
      </p:sp>
      <p:sp>
        <p:nvSpPr>
          <p:cNvPr id="165" name="TextBox 164">
            <a:extLst>
              <a:ext uri="{FF2B5EF4-FFF2-40B4-BE49-F238E27FC236}">
                <a16:creationId xmlns:a16="http://schemas.microsoft.com/office/drawing/2014/main" id="{5BEDFF1A-6D55-7E56-EE89-494C63AA64EE}"/>
              </a:ext>
            </a:extLst>
          </p:cNvPr>
          <p:cNvSpPr txBox="1"/>
          <p:nvPr/>
        </p:nvSpPr>
        <p:spPr>
          <a:xfrm>
            <a:off x="763731" y="5971572"/>
            <a:ext cx="1244283" cy="646331"/>
          </a:xfrm>
          <a:prstGeom prst="rect">
            <a:avLst/>
          </a:prstGeom>
          <a:noFill/>
        </p:spPr>
        <p:txBody>
          <a:bodyPr wrap="square" rtlCol="0">
            <a:spAutoFit/>
          </a:bodyPr>
          <a:lstStyle/>
          <a:p>
            <a:pPr algn="ctr"/>
            <a:r>
              <a:rPr lang="en-SG" sz="3600" dirty="0"/>
              <a:t>…</a:t>
            </a:r>
          </a:p>
        </p:txBody>
      </p:sp>
      <p:sp>
        <p:nvSpPr>
          <p:cNvPr id="166" name="Multiplication Sign 165">
            <a:extLst>
              <a:ext uri="{FF2B5EF4-FFF2-40B4-BE49-F238E27FC236}">
                <a16:creationId xmlns:a16="http://schemas.microsoft.com/office/drawing/2014/main" id="{ED9833A3-3C6B-99AE-8334-BDFB5D2AF85C}"/>
              </a:ext>
            </a:extLst>
          </p:cNvPr>
          <p:cNvSpPr/>
          <p:nvPr/>
        </p:nvSpPr>
        <p:spPr>
          <a:xfrm>
            <a:off x="1822864" y="5989379"/>
            <a:ext cx="268272" cy="268272"/>
          </a:xfrm>
          <a:prstGeom prst="mathMultiply">
            <a:avLst>
              <a:gd name="adj1" fmla="val 4472"/>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67" name="Rectangle: Rounded Corners 166">
            <a:extLst>
              <a:ext uri="{FF2B5EF4-FFF2-40B4-BE49-F238E27FC236}">
                <a16:creationId xmlns:a16="http://schemas.microsoft.com/office/drawing/2014/main" id="{DD10E674-1B80-EE56-1C69-295F725D58F7}"/>
              </a:ext>
            </a:extLst>
          </p:cNvPr>
          <p:cNvSpPr/>
          <p:nvPr/>
        </p:nvSpPr>
        <p:spPr>
          <a:xfrm rot="5400000">
            <a:off x="2396667" y="4088541"/>
            <a:ext cx="842914" cy="77143"/>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212" name="Rectangle: Rounded Corners 211">
            <a:extLst>
              <a:ext uri="{FF2B5EF4-FFF2-40B4-BE49-F238E27FC236}">
                <a16:creationId xmlns:a16="http://schemas.microsoft.com/office/drawing/2014/main" id="{DF5AD561-E804-7772-9EE2-F6DD1CB29922}"/>
              </a:ext>
            </a:extLst>
          </p:cNvPr>
          <p:cNvSpPr/>
          <p:nvPr/>
        </p:nvSpPr>
        <p:spPr>
          <a:xfrm rot="5400000">
            <a:off x="10167584" y="3482660"/>
            <a:ext cx="842914" cy="77143"/>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grpSp>
        <p:nvGrpSpPr>
          <p:cNvPr id="255" name="Group 254">
            <a:extLst>
              <a:ext uri="{FF2B5EF4-FFF2-40B4-BE49-F238E27FC236}">
                <a16:creationId xmlns:a16="http://schemas.microsoft.com/office/drawing/2014/main" id="{52E4E460-1302-534D-F2F4-5B75155EB9A8}"/>
              </a:ext>
            </a:extLst>
          </p:cNvPr>
          <p:cNvGrpSpPr/>
          <p:nvPr/>
        </p:nvGrpSpPr>
        <p:grpSpPr>
          <a:xfrm>
            <a:off x="53993" y="2995888"/>
            <a:ext cx="2880621" cy="3572282"/>
            <a:chOff x="6347774" y="2905761"/>
            <a:chExt cx="2880621" cy="3572282"/>
          </a:xfrm>
        </p:grpSpPr>
        <p:grpSp>
          <p:nvGrpSpPr>
            <p:cNvPr id="254" name="Group 253">
              <a:extLst>
                <a:ext uri="{FF2B5EF4-FFF2-40B4-BE49-F238E27FC236}">
                  <a16:creationId xmlns:a16="http://schemas.microsoft.com/office/drawing/2014/main" id="{A73F5008-710A-E353-5A02-454D336F989A}"/>
                </a:ext>
              </a:extLst>
            </p:cNvPr>
            <p:cNvGrpSpPr/>
            <p:nvPr/>
          </p:nvGrpSpPr>
          <p:grpSpPr>
            <a:xfrm>
              <a:off x="6347774" y="2905761"/>
              <a:ext cx="2880621" cy="3572282"/>
              <a:chOff x="4429995" y="2921864"/>
              <a:chExt cx="2880621" cy="3572282"/>
            </a:xfrm>
          </p:grpSpPr>
          <p:grpSp>
            <p:nvGrpSpPr>
              <p:cNvPr id="239" name="Group 238">
                <a:extLst>
                  <a:ext uri="{FF2B5EF4-FFF2-40B4-BE49-F238E27FC236}">
                    <a16:creationId xmlns:a16="http://schemas.microsoft.com/office/drawing/2014/main" id="{AB9FD58D-194E-733B-D993-4A68CF0C05A8}"/>
                  </a:ext>
                </a:extLst>
              </p:cNvPr>
              <p:cNvGrpSpPr/>
              <p:nvPr/>
            </p:nvGrpSpPr>
            <p:grpSpPr>
              <a:xfrm>
                <a:off x="4429995" y="2921864"/>
                <a:ext cx="2880621" cy="3572282"/>
                <a:chOff x="2922241" y="2995888"/>
                <a:chExt cx="2880621" cy="3572282"/>
              </a:xfrm>
            </p:grpSpPr>
            <p:grpSp>
              <p:nvGrpSpPr>
                <p:cNvPr id="224" name="Group 223">
                  <a:extLst>
                    <a:ext uri="{FF2B5EF4-FFF2-40B4-BE49-F238E27FC236}">
                      <a16:creationId xmlns:a16="http://schemas.microsoft.com/office/drawing/2014/main" id="{8B9BB55D-173D-02FF-FDEE-A775A9AA1495}"/>
                    </a:ext>
                  </a:extLst>
                </p:cNvPr>
                <p:cNvGrpSpPr/>
                <p:nvPr/>
              </p:nvGrpSpPr>
              <p:grpSpPr>
                <a:xfrm>
                  <a:off x="2922241" y="2995888"/>
                  <a:ext cx="2880621" cy="3572282"/>
                  <a:chOff x="2933472" y="2996031"/>
                  <a:chExt cx="2880621" cy="3572282"/>
                </a:xfrm>
              </p:grpSpPr>
              <p:grpSp>
                <p:nvGrpSpPr>
                  <p:cNvPr id="219" name="Group 218">
                    <a:extLst>
                      <a:ext uri="{FF2B5EF4-FFF2-40B4-BE49-F238E27FC236}">
                        <a16:creationId xmlns:a16="http://schemas.microsoft.com/office/drawing/2014/main" id="{35BBF682-BD9A-E79D-2009-B9C58A105D8A}"/>
                      </a:ext>
                    </a:extLst>
                  </p:cNvPr>
                  <p:cNvGrpSpPr/>
                  <p:nvPr/>
                </p:nvGrpSpPr>
                <p:grpSpPr>
                  <a:xfrm>
                    <a:off x="2936964" y="2998935"/>
                    <a:ext cx="2877129" cy="3569378"/>
                    <a:chOff x="2936964" y="2998935"/>
                    <a:chExt cx="2877129" cy="3569378"/>
                  </a:xfrm>
                </p:grpSpPr>
                <p:sp>
                  <p:nvSpPr>
                    <p:cNvPr id="216" name="Freeform: Shape 215">
                      <a:extLst>
                        <a:ext uri="{FF2B5EF4-FFF2-40B4-BE49-F238E27FC236}">
                          <a16:creationId xmlns:a16="http://schemas.microsoft.com/office/drawing/2014/main" id="{7A76872B-7D0C-3F69-0154-982735AF1C17}"/>
                        </a:ext>
                      </a:extLst>
                    </p:cNvPr>
                    <p:cNvSpPr/>
                    <p:nvPr/>
                  </p:nvSpPr>
                  <p:spPr>
                    <a:xfrm>
                      <a:off x="2936964" y="3008184"/>
                      <a:ext cx="902286" cy="267392"/>
                    </a:xfrm>
                    <a:custGeom>
                      <a:avLst/>
                      <a:gdLst>
                        <a:gd name="connsiteX0" fmla="*/ 131009 w 1748971"/>
                        <a:gd name="connsiteY0" fmla="*/ 0 h 414035"/>
                        <a:gd name="connsiteX1" fmla="*/ 1617962 w 1748971"/>
                        <a:gd name="connsiteY1" fmla="*/ 0 h 414035"/>
                        <a:gd name="connsiteX2" fmla="*/ 1748971 w 1748971"/>
                        <a:gd name="connsiteY2" fmla="*/ 131009 h 414035"/>
                        <a:gd name="connsiteX3" fmla="*/ 1748971 w 1748971"/>
                        <a:gd name="connsiteY3" fmla="*/ 414035 h 414035"/>
                        <a:gd name="connsiteX4" fmla="*/ 0 w 1748971"/>
                        <a:gd name="connsiteY4" fmla="*/ 414035 h 414035"/>
                        <a:gd name="connsiteX5" fmla="*/ 0 w 1748971"/>
                        <a:gd name="connsiteY5" fmla="*/ 131009 h 414035"/>
                        <a:gd name="connsiteX6" fmla="*/ 131009 w 1748971"/>
                        <a:gd name="connsiteY6" fmla="*/ 0 h 414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8971" h="414035">
                          <a:moveTo>
                            <a:pt x="131009" y="0"/>
                          </a:moveTo>
                          <a:lnTo>
                            <a:pt x="1617962" y="0"/>
                          </a:lnTo>
                          <a:cubicBezTo>
                            <a:pt x="1690316" y="0"/>
                            <a:pt x="1748971" y="58655"/>
                            <a:pt x="1748971" y="131009"/>
                          </a:cubicBezTo>
                          <a:lnTo>
                            <a:pt x="1748971" y="414035"/>
                          </a:lnTo>
                          <a:lnTo>
                            <a:pt x="0" y="414035"/>
                          </a:lnTo>
                          <a:lnTo>
                            <a:pt x="0" y="131009"/>
                          </a:lnTo>
                          <a:cubicBezTo>
                            <a:pt x="0" y="58655"/>
                            <a:pt x="58655" y="0"/>
                            <a:pt x="131009" y="0"/>
                          </a:cubicBezTo>
                          <a:close/>
                        </a:path>
                      </a:pathLst>
                    </a:cu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SG" dirty="0"/>
                    </a:p>
                  </p:txBody>
                </p:sp>
                <p:sp>
                  <p:nvSpPr>
                    <p:cNvPr id="218" name="Freeform: Shape 217">
                      <a:extLst>
                        <a:ext uri="{FF2B5EF4-FFF2-40B4-BE49-F238E27FC236}">
                          <a16:creationId xmlns:a16="http://schemas.microsoft.com/office/drawing/2014/main" id="{35DCCE0D-9225-0354-0C14-D7E112151B8A}"/>
                        </a:ext>
                      </a:extLst>
                    </p:cNvPr>
                    <p:cNvSpPr/>
                    <p:nvPr/>
                  </p:nvSpPr>
                  <p:spPr>
                    <a:xfrm>
                      <a:off x="2939079" y="3008183"/>
                      <a:ext cx="2875014" cy="3560130"/>
                    </a:xfrm>
                    <a:custGeom>
                      <a:avLst/>
                      <a:gdLst>
                        <a:gd name="connsiteX0" fmla="*/ 1042521 w 2875014"/>
                        <a:gd name="connsiteY0" fmla="*/ 0 h 3560130"/>
                        <a:gd name="connsiteX1" fmla="*/ 2464968 w 2875014"/>
                        <a:gd name="connsiteY1" fmla="*/ 0 h 3560130"/>
                        <a:gd name="connsiteX2" fmla="*/ 2590294 w 2875014"/>
                        <a:gd name="connsiteY2" fmla="*/ 85336 h 3560130"/>
                        <a:gd name="connsiteX3" fmla="*/ 2590294 w 2875014"/>
                        <a:gd name="connsiteY3" fmla="*/ 251782 h 3560130"/>
                        <a:gd name="connsiteX4" fmla="*/ 2875014 w 2875014"/>
                        <a:gd name="connsiteY4" fmla="*/ 251782 h 3560130"/>
                        <a:gd name="connsiteX5" fmla="*/ 2875014 w 2875014"/>
                        <a:gd name="connsiteY5" fmla="*/ 3560130 h 3560130"/>
                        <a:gd name="connsiteX6" fmla="*/ 0 w 2875014"/>
                        <a:gd name="connsiteY6" fmla="*/ 3560130 h 3560130"/>
                        <a:gd name="connsiteX7" fmla="*/ 0 w 2875014"/>
                        <a:gd name="connsiteY7" fmla="*/ 251782 h 3560130"/>
                        <a:gd name="connsiteX8" fmla="*/ 917195 w 2875014"/>
                        <a:gd name="connsiteY8" fmla="*/ 251782 h 3560130"/>
                        <a:gd name="connsiteX9" fmla="*/ 917195 w 2875014"/>
                        <a:gd name="connsiteY9" fmla="*/ 85336 h 3560130"/>
                        <a:gd name="connsiteX10" fmla="*/ 1042521 w 2875014"/>
                        <a:gd name="connsiteY10" fmla="*/ 0 h 3560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5014" h="3560130">
                          <a:moveTo>
                            <a:pt x="1042521" y="0"/>
                          </a:moveTo>
                          <a:lnTo>
                            <a:pt x="2464968" y="0"/>
                          </a:lnTo>
                          <a:cubicBezTo>
                            <a:pt x="2534184" y="0"/>
                            <a:pt x="2590294" y="38206"/>
                            <a:pt x="2590294" y="85336"/>
                          </a:cubicBezTo>
                          <a:lnTo>
                            <a:pt x="2590294" y="251782"/>
                          </a:lnTo>
                          <a:lnTo>
                            <a:pt x="2875014" y="251782"/>
                          </a:lnTo>
                          <a:lnTo>
                            <a:pt x="2875014" y="3560130"/>
                          </a:lnTo>
                          <a:lnTo>
                            <a:pt x="0" y="3560130"/>
                          </a:lnTo>
                          <a:lnTo>
                            <a:pt x="0" y="251782"/>
                          </a:lnTo>
                          <a:lnTo>
                            <a:pt x="917195" y="251782"/>
                          </a:lnTo>
                          <a:lnTo>
                            <a:pt x="917195" y="85336"/>
                          </a:lnTo>
                          <a:cubicBezTo>
                            <a:pt x="917195" y="38206"/>
                            <a:pt x="973306" y="0"/>
                            <a:pt x="1042521" y="0"/>
                          </a:cubicBez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SG" dirty="0"/>
                    </a:p>
                  </p:txBody>
                </p:sp>
                <p:sp>
                  <p:nvSpPr>
                    <p:cNvPr id="199" name="TextBox 198">
                      <a:extLst>
                        <a:ext uri="{FF2B5EF4-FFF2-40B4-BE49-F238E27FC236}">
                          <a16:creationId xmlns:a16="http://schemas.microsoft.com/office/drawing/2014/main" id="{69A1F3FF-1A24-F2CD-4BF0-62F6BF72E983}"/>
                        </a:ext>
                      </a:extLst>
                    </p:cNvPr>
                    <p:cNvSpPr txBox="1"/>
                    <p:nvPr/>
                  </p:nvSpPr>
                  <p:spPr>
                    <a:xfrm>
                      <a:off x="3862076" y="2998935"/>
                      <a:ext cx="1703983" cy="307777"/>
                    </a:xfrm>
                    <a:prstGeom prst="rect">
                      <a:avLst/>
                    </a:prstGeom>
                    <a:noFill/>
                  </p:spPr>
                  <p:txBody>
                    <a:bodyPr wrap="square" rtlCol="0">
                      <a:spAutoFit/>
                    </a:bodyPr>
                    <a:lstStyle/>
                    <a:p>
                      <a:r>
                        <a:rPr lang="en-SG" sz="1400" b="1" dirty="0"/>
                        <a:t>Distance &amp; Crowd</a:t>
                      </a:r>
                    </a:p>
                  </p:txBody>
                </p:sp>
              </p:grpSp>
              <p:sp>
                <p:nvSpPr>
                  <p:cNvPr id="220" name="TextBox 219">
                    <a:extLst>
                      <a:ext uri="{FF2B5EF4-FFF2-40B4-BE49-F238E27FC236}">
                        <a16:creationId xmlns:a16="http://schemas.microsoft.com/office/drawing/2014/main" id="{D15F9622-AAAB-0612-D18F-76BBB1EA4F7F}"/>
                      </a:ext>
                    </a:extLst>
                  </p:cNvPr>
                  <p:cNvSpPr txBox="1"/>
                  <p:nvPr/>
                </p:nvSpPr>
                <p:spPr>
                  <a:xfrm>
                    <a:off x="2933472" y="2996031"/>
                    <a:ext cx="920009" cy="307777"/>
                  </a:xfrm>
                  <a:prstGeom prst="rect">
                    <a:avLst/>
                  </a:prstGeom>
                  <a:noFill/>
                </p:spPr>
                <p:txBody>
                  <a:bodyPr wrap="square" rtlCol="0">
                    <a:spAutoFit/>
                  </a:bodyPr>
                  <a:lstStyle/>
                  <a:p>
                    <a:r>
                      <a:rPr lang="en-SG" sz="1400" b="1" dirty="0"/>
                      <a:t>Interests</a:t>
                    </a:r>
                    <a:endParaRPr lang="en-SG" b="1" dirty="0"/>
                  </a:p>
                </p:txBody>
              </p:sp>
            </p:grpSp>
            <p:sp>
              <p:nvSpPr>
                <p:cNvPr id="226" name="TextBox 225">
                  <a:extLst>
                    <a:ext uri="{FF2B5EF4-FFF2-40B4-BE49-F238E27FC236}">
                      <a16:creationId xmlns:a16="http://schemas.microsoft.com/office/drawing/2014/main" id="{AF71FB99-2C49-47A9-B33C-47691075E94C}"/>
                    </a:ext>
                  </a:extLst>
                </p:cNvPr>
                <p:cNvSpPr txBox="1"/>
                <p:nvPr/>
              </p:nvSpPr>
              <p:spPr>
                <a:xfrm>
                  <a:off x="2987221" y="3368739"/>
                  <a:ext cx="2714482" cy="307777"/>
                </a:xfrm>
                <a:prstGeom prst="rect">
                  <a:avLst/>
                </a:prstGeom>
                <a:noFill/>
              </p:spPr>
              <p:txBody>
                <a:bodyPr wrap="square" rtlCol="0">
                  <a:spAutoFit/>
                </a:bodyPr>
                <a:lstStyle/>
                <a:p>
                  <a:r>
                    <a:rPr lang="en-US" sz="1400" i="1" dirty="0"/>
                    <a:t>Applies to rides, shows, and food</a:t>
                  </a:r>
                  <a:endParaRPr lang="en-SG" sz="1400" i="1" dirty="0"/>
                </a:p>
              </p:txBody>
            </p:sp>
            <p:pic>
              <p:nvPicPr>
                <p:cNvPr id="233" name="Picture 232" descr="A blue line with a black background&#10;&#10;AI-generated content may be incorrect.">
                  <a:extLst>
                    <a:ext uri="{FF2B5EF4-FFF2-40B4-BE49-F238E27FC236}">
                      <a16:creationId xmlns:a16="http://schemas.microsoft.com/office/drawing/2014/main" id="{D78B38EE-D47A-FE0F-F380-DC65505CDD4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16563" y="3708189"/>
                  <a:ext cx="1120647" cy="1120647"/>
                </a:xfrm>
                <a:prstGeom prst="rect">
                  <a:avLst/>
                </a:prstGeom>
              </p:spPr>
            </p:pic>
            <p:sp>
              <p:nvSpPr>
                <p:cNvPr id="234" name="TextBox 233">
                  <a:extLst>
                    <a:ext uri="{FF2B5EF4-FFF2-40B4-BE49-F238E27FC236}">
                      <a16:creationId xmlns:a16="http://schemas.microsoft.com/office/drawing/2014/main" id="{657BA906-9220-970C-A937-3DCC9079AE05}"/>
                    </a:ext>
                  </a:extLst>
                </p:cNvPr>
                <p:cNvSpPr txBox="1"/>
                <p:nvPr/>
              </p:nvSpPr>
              <p:spPr>
                <a:xfrm>
                  <a:off x="4417334" y="4114623"/>
                  <a:ext cx="718817" cy="307777"/>
                </a:xfrm>
                <a:prstGeom prst="rect">
                  <a:avLst/>
                </a:prstGeom>
                <a:noFill/>
                <a:ln>
                  <a:solidFill>
                    <a:schemeClr val="tx1"/>
                  </a:solidFill>
                </a:ln>
              </p:spPr>
              <p:txBody>
                <a:bodyPr wrap="square" rtlCol="0">
                  <a:spAutoFit/>
                </a:bodyPr>
                <a:lstStyle/>
                <a:p>
                  <a:pPr algn="ctr"/>
                  <a:r>
                    <a:rPr lang="en-SG" sz="1400" dirty="0"/>
                    <a:t>200m</a:t>
                  </a:r>
                </a:p>
              </p:txBody>
            </p:sp>
            <p:sp>
              <p:nvSpPr>
                <p:cNvPr id="236" name="TextBox 235">
                  <a:extLst>
                    <a:ext uri="{FF2B5EF4-FFF2-40B4-BE49-F238E27FC236}">
                      <a16:creationId xmlns:a16="http://schemas.microsoft.com/office/drawing/2014/main" id="{DA9B5D20-C955-0DCC-6F66-C3CCA5E0AF34}"/>
                    </a:ext>
                  </a:extLst>
                </p:cNvPr>
                <p:cNvSpPr txBox="1"/>
                <p:nvPr/>
              </p:nvSpPr>
              <p:spPr>
                <a:xfrm>
                  <a:off x="3694675" y="5547171"/>
                  <a:ext cx="1244283" cy="646331"/>
                </a:xfrm>
                <a:prstGeom prst="rect">
                  <a:avLst/>
                </a:prstGeom>
                <a:noFill/>
              </p:spPr>
              <p:txBody>
                <a:bodyPr wrap="square" rtlCol="0">
                  <a:spAutoFit/>
                </a:bodyPr>
                <a:lstStyle/>
                <a:p>
                  <a:pPr algn="ctr"/>
                  <a:r>
                    <a:rPr lang="en-SG" sz="3600" dirty="0"/>
                    <a:t>…</a:t>
                  </a:r>
                </a:p>
              </p:txBody>
            </p:sp>
            <p:sp>
              <p:nvSpPr>
                <p:cNvPr id="238" name="TextBox 237">
                  <a:extLst>
                    <a:ext uri="{FF2B5EF4-FFF2-40B4-BE49-F238E27FC236}">
                      <a16:creationId xmlns:a16="http://schemas.microsoft.com/office/drawing/2014/main" id="{41B66C68-5732-C238-D3EF-68B33881CD88}"/>
                    </a:ext>
                  </a:extLst>
                </p:cNvPr>
                <p:cNvSpPr txBox="1"/>
                <p:nvPr/>
              </p:nvSpPr>
              <p:spPr>
                <a:xfrm>
                  <a:off x="4409811" y="5125233"/>
                  <a:ext cx="718817" cy="307777"/>
                </a:xfrm>
                <a:prstGeom prst="rect">
                  <a:avLst/>
                </a:prstGeom>
                <a:noFill/>
                <a:ln>
                  <a:solidFill>
                    <a:schemeClr val="tx1"/>
                  </a:solidFill>
                </a:ln>
              </p:spPr>
              <p:txBody>
                <a:bodyPr wrap="square" rtlCol="0">
                  <a:spAutoFit/>
                </a:bodyPr>
                <a:lstStyle/>
                <a:p>
                  <a:pPr algn="ctr"/>
                  <a:r>
                    <a:rPr lang="en-SG" sz="1400" dirty="0"/>
                    <a:t>3 mins</a:t>
                  </a:r>
                </a:p>
              </p:txBody>
            </p:sp>
          </p:grpSp>
          <p:grpSp>
            <p:nvGrpSpPr>
              <p:cNvPr id="253" name="Group 252">
                <a:extLst>
                  <a:ext uri="{FF2B5EF4-FFF2-40B4-BE49-F238E27FC236}">
                    <a16:creationId xmlns:a16="http://schemas.microsoft.com/office/drawing/2014/main" id="{E73743FD-1B0E-6AC0-1D77-69C5AF609903}"/>
                  </a:ext>
                </a:extLst>
              </p:cNvPr>
              <p:cNvGrpSpPr/>
              <p:nvPr/>
            </p:nvGrpSpPr>
            <p:grpSpPr>
              <a:xfrm>
                <a:off x="4530223" y="4631061"/>
                <a:ext cx="1387342" cy="1150224"/>
                <a:chOff x="4530223" y="4631061"/>
                <a:chExt cx="1387342" cy="1150224"/>
              </a:xfrm>
            </p:grpSpPr>
            <p:sp>
              <p:nvSpPr>
                <p:cNvPr id="231" name="TextBox 230">
                  <a:extLst>
                    <a:ext uri="{FF2B5EF4-FFF2-40B4-BE49-F238E27FC236}">
                      <a16:creationId xmlns:a16="http://schemas.microsoft.com/office/drawing/2014/main" id="{61CF87BD-8B38-BAD5-04FF-C2E73FB1B3A4}"/>
                    </a:ext>
                  </a:extLst>
                </p:cNvPr>
                <p:cNvSpPr txBox="1"/>
                <p:nvPr/>
              </p:nvSpPr>
              <p:spPr>
                <a:xfrm>
                  <a:off x="4530223" y="4631061"/>
                  <a:ext cx="1387342" cy="307777"/>
                </a:xfrm>
                <a:prstGeom prst="rect">
                  <a:avLst/>
                </a:prstGeom>
                <a:noFill/>
              </p:spPr>
              <p:txBody>
                <a:bodyPr wrap="square" rtlCol="0">
                  <a:spAutoFit/>
                </a:bodyPr>
                <a:lstStyle/>
                <a:p>
                  <a:r>
                    <a:rPr lang="en-SG" sz="1400" b="1" dirty="0"/>
                    <a:t>Wait Time</a:t>
                  </a:r>
                </a:p>
              </p:txBody>
            </p:sp>
            <p:pic>
              <p:nvPicPr>
                <p:cNvPr id="237" name="Picture 236" descr="A blue line with a black background&#10;&#10;AI-generated content may be incorrect.">
                  <a:extLst>
                    <a:ext uri="{FF2B5EF4-FFF2-40B4-BE49-F238E27FC236}">
                      <a16:creationId xmlns:a16="http://schemas.microsoft.com/office/drawing/2014/main" id="{ABA584FD-2625-4902-2728-49F1445D0D4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37406" y="4660638"/>
                  <a:ext cx="1120647" cy="1120647"/>
                </a:xfrm>
                <a:prstGeom prst="rect">
                  <a:avLst/>
                </a:prstGeom>
              </p:spPr>
            </p:pic>
          </p:grpSp>
        </p:grpSp>
        <p:sp>
          <p:nvSpPr>
            <p:cNvPr id="230" name="TextBox 229">
              <a:extLst>
                <a:ext uri="{FF2B5EF4-FFF2-40B4-BE49-F238E27FC236}">
                  <a16:creationId xmlns:a16="http://schemas.microsoft.com/office/drawing/2014/main" id="{8111C85D-A776-09DA-42AA-F1E1CF8D90AA}"/>
                </a:ext>
              </a:extLst>
            </p:cNvPr>
            <p:cNvSpPr txBox="1"/>
            <p:nvPr/>
          </p:nvSpPr>
          <p:spPr>
            <a:xfrm>
              <a:off x="6440192" y="3633581"/>
              <a:ext cx="1387342" cy="307777"/>
            </a:xfrm>
            <a:prstGeom prst="rect">
              <a:avLst/>
            </a:prstGeom>
            <a:noFill/>
          </p:spPr>
          <p:txBody>
            <a:bodyPr wrap="square" rtlCol="0">
              <a:spAutoFit/>
            </a:bodyPr>
            <a:lstStyle/>
            <a:p>
              <a:r>
                <a:rPr lang="en-SG" sz="1400" b="1" dirty="0"/>
                <a:t>Walk Distance</a:t>
              </a:r>
            </a:p>
          </p:txBody>
        </p:sp>
      </p:grpSp>
      <p:grpSp>
        <p:nvGrpSpPr>
          <p:cNvPr id="32" name="Group 31">
            <a:extLst>
              <a:ext uri="{FF2B5EF4-FFF2-40B4-BE49-F238E27FC236}">
                <a16:creationId xmlns:a16="http://schemas.microsoft.com/office/drawing/2014/main" id="{F3D9540E-2125-1772-7310-F89DBC70B5EE}"/>
              </a:ext>
            </a:extLst>
          </p:cNvPr>
          <p:cNvGrpSpPr/>
          <p:nvPr/>
        </p:nvGrpSpPr>
        <p:grpSpPr>
          <a:xfrm>
            <a:off x="53496" y="6455931"/>
            <a:ext cx="2887824" cy="402070"/>
            <a:chOff x="53496" y="6455931"/>
            <a:chExt cx="2887824" cy="402070"/>
          </a:xfrm>
        </p:grpSpPr>
        <p:grpSp>
          <p:nvGrpSpPr>
            <p:cNvPr id="33" name="Group 32">
              <a:extLst>
                <a:ext uri="{FF2B5EF4-FFF2-40B4-BE49-F238E27FC236}">
                  <a16:creationId xmlns:a16="http://schemas.microsoft.com/office/drawing/2014/main" id="{8DEAD7C3-8989-B2F9-04B8-DC7AD942DE17}"/>
                </a:ext>
              </a:extLst>
            </p:cNvPr>
            <p:cNvGrpSpPr/>
            <p:nvPr/>
          </p:nvGrpSpPr>
          <p:grpSpPr>
            <a:xfrm>
              <a:off x="53496" y="6455931"/>
              <a:ext cx="2887824" cy="402070"/>
              <a:chOff x="107022" y="932757"/>
              <a:chExt cx="1159349" cy="267392"/>
            </a:xfrm>
          </p:grpSpPr>
          <p:sp>
            <p:nvSpPr>
              <p:cNvPr id="36" name="Freeform: Shape 35">
                <a:extLst>
                  <a:ext uri="{FF2B5EF4-FFF2-40B4-BE49-F238E27FC236}">
                    <a16:creationId xmlns:a16="http://schemas.microsoft.com/office/drawing/2014/main" id="{AA646512-94F6-C94F-795B-6E3594AD95A1}"/>
                  </a:ext>
                </a:extLst>
              </p:cNvPr>
              <p:cNvSpPr/>
              <p:nvPr/>
            </p:nvSpPr>
            <p:spPr>
              <a:xfrm>
                <a:off x="107022" y="932757"/>
                <a:ext cx="1159349" cy="267392"/>
              </a:xfrm>
              <a:custGeom>
                <a:avLst/>
                <a:gdLst>
                  <a:gd name="connsiteX0" fmla="*/ 131009 w 1748971"/>
                  <a:gd name="connsiteY0" fmla="*/ 0 h 414035"/>
                  <a:gd name="connsiteX1" fmla="*/ 1617962 w 1748971"/>
                  <a:gd name="connsiteY1" fmla="*/ 0 h 414035"/>
                  <a:gd name="connsiteX2" fmla="*/ 1748971 w 1748971"/>
                  <a:gd name="connsiteY2" fmla="*/ 131009 h 414035"/>
                  <a:gd name="connsiteX3" fmla="*/ 1748971 w 1748971"/>
                  <a:gd name="connsiteY3" fmla="*/ 414035 h 414035"/>
                  <a:gd name="connsiteX4" fmla="*/ 0 w 1748971"/>
                  <a:gd name="connsiteY4" fmla="*/ 414035 h 414035"/>
                  <a:gd name="connsiteX5" fmla="*/ 0 w 1748971"/>
                  <a:gd name="connsiteY5" fmla="*/ 131009 h 414035"/>
                  <a:gd name="connsiteX6" fmla="*/ 131009 w 1748971"/>
                  <a:gd name="connsiteY6" fmla="*/ 0 h 414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8971" h="414035">
                    <a:moveTo>
                      <a:pt x="131009" y="0"/>
                    </a:moveTo>
                    <a:lnTo>
                      <a:pt x="1617962" y="0"/>
                    </a:lnTo>
                    <a:cubicBezTo>
                      <a:pt x="1690316" y="0"/>
                      <a:pt x="1748971" y="58655"/>
                      <a:pt x="1748971" y="131009"/>
                    </a:cubicBezTo>
                    <a:lnTo>
                      <a:pt x="1748971" y="414035"/>
                    </a:lnTo>
                    <a:lnTo>
                      <a:pt x="0" y="414035"/>
                    </a:lnTo>
                    <a:lnTo>
                      <a:pt x="0" y="131009"/>
                    </a:lnTo>
                    <a:cubicBezTo>
                      <a:pt x="0" y="58655"/>
                      <a:pt x="58655" y="0"/>
                      <a:pt x="131009" y="0"/>
                    </a:cubicBez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SG" dirty="0"/>
              </a:p>
            </p:txBody>
          </p:sp>
          <p:sp>
            <p:nvSpPr>
              <p:cNvPr id="37" name="TextBox 36">
                <a:extLst>
                  <a:ext uri="{FF2B5EF4-FFF2-40B4-BE49-F238E27FC236}">
                    <a16:creationId xmlns:a16="http://schemas.microsoft.com/office/drawing/2014/main" id="{18BBF57E-F0DB-5727-5178-48E751689342}"/>
                  </a:ext>
                </a:extLst>
              </p:cNvPr>
              <p:cNvSpPr txBox="1"/>
              <p:nvPr/>
            </p:nvSpPr>
            <p:spPr>
              <a:xfrm>
                <a:off x="184953" y="950200"/>
                <a:ext cx="1003487" cy="225151"/>
              </a:xfrm>
              <a:prstGeom prst="rect">
                <a:avLst/>
              </a:prstGeom>
              <a:noFill/>
            </p:spPr>
            <p:txBody>
              <a:bodyPr wrap="square" rtlCol="0">
                <a:spAutoFit/>
              </a:bodyPr>
              <a:lstStyle/>
              <a:p>
                <a:pPr algn="ctr"/>
                <a:r>
                  <a:rPr lang="en-SG" sz="1600" b="1" dirty="0"/>
                  <a:t>Park-wide Filters</a:t>
                </a:r>
                <a:endParaRPr lang="en-SG" sz="2000" b="1" dirty="0"/>
              </a:p>
            </p:txBody>
          </p:sp>
        </p:grpSp>
        <p:pic>
          <p:nvPicPr>
            <p:cNvPr id="34" name="Picture 33" descr="A blue arrow pointing to the left&#10;&#10;AI-generated content may be incorrect.">
              <a:extLst>
                <a:ext uri="{FF2B5EF4-FFF2-40B4-BE49-F238E27FC236}">
                  <a16:creationId xmlns:a16="http://schemas.microsoft.com/office/drawing/2014/main" id="{D1D7C3CB-C7AB-6C4E-49F2-78E7BCC2D84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2620909" y="6549677"/>
              <a:ext cx="177977" cy="223406"/>
            </a:xfrm>
            <a:prstGeom prst="rect">
              <a:avLst/>
            </a:prstGeom>
          </p:spPr>
        </p:pic>
        <p:pic>
          <p:nvPicPr>
            <p:cNvPr id="35" name="Picture 34" descr="A blue arrow pointing to the left&#10;&#10;AI-generated content may be incorrect.">
              <a:extLst>
                <a:ext uri="{FF2B5EF4-FFF2-40B4-BE49-F238E27FC236}">
                  <a16:creationId xmlns:a16="http://schemas.microsoft.com/office/drawing/2014/main" id="{B4C4369E-B755-D7B5-989E-58E7E8CECB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195928" y="6549676"/>
              <a:ext cx="177977" cy="223406"/>
            </a:xfrm>
            <a:prstGeom prst="rect">
              <a:avLst/>
            </a:prstGeom>
          </p:spPr>
        </p:pic>
      </p:grpSp>
      <p:sp>
        <p:nvSpPr>
          <p:cNvPr id="257" name="Circle: Hollow 256">
            <a:extLst>
              <a:ext uri="{FF2B5EF4-FFF2-40B4-BE49-F238E27FC236}">
                <a16:creationId xmlns:a16="http://schemas.microsoft.com/office/drawing/2014/main" id="{6DD4EB5F-0057-9D3B-1349-A7A75642E48D}"/>
              </a:ext>
            </a:extLst>
          </p:cNvPr>
          <p:cNvSpPr/>
          <p:nvPr/>
        </p:nvSpPr>
        <p:spPr>
          <a:xfrm>
            <a:off x="1384257" y="2715031"/>
            <a:ext cx="914400" cy="914400"/>
          </a:xfrm>
          <a:prstGeom prst="donut">
            <a:avLst>
              <a:gd name="adj" fmla="val 9789"/>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solidFill>
                <a:schemeClr val="tx1"/>
              </a:solidFill>
            </a:endParaRPr>
          </a:p>
        </p:txBody>
      </p:sp>
      <p:pic>
        <p:nvPicPr>
          <p:cNvPr id="258" name="Picture 257" descr="A yellow hand pointing up&#10;&#10;AI-generated content may be incorrect.">
            <a:extLst>
              <a:ext uri="{FF2B5EF4-FFF2-40B4-BE49-F238E27FC236}">
                <a16:creationId xmlns:a16="http://schemas.microsoft.com/office/drawing/2014/main" id="{CE921B68-CA6F-37E4-D08D-1B07760FC9D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022838" y="4401856"/>
            <a:ext cx="663866" cy="663866"/>
          </a:xfrm>
          <a:prstGeom prst="rect">
            <a:avLst/>
          </a:prstGeom>
        </p:spPr>
      </p:pic>
    </p:spTree>
    <p:extLst>
      <p:ext uri="{BB962C8B-B14F-4D97-AF65-F5344CB8AC3E}">
        <p14:creationId xmlns:p14="http://schemas.microsoft.com/office/powerpoint/2010/main" val="1575246499"/>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afterEffect">
                                  <p:stCondLst>
                                    <p:cond delay="1000"/>
                                  </p:stCondLst>
                                  <p:childTnLst>
                                    <p:set>
                                      <p:cBhvr>
                                        <p:cTn id="6" dur="1" fill="hold">
                                          <p:stCondLst>
                                            <p:cond delay="0"/>
                                          </p:stCondLst>
                                        </p:cTn>
                                        <p:tgtEl>
                                          <p:spTgt spid="257"/>
                                        </p:tgtEl>
                                        <p:attrNameLst>
                                          <p:attrName>style.visibility</p:attrName>
                                        </p:attrNameLst>
                                      </p:cBhvr>
                                      <p:to>
                                        <p:strVal val="visible"/>
                                      </p:to>
                                    </p:set>
                                    <p:animEffect transition="in" filter="circle(out)">
                                      <p:cBhvr>
                                        <p:cTn id="7" dur="1500"/>
                                        <p:tgtEl>
                                          <p:spTgt spid="257"/>
                                        </p:tgtEl>
                                      </p:cBhvr>
                                    </p:animEffect>
                                  </p:childTnLst>
                                </p:cTn>
                              </p:par>
                            </p:childTnLst>
                          </p:cTn>
                        </p:par>
                        <p:par>
                          <p:cTn id="8" fill="hold">
                            <p:stCondLst>
                              <p:cond delay="2500"/>
                            </p:stCondLst>
                            <p:childTnLst>
                              <p:par>
                                <p:cTn id="9" presetID="10" presetClass="exit" presetSubtype="0" fill="hold" grpId="1" nodeType="afterEffect">
                                  <p:stCondLst>
                                    <p:cond delay="0"/>
                                  </p:stCondLst>
                                  <p:childTnLst>
                                    <p:animEffect transition="out" filter="fade">
                                      <p:cBhvr>
                                        <p:cTn id="10" dur="500"/>
                                        <p:tgtEl>
                                          <p:spTgt spid="257"/>
                                        </p:tgtEl>
                                      </p:cBhvr>
                                    </p:animEffect>
                                    <p:set>
                                      <p:cBhvr>
                                        <p:cTn id="11" dur="1" fill="hold">
                                          <p:stCondLst>
                                            <p:cond delay="499"/>
                                          </p:stCondLst>
                                        </p:cTn>
                                        <p:tgtEl>
                                          <p:spTgt spid="257"/>
                                        </p:tgtEl>
                                        <p:attrNameLst>
                                          <p:attrName>style.visibility</p:attrName>
                                        </p:attrNameLst>
                                      </p:cBhvr>
                                      <p:to>
                                        <p:strVal val="hidden"/>
                                      </p:to>
                                    </p:set>
                                  </p:childTnLst>
                                </p:cTn>
                              </p:par>
                            </p:childTnLst>
                          </p:cTn>
                        </p:par>
                        <p:par>
                          <p:cTn id="12" fill="hold">
                            <p:stCondLst>
                              <p:cond delay="3000"/>
                            </p:stCondLst>
                            <p:childTnLst>
                              <p:par>
                                <p:cTn id="13" presetID="1" presetClass="entr" presetSubtype="0" fill="hold" nodeType="afterEffect">
                                  <p:stCondLst>
                                    <p:cond delay="500"/>
                                  </p:stCondLst>
                                  <p:childTnLst>
                                    <p:set>
                                      <p:cBhvr>
                                        <p:cTn id="14" dur="1" fill="hold">
                                          <p:stCondLst>
                                            <p:cond delay="0"/>
                                          </p:stCondLst>
                                        </p:cTn>
                                        <p:tgtEl>
                                          <p:spTgt spid="255"/>
                                        </p:tgtEl>
                                        <p:attrNameLst>
                                          <p:attrName>style.visibility</p:attrName>
                                        </p:attrNameLst>
                                      </p:cBhvr>
                                      <p:to>
                                        <p:strVal val="visible"/>
                                      </p:to>
                                    </p:set>
                                  </p:childTnLst>
                                </p:cTn>
                              </p:par>
                            </p:childTnLst>
                          </p:cTn>
                        </p:par>
                        <p:par>
                          <p:cTn id="15" fill="hold">
                            <p:stCondLst>
                              <p:cond delay="3500"/>
                            </p:stCondLst>
                            <p:childTnLst>
                              <p:par>
                                <p:cTn id="16" presetID="1" presetClass="entr" presetSubtype="0" fill="hold" nodeType="afterEffect">
                                  <p:stCondLst>
                                    <p:cond delay="500"/>
                                  </p:stCondLst>
                                  <p:childTnLst>
                                    <p:set>
                                      <p:cBhvr>
                                        <p:cTn id="17" dur="1" fill="hold">
                                          <p:stCondLst>
                                            <p:cond delay="0"/>
                                          </p:stCondLst>
                                        </p:cTn>
                                        <p:tgtEl>
                                          <p:spTgt spid="258"/>
                                        </p:tgtEl>
                                        <p:attrNameLst>
                                          <p:attrName>style.visibility</p:attrName>
                                        </p:attrNameLst>
                                      </p:cBhvr>
                                      <p:to>
                                        <p:strVal val="visible"/>
                                      </p:to>
                                    </p:set>
                                  </p:childTnLst>
                                </p:cTn>
                              </p:par>
                            </p:childTnLst>
                          </p:cTn>
                        </p:par>
                        <p:par>
                          <p:cTn id="18" fill="hold">
                            <p:stCondLst>
                              <p:cond delay="4000"/>
                            </p:stCondLst>
                            <p:childTnLst>
                              <p:par>
                                <p:cTn id="19" presetID="32" presetClass="emph" presetSubtype="0" fill="hold" nodeType="afterEffect">
                                  <p:stCondLst>
                                    <p:cond delay="0"/>
                                  </p:stCondLst>
                                  <p:childTnLst>
                                    <p:animRot by="120000">
                                      <p:cBhvr>
                                        <p:cTn id="20" dur="100" fill="hold">
                                          <p:stCondLst>
                                            <p:cond delay="0"/>
                                          </p:stCondLst>
                                        </p:cTn>
                                        <p:tgtEl>
                                          <p:spTgt spid="258"/>
                                        </p:tgtEl>
                                        <p:attrNameLst>
                                          <p:attrName>r</p:attrName>
                                        </p:attrNameLst>
                                      </p:cBhvr>
                                    </p:animRot>
                                    <p:animRot by="-240000">
                                      <p:cBhvr>
                                        <p:cTn id="21" dur="200" fill="hold">
                                          <p:stCondLst>
                                            <p:cond delay="200"/>
                                          </p:stCondLst>
                                        </p:cTn>
                                        <p:tgtEl>
                                          <p:spTgt spid="258"/>
                                        </p:tgtEl>
                                        <p:attrNameLst>
                                          <p:attrName>r</p:attrName>
                                        </p:attrNameLst>
                                      </p:cBhvr>
                                    </p:animRot>
                                    <p:animRot by="240000">
                                      <p:cBhvr>
                                        <p:cTn id="22" dur="200" fill="hold">
                                          <p:stCondLst>
                                            <p:cond delay="400"/>
                                          </p:stCondLst>
                                        </p:cTn>
                                        <p:tgtEl>
                                          <p:spTgt spid="258"/>
                                        </p:tgtEl>
                                        <p:attrNameLst>
                                          <p:attrName>r</p:attrName>
                                        </p:attrNameLst>
                                      </p:cBhvr>
                                    </p:animRot>
                                    <p:animRot by="-240000">
                                      <p:cBhvr>
                                        <p:cTn id="23" dur="200" fill="hold">
                                          <p:stCondLst>
                                            <p:cond delay="600"/>
                                          </p:stCondLst>
                                        </p:cTn>
                                        <p:tgtEl>
                                          <p:spTgt spid="258"/>
                                        </p:tgtEl>
                                        <p:attrNameLst>
                                          <p:attrName>r</p:attrName>
                                        </p:attrNameLst>
                                      </p:cBhvr>
                                    </p:animRot>
                                    <p:animRot by="120000">
                                      <p:cBhvr>
                                        <p:cTn id="24" dur="200" fill="hold">
                                          <p:stCondLst>
                                            <p:cond delay="800"/>
                                          </p:stCondLst>
                                        </p:cTn>
                                        <p:tgtEl>
                                          <p:spTgt spid="25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 grpId="0" animBg="1"/>
      <p:bldP spid="257"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9C6D4-BD60-A2AD-72DC-B0F5A9478F87}"/>
            </a:ext>
          </a:extLst>
        </p:cNvPr>
        <p:cNvGrpSpPr/>
        <p:nvPr/>
      </p:nvGrpSpPr>
      <p:grpSpPr>
        <a:xfrm>
          <a:off x="0" y="0"/>
          <a:ext cx="0" cy="0"/>
          <a:chOff x="0" y="0"/>
          <a:chExt cx="0" cy="0"/>
        </a:xfrm>
      </p:grpSpPr>
      <p:grpSp>
        <p:nvGrpSpPr>
          <p:cNvPr id="168" name="Group 167">
            <a:extLst>
              <a:ext uri="{FF2B5EF4-FFF2-40B4-BE49-F238E27FC236}">
                <a16:creationId xmlns:a16="http://schemas.microsoft.com/office/drawing/2014/main" id="{C41F0EF2-8D46-1F7C-70A6-90607ED96179}"/>
              </a:ext>
            </a:extLst>
          </p:cNvPr>
          <p:cNvGrpSpPr/>
          <p:nvPr/>
        </p:nvGrpSpPr>
        <p:grpSpPr>
          <a:xfrm>
            <a:off x="0" y="696239"/>
            <a:ext cx="12211718" cy="5611720"/>
            <a:chOff x="3216648" y="4211669"/>
            <a:chExt cx="5758704" cy="2646330"/>
          </a:xfrm>
        </p:grpSpPr>
        <p:sp>
          <p:nvSpPr>
            <p:cNvPr id="99" name="Rectangle 98">
              <a:extLst>
                <a:ext uri="{FF2B5EF4-FFF2-40B4-BE49-F238E27FC236}">
                  <a16:creationId xmlns:a16="http://schemas.microsoft.com/office/drawing/2014/main" id="{B88D35F9-5B01-EF9D-FB5C-0E2A3075BDEA}"/>
                </a:ext>
              </a:extLst>
            </p:cNvPr>
            <p:cNvSpPr/>
            <p:nvPr/>
          </p:nvSpPr>
          <p:spPr>
            <a:xfrm>
              <a:off x="3216648" y="421166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1" name="Freeform: Shape 100">
              <a:extLst>
                <a:ext uri="{FF2B5EF4-FFF2-40B4-BE49-F238E27FC236}">
                  <a16:creationId xmlns:a16="http://schemas.microsoft.com/office/drawing/2014/main" id="{9189EA7F-E107-6E5D-6BC0-D8AECB3A99ED}"/>
                </a:ext>
              </a:extLst>
            </p:cNvPr>
            <p:cNvSpPr/>
            <p:nvPr/>
          </p:nvSpPr>
          <p:spPr>
            <a:xfrm>
              <a:off x="3230991" y="423128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08" name="Picture 107">
              <a:extLst>
                <a:ext uri="{FF2B5EF4-FFF2-40B4-BE49-F238E27FC236}">
                  <a16:creationId xmlns:a16="http://schemas.microsoft.com/office/drawing/2014/main" id="{F4AFF4CC-B5C5-DB5B-DE61-F696CFA77ECB}"/>
                </a:ext>
              </a:extLst>
            </p:cNvPr>
            <p:cNvPicPr>
              <a:picLocks noChangeAspect="1"/>
            </p:cNvPicPr>
            <p:nvPr/>
          </p:nvPicPr>
          <p:blipFill>
            <a:blip r:embed="rId3"/>
            <a:srcRect l="16117" r="13552"/>
            <a:stretch>
              <a:fillRect/>
            </a:stretch>
          </p:blipFill>
          <p:spPr>
            <a:xfrm>
              <a:off x="5948005" y="5268685"/>
              <a:ext cx="334895" cy="476171"/>
            </a:xfrm>
            <a:prstGeom prst="rect">
              <a:avLst/>
            </a:prstGeom>
          </p:spPr>
        </p:pic>
        <p:grpSp>
          <p:nvGrpSpPr>
            <p:cNvPr id="114" name="Group 113">
              <a:extLst>
                <a:ext uri="{FF2B5EF4-FFF2-40B4-BE49-F238E27FC236}">
                  <a16:creationId xmlns:a16="http://schemas.microsoft.com/office/drawing/2014/main" id="{B9FBA92D-176F-2E0C-9231-564337FD244C}"/>
                </a:ext>
              </a:extLst>
            </p:cNvPr>
            <p:cNvGrpSpPr/>
            <p:nvPr/>
          </p:nvGrpSpPr>
          <p:grpSpPr>
            <a:xfrm>
              <a:off x="7620370" y="4729264"/>
              <a:ext cx="1014010" cy="693309"/>
              <a:chOff x="7620370" y="4729264"/>
              <a:chExt cx="1014010" cy="693309"/>
            </a:xfrm>
          </p:grpSpPr>
          <p:pic>
            <p:nvPicPr>
              <p:cNvPr id="115" name="Picture 114">
                <a:extLst>
                  <a:ext uri="{FF2B5EF4-FFF2-40B4-BE49-F238E27FC236}">
                    <a16:creationId xmlns:a16="http://schemas.microsoft.com/office/drawing/2014/main" id="{3E7056A8-A2CF-528C-846E-EEBAFB26C7F3}"/>
                  </a:ext>
                </a:extLst>
              </p:cNvPr>
              <p:cNvPicPr>
                <a:picLocks noChangeAspect="1"/>
              </p:cNvPicPr>
              <p:nvPr/>
            </p:nvPicPr>
            <p:blipFill>
              <a:blip r:embed="rId4"/>
              <a:stretch>
                <a:fillRect/>
              </a:stretch>
            </p:blipFill>
            <p:spPr>
              <a:xfrm>
                <a:off x="7884122" y="4729264"/>
                <a:ext cx="446487" cy="446487"/>
              </a:xfrm>
              <a:prstGeom prst="rect">
                <a:avLst/>
              </a:prstGeom>
            </p:spPr>
          </p:pic>
          <p:sp>
            <p:nvSpPr>
              <p:cNvPr id="116" name="TextBox 115">
                <a:extLst>
                  <a:ext uri="{FF2B5EF4-FFF2-40B4-BE49-F238E27FC236}">
                    <a16:creationId xmlns:a16="http://schemas.microsoft.com/office/drawing/2014/main" id="{826142EF-A0AA-5C6A-BAF4-C5E97F29ADA3}"/>
                  </a:ext>
                </a:extLst>
              </p:cNvPr>
              <p:cNvSpPr txBox="1"/>
              <p:nvPr/>
            </p:nvSpPr>
            <p:spPr>
              <a:xfrm>
                <a:off x="7620370" y="5114796"/>
                <a:ext cx="1014010" cy="307777"/>
              </a:xfrm>
              <a:prstGeom prst="rect">
                <a:avLst/>
              </a:prstGeom>
              <a:noFill/>
              <a:ln>
                <a:noFill/>
              </a:ln>
            </p:spPr>
            <p:txBody>
              <a:bodyPr wrap="square" rtlCol="0">
                <a:spAutoFit/>
              </a:bodyPr>
              <a:lstStyle/>
              <a:p>
                <a:pPr algn="ctr"/>
                <a:r>
                  <a:rPr lang="en-SG" sz="1400" b="1" dirty="0">
                    <a:solidFill>
                      <a:schemeClr val="tx2"/>
                    </a:solidFill>
                    <a:latin typeface="+mn-lt"/>
                  </a:rPr>
                  <a:t>Entrance</a:t>
                </a:r>
              </a:p>
            </p:txBody>
          </p:sp>
        </p:grpSp>
        <p:sp>
          <p:nvSpPr>
            <p:cNvPr id="117" name="Rectangle: Rounded Corners 116">
              <a:extLst>
                <a:ext uri="{FF2B5EF4-FFF2-40B4-BE49-F238E27FC236}">
                  <a16:creationId xmlns:a16="http://schemas.microsoft.com/office/drawing/2014/main" id="{58E78E04-3164-8923-BC3E-D7AFCC86CFE8}"/>
                </a:ext>
              </a:extLst>
            </p:cNvPr>
            <p:cNvSpPr/>
            <p:nvPr/>
          </p:nvSpPr>
          <p:spPr>
            <a:xfrm>
              <a:off x="5478219" y="4975182"/>
              <a:ext cx="1274465" cy="292399"/>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You Are Here</a:t>
              </a:r>
            </a:p>
          </p:txBody>
        </p:sp>
      </p:grpSp>
      <p:sp>
        <p:nvSpPr>
          <p:cNvPr id="2" name="TextBox 1">
            <a:extLst>
              <a:ext uri="{FF2B5EF4-FFF2-40B4-BE49-F238E27FC236}">
                <a16:creationId xmlns:a16="http://schemas.microsoft.com/office/drawing/2014/main" id="{527309BC-C3A7-E9DB-781F-00463E14CCF0}"/>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17" name="Rectangle 16">
            <a:extLst>
              <a:ext uri="{FF2B5EF4-FFF2-40B4-BE49-F238E27FC236}">
                <a16:creationId xmlns:a16="http://schemas.microsoft.com/office/drawing/2014/main" id="{12FE7D0D-5F39-1655-4B0F-549BA6114FF3}"/>
              </a:ext>
            </a:extLst>
          </p:cNvPr>
          <p:cNvSpPr/>
          <p:nvPr/>
        </p:nvSpPr>
        <p:spPr>
          <a:xfrm>
            <a:off x="8802915" y="696240"/>
            <a:ext cx="3389086" cy="15704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Rectangle 17">
            <a:extLst>
              <a:ext uri="{FF2B5EF4-FFF2-40B4-BE49-F238E27FC236}">
                <a16:creationId xmlns:a16="http://schemas.microsoft.com/office/drawing/2014/main" id="{6A6DD93B-3472-5B75-00C2-B8C17C6E091F}"/>
              </a:ext>
            </a:extLst>
          </p:cNvPr>
          <p:cNvSpPr/>
          <p:nvPr/>
        </p:nvSpPr>
        <p:spPr>
          <a:xfrm>
            <a:off x="10742486" y="696239"/>
            <a:ext cx="1449514" cy="459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44" name="TextBox 143">
            <a:extLst>
              <a:ext uri="{FF2B5EF4-FFF2-40B4-BE49-F238E27FC236}">
                <a16:creationId xmlns:a16="http://schemas.microsoft.com/office/drawing/2014/main" id="{2E1B4E6F-5585-90DF-9413-E115A2AAA590}"/>
              </a:ext>
            </a:extLst>
          </p:cNvPr>
          <p:cNvSpPr txBox="1"/>
          <p:nvPr/>
        </p:nvSpPr>
        <p:spPr>
          <a:xfrm>
            <a:off x="8802914" y="734547"/>
            <a:ext cx="1121512" cy="461665"/>
          </a:xfrm>
          <a:prstGeom prst="rect">
            <a:avLst/>
          </a:prstGeom>
          <a:noFill/>
        </p:spPr>
        <p:txBody>
          <a:bodyPr wrap="square" rtlCol="0">
            <a:spAutoFit/>
          </a:bodyPr>
          <a:lstStyle/>
          <a:p>
            <a:r>
              <a:rPr lang="en-SG" sz="2400" b="1" dirty="0"/>
              <a:t>Plan 1</a:t>
            </a:r>
          </a:p>
        </p:txBody>
      </p:sp>
      <p:sp>
        <p:nvSpPr>
          <p:cNvPr id="146" name="Rectangle 145">
            <a:extLst>
              <a:ext uri="{FF2B5EF4-FFF2-40B4-BE49-F238E27FC236}">
                <a16:creationId xmlns:a16="http://schemas.microsoft.com/office/drawing/2014/main" id="{4B2312CE-FCD0-12E1-ECBB-1C3F1F869A80}"/>
              </a:ext>
            </a:extLst>
          </p:cNvPr>
          <p:cNvSpPr/>
          <p:nvPr/>
        </p:nvSpPr>
        <p:spPr>
          <a:xfrm>
            <a:off x="11139715" y="1890871"/>
            <a:ext cx="1052286" cy="375779"/>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SG" b="1" spc="0" dirty="0">
                <a:solidFill>
                  <a:schemeClr val="tx1"/>
                </a:solidFill>
                <a:latin typeface="+mj-lt"/>
              </a:rPr>
              <a:t>Confirm</a:t>
            </a:r>
            <a:endParaRPr lang="en-SG" sz="2000" b="1" spc="0" dirty="0">
              <a:solidFill>
                <a:schemeClr val="tx1"/>
              </a:solidFill>
              <a:latin typeface="+mj-lt"/>
            </a:endParaRPr>
          </a:p>
        </p:txBody>
      </p:sp>
      <p:grpSp>
        <p:nvGrpSpPr>
          <p:cNvPr id="152" name="Group 151">
            <a:extLst>
              <a:ext uri="{FF2B5EF4-FFF2-40B4-BE49-F238E27FC236}">
                <a16:creationId xmlns:a16="http://schemas.microsoft.com/office/drawing/2014/main" id="{5F911750-B1CB-8EB2-B607-3EF90479A698}"/>
              </a:ext>
            </a:extLst>
          </p:cNvPr>
          <p:cNvGrpSpPr/>
          <p:nvPr/>
        </p:nvGrpSpPr>
        <p:grpSpPr>
          <a:xfrm>
            <a:off x="10345280" y="2114473"/>
            <a:ext cx="304354" cy="304354"/>
            <a:chOff x="5097805" y="3334561"/>
            <a:chExt cx="188877" cy="188877"/>
          </a:xfrm>
        </p:grpSpPr>
        <p:sp>
          <p:nvSpPr>
            <p:cNvPr id="153" name="Oval 152">
              <a:extLst>
                <a:ext uri="{FF2B5EF4-FFF2-40B4-BE49-F238E27FC236}">
                  <a16:creationId xmlns:a16="http://schemas.microsoft.com/office/drawing/2014/main" id="{2D42BEC2-436B-9E6C-3486-4C74DE394EE1}"/>
                </a:ext>
              </a:extLst>
            </p:cNvPr>
            <p:cNvSpPr/>
            <p:nvPr/>
          </p:nvSpPr>
          <p:spPr>
            <a:xfrm>
              <a:off x="5097805" y="3334561"/>
              <a:ext cx="188877" cy="18887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54" name="Plus Sign 153">
              <a:extLst>
                <a:ext uri="{FF2B5EF4-FFF2-40B4-BE49-F238E27FC236}">
                  <a16:creationId xmlns:a16="http://schemas.microsoft.com/office/drawing/2014/main" id="{578A2290-794E-EFBA-5CFB-7D36BD47C02A}"/>
                </a:ext>
              </a:extLst>
            </p:cNvPr>
            <p:cNvSpPr/>
            <p:nvPr/>
          </p:nvSpPr>
          <p:spPr>
            <a:xfrm>
              <a:off x="5126715" y="3362860"/>
              <a:ext cx="131055" cy="131055"/>
            </a:xfrm>
            <a:prstGeom prst="mathPlus">
              <a:avLst>
                <a:gd name="adj1" fmla="val 210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grpSp>
        <p:nvGrpSpPr>
          <p:cNvPr id="3" name="Group 2">
            <a:extLst>
              <a:ext uri="{FF2B5EF4-FFF2-40B4-BE49-F238E27FC236}">
                <a16:creationId xmlns:a16="http://schemas.microsoft.com/office/drawing/2014/main" id="{ABB42EA8-E515-18EB-89FD-50E7705AD252}"/>
              </a:ext>
            </a:extLst>
          </p:cNvPr>
          <p:cNvGrpSpPr/>
          <p:nvPr/>
        </p:nvGrpSpPr>
        <p:grpSpPr>
          <a:xfrm>
            <a:off x="53496" y="6455931"/>
            <a:ext cx="2887824" cy="402070"/>
            <a:chOff x="53496" y="6455931"/>
            <a:chExt cx="2887824" cy="402070"/>
          </a:xfrm>
        </p:grpSpPr>
        <p:grpSp>
          <p:nvGrpSpPr>
            <p:cNvPr id="100" name="Group 99">
              <a:extLst>
                <a:ext uri="{FF2B5EF4-FFF2-40B4-BE49-F238E27FC236}">
                  <a16:creationId xmlns:a16="http://schemas.microsoft.com/office/drawing/2014/main" id="{6B34BE7A-69D2-7F28-DAE8-C6C904AACB63}"/>
                </a:ext>
              </a:extLst>
            </p:cNvPr>
            <p:cNvGrpSpPr/>
            <p:nvPr/>
          </p:nvGrpSpPr>
          <p:grpSpPr>
            <a:xfrm>
              <a:off x="53496" y="6455931"/>
              <a:ext cx="2887824" cy="402070"/>
              <a:chOff x="107022" y="932757"/>
              <a:chExt cx="1159349" cy="267392"/>
            </a:xfrm>
          </p:grpSpPr>
          <p:sp>
            <p:nvSpPr>
              <p:cNvPr id="43" name="Freeform: Shape 42">
                <a:extLst>
                  <a:ext uri="{FF2B5EF4-FFF2-40B4-BE49-F238E27FC236}">
                    <a16:creationId xmlns:a16="http://schemas.microsoft.com/office/drawing/2014/main" id="{A83E23C5-903A-1476-467E-D76B14B378E1}"/>
                  </a:ext>
                </a:extLst>
              </p:cNvPr>
              <p:cNvSpPr/>
              <p:nvPr/>
            </p:nvSpPr>
            <p:spPr>
              <a:xfrm>
                <a:off x="107022" y="932757"/>
                <a:ext cx="1159349" cy="267392"/>
              </a:xfrm>
              <a:custGeom>
                <a:avLst/>
                <a:gdLst>
                  <a:gd name="connsiteX0" fmla="*/ 131009 w 1748971"/>
                  <a:gd name="connsiteY0" fmla="*/ 0 h 414035"/>
                  <a:gd name="connsiteX1" fmla="*/ 1617962 w 1748971"/>
                  <a:gd name="connsiteY1" fmla="*/ 0 h 414035"/>
                  <a:gd name="connsiteX2" fmla="*/ 1748971 w 1748971"/>
                  <a:gd name="connsiteY2" fmla="*/ 131009 h 414035"/>
                  <a:gd name="connsiteX3" fmla="*/ 1748971 w 1748971"/>
                  <a:gd name="connsiteY3" fmla="*/ 414035 h 414035"/>
                  <a:gd name="connsiteX4" fmla="*/ 0 w 1748971"/>
                  <a:gd name="connsiteY4" fmla="*/ 414035 h 414035"/>
                  <a:gd name="connsiteX5" fmla="*/ 0 w 1748971"/>
                  <a:gd name="connsiteY5" fmla="*/ 131009 h 414035"/>
                  <a:gd name="connsiteX6" fmla="*/ 131009 w 1748971"/>
                  <a:gd name="connsiteY6" fmla="*/ 0 h 414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8971" h="414035">
                    <a:moveTo>
                      <a:pt x="131009" y="0"/>
                    </a:moveTo>
                    <a:lnTo>
                      <a:pt x="1617962" y="0"/>
                    </a:lnTo>
                    <a:cubicBezTo>
                      <a:pt x="1690316" y="0"/>
                      <a:pt x="1748971" y="58655"/>
                      <a:pt x="1748971" y="131009"/>
                    </a:cubicBezTo>
                    <a:lnTo>
                      <a:pt x="1748971" y="414035"/>
                    </a:lnTo>
                    <a:lnTo>
                      <a:pt x="0" y="414035"/>
                    </a:lnTo>
                    <a:lnTo>
                      <a:pt x="0" y="131009"/>
                    </a:lnTo>
                    <a:cubicBezTo>
                      <a:pt x="0" y="58655"/>
                      <a:pt x="58655" y="0"/>
                      <a:pt x="131009" y="0"/>
                    </a:cubicBez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SG" dirty="0"/>
              </a:p>
            </p:txBody>
          </p:sp>
          <p:sp>
            <p:nvSpPr>
              <p:cNvPr id="44" name="TextBox 43">
                <a:extLst>
                  <a:ext uri="{FF2B5EF4-FFF2-40B4-BE49-F238E27FC236}">
                    <a16:creationId xmlns:a16="http://schemas.microsoft.com/office/drawing/2014/main" id="{A413055B-DF8B-A682-9649-929E1B60600F}"/>
                  </a:ext>
                </a:extLst>
              </p:cNvPr>
              <p:cNvSpPr txBox="1"/>
              <p:nvPr/>
            </p:nvSpPr>
            <p:spPr>
              <a:xfrm>
                <a:off x="184953" y="950200"/>
                <a:ext cx="1003487" cy="225151"/>
              </a:xfrm>
              <a:prstGeom prst="rect">
                <a:avLst/>
              </a:prstGeom>
              <a:noFill/>
            </p:spPr>
            <p:txBody>
              <a:bodyPr wrap="square" rtlCol="0">
                <a:spAutoFit/>
              </a:bodyPr>
              <a:lstStyle/>
              <a:p>
                <a:pPr algn="ctr"/>
                <a:r>
                  <a:rPr lang="en-SG" sz="1600" b="1" dirty="0"/>
                  <a:t>Park-wide Filters</a:t>
                </a:r>
                <a:endParaRPr lang="en-SG" sz="2000" b="1" dirty="0"/>
              </a:p>
            </p:txBody>
          </p:sp>
        </p:grpSp>
        <p:pic>
          <p:nvPicPr>
            <p:cNvPr id="193" name="Picture 192" descr="A blue arrow pointing to the left&#10;&#10;AI-generated content may be incorrect.">
              <a:extLst>
                <a:ext uri="{FF2B5EF4-FFF2-40B4-BE49-F238E27FC236}">
                  <a16:creationId xmlns:a16="http://schemas.microsoft.com/office/drawing/2014/main" id="{D59EC7B4-CE5C-B410-C851-5509CF2B98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2620909" y="6549677"/>
              <a:ext cx="177977" cy="223406"/>
            </a:xfrm>
            <a:prstGeom prst="rect">
              <a:avLst/>
            </a:prstGeom>
          </p:spPr>
        </p:pic>
        <p:pic>
          <p:nvPicPr>
            <p:cNvPr id="194" name="Picture 193" descr="A blue arrow pointing to the left&#10;&#10;AI-generated content may be incorrect.">
              <a:extLst>
                <a:ext uri="{FF2B5EF4-FFF2-40B4-BE49-F238E27FC236}">
                  <a16:creationId xmlns:a16="http://schemas.microsoft.com/office/drawing/2014/main" id="{DAC658A1-E16D-0FEB-ED9E-747CCE6662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95928" y="6549676"/>
              <a:ext cx="177977" cy="223406"/>
            </a:xfrm>
            <a:prstGeom prst="rect">
              <a:avLst/>
            </a:prstGeom>
          </p:spPr>
        </p:pic>
      </p:grpSp>
      <p:sp>
        <p:nvSpPr>
          <p:cNvPr id="221" name="Rectangle 220">
            <a:hlinkClick r:id="rId6" action="ppaction://hlinksldjump"/>
            <a:extLst>
              <a:ext uri="{FF2B5EF4-FFF2-40B4-BE49-F238E27FC236}">
                <a16:creationId xmlns:a16="http://schemas.microsoft.com/office/drawing/2014/main" id="{BB2C68B5-AFDD-E931-1E6B-8A8C6E017DA0}"/>
              </a:ext>
            </a:extLst>
          </p:cNvPr>
          <p:cNvSpPr/>
          <p:nvPr/>
        </p:nvSpPr>
        <p:spPr>
          <a:xfrm>
            <a:off x="0" y="705918"/>
            <a:ext cx="12207165" cy="5611720"/>
          </a:xfrm>
          <a:prstGeom prst="rect">
            <a:avLst/>
          </a:prstGeom>
          <a:solidFill>
            <a:schemeClr val="bg1">
              <a:lumMod val="50000"/>
              <a:alpha val="70000"/>
            </a:schemeClr>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5" name="Group 4">
            <a:extLst>
              <a:ext uri="{FF2B5EF4-FFF2-40B4-BE49-F238E27FC236}">
                <a16:creationId xmlns:a16="http://schemas.microsoft.com/office/drawing/2014/main" id="{DA3420D7-A0D1-1AE1-C0A8-A9C9276368BD}"/>
              </a:ext>
            </a:extLst>
          </p:cNvPr>
          <p:cNvGrpSpPr/>
          <p:nvPr/>
        </p:nvGrpSpPr>
        <p:grpSpPr>
          <a:xfrm>
            <a:off x="4650978" y="1754813"/>
            <a:ext cx="3968909" cy="2103281"/>
            <a:chOff x="3225800" y="2071914"/>
            <a:chExt cx="5740399" cy="2714172"/>
          </a:xfrm>
        </p:grpSpPr>
        <p:sp>
          <p:nvSpPr>
            <p:cNvPr id="6" name="Rectangle: Rounded Corners 5">
              <a:extLst>
                <a:ext uri="{FF2B5EF4-FFF2-40B4-BE49-F238E27FC236}">
                  <a16:creationId xmlns:a16="http://schemas.microsoft.com/office/drawing/2014/main" id="{6B705E5F-93D6-33CC-B557-57AD413642F2}"/>
                </a:ext>
              </a:extLst>
            </p:cNvPr>
            <p:cNvSpPr/>
            <p:nvPr/>
          </p:nvSpPr>
          <p:spPr>
            <a:xfrm>
              <a:off x="3225800" y="2071914"/>
              <a:ext cx="5740399" cy="2714172"/>
            </a:xfrm>
            <a:prstGeom prst="round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Rounded Corners 6">
              <a:extLst>
                <a:ext uri="{FF2B5EF4-FFF2-40B4-BE49-F238E27FC236}">
                  <a16:creationId xmlns:a16="http://schemas.microsoft.com/office/drawing/2014/main" id="{E7BF5B45-DDC0-4ED2-D171-9D160E2EE89A}"/>
                </a:ext>
              </a:extLst>
            </p:cNvPr>
            <p:cNvSpPr/>
            <p:nvPr/>
          </p:nvSpPr>
          <p:spPr>
            <a:xfrm>
              <a:off x="3360056" y="2184399"/>
              <a:ext cx="5477122" cy="2489200"/>
            </a:xfrm>
            <a:prstGeom prst="roundRect">
              <a:avLst/>
            </a:prstGeom>
            <a:solidFill>
              <a:schemeClr val="accent5"/>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8" name="TextBox 7">
            <a:extLst>
              <a:ext uri="{FF2B5EF4-FFF2-40B4-BE49-F238E27FC236}">
                <a16:creationId xmlns:a16="http://schemas.microsoft.com/office/drawing/2014/main" id="{83BD0D05-88EC-20A8-B42F-C56233E8DEF5}"/>
              </a:ext>
            </a:extLst>
          </p:cNvPr>
          <p:cNvSpPr txBox="1"/>
          <p:nvPr/>
        </p:nvSpPr>
        <p:spPr>
          <a:xfrm>
            <a:off x="4886668" y="1991877"/>
            <a:ext cx="3455683" cy="1646605"/>
          </a:xfrm>
          <a:prstGeom prst="rect">
            <a:avLst/>
          </a:prstGeom>
          <a:noFill/>
        </p:spPr>
        <p:txBody>
          <a:bodyPr wrap="square" rtlCol="0">
            <a:spAutoFit/>
          </a:bodyPr>
          <a:lstStyle/>
          <a:p>
            <a:r>
              <a:rPr lang="en-SG" sz="2000" b="1" dirty="0">
                <a:solidFill>
                  <a:schemeClr val="bg1"/>
                </a:solidFill>
              </a:rPr>
              <a:t>Further fine tune your filtering for each destination type and add it to your plan!</a:t>
            </a:r>
          </a:p>
          <a:p>
            <a:endParaRPr lang="en-SG" sz="900" b="1" dirty="0">
              <a:solidFill>
                <a:schemeClr val="bg1"/>
              </a:solidFill>
            </a:endParaRPr>
          </a:p>
          <a:p>
            <a:r>
              <a:rPr lang="en-SG" sz="1600" i="1" dirty="0">
                <a:solidFill>
                  <a:schemeClr val="bg1"/>
                </a:solidFill>
              </a:rPr>
              <a:t>Tap anywhere to continue</a:t>
            </a:r>
          </a:p>
          <a:p>
            <a:endParaRPr lang="en-SG" sz="1600" i="1" dirty="0">
              <a:solidFill>
                <a:schemeClr val="bg1"/>
              </a:solidFill>
            </a:endParaRPr>
          </a:p>
        </p:txBody>
      </p:sp>
      <p:pic>
        <p:nvPicPr>
          <p:cNvPr id="9" name="Picture 8" descr="A blue and white logo&#10;&#10;AI-generated content may be incorrect.">
            <a:extLst>
              <a:ext uri="{FF2B5EF4-FFF2-40B4-BE49-F238E27FC236}">
                <a16:creationId xmlns:a16="http://schemas.microsoft.com/office/drawing/2014/main" id="{9E37C6FB-B155-91D1-E102-432104D8B64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83927" y="1437780"/>
            <a:ext cx="758741" cy="758741"/>
          </a:xfrm>
          <a:prstGeom prst="rect">
            <a:avLst/>
          </a:prstGeom>
        </p:spPr>
      </p:pic>
      <p:grpSp>
        <p:nvGrpSpPr>
          <p:cNvPr id="24" name="Group 23">
            <a:extLst>
              <a:ext uri="{FF2B5EF4-FFF2-40B4-BE49-F238E27FC236}">
                <a16:creationId xmlns:a16="http://schemas.microsoft.com/office/drawing/2014/main" id="{60B3DC74-06E2-EF97-FF7A-99023898DE7F}"/>
              </a:ext>
            </a:extLst>
          </p:cNvPr>
          <p:cNvGrpSpPr/>
          <p:nvPr/>
        </p:nvGrpSpPr>
        <p:grpSpPr>
          <a:xfrm>
            <a:off x="9128154" y="5213782"/>
            <a:ext cx="3032154" cy="1639075"/>
            <a:chOff x="6086425" y="5218925"/>
            <a:chExt cx="3032154" cy="1639075"/>
          </a:xfrm>
        </p:grpSpPr>
        <p:sp>
          <p:nvSpPr>
            <p:cNvPr id="25" name="Rectangle 24">
              <a:extLst>
                <a:ext uri="{FF2B5EF4-FFF2-40B4-BE49-F238E27FC236}">
                  <a16:creationId xmlns:a16="http://schemas.microsoft.com/office/drawing/2014/main" id="{2528B432-8063-FC10-1610-8C0F67CD2832}"/>
                </a:ext>
              </a:extLst>
            </p:cNvPr>
            <p:cNvSpPr/>
            <p:nvPr/>
          </p:nvSpPr>
          <p:spPr>
            <a:xfrm>
              <a:off x="6086425" y="5218925"/>
              <a:ext cx="3032154" cy="1639075"/>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Rectangle 25">
              <a:extLst>
                <a:ext uri="{FF2B5EF4-FFF2-40B4-BE49-F238E27FC236}">
                  <a16:creationId xmlns:a16="http://schemas.microsoft.com/office/drawing/2014/main" id="{EEBF17F8-7FD7-D5E0-B09F-807C82B45A0A}"/>
                </a:ext>
              </a:extLst>
            </p:cNvPr>
            <p:cNvSpPr/>
            <p:nvPr/>
          </p:nvSpPr>
          <p:spPr>
            <a:xfrm>
              <a:off x="6086425" y="5218925"/>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Shows</a:t>
              </a:r>
              <a:endParaRPr lang="en-SG" sz="2400" b="1" dirty="0">
                <a:solidFill>
                  <a:schemeClr val="tx1"/>
                </a:solidFill>
                <a:latin typeface="+mj-lt"/>
              </a:endParaRPr>
            </a:p>
          </p:txBody>
        </p:sp>
      </p:grpSp>
      <p:grpSp>
        <p:nvGrpSpPr>
          <p:cNvPr id="33" name="Group 32">
            <a:extLst>
              <a:ext uri="{FF2B5EF4-FFF2-40B4-BE49-F238E27FC236}">
                <a16:creationId xmlns:a16="http://schemas.microsoft.com/office/drawing/2014/main" id="{9260F35F-30F4-1379-2812-5389E10DA2C5}"/>
              </a:ext>
            </a:extLst>
          </p:cNvPr>
          <p:cNvGrpSpPr/>
          <p:nvPr/>
        </p:nvGrpSpPr>
        <p:grpSpPr>
          <a:xfrm>
            <a:off x="3059293" y="4099187"/>
            <a:ext cx="3032154" cy="2753670"/>
            <a:chOff x="3063846" y="3701938"/>
            <a:chExt cx="3032154" cy="2753670"/>
          </a:xfrm>
        </p:grpSpPr>
        <p:grpSp>
          <p:nvGrpSpPr>
            <p:cNvPr id="21" name="Group 20">
              <a:extLst>
                <a:ext uri="{FF2B5EF4-FFF2-40B4-BE49-F238E27FC236}">
                  <a16:creationId xmlns:a16="http://schemas.microsoft.com/office/drawing/2014/main" id="{E8D010A9-277C-5FA0-B58D-A7C2975EBB12}"/>
                </a:ext>
              </a:extLst>
            </p:cNvPr>
            <p:cNvGrpSpPr/>
            <p:nvPr/>
          </p:nvGrpSpPr>
          <p:grpSpPr>
            <a:xfrm>
              <a:off x="3063846" y="3701938"/>
              <a:ext cx="3032154" cy="2753670"/>
              <a:chOff x="0" y="4104330"/>
              <a:chExt cx="3032154" cy="2753670"/>
            </a:xfrm>
          </p:grpSpPr>
          <p:sp>
            <p:nvSpPr>
              <p:cNvPr id="22" name="Rectangle 21">
                <a:extLst>
                  <a:ext uri="{FF2B5EF4-FFF2-40B4-BE49-F238E27FC236}">
                    <a16:creationId xmlns:a16="http://schemas.microsoft.com/office/drawing/2014/main" id="{89AE55C5-509C-B5A2-44E7-AA59F605FFD7}"/>
                  </a:ext>
                </a:extLst>
              </p:cNvPr>
              <p:cNvSpPr/>
              <p:nvPr/>
            </p:nvSpPr>
            <p:spPr>
              <a:xfrm>
                <a:off x="0" y="4104330"/>
                <a:ext cx="3032154" cy="2753670"/>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3" name="Rectangle 22">
                <a:extLst>
                  <a:ext uri="{FF2B5EF4-FFF2-40B4-BE49-F238E27FC236}">
                    <a16:creationId xmlns:a16="http://schemas.microsoft.com/office/drawing/2014/main" id="{3539B7F5-1819-344F-CCB4-97CD1D5605CD}"/>
                  </a:ext>
                </a:extLst>
              </p:cNvPr>
              <p:cNvSpPr/>
              <p:nvPr/>
            </p:nvSpPr>
            <p:spPr>
              <a:xfrm>
                <a:off x="0" y="4108267"/>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Rides</a:t>
                </a:r>
                <a:endParaRPr lang="en-SG" sz="2400" b="1" dirty="0">
                  <a:solidFill>
                    <a:schemeClr val="tx1"/>
                  </a:solidFill>
                  <a:latin typeface="+mj-lt"/>
                </a:endParaRPr>
              </a:p>
            </p:txBody>
          </p:sp>
        </p:grpSp>
        <p:grpSp>
          <p:nvGrpSpPr>
            <p:cNvPr id="30" name="Group 29">
              <a:extLst>
                <a:ext uri="{FF2B5EF4-FFF2-40B4-BE49-F238E27FC236}">
                  <a16:creationId xmlns:a16="http://schemas.microsoft.com/office/drawing/2014/main" id="{D20B107D-83A3-2484-3EEA-3A673FF8490B}"/>
                </a:ext>
              </a:extLst>
            </p:cNvPr>
            <p:cNvGrpSpPr/>
            <p:nvPr/>
          </p:nvGrpSpPr>
          <p:grpSpPr>
            <a:xfrm>
              <a:off x="5714080" y="3750737"/>
              <a:ext cx="223406" cy="301925"/>
              <a:chOff x="5714080" y="6513889"/>
              <a:chExt cx="223406" cy="301925"/>
            </a:xfrm>
          </p:grpSpPr>
          <p:pic>
            <p:nvPicPr>
              <p:cNvPr id="31" name="Picture 30" descr="A blue arrow pointing to the left&#10;&#10;AI-generated content may be incorrect.">
                <a:extLst>
                  <a:ext uri="{FF2B5EF4-FFF2-40B4-BE49-F238E27FC236}">
                    <a16:creationId xmlns:a16="http://schemas.microsoft.com/office/drawing/2014/main" id="{2E7643FD-A784-B9E9-7EE2-E24A8BE879A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32" name="Picture 31" descr="A blue arrow pointing to the left&#10;&#10;AI-generated content may be incorrect.">
                <a:extLst>
                  <a:ext uri="{FF2B5EF4-FFF2-40B4-BE49-F238E27FC236}">
                    <a16:creationId xmlns:a16="http://schemas.microsoft.com/office/drawing/2014/main" id="{44399B2A-5BC0-935E-543D-5CF69EE272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grpSp>
      <p:grpSp>
        <p:nvGrpSpPr>
          <p:cNvPr id="41" name="Group 40">
            <a:extLst>
              <a:ext uri="{FF2B5EF4-FFF2-40B4-BE49-F238E27FC236}">
                <a16:creationId xmlns:a16="http://schemas.microsoft.com/office/drawing/2014/main" id="{75874822-B77F-1306-0F3A-34570516824C}"/>
              </a:ext>
            </a:extLst>
          </p:cNvPr>
          <p:cNvGrpSpPr/>
          <p:nvPr/>
        </p:nvGrpSpPr>
        <p:grpSpPr>
          <a:xfrm>
            <a:off x="11764989" y="5258644"/>
            <a:ext cx="223406" cy="301925"/>
            <a:chOff x="11376962" y="5313252"/>
            <a:chExt cx="223406" cy="301925"/>
          </a:xfrm>
        </p:grpSpPr>
        <p:pic>
          <p:nvPicPr>
            <p:cNvPr id="39" name="Picture 38" descr="A blue arrow pointing to the left&#10;&#10;AI-generated content may be incorrect.">
              <a:extLst>
                <a:ext uri="{FF2B5EF4-FFF2-40B4-BE49-F238E27FC236}">
                  <a16:creationId xmlns:a16="http://schemas.microsoft.com/office/drawing/2014/main" id="{71AC4841-9713-61D6-49B5-CE661C4044F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1399676" y="5414486"/>
              <a:ext cx="177977" cy="223406"/>
            </a:xfrm>
            <a:prstGeom prst="rect">
              <a:avLst/>
            </a:prstGeom>
          </p:spPr>
        </p:pic>
        <p:pic>
          <p:nvPicPr>
            <p:cNvPr id="40" name="Picture 39" descr="A blue arrow pointing to the left&#10;&#10;AI-generated content may be incorrect.">
              <a:extLst>
                <a:ext uri="{FF2B5EF4-FFF2-40B4-BE49-F238E27FC236}">
                  <a16:creationId xmlns:a16="http://schemas.microsoft.com/office/drawing/2014/main" id="{9E021DB2-B086-781C-C6BD-2F7DF9E534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1399676" y="5290538"/>
              <a:ext cx="177977" cy="223406"/>
            </a:xfrm>
            <a:prstGeom prst="rect">
              <a:avLst/>
            </a:prstGeom>
          </p:spPr>
        </p:pic>
      </p:grpSp>
      <p:grpSp>
        <p:nvGrpSpPr>
          <p:cNvPr id="54" name="Group 53">
            <a:extLst>
              <a:ext uri="{FF2B5EF4-FFF2-40B4-BE49-F238E27FC236}">
                <a16:creationId xmlns:a16="http://schemas.microsoft.com/office/drawing/2014/main" id="{8F8929C3-63DE-C0A7-FD7A-5B7466E3C286}"/>
              </a:ext>
            </a:extLst>
          </p:cNvPr>
          <p:cNvGrpSpPr/>
          <p:nvPr/>
        </p:nvGrpSpPr>
        <p:grpSpPr>
          <a:xfrm>
            <a:off x="3142729" y="4597065"/>
            <a:ext cx="1106593" cy="355440"/>
            <a:chOff x="91537" y="4571571"/>
            <a:chExt cx="1106593" cy="355440"/>
          </a:xfrm>
        </p:grpSpPr>
        <p:sp>
          <p:nvSpPr>
            <p:cNvPr id="55" name="Rectangle: Rounded Corners 54">
              <a:extLst>
                <a:ext uri="{FF2B5EF4-FFF2-40B4-BE49-F238E27FC236}">
                  <a16:creationId xmlns:a16="http://schemas.microsoft.com/office/drawing/2014/main" id="{644651F0-4917-DA2D-F048-BC053DE4C17F}"/>
                </a:ext>
              </a:extLst>
            </p:cNvPr>
            <p:cNvSpPr/>
            <p:nvPr/>
          </p:nvSpPr>
          <p:spPr>
            <a:xfrm>
              <a:off x="91537" y="4571571"/>
              <a:ext cx="1106593"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Height</a:t>
              </a:r>
            </a:p>
          </p:txBody>
        </p:sp>
        <p:pic>
          <p:nvPicPr>
            <p:cNvPr id="56" name="Picture 55">
              <a:extLst>
                <a:ext uri="{FF2B5EF4-FFF2-40B4-BE49-F238E27FC236}">
                  <a16:creationId xmlns:a16="http://schemas.microsoft.com/office/drawing/2014/main" id="{90602114-B5C5-9C6B-F863-166B1587765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94512" y="4609245"/>
              <a:ext cx="284254" cy="284254"/>
            </a:xfrm>
            <a:prstGeom prst="rect">
              <a:avLst/>
            </a:prstGeom>
            <a:solidFill>
              <a:schemeClr val="bg1"/>
            </a:solidFill>
          </p:spPr>
        </p:pic>
      </p:grpSp>
      <p:grpSp>
        <p:nvGrpSpPr>
          <p:cNvPr id="57" name="Group 56">
            <a:extLst>
              <a:ext uri="{FF2B5EF4-FFF2-40B4-BE49-F238E27FC236}">
                <a16:creationId xmlns:a16="http://schemas.microsoft.com/office/drawing/2014/main" id="{51357CF3-42BE-8569-2904-532DEBF03E25}"/>
              </a:ext>
            </a:extLst>
          </p:cNvPr>
          <p:cNvGrpSpPr/>
          <p:nvPr/>
        </p:nvGrpSpPr>
        <p:grpSpPr>
          <a:xfrm>
            <a:off x="4346644" y="4597065"/>
            <a:ext cx="972578" cy="355440"/>
            <a:chOff x="4441252" y="3681492"/>
            <a:chExt cx="972578" cy="355440"/>
          </a:xfrm>
        </p:grpSpPr>
        <p:sp>
          <p:nvSpPr>
            <p:cNvPr id="58" name="Rectangle: Rounded Corners 57">
              <a:extLst>
                <a:ext uri="{FF2B5EF4-FFF2-40B4-BE49-F238E27FC236}">
                  <a16:creationId xmlns:a16="http://schemas.microsoft.com/office/drawing/2014/main" id="{AFA40A8B-96E3-6652-8E0A-46F6607DB748}"/>
                </a:ext>
              </a:extLst>
            </p:cNvPr>
            <p:cNvSpPr/>
            <p:nvPr/>
          </p:nvSpPr>
          <p:spPr>
            <a:xfrm>
              <a:off x="4441252" y="3681492"/>
              <a:ext cx="972578"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Thrill</a:t>
              </a:r>
            </a:p>
          </p:txBody>
        </p:sp>
        <p:pic>
          <p:nvPicPr>
            <p:cNvPr id="59" name="Picture 58" descr="A blue face with black dots&#10;&#10;AI-generated content may be incorrect.">
              <a:extLst>
                <a:ext uri="{FF2B5EF4-FFF2-40B4-BE49-F238E27FC236}">
                  <a16:creationId xmlns:a16="http://schemas.microsoft.com/office/drawing/2014/main" id="{88832F42-820E-9C7C-4A36-8938FE407CD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053956" y="3727352"/>
              <a:ext cx="258227" cy="258227"/>
            </a:xfrm>
            <a:prstGeom prst="rect">
              <a:avLst/>
            </a:prstGeom>
          </p:spPr>
        </p:pic>
      </p:grpSp>
      <p:sp>
        <p:nvSpPr>
          <p:cNvPr id="60" name="Rectangle: Rounded Corners 59">
            <a:extLst>
              <a:ext uri="{FF2B5EF4-FFF2-40B4-BE49-F238E27FC236}">
                <a16:creationId xmlns:a16="http://schemas.microsoft.com/office/drawing/2014/main" id="{882A1134-22D4-F85B-EBC6-049801D60343}"/>
              </a:ext>
            </a:extLst>
          </p:cNvPr>
          <p:cNvSpPr/>
          <p:nvPr/>
        </p:nvSpPr>
        <p:spPr>
          <a:xfrm>
            <a:off x="5417502" y="4594318"/>
            <a:ext cx="877433" cy="355440"/>
          </a:xfrm>
          <a:prstGeom prst="roundRect">
            <a:avLst>
              <a:gd name="adj" fmla="val 22906"/>
            </a:avLst>
          </a:prstGeom>
          <a:gradFill flip="none" rotWithShape="1">
            <a:gsLst>
              <a:gs pos="60000">
                <a:schemeClr val="accent1">
                  <a:lumMod val="5000"/>
                  <a:lumOff val="95000"/>
                </a:schemeClr>
              </a:gs>
              <a:gs pos="92000">
                <a:srgbClr val="0034A8"/>
              </a:gs>
            </a:gsLst>
            <a:lin ang="0" scaled="1"/>
            <a:tileRect/>
          </a:gra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Wet</a:t>
            </a:r>
          </a:p>
        </p:txBody>
      </p:sp>
      <p:grpSp>
        <p:nvGrpSpPr>
          <p:cNvPr id="37" name="Group 36">
            <a:extLst>
              <a:ext uri="{FF2B5EF4-FFF2-40B4-BE49-F238E27FC236}">
                <a16:creationId xmlns:a16="http://schemas.microsoft.com/office/drawing/2014/main" id="{DD9428F7-1A08-8B10-2FE8-677AD3C2786C}"/>
              </a:ext>
            </a:extLst>
          </p:cNvPr>
          <p:cNvGrpSpPr/>
          <p:nvPr/>
        </p:nvGrpSpPr>
        <p:grpSpPr>
          <a:xfrm>
            <a:off x="6096000" y="4500247"/>
            <a:ext cx="3032154" cy="2352610"/>
            <a:chOff x="6096000" y="4102998"/>
            <a:chExt cx="3032154" cy="2352610"/>
          </a:xfrm>
        </p:grpSpPr>
        <p:grpSp>
          <p:nvGrpSpPr>
            <p:cNvPr id="27" name="Group 26">
              <a:extLst>
                <a:ext uri="{FF2B5EF4-FFF2-40B4-BE49-F238E27FC236}">
                  <a16:creationId xmlns:a16="http://schemas.microsoft.com/office/drawing/2014/main" id="{38322F6D-A638-76C8-090E-ECF6A14D0B50}"/>
                </a:ext>
              </a:extLst>
            </p:cNvPr>
            <p:cNvGrpSpPr/>
            <p:nvPr/>
          </p:nvGrpSpPr>
          <p:grpSpPr>
            <a:xfrm>
              <a:off x="6096000" y="4102998"/>
              <a:ext cx="3032154" cy="2352610"/>
              <a:chOff x="8802914" y="4187644"/>
              <a:chExt cx="3389086" cy="2670353"/>
            </a:xfrm>
          </p:grpSpPr>
          <p:sp>
            <p:nvSpPr>
              <p:cNvPr id="28" name="Rectangle 27">
                <a:extLst>
                  <a:ext uri="{FF2B5EF4-FFF2-40B4-BE49-F238E27FC236}">
                    <a16:creationId xmlns:a16="http://schemas.microsoft.com/office/drawing/2014/main" id="{B2940B38-AA74-64C5-4811-11437831B6D7}"/>
                  </a:ext>
                </a:extLst>
              </p:cNvPr>
              <p:cNvSpPr/>
              <p:nvPr/>
            </p:nvSpPr>
            <p:spPr>
              <a:xfrm>
                <a:off x="8802914" y="4194627"/>
                <a:ext cx="3389086" cy="2663370"/>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9" name="Rectangle 28">
                <a:extLst>
                  <a:ext uri="{FF2B5EF4-FFF2-40B4-BE49-F238E27FC236}">
                    <a16:creationId xmlns:a16="http://schemas.microsoft.com/office/drawing/2014/main" id="{51831184-528E-703C-3FE7-DACAE2E36B72}"/>
                  </a:ext>
                </a:extLst>
              </p:cNvPr>
              <p:cNvSpPr/>
              <p:nvPr/>
            </p:nvSpPr>
            <p:spPr>
              <a:xfrm>
                <a:off x="8802914" y="4187644"/>
                <a:ext cx="3389086" cy="477123"/>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Food</a:t>
                </a:r>
                <a:endParaRPr lang="en-SG" sz="2400" b="1" dirty="0">
                  <a:solidFill>
                    <a:schemeClr val="tx1"/>
                  </a:solidFill>
                  <a:latin typeface="+mj-lt"/>
                </a:endParaRPr>
              </a:p>
            </p:txBody>
          </p:sp>
        </p:grpSp>
        <p:grpSp>
          <p:nvGrpSpPr>
            <p:cNvPr id="34" name="Group 33">
              <a:extLst>
                <a:ext uri="{FF2B5EF4-FFF2-40B4-BE49-F238E27FC236}">
                  <a16:creationId xmlns:a16="http://schemas.microsoft.com/office/drawing/2014/main" id="{C42E9ACA-CCB5-8238-63D8-CDDD44FCC205}"/>
                </a:ext>
              </a:extLst>
            </p:cNvPr>
            <p:cNvGrpSpPr/>
            <p:nvPr/>
          </p:nvGrpSpPr>
          <p:grpSpPr>
            <a:xfrm>
              <a:off x="8746232" y="4168364"/>
              <a:ext cx="223406" cy="301925"/>
              <a:chOff x="5714080" y="6513889"/>
              <a:chExt cx="223406" cy="301925"/>
            </a:xfrm>
          </p:grpSpPr>
          <p:pic>
            <p:nvPicPr>
              <p:cNvPr id="35" name="Picture 34" descr="A blue arrow pointing to the left&#10;&#10;AI-generated content may be incorrect.">
                <a:extLst>
                  <a:ext uri="{FF2B5EF4-FFF2-40B4-BE49-F238E27FC236}">
                    <a16:creationId xmlns:a16="http://schemas.microsoft.com/office/drawing/2014/main" id="{065C06BF-31AC-F6B8-2E9D-B0A4A09DD5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36" name="Picture 35" descr="A blue arrow pointing to the left&#10;&#10;AI-generated content may be incorrect.">
                <a:extLst>
                  <a:ext uri="{FF2B5EF4-FFF2-40B4-BE49-F238E27FC236}">
                    <a16:creationId xmlns:a16="http://schemas.microsoft.com/office/drawing/2014/main" id="{D77C1A9F-D5B4-18E1-090C-D9E32D0578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grpSp>
      <p:grpSp>
        <p:nvGrpSpPr>
          <p:cNvPr id="61" name="Group 60">
            <a:extLst>
              <a:ext uri="{FF2B5EF4-FFF2-40B4-BE49-F238E27FC236}">
                <a16:creationId xmlns:a16="http://schemas.microsoft.com/office/drawing/2014/main" id="{6D0B7C68-3D9B-AC15-19D5-499DA01C6EAF}"/>
              </a:ext>
            </a:extLst>
          </p:cNvPr>
          <p:cNvGrpSpPr/>
          <p:nvPr/>
        </p:nvGrpSpPr>
        <p:grpSpPr>
          <a:xfrm>
            <a:off x="6209420" y="5008517"/>
            <a:ext cx="1040822" cy="355440"/>
            <a:chOff x="4989407" y="3628142"/>
            <a:chExt cx="1106593" cy="355440"/>
          </a:xfrm>
        </p:grpSpPr>
        <p:sp>
          <p:nvSpPr>
            <p:cNvPr id="62" name="Rectangle: Rounded Corners 61">
              <a:extLst>
                <a:ext uri="{FF2B5EF4-FFF2-40B4-BE49-F238E27FC236}">
                  <a16:creationId xmlns:a16="http://schemas.microsoft.com/office/drawing/2014/main" id="{1E30558D-8808-5460-3877-58DF5ECB2741}"/>
                </a:ext>
              </a:extLst>
            </p:cNvPr>
            <p:cNvSpPr/>
            <p:nvPr/>
          </p:nvSpPr>
          <p:spPr>
            <a:xfrm>
              <a:off x="4989407" y="3628142"/>
              <a:ext cx="1106593"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Ratings</a:t>
              </a:r>
            </a:p>
          </p:txBody>
        </p:sp>
        <p:sp>
          <p:nvSpPr>
            <p:cNvPr id="63" name="Star: 5 Points 62">
              <a:extLst>
                <a:ext uri="{FF2B5EF4-FFF2-40B4-BE49-F238E27FC236}">
                  <a16:creationId xmlns:a16="http://schemas.microsoft.com/office/drawing/2014/main" id="{98775387-0408-4D89-BC1E-36140B67B287}"/>
                </a:ext>
              </a:extLst>
            </p:cNvPr>
            <p:cNvSpPr/>
            <p:nvPr/>
          </p:nvSpPr>
          <p:spPr>
            <a:xfrm>
              <a:off x="5846628" y="3704771"/>
              <a:ext cx="181890" cy="181890"/>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grpSp>
        <p:nvGrpSpPr>
          <p:cNvPr id="64" name="Group 63">
            <a:extLst>
              <a:ext uri="{FF2B5EF4-FFF2-40B4-BE49-F238E27FC236}">
                <a16:creationId xmlns:a16="http://schemas.microsoft.com/office/drawing/2014/main" id="{763D220F-CEC2-6812-0977-D16C2C03F44B}"/>
              </a:ext>
            </a:extLst>
          </p:cNvPr>
          <p:cNvGrpSpPr/>
          <p:nvPr/>
        </p:nvGrpSpPr>
        <p:grpSpPr>
          <a:xfrm>
            <a:off x="7346416" y="5008517"/>
            <a:ext cx="978092" cy="355440"/>
            <a:chOff x="6152052" y="3822684"/>
            <a:chExt cx="978092" cy="355440"/>
          </a:xfrm>
        </p:grpSpPr>
        <p:sp>
          <p:nvSpPr>
            <p:cNvPr id="65" name="Rectangle: Rounded Corners 64">
              <a:extLst>
                <a:ext uri="{FF2B5EF4-FFF2-40B4-BE49-F238E27FC236}">
                  <a16:creationId xmlns:a16="http://schemas.microsoft.com/office/drawing/2014/main" id="{0D4B0B96-EB8B-27C4-6555-E51BA181D364}"/>
                </a:ext>
              </a:extLst>
            </p:cNvPr>
            <p:cNvSpPr/>
            <p:nvPr/>
          </p:nvSpPr>
          <p:spPr>
            <a:xfrm>
              <a:off x="6152052" y="3822684"/>
              <a:ext cx="978092"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Hours</a:t>
              </a:r>
            </a:p>
          </p:txBody>
        </p:sp>
        <p:pic>
          <p:nvPicPr>
            <p:cNvPr id="66" name="Picture 65" descr="A blue clock with a black hand&#10;&#10;AI-generated content may be incorrect.">
              <a:extLst>
                <a:ext uri="{FF2B5EF4-FFF2-40B4-BE49-F238E27FC236}">
                  <a16:creationId xmlns:a16="http://schemas.microsoft.com/office/drawing/2014/main" id="{C6F863D8-4C46-2145-A5C8-1957122D736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814408" y="3897628"/>
              <a:ext cx="219562" cy="219562"/>
            </a:xfrm>
            <a:prstGeom prst="rect">
              <a:avLst/>
            </a:prstGeom>
          </p:spPr>
        </p:pic>
      </p:grpSp>
      <p:grpSp>
        <p:nvGrpSpPr>
          <p:cNvPr id="67" name="Group 66">
            <a:extLst>
              <a:ext uri="{FF2B5EF4-FFF2-40B4-BE49-F238E27FC236}">
                <a16:creationId xmlns:a16="http://schemas.microsoft.com/office/drawing/2014/main" id="{8CB76A55-68B6-7A28-26ED-2979302A93B0}"/>
              </a:ext>
            </a:extLst>
          </p:cNvPr>
          <p:cNvGrpSpPr/>
          <p:nvPr/>
        </p:nvGrpSpPr>
        <p:grpSpPr>
          <a:xfrm>
            <a:off x="9222081" y="5687771"/>
            <a:ext cx="1263591" cy="355440"/>
            <a:chOff x="6730152" y="4568823"/>
            <a:chExt cx="1263591" cy="355440"/>
          </a:xfrm>
        </p:grpSpPr>
        <p:sp>
          <p:nvSpPr>
            <p:cNvPr id="68" name="Rectangle: Rounded Corners 67">
              <a:extLst>
                <a:ext uri="{FF2B5EF4-FFF2-40B4-BE49-F238E27FC236}">
                  <a16:creationId xmlns:a16="http://schemas.microsoft.com/office/drawing/2014/main" id="{19960211-A8F5-770F-9527-B49F63977C3B}"/>
                </a:ext>
              </a:extLst>
            </p:cNvPr>
            <p:cNvSpPr/>
            <p:nvPr/>
          </p:nvSpPr>
          <p:spPr>
            <a:xfrm>
              <a:off x="6730152" y="4568823"/>
              <a:ext cx="1263591"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Start Time</a:t>
              </a:r>
            </a:p>
          </p:txBody>
        </p:sp>
        <p:pic>
          <p:nvPicPr>
            <p:cNvPr id="69" name="Picture 68" descr="A blue and black logo&#10;&#10;AI-generated content may be incorrect.">
              <a:extLst>
                <a:ext uri="{FF2B5EF4-FFF2-40B4-BE49-F238E27FC236}">
                  <a16:creationId xmlns:a16="http://schemas.microsoft.com/office/drawing/2014/main" id="{1183C888-E863-D43A-77A3-DB7FDD482DB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663787" y="4627732"/>
              <a:ext cx="247926" cy="247926"/>
            </a:xfrm>
            <a:prstGeom prst="rect">
              <a:avLst/>
            </a:prstGeom>
          </p:spPr>
        </p:pic>
      </p:grpSp>
      <p:grpSp>
        <p:nvGrpSpPr>
          <p:cNvPr id="70" name="Group 69">
            <a:extLst>
              <a:ext uri="{FF2B5EF4-FFF2-40B4-BE49-F238E27FC236}">
                <a16:creationId xmlns:a16="http://schemas.microsoft.com/office/drawing/2014/main" id="{AC941776-13BD-BDC5-C604-DF52E59076F2}"/>
              </a:ext>
            </a:extLst>
          </p:cNvPr>
          <p:cNvGrpSpPr/>
          <p:nvPr/>
        </p:nvGrpSpPr>
        <p:grpSpPr>
          <a:xfrm>
            <a:off x="10565623" y="5685357"/>
            <a:ext cx="1105437" cy="355440"/>
            <a:chOff x="6601649" y="3697637"/>
            <a:chExt cx="1105437" cy="355440"/>
          </a:xfrm>
        </p:grpSpPr>
        <p:sp>
          <p:nvSpPr>
            <p:cNvPr id="71" name="Rectangle: Rounded Corners 70">
              <a:extLst>
                <a:ext uri="{FF2B5EF4-FFF2-40B4-BE49-F238E27FC236}">
                  <a16:creationId xmlns:a16="http://schemas.microsoft.com/office/drawing/2014/main" id="{3AD87679-7DC1-90CD-61FF-0C72A13F35F5}"/>
                </a:ext>
              </a:extLst>
            </p:cNvPr>
            <p:cNvSpPr/>
            <p:nvPr/>
          </p:nvSpPr>
          <p:spPr>
            <a:xfrm>
              <a:off x="6601649" y="3697637"/>
              <a:ext cx="1105437"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Duration</a:t>
              </a:r>
            </a:p>
          </p:txBody>
        </p:sp>
        <p:pic>
          <p:nvPicPr>
            <p:cNvPr id="72" name="Picture 71" descr="A blue hourglass on a black background&#10;&#10;AI-generated content may be incorrect.">
              <a:extLst>
                <a:ext uri="{FF2B5EF4-FFF2-40B4-BE49-F238E27FC236}">
                  <a16:creationId xmlns:a16="http://schemas.microsoft.com/office/drawing/2014/main" id="{C45C0808-1313-FC4B-5B86-4CF52624AA1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450983" y="3777343"/>
              <a:ext cx="204057" cy="204057"/>
            </a:xfrm>
            <a:prstGeom prst="rect">
              <a:avLst/>
            </a:prstGeom>
          </p:spPr>
        </p:pic>
      </p:grpSp>
      <p:sp>
        <p:nvSpPr>
          <p:cNvPr id="102" name="Rectangle 101">
            <a:extLst>
              <a:ext uri="{FF2B5EF4-FFF2-40B4-BE49-F238E27FC236}">
                <a16:creationId xmlns:a16="http://schemas.microsoft.com/office/drawing/2014/main" id="{3CE36869-FEFC-D1D6-EDAD-0F7A88793C5E}"/>
              </a:ext>
            </a:extLst>
          </p:cNvPr>
          <p:cNvSpPr/>
          <p:nvPr/>
        </p:nvSpPr>
        <p:spPr>
          <a:xfrm>
            <a:off x="3059293" y="5043828"/>
            <a:ext cx="3032154" cy="1514903"/>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4" name="TextBox 103">
            <a:extLst>
              <a:ext uri="{FF2B5EF4-FFF2-40B4-BE49-F238E27FC236}">
                <a16:creationId xmlns:a16="http://schemas.microsoft.com/office/drawing/2014/main" id="{52037863-2DFD-1714-ADA2-84202129F58E}"/>
              </a:ext>
            </a:extLst>
          </p:cNvPr>
          <p:cNvSpPr txBox="1"/>
          <p:nvPr/>
        </p:nvSpPr>
        <p:spPr>
          <a:xfrm>
            <a:off x="3121579" y="5374714"/>
            <a:ext cx="1203827" cy="520247"/>
          </a:xfrm>
          <a:prstGeom prst="rect">
            <a:avLst/>
          </a:prstGeom>
          <a:noFill/>
          <a:ln>
            <a:solidFill>
              <a:srgbClr val="2F3C7E"/>
            </a:solidFill>
          </a:ln>
        </p:spPr>
        <p:txBody>
          <a:bodyPr wrap="square" rtlCol="0">
            <a:spAutoFit/>
          </a:bodyPr>
          <a:lstStyle/>
          <a:p>
            <a:endParaRPr lang="en-SG" dirty="0"/>
          </a:p>
        </p:txBody>
      </p:sp>
      <p:sp>
        <p:nvSpPr>
          <p:cNvPr id="105" name="TextBox 104">
            <a:extLst>
              <a:ext uri="{FF2B5EF4-FFF2-40B4-BE49-F238E27FC236}">
                <a16:creationId xmlns:a16="http://schemas.microsoft.com/office/drawing/2014/main" id="{52666AC6-D8A5-9AA9-0A9E-099F02223D14}"/>
              </a:ext>
            </a:extLst>
          </p:cNvPr>
          <p:cNvSpPr txBox="1"/>
          <p:nvPr/>
        </p:nvSpPr>
        <p:spPr>
          <a:xfrm>
            <a:off x="3032444" y="5062700"/>
            <a:ext cx="1596366" cy="307777"/>
          </a:xfrm>
          <a:prstGeom prst="rect">
            <a:avLst/>
          </a:prstGeom>
          <a:noFill/>
        </p:spPr>
        <p:txBody>
          <a:bodyPr wrap="square" rtlCol="0">
            <a:spAutoFit/>
          </a:bodyPr>
          <a:lstStyle/>
          <a:p>
            <a:r>
              <a:rPr lang="en-SG" sz="1400" b="1" dirty="0">
                <a:solidFill>
                  <a:schemeClr val="tx2">
                    <a:lumMod val="50000"/>
                  </a:schemeClr>
                </a:solidFill>
              </a:rPr>
              <a:t>Dragon Roller</a:t>
            </a:r>
          </a:p>
        </p:txBody>
      </p:sp>
      <p:pic>
        <p:nvPicPr>
          <p:cNvPr id="125" name="Picture 124">
            <a:extLst>
              <a:ext uri="{FF2B5EF4-FFF2-40B4-BE49-F238E27FC236}">
                <a16:creationId xmlns:a16="http://schemas.microsoft.com/office/drawing/2014/main" id="{923EB55A-C5CE-0109-47D2-7CC763B987E2}"/>
              </a:ext>
            </a:extLst>
          </p:cNvPr>
          <p:cNvPicPr>
            <a:picLocks noChangeAspect="1"/>
          </p:cNvPicPr>
          <p:nvPr/>
        </p:nvPicPr>
        <p:blipFill>
          <a:blip r:embed="rId13"/>
          <a:stretch>
            <a:fillRect/>
          </a:stretch>
        </p:blipFill>
        <p:spPr>
          <a:xfrm>
            <a:off x="3261995" y="5435586"/>
            <a:ext cx="911201" cy="457305"/>
          </a:xfrm>
          <a:prstGeom prst="rect">
            <a:avLst/>
          </a:prstGeom>
          <a:ln>
            <a:noFill/>
          </a:ln>
        </p:spPr>
      </p:pic>
      <p:sp>
        <p:nvSpPr>
          <p:cNvPr id="127" name="TextBox 126">
            <a:extLst>
              <a:ext uri="{FF2B5EF4-FFF2-40B4-BE49-F238E27FC236}">
                <a16:creationId xmlns:a16="http://schemas.microsoft.com/office/drawing/2014/main" id="{955AEB4A-048F-9A5B-31AE-825019109321}"/>
              </a:ext>
            </a:extLst>
          </p:cNvPr>
          <p:cNvSpPr txBox="1"/>
          <p:nvPr/>
        </p:nvSpPr>
        <p:spPr>
          <a:xfrm>
            <a:off x="4507636" y="5070772"/>
            <a:ext cx="1596366" cy="307777"/>
          </a:xfrm>
          <a:prstGeom prst="rect">
            <a:avLst/>
          </a:prstGeom>
          <a:noFill/>
        </p:spPr>
        <p:txBody>
          <a:bodyPr wrap="square" rtlCol="0">
            <a:spAutoFit/>
          </a:bodyPr>
          <a:lstStyle/>
          <a:p>
            <a:r>
              <a:rPr lang="en-SG" sz="1400" dirty="0"/>
              <a:t>5.0</a:t>
            </a:r>
          </a:p>
        </p:txBody>
      </p:sp>
      <p:sp>
        <p:nvSpPr>
          <p:cNvPr id="136" name="Star: 5 Points 135">
            <a:extLst>
              <a:ext uri="{FF2B5EF4-FFF2-40B4-BE49-F238E27FC236}">
                <a16:creationId xmlns:a16="http://schemas.microsoft.com/office/drawing/2014/main" id="{A01F0895-B1E1-0786-C418-1C5E6B37A176}"/>
              </a:ext>
            </a:extLst>
          </p:cNvPr>
          <p:cNvSpPr/>
          <p:nvPr/>
        </p:nvSpPr>
        <p:spPr>
          <a:xfrm>
            <a:off x="4930924"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7" name="Star: 5 Points 136">
            <a:extLst>
              <a:ext uri="{FF2B5EF4-FFF2-40B4-BE49-F238E27FC236}">
                <a16:creationId xmlns:a16="http://schemas.microsoft.com/office/drawing/2014/main" id="{933095E3-4996-F10A-9529-420F868B9506}"/>
              </a:ext>
            </a:extLst>
          </p:cNvPr>
          <p:cNvSpPr/>
          <p:nvPr/>
        </p:nvSpPr>
        <p:spPr>
          <a:xfrm>
            <a:off x="5141093"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8" name="Star: 5 Points 137">
            <a:extLst>
              <a:ext uri="{FF2B5EF4-FFF2-40B4-BE49-F238E27FC236}">
                <a16:creationId xmlns:a16="http://schemas.microsoft.com/office/drawing/2014/main" id="{6C7C0039-C05B-3125-06A8-6F599F4AE14E}"/>
              </a:ext>
            </a:extLst>
          </p:cNvPr>
          <p:cNvSpPr/>
          <p:nvPr/>
        </p:nvSpPr>
        <p:spPr>
          <a:xfrm>
            <a:off x="5566968"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9" name="Star: 5 Points 138">
            <a:extLst>
              <a:ext uri="{FF2B5EF4-FFF2-40B4-BE49-F238E27FC236}">
                <a16:creationId xmlns:a16="http://schemas.microsoft.com/office/drawing/2014/main" id="{5C65C73A-A5C5-C595-519B-89B47DC78E55}"/>
              </a:ext>
            </a:extLst>
          </p:cNvPr>
          <p:cNvSpPr/>
          <p:nvPr/>
        </p:nvSpPr>
        <p:spPr>
          <a:xfrm>
            <a:off x="5351262"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40" name="Star: 5 Points 139">
            <a:extLst>
              <a:ext uri="{FF2B5EF4-FFF2-40B4-BE49-F238E27FC236}">
                <a16:creationId xmlns:a16="http://schemas.microsoft.com/office/drawing/2014/main" id="{EC1CDFA5-C892-91B8-1873-825662ADE43B}"/>
              </a:ext>
            </a:extLst>
          </p:cNvPr>
          <p:cNvSpPr/>
          <p:nvPr/>
        </p:nvSpPr>
        <p:spPr>
          <a:xfrm>
            <a:off x="5782674"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51" name="Rectangle: Rounded Corners 150">
            <a:extLst>
              <a:ext uri="{FF2B5EF4-FFF2-40B4-BE49-F238E27FC236}">
                <a16:creationId xmlns:a16="http://schemas.microsoft.com/office/drawing/2014/main" id="{7C186D2E-FA31-DE31-381F-38CF3F66979C}"/>
              </a:ext>
            </a:extLst>
          </p:cNvPr>
          <p:cNvSpPr/>
          <p:nvPr/>
        </p:nvSpPr>
        <p:spPr>
          <a:xfrm>
            <a:off x="3222067" y="6191435"/>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More Details</a:t>
            </a:r>
          </a:p>
        </p:txBody>
      </p:sp>
      <p:pic>
        <p:nvPicPr>
          <p:cNvPr id="160" name="Picture 159" descr="A red person silhouette on a black background&#10;&#10;AI-generated content may be incorrect.">
            <a:extLst>
              <a:ext uri="{FF2B5EF4-FFF2-40B4-BE49-F238E27FC236}">
                <a16:creationId xmlns:a16="http://schemas.microsoft.com/office/drawing/2014/main" id="{857FF3AE-554A-D471-338F-63B89DB7F320}"/>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476374" y="5564496"/>
            <a:ext cx="275789" cy="275789"/>
          </a:xfrm>
          <a:prstGeom prst="rect">
            <a:avLst/>
          </a:prstGeom>
        </p:spPr>
      </p:pic>
      <p:sp>
        <p:nvSpPr>
          <p:cNvPr id="161" name="TextBox 160">
            <a:extLst>
              <a:ext uri="{FF2B5EF4-FFF2-40B4-BE49-F238E27FC236}">
                <a16:creationId xmlns:a16="http://schemas.microsoft.com/office/drawing/2014/main" id="{A333ECFE-42F3-0A2C-149F-01ACC9403B54}"/>
              </a:ext>
            </a:extLst>
          </p:cNvPr>
          <p:cNvSpPr txBox="1"/>
          <p:nvPr/>
        </p:nvSpPr>
        <p:spPr>
          <a:xfrm>
            <a:off x="4317962" y="5321488"/>
            <a:ext cx="922713" cy="276999"/>
          </a:xfrm>
          <a:prstGeom prst="rect">
            <a:avLst/>
          </a:prstGeom>
          <a:noFill/>
        </p:spPr>
        <p:txBody>
          <a:bodyPr wrap="square" rtlCol="0">
            <a:spAutoFit/>
          </a:bodyPr>
          <a:lstStyle/>
          <a:p>
            <a:r>
              <a:rPr lang="en-SG" sz="1200" dirty="0">
                <a:solidFill>
                  <a:schemeClr val="tx2">
                    <a:lumMod val="50000"/>
                  </a:schemeClr>
                </a:solidFill>
              </a:rPr>
              <a:t>Queue</a:t>
            </a:r>
            <a:endParaRPr lang="en-SG" sz="1400" dirty="0">
              <a:solidFill>
                <a:schemeClr val="tx2">
                  <a:lumMod val="50000"/>
                </a:schemeClr>
              </a:solidFill>
            </a:endParaRPr>
          </a:p>
        </p:txBody>
      </p:sp>
      <p:pic>
        <p:nvPicPr>
          <p:cNvPr id="162" name="Picture 161" descr="A red person silhouette on a black background&#10;&#10;AI-generated content may be incorrect.">
            <a:extLst>
              <a:ext uri="{FF2B5EF4-FFF2-40B4-BE49-F238E27FC236}">
                <a16:creationId xmlns:a16="http://schemas.microsoft.com/office/drawing/2014/main" id="{595ADA53-9732-FCF2-0396-E4FFCD56BD6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336122" y="5561700"/>
            <a:ext cx="275789" cy="275789"/>
          </a:xfrm>
          <a:prstGeom prst="rect">
            <a:avLst/>
          </a:prstGeom>
        </p:spPr>
      </p:pic>
      <p:pic>
        <p:nvPicPr>
          <p:cNvPr id="163" name="Picture 162" descr="A red person silhouette on a black background&#10;&#10;AI-generated content may be incorrect.">
            <a:extLst>
              <a:ext uri="{FF2B5EF4-FFF2-40B4-BE49-F238E27FC236}">
                <a16:creationId xmlns:a16="http://schemas.microsoft.com/office/drawing/2014/main" id="{7EA7351B-3ABE-B334-7728-5956497E6AE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611946" y="5560136"/>
            <a:ext cx="275789" cy="275789"/>
          </a:xfrm>
          <a:prstGeom prst="rect">
            <a:avLst/>
          </a:prstGeom>
        </p:spPr>
      </p:pic>
      <p:pic>
        <p:nvPicPr>
          <p:cNvPr id="164" name="Picture 163" descr="A red person silhouette on a black background&#10;&#10;AI-generated content may be incorrect.">
            <a:extLst>
              <a:ext uri="{FF2B5EF4-FFF2-40B4-BE49-F238E27FC236}">
                <a16:creationId xmlns:a16="http://schemas.microsoft.com/office/drawing/2014/main" id="{8A7632FF-A72B-9112-B3EF-2E08E6C2238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743246" y="5559657"/>
            <a:ext cx="275789" cy="275789"/>
          </a:xfrm>
          <a:prstGeom prst="rect">
            <a:avLst/>
          </a:prstGeom>
        </p:spPr>
      </p:pic>
      <p:pic>
        <p:nvPicPr>
          <p:cNvPr id="165" name="Picture 164" descr="A red person silhouette on a black background&#10;&#10;AI-generated content may be incorrect.">
            <a:extLst>
              <a:ext uri="{FF2B5EF4-FFF2-40B4-BE49-F238E27FC236}">
                <a16:creationId xmlns:a16="http://schemas.microsoft.com/office/drawing/2014/main" id="{12B6B709-1B3D-EDA1-1D7D-F4ABCAFC381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875839" y="5559178"/>
            <a:ext cx="275789" cy="275789"/>
          </a:xfrm>
          <a:prstGeom prst="rect">
            <a:avLst/>
          </a:prstGeom>
        </p:spPr>
      </p:pic>
      <p:sp>
        <p:nvSpPr>
          <p:cNvPr id="166" name="TextBox 165">
            <a:extLst>
              <a:ext uri="{FF2B5EF4-FFF2-40B4-BE49-F238E27FC236}">
                <a16:creationId xmlns:a16="http://schemas.microsoft.com/office/drawing/2014/main" id="{C7B6AAA5-89FF-E077-9F51-8CBF51901130}"/>
              </a:ext>
            </a:extLst>
          </p:cNvPr>
          <p:cNvSpPr txBox="1"/>
          <p:nvPr/>
        </p:nvSpPr>
        <p:spPr>
          <a:xfrm>
            <a:off x="5061572" y="5333287"/>
            <a:ext cx="1055983" cy="276999"/>
          </a:xfrm>
          <a:prstGeom prst="rect">
            <a:avLst/>
          </a:prstGeom>
          <a:noFill/>
        </p:spPr>
        <p:txBody>
          <a:bodyPr wrap="square" rtlCol="0">
            <a:spAutoFit/>
          </a:bodyPr>
          <a:lstStyle/>
          <a:p>
            <a:r>
              <a:rPr lang="en-SG" sz="1200" dirty="0">
                <a:solidFill>
                  <a:schemeClr val="tx2">
                    <a:lumMod val="50000"/>
                  </a:schemeClr>
                </a:solidFill>
              </a:rPr>
              <a:t>Current Wait</a:t>
            </a:r>
            <a:endParaRPr lang="en-SG" sz="1400" dirty="0">
              <a:solidFill>
                <a:schemeClr val="tx2">
                  <a:lumMod val="50000"/>
                </a:schemeClr>
              </a:solidFill>
            </a:endParaRPr>
          </a:p>
        </p:txBody>
      </p:sp>
      <p:sp>
        <p:nvSpPr>
          <p:cNvPr id="169" name="TextBox 168">
            <a:extLst>
              <a:ext uri="{FF2B5EF4-FFF2-40B4-BE49-F238E27FC236}">
                <a16:creationId xmlns:a16="http://schemas.microsoft.com/office/drawing/2014/main" id="{AB3F1A87-62C2-FD02-C29B-419184950E8D}"/>
              </a:ext>
            </a:extLst>
          </p:cNvPr>
          <p:cNvSpPr txBox="1"/>
          <p:nvPr/>
        </p:nvSpPr>
        <p:spPr>
          <a:xfrm>
            <a:off x="5094219" y="5566531"/>
            <a:ext cx="922713" cy="276999"/>
          </a:xfrm>
          <a:prstGeom prst="rect">
            <a:avLst/>
          </a:prstGeom>
          <a:noFill/>
        </p:spPr>
        <p:txBody>
          <a:bodyPr wrap="square" rtlCol="0">
            <a:spAutoFit/>
          </a:bodyPr>
          <a:lstStyle/>
          <a:p>
            <a:r>
              <a:rPr lang="en-SG" sz="1200" dirty="0">
                <a:solidFill>
                  <a:schemeClr val="accent4"/>
                </a:solidFill>
              </a:rPr>
              <a:t>&gt; 50 mins</a:t>
            </a:r>
            <a:endParaRPr lang="en-SG" sz="1400" dirty="0">
              <a:solidFill>
                <a:schemeClr val="accent4"/>
              </a:solidFill>
            </a:endParaRPr>
          </a:p>
        </p:txBody>
      </p:sp>
      <p:sp>
        <p:nvSpPr>
          <p:cNvPr id="170" name="TextBox 169">
            <a:extLst>
              <a:ext uri="{FF2B5EF4-FFF2-40B4-BE49-F238E27FC236}">
                <a16:creationId xmlns:a16="http://schemas.microsoft.com/office/drawing/2014/main" id="{C6FF38E8-DA5D-6731-1529-70F315D92F4F}"/>
              </a:ext>
            </a:extLst>
          </p:cNvPr>
          <p:cNvSpPr txBox="1"/>
          <p:nvPr/>
        </p:nvSpPr>
        <p:spPr>
          <a:xfrm>
            <a:off x="4313612" y="5870643"/>
            <a:ext cx="922713" cy="276999"/>
          </a:xfrm>
          <a:prstGeom prst="rect">
            <a:avLst/>
          </a:prstGeom>
          <a:noFill/>
        </p:spPr>
        <p:txBody>
          <a:bodyPr wrap="square" rtlCol="0">
            <a:spAutoFit/>
          </a:bodyPr>
          <a:lstStyle/>
          <a:p>
            <a:r>
              <a:rPr lang="en-SG" sz="1200" dirty="0">
                <a:solidFill>
                  <a:schemeClr val="tx2">
                    <a:lumMod val="50000"/>
                  </a:schemeClr>
                </a:solidFill>
              </a:rPr>
              <a:t>From here: </a:t>
            </a:r>
            <a:endParaRPr lang="en-SG" sz="1400" dirty="0">
              <a:solidFill>
                <a:schemeClr val="tx2">
                  <a:lumMod val="50000"/>
                </a:schemeClr>
              </a:solidFill>
            </a:endParaRPr>
          </a:p>
        </p:txBody>
      </p:sp>
      <p:sp>
        <p:nvSpPr>
          <p:cNvPr id="172" name="TextBox 171">
            <a:extLst>
              <a:ext uri="{FF2B5EF4-FFF2-40B4-BE49-F238E27FC236}">
                <a16:creationId xmlns:a16="http://schemas.microsoft.com/office/drawing/2014/main" id="{7453EB45-889D-2D9B-5AAC-BB2FD4316A17}"/>
              </a:ext>
            </a:extLst>
          </p:cNvPr>
          <p:cNvSpPr txBox="1"/>
          <p:nvPr/>
        </p:nvSpPr>
        <p:spPr>
          <a:xfrm>
            <a:off x="5073068" y="5865772"/>
            <a:ext cx="922713" cy="276999"/>
          </a:xfrm>
          <a:prstGeom prst="rect">
            <a:avLst/>
          </a:prstGeom>
          <a:noFill/>
        </p:spPr>
        <p:txBody>
          <a:bodyPr wrap="square" rtlCol="0">
            <a:spAutoFit/>
          </a:bodyPr>
          <a:lstStyle/>
          <a:p>
            <a:r>
              <a:rPr lang="en-SG" sz="1200" dirty="0">
                <a:solidFill>
                  <a:schemeClr val="tx2">
                    <a:lumMod val="50000"/>
                  </a:schemeClr>
                </a:solidFill>
              </a:rPr>
              <a:t>20 mins</a:t>
            </a:r>
            <a:endParaRPr lang="en-SG" sz="1400" dirty="0">
              <a:solidFill>
                <a:schemeClr val="tx2">
                  <a:lumMod val="50000"/>
                </a:schemeClr>
              </a:solidFill>
            </a:endParaRPr>
          </a:p>
        </p:txBody>
      </p:sp>
      <p:pic>
        <p:nvPicPr>
          <p:cNvPr id="173" name="Picture 172" descr="A person walking on a black background&#10;&#10;AI-generated content may be incorrect.">
            <a:extLst>
              <a:ext uri="{FF2B5EF4-FFF2-40B4-BE49-F238E27FC236}">
                <a16:creationId xmlns:a16="http://schemas.microsoft.com/office/drawing/2014/main" id="{8C112276-9071-9D51-9D76-72A0DB1A7DB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597746" y="5901393"/>
            <a:ext cx="162491" cy="162491"/>
          </a:xfrm>
          <a:prstGeom prst="rect">
            <a:avLst/>
          </a:prstGeom>
        </p:spPr>
      </p:pic>
      <p:sp>
        <p:nvSpPr>
          <p:cNvPr id="174" name="Rectangle: Rounded Corners 173">
            <a:extLst>
              <a:ext uri="{FF2B5EF4-FFF2-40B4-BE49-F238E27FC236}">
                <a16:creationId xmlns:a16="http://schemas.microsoft.com/office/drawing/2014/main" id="{D5BED1DD-6DC0-0F58-945B-4487B3B29965}"/>
              </a:ext>
            </a:extLst>
          </p:cNvPr>
          <p:cNvSpPr/>
          <p:nvPr/>
        </p:nvSpPr>
        <p:spPr>
          <a:xfrm>
            <a:off x="4658359" y="6188739"/>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Add to Plan</a:t>
            </a:r>
          </a:p>
        </p:txBody>
      </p:sp>
      <p:sp>
        <p:nvSpPr>
          <p:cNvPr id="176" name="Rectangle 175">
            <a:extLst>
              <a:ext uri="{FF2B5EF4-FFF2-40B4-BE49-F238E27FC236}">
                <a16:creationId xmlns:a16="http://schemas.microsoft.com/office/drawing/2014/main" id="{EBFB1FD7-08E3-02E5-E97D-797587914195}"/>
              </a:ext>
            </a:extLst>
          </p:cNvPr>
          <p:cNvSpPr/>
          <p:nvPr/>
        </p:nvSpPr>
        <p:spPr>
          <a:xfrm>
            <a:off x="3059293" y="6564025"/>
            <a:ext cx="3032154" cy="1514903"/>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90" name="TextBox 189">
            <a:extLst>
              <a:ext uri="{FF2B5EF4-FFF2-40B4-BE49-F238E27FC236}">
                <a16:creationId xmlns:a16="http://schemas.microsoft.com/office/drawing/2014/main" id="{4B0A5E52-155F-A291-5808-07DDC8A25A72}"/>
              </a:ext>
            </a:extLst>
          </p:cNvPr>
          <p:cNvSpPr txBox="1"/>
          <p:nvPr/>
        </p:nvSpPr>
        <p:spPr>
          <a:xfrm>
            <a:off x="3912761" y="6372391"/>
            <a:ext cx="1244283" cy="646331"/>
          </a:xfrm>
          <a:prstGeom prst="rect">
            <a:avLst/>
          </a:prstGeom>
          <a:noFill/>
        </p:spPr>
        <p:txBody>
          <a:bodyPr wrap="square" rtlCol="0">
            <a:spAutoFit/>
          </a:bodyPr>
          <a:lstStyle/>
          <a:p>
            <a:pPr algn="ctr"/>
            <a:r>
              <a:rPr lang="en-SG" sz="3600" dirty="0"/>
              <a:t>…</a:t>
            </a:r>
          </a:p>
        </p:txBody>
      </p:sp>
      <p:sp>
        <p:nvSpPr>
          <p:cNvPr id="192" name="TextBox 191">
            <a:extLst>
              <a:ext uri="{FF2B5EF4-FFF2-40B4-BE49-F238E27FC236}">
                <a16:creationId xmlns:a16="http://schemas.microsoft.com/office/drawing/2014/main" id="{FF845F83-75A3-35DE-7C4E-1E3632D8BDE4}"/>
              </a:ext>
            </a:extLst>
          </p:cNvPr>
          <p:cNvSpPr txBox="1"/>
          <p:nvPr/>
        </p:nvSpPr>
        <p:spPr>
          <a:xfrm>
            <a:off x="6944915" y="5593075"/>
            <a:ext cx="1244283" cy="646331"/>
          </a:xfrm>
          <a:prstGeom prst="rect">
            <a:avLst/>
          </a:prstGeom>
          <a:noFill/>
        </p:spPr>
        <p:txBody>
          <a:bodyPr wrap="square" rtlCol="0">
            <a:spAutoFit/>
          </a:bodyPr>
          <a:lstStyle/>
          <a:p>
            <a:pPr algn="ctr"/>
            <a:r>
              <a:rPr lang="en-SG" sz="3600" dirty="0"/>
              <a:t>…</a:t>
            </a:r>
          </a:p>
        </p:txBody>
      </p:sp>
      <p:sp>
        <p:nvSpPr>
          <p:cNvPr id="195" name="TextBox 194">
            <a:extLst>
              <a:ext uri="{FF2B5EF4-FFF2-40B4-BE49-F238E27FC236}">
                <a16:creationId xmlns:a16="http://schemas.microsoft.com/office/drawing/2014/main" id="{0ABFDAD8-ACA0-E162-1E7E-BEA71B08A901}"/>
              </a:ext>
            </a:extLst>
          </p:cNvPr>
          <p:cNvSpPr txBox="1"/>
          <p:nvPr/>
        </p:nvSpPr>
        <p:spPr>
          <a:xfrm>
            <a:off x="9980903" y="5984793"/>
            <a:ext cx="1244283" cy="646331"/>
          </a:xfrm>
          <a:prstGeom prst="rect">
            <a:avLst/>
          </a:prstGeom>
          <a:noFill/>
        </p:spPr>
        <p:txBody>
          <a:bodyPr wrap="square" rtlCol="0">
            <a:spAutoFit/>
          </a:bodyPr>
          <a:lstStyle/>
          <a:p>
            <a:pPr algn="ctr"/>
            <a:r>
              <a:rPr lang="en-SG" sz="3600" dirty="0"/>
              <a:t>…</a:t>
            </a:r>
          </a:p>
        </p:txBody>
      </p:sp>
      <p:sp>
        <p:nvSpPr>
          <p:cNvPr id="196" name="Rectangle: Rounded Corners 195">
            <a:extLst>
              <a:ext uri="{FF2B5EF4-FFF2-40B4-BE49-F238E27FC236}">
                <a16:creationId xmlns:a16="http://schemas.microsoft.com/office/drawing/2014/main" id="{B620B401-04B5-354B-B051-52689B22BD1F}"/>
              </a:ext>
            </a:extLst>
          </p:cNvPr>
          <p:cNvSpPr/>
          <p:nvPr/>
        </p:nvSpPr>
        <p:spPr>
          <a:xfrm>
            <a:off x="3184702" y="4980400"/>
            <a:ext cx="446983"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97" name="Rectangle: Rounded Corners 196">
            <a:extLst>
              <a:ext uri="{FF2B5EF4-FFF2-40B4-BE49-F238E27FC236}">
                <a16:creationId xmlns:a16="http://schemas.microsoft.com/office/drawing/2014/main" id="{16AEC7B9-C852-47E9-A437-0C7D8AA20334}"/>
              </a:ext>
            </a:extLst>
          </p:cNvPr>
          <p:cNvSpPr/>
          <p:nvPr/>
        </p:nvSpPr>
        <p:spPr>
          <a:xfrm rot="5400000">
            <a:off x="5761864" y="5318378"/>
            <a:ext cx="556075" cy="4594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pic>
        <p:nvPicPr>
          <p:cNvPr id="204" name="Picture 203">
            <a:extLst>
              <a:ext uri="{FF2B5EF4-FFF2-40B4-BE49-F238E27FC236}">
                <a16:creationId xmlns:a16="http://schemas.microsoft.com/office/drawing/2014/main" id="{07055035-AD57-D418-324B-1A9C148964D7}"/>
              </a:ext>
            </a:extLst>
          </p:cNvPr>
          <p:cNvPicPr>
            <a:picLocks noChangeAspect="1"/>
          </p:cNvPicPr>
          <p:nvPr/>
        </p:nvPicPr>
        <p:blipFill>
          <a:blip r:embed="rId16"/>
          <a:stretch>
            <a:fillRect/>
          </a:stretch>
        </p:blipFill>
        <p:spPr>
          <a:xfrm>
            <a:off x="5814465" y="5608161"/>
            <a:ext cx="904512" cy="904512"/>
          </a:xfrm>
          <a:prstGeom prst="rect">
            <a:avLst/>
          </a:prstGeom>
        </p:spPr>
      </p:pic>
      <p:pic>
        <p:nvPicPr>
          <p:cNvPr id="206" name="Picture 205">
            <a:extLst>
              <a:ext uri="{FF2B5EF4-FFF2-40B4-BE49-F238E27FC236}">
                <a16:creationId xmlns:a16="http://schemas.microsoft.com/office/drawing/2014/main" id="{4F2AD844-CD55-B68A-5348-ACEA037681E8}"/>
              </a:ext>
            </a:extLst>
          </p:cNvPr>
          <p:cNvPicPr>
            <a:picLocks noChangeAspect="1"/>
          </p:cNvPicPr>
          <p:nvPr/>
        </p:nvPicPr>
        <p:blipFill>
          <a:blip r:embed="rId17"/>
          <a:stretch>
            <a:fillRect/>
          </a:stretch>
        </p:blipFill>
        <p:spPr>
          <a:xfrm>
            <a:off x="3362968" y="4835578"/>
            <a:ext cx="869452" cy="869452"/>
          </a:xfrm>
          <a:prstGeom prst="rect">
            <a:avLst/>
          </a:prstGeom>
        </p:spPr>
      </p:pic>
      <p:pic>
        <p:nvPicPr>
          <p:cNvPr id="207" name="Picture 206" descr="A yellow hand pointing up&#10;&#10;AI-generated content may be incorrect.">
            <a:extLst>
              <a:ext uri="{FF2B5EF4-FFF2-40B4-BE49-F238E27FC236}">
                <a16:creationId xmlns:a16="http://schemas.microsoft.com/office/drawing/2014/main" id="{C6B1FC3D-0C38-0F7B-5E58-7C2DD2D78D51}"/>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9111209" y="3602666"/>
            <a:ext cx="663866" cy="663866"/>
          </a:xfrm>
          <a:prstGeom prst="rect">
            <a:avLst/>
          </a:prstGeom>
        </p:spPr>
      </p:pic>
    </p:spTree>
    <p:extLst>
      <p:ext uri="{BB962C8B-B14F-4D97-AF65-F5344CB8AC3E}">
        <p14:creationId xmlns:p14="http://schemas.microsoft.com/office/powerpoint/2010/main" val="4018119525"/>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
                                        </p:tgtEl>
                                        <p:attrNameLst>
                                          <p:attrName>style.visibility</p:attrName>
                                        </p:attrNameLst>
                                      </p:cBhvr>
                                      <p:to>
                                        <p:strVal val="visible"/>
                                      </p:to>
                                    </p:set>
                                  </p:childTnLst>
                                </p:cTn>
                              </p:par>
                              <p:par>
                                <p:cTn id="9" presetID="32" presetClass="emph" presetSubtype="0" fill="hold" nodeType="withEffect">
                                  <p:stCondLst>
                                    <p:cond delay="0"/>
                                  </p:stCondLst>
                                  <p:childTnLst>
                                    <p:animRot by="120000">
                                      <p:cBhvr>
                                        <p:cTn id="10" dur="100" fill="hold">
                                          <p:stCondLst>
                                            <p:cond delay="0"/>
                                          </p:stCondLst>
                                        </p:cTn>
                                        <p:tgtEl>
                                          <p:spTgt spid="206"/>
                                        </p:tgtEl>
                                        <p:attrNameLst>
                                          <p:attrName>r</p:attrName>
                                        </p:attrNameLst>
                                      </p:cBhvr>
                                    </p:animRot>
                                    <p:animRot by="-240000">
                                      <p:cBhvr>
                                        <p:cTn id="11" dur="200" fill="hold">
                                          <p:stCondLst>
                                            <p:cond delay="200"/>
                                          </p:stCondLst>
                                        </p:cTn>
                                        <p:tgtEl>
                                          <p:spTgt spid="206"/>
                                        </p:tgtEl>
                                        <p:attrNameLst>
                                          <p:attrName>r</p:attrName>
                                        </p:attrNameLst>
                                      </p:cBhvr>
                                    </p:animRot>
                                    <p:animRot by="240000">
                                      <p:cBhvr>
                                        <p:cTn id="12" dur="200" fill="hold">
                                          <p:stCondLst>
                                            <p:cond delay="400"/>
                                          </p:stCondLst>
                                        </p:cTn>
                                        <p:tgtEl>
                                          <p:spTgt spid="206"/>
                                        </p:tgtEl>
                                        <p:attrNameLst>
                                          <p:attrName>r</p:attrName>
                                        </p:attrNameLst>
                                      </p:cBhvr>
                                    </p:animRot>
                                    <p:animRot by="-240000">
                                      <p:cBhvr>
                                        <p:cTn id="13" dur="200" fill="hold">
                                          <p:stCondLst>
                                            <p:cond delay="600"/>
                                          </p:stCondLst>
                                        </p:cTn>
                                        <p:tgtEl>
                                          <p:spTgt spid="206"/>
                                        </p:tgtEl>
                                        <p:attrNameLst>
                                          <p:attrName>r</p:attrName>
                                        </p:attrNameLst>
                                      </p:cBhvr>
                                    </p:animRot>
                                    <p:animRot by="120000">
                                      <p:cBhvr>
                                        <p:cTn id="14" dur="200" fill="hold">
                                          <p:stCondLst>
                                            <p:cond delay="800"/>
                                          </p:stCondLst>
                                        </p:cTn>
                                        <p:tgtEl>
                                          <p:spTgt spid="206"/>
                                        </p:tgtEl>
                                        <p:attrNameLst>
                                          <p:attrName>r</p:attrName>
                                        </p:attrNameLst>
                                      </p:cBhvr>
                                    </p:animRot>
                                  </p:childTnLst>
                                </p:cTn>
                              </p:par>
                              <p:par>
                                <p:cTn id="15" presetID="32" presetClass="emph" presetSubtype="0" fill="hold" nodeType="withEffect">
                                  <p:stCondLst>
                                    <p:cond delay="0"/>
                                  </p:stCondLst>
                                  <p:childTnLst>
                                    <p:animRot by="120000">
                                      <p:cBhvr>
                                        <p:cTn id="16" dur="100" fill="hold">
                                          <p:stCondLst>
                                            <p:cond delay="0"/>
                                          </p:stCondLst>
                                        </p:cTn>
                                        <p:tgtEl>
                                          <p:spTgt spid="204"/>
                                        </p:tgtEl>
                                        <p:attrNameLst>
                                          <p:attrName>r</p:attrName>
                                        </p:attrNameLst>
                                      </p:cBhvr>
                                    </p:animRot>
                                    <p:animRot by="-240000">
                                      <p:cBhvr>
                                        <p:cTn id="17" dur="200" fill="hold">
                                          <p:stCondLst>
                                            <p:cond delay="200"/>
                                          </p:stCondLst>
                                        </p:cTn>
                                        <p:tgtEl>
                                          <p:spTgt spid="204"/>
                                        </p:tgtEl>
                                        <p:attrNameLst>
                                          <p:attrName>r</p:attrName>
                                        </p:attrNameLst>
                                      </p:cBhvr>
                                    </p:animRot>
                                    <p:animRot by="240000">
                                      <p:cBhvr>
                                        <p:cTn id="18" dur="200" fill="hold">
                                          <p:stCondLst>
                                            <p:cond delay="400"/>
                                          </p:stCondLst>
                                        </p:cTn>
                                        <p:tgtEl>
                                          <p:spTgt spid="204"/>
                                        </p:tgtEl>
                                        <p:attrNameLst>
                                          <p:attrName>r</p:attrName>
                                        </p:attrNameLst>
                                      </p:cBhvr>
                                    </p:animRot>
                                    <p:animRot by="-240000">
                                      <p:cBhvr>
                                        <p:cTn id="19" dur="200" fill="hold">
                                          <p:stCondLst>
                                            <p:cond delay="600"/>
                                          </p:stCondLst>
                                        </p:cTn>
                                        <p:tgtEl>
                                          <p:spTgt spid="204"/>
                                        </p:tgtEl>
                                        <p:attrNameLst>
                                          <p:attrName>r</p:attrName>
                                        </p:attrNameLst>
                                      </p:cBhvr>
                                    </p:animRot>
                                    <p:animRot by="120000">
                                      <p:cBhvr>
                                        <p:cTn id="20" dur="200" fill="hold">
                                          <p:stCondLst>
                                            <p:cond delay="800"/>
                                          </p:stCondLst>
                                        </p:cTn>
                                        <p:tgtEl>
                                          <p:spTgt spid="204"/>
                                        </p:tgtEl>
                                        <p:attrNameLst>
                                          <p:attrName>r</p:attrName>
                                        </p:attrNameLst>
                                      </p:cBhvr>
                                    </p:animRot>
                                  </p:childTnLst>
                                </p:cTn>
                              </p:par>
                            </p:childTnLst>
                          </p:cTn>
                        </p:par>
                        <p:par>
                          <p:cTn id="21" fill="hold">
                            <p:stCondLst>
                              <p:cond delay="1000"/>
                            </p:stCondLst>
                            <p:childTnLst>
                              <p:par>
                                <p:cTn id="22" presetID="1" presetClass="entr" presetSubtype="0" fill="hold" nodeType="afterEffect">
                                  <p:stCondLst>
                                    <p:cond delay="500"/>
                                  </p:stCondLst>
                                  <p:childTnLst>
                                    <p:set>
                                      <p:cBhvr>
                                        <p:cTn id="23" dur="1" fill="hold">
                                          <p:stCondLst>
                                            <p:cond delay="0"/>
                                          </p:stCondLst>
                                        </p:cTn>
                                        <p:tgtEl>
                                          <p:spTgt spid="207"/>
                                        </p:tgtEl>
                                        <p:attrNameLst>
                                          <p:attrName>style.visibility</p:attrName>
                                        </p:attrNameLst>
                                      </p:cBhvr>
                                      <p:to>
                                        <p:strVal val="visible"/>
                                      </p:to>
                                    </p:set>
                                  </p:childTnLst>
                                </p:cTn>
                              </p:par>
                            </p:childTnLst>
                          </p:cTn>
                        </p:par>
                        <p:par>
                          <p:cTn id="24" fill="hold">
                            <p:stCondLst>
                              <p:cond delay="1500"/>
                            </p:stCondLst>
                            <p:childTnLst>
                              <p:par>
                                <p:cTn id="25" presetID="32" presetClass="emph" presetSubtype="0" fill="hold" nodeType="afterEffect">
                                  <p:stCondLst>
                                    <p:cond delay="0"/>
                                  </p:stCondLst>
                                  <p:childTnLst>
                                    <p:animRot by="120000">
                                      <p:cBhvr>
                                        <p:cTn id="26" dur="100" fill="hold">
                                          <p:stCondLst>
                                            <p:cond delay="0"/>
                                          </p:stCondLst>
                                        </p:cTn>
                                        <p:tgtEl>
                                          <p:spTgt spid="207"/>
                                        </p:tgtEl>
                                        <p:attrNameLst>
                                          <p:attrName>r</p:attrName>
                                        </p:attrNameLst>
                                      </p:cBhvr>
                                    </p:animRot>
                                    <p:animRot by="-240000">
                                      <p:cBhvr>
                                        <p:cTn id="27" dur="200" fill="hold">
                                          <p:stCondLst>
                                            <p:cond delay="200"/>
                                          </p:stCondLst>
                                        </p:cTn>
                                        <p:tgtEl>
                                          <p:spTgt spid="207"/>
                                        </p:tgtEl>
                                        <p:attrNameLst>
                                          <p:attrName>r</p:attrName>
                                        </p:attrNameLst>
                                      </p:cBhvr>
                                    </p:animRot>
                                    <p:animRot by="240000">
                                      <p:cBhvr>
                                        <p:cTn id="28" dur="200" fill="hold">
                                          <p:stCondLst>
                                            <p:cond delay="400"/>
                                          </p:stCondLst>
                                        </p:cTn>
                                        <p:tgtEl>
                                          <p:spTgt spid="207"/>
                                        </p:tgtEl>
                                        <p:attrNameLst>
                                          <p:attrName>r</p:attrName>
                                        </p:attrNameLst>
                                      </p:cBhvr>
                                    </p:animRot>
                                    <p:animRot by="-240000">
                                      <p:cBhvr>
                                        <p:cTn id="29" dur="200" fill="hold">
                                          <p:stCondLst>
                                            <p:cond delay="600"/>
                                          </p:stCondLst>
                                        </p:cTn>
                                        <p:tgtEl>
                                          <p:spTgt spid="207"/>
                                        </p:tgtEl>
                                        <p:attrNameLst>
                                          <p:attrName>r</p:attrName>
                                        </p:attrNameLst>
                                      </p:cBhvr>
                                    </p:animRot>
                                    <p:animRot by="120000">
                                      <p:cBhvr>
                                        <p:cTn id="30" dur="200" fill="hold">
                                          <p:stCondLst>
                                            <p:cond delay="800"/>
                                          </p:stCondLst>
                                        </p:cTn>
                                        <p:tgtEl>
                                          <p:spTgt spid="20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A6849-63AB-58B0-169C-11FAA9818F0C}"/>
            </a:ext>
          </a:extLst>
        </p:cNvPr>
        <p:cNvGrpSpPr/>
        <p:nvPr/>
      </p:nvGrpSpPr>
      <p:grpSpPr>
        <a:xfrm>
          <a:off x="0" y="0"/>
          <a:ext cx="0" cy="0"/>
          <a:chOff x="0" y="0"/>
          <a:chExt cx="0" cy="0"/>
        </a:xfrm>
      </p:grpSpPr>
      <p:grpSp>
        <p:nvGrpSpPr>
          <p:cNvPr id="168" name="Group 167">
            <a:extLst>
              <a:ext uri="{FF2B5EF4-FFF2-40B4-BE49-F238E27FC236}">
                <a16:creationId xmlns:a16="http://schemas.microsoft.com/office/drawing/2014/main" id="{A4E6F067-7C03-B30B-CA1C-1E0FE36481EB}"/>
              </a:ext>
            </a:extLst>
          </p:cNvPr>
          <p:cNvGrpSpPr/>
          <p:nvPr/>
        </p:nvGrpSpPr>
        <p:grpSpPr>
          <a:xfrm>
            <a:off x="0" y="696239"/>
            <a:ext cx="12211718" cy="5611720"/>
            <a:chOff x="3216648" y="4211669"/>
            <a:chExt cx="5758704" cy="2646330"/>
          </a:xfrm>
        </p:grpSpPr>
        <p:sp>
          <p:nvSpPr>
            <p:cNvPr id="99" name="Rectangle 98">
              <a:extLst>
                <a:ext uri="{FF2B5EF4-FFF2-40B4-BE49-F238E27FC236}">
                  <a16:creationId xmlns:a16="http://schemas.microsoft.com/office/drawing/2014/main" id="{E288D16A-0781-9C30-8205-D26475A1732C}"/>
                </a:ext>
              </a:extLst>
            </p:cNvPr>
            <p:cNvSpPr/>
            <p:nvPr/>
          </p:nvSpPr>
          <p:spPr>
            <a:xfrm>
              <a:off x="3216648" y="421166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1" name="Freeform: Shape 100">
              <a:extLst>
                <a:ext uri="{FF2B5EF4-FFF2-40B4-BE49-F238E27FC236}">
                  <a16:creationId xmlns:a16="http://schemas.microsoft.com/office/drawing/2014/main" id="{D2562225-9BC9-B69A-07A6-F26E5B6D79D2}"/>
                </a:ext>
              </a:extLst>
            </p:cNvPr>
            <p:cNvSpPr/>
            <p:nvPr/>
          </p:nvSpPr>
          <p:spPr>
            <a:xfrm>
              <a:off x="3230991" y="423128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08" name="Picture 107">
              <a:extLst>
                <a:ext uri="{FF2B5EF4-FFF2-40B4-BE49-F238E27FC236}">
                  <a16:creationId xmlns:a16="http://schemas.microsoft.com/office/drawing/2014/main" id="{F2FC500D-8741-FFDB-A373-C2F01C5048B6}"/>
                </a:ext>
              </a:extLst>
            </p:cNvPr>
            <p:cNvPicPr>
              <a:picLocks noChangeAspect="1"/>
            </p:cNvPicPr>
            <p:nvPr/>
          </p:nvPicPr>
          <p:blipFill>
            <a:blip r:embed="rId3"/>
            <a:srcRect l="16117" r="13552"/>
            <a:stretch>
              <a:fillRect/>
            </a:stretch>
          </p:blipFill>
          <p:spPr>
            <a:xfrm>
              <a:off x="5948005" y="5268685"/>
              <a:ext cx="334895" cy="476171"/>
            </a:xfrm>
            <a:prstGeom prst="rect">
              <a:avLst/>
            </a:prstGeom>
          </p:spPr>
        </p:pic>
        <p:grpSp>
          <p:nvGrpSpPr>
            <p:cNvPr id="114" name="Group 113">
              <a:extLst>
                <a:ext uri="{FF2B5EF4-FFF2-40B4-BE49-F238E27FC236}">
                  <a16:creationId xmlns:a16="http://schemas.microsoft.com/office/drawing/2014/main" id="{051E9F1A-846C-CD76-748B-D9A599C6A110}"/>
                </a:ext>
              </a:extLst>
            </p:cNvPr>
            <p:cNvGrpSpPr/>
            <p:nvPr/>
          </p:nvGrpSpPr>
          <p:grpSpPr>
            <a:xfrm>
              <a:off x="7620370" y="4729264"/>
              <a:ext cx="1014010" cy="693309"/>
              <a:chOff x="7620370" y="4729264"/>
              <a:chExt cx="1014010" cy="693309"/>
            </a:xfrm>
          </p:grpSpPr>
          <p:pic>
            <p:nvPicPr>
              <p:cNvPr id="115" name="Picture 114">
                <a:extLst>
                  <a:ext uri="{FF2B5EF4-FFF2-40B4-BE49-F238E27FC236}">
                    <a16:creationId xmlns:a16="http://schemas.microsoft.com/office/drawing/2014/main" id="{104852B4-A86E-61C1-134B-C0EF61625509}"/>
                  </a:ext>
                </a:extLst>
              </p:cNvPr>
              <p:cNvPicPr>
                <a:picLocks noChangeAspect="1"/>
              </p:cNvPicPr>
              <p:nvPr/>
            </p:nvPicPr>
            <p:blipFill>
              <a:blip r:embed="rId4"/>
              <a:stretch>
                <a:fillRect/>
              </a:stretch>
            </p:blipFill>
            <p:spPr>
              <a:xfrm>
                <a:off x="7884122" y="4729264"/>
                <a:ext cx="446487" cy="446487"/>
              </a:xfrm>
              <a:prstGeom prst="rect">
                <a:avLst/>
              </a:prstGeom>
            </p:spPr>
          </p:pic>
          <p:sp>
            <p:nvSpPr>
              <p:cNvPr id="116" name="TextBox 115">
                <a:extLst>
                  <a:ext uri="{FF2B5EF4-FFF2-40B4-BE49-F238E27FC236}">
                    <a16:creationId xmlns:a16="http://schemas.microsoft.com/office/drawing/2014/main" id="{1F6A3DE8-A01D-DD25-2931-EC185CAF4C00}"/>
                  </a:ext>
                </a:extLst>
              </p:cNvPr>
              <p:cNvSpPr txBox="1"/>
              <p:nvPr/>
            </p:nvSpPr>
            <p:spPr>
              <a:xfrm>
                <a:off x="7620370" y="5114796"/>
                <a:ext cx="1014010" cy="307777"/>
              </a:xfrm>
              <a:prstGeom prst="rect">
                <a:avLst/>
              </a:prstGeom>
              <a:noFill/>
              <a:ln>
                <a:noFill/>
              </a:ln>
            </p:spPr>
            <p:txBody>
              <a:bodyPr wrap="square" rtlCol="0">
                <a:spAutoFit/>
              </a:bodyPr>
              <a:lstStyle/>
              <a:p>
                <a:pPr algn="ctr"/>
                <a:r>
                  <a:rPr lang="en-SG" sz="1400" b="1" dirty="0">
                    <a:solidFill>
                      <a:schemeClr val="tx2"/>
                    </a:solidFill>
                    <a:latin typeface="+mn-lt"/>
                  </a:rPr>
                  <a:t>Entrance</a:t>
                </a:r>
              </a:p>
            </p:txBody>
          </p:sp>
        </p:grpSp>
        <p:sp>
          <p:nvSpPr>
            <p:cNvPr id="117" name="Rectangle: Rounded Corners 116">
              <a:extLst>
                <a:ext uri="{FF2B5EF4-FFF2-40B4-BE49-F238E27FC236}">
                  <a16:creationId xmlns:a16="http://schemas.microsoft.com/office/drawing/2014/main" id="{943CFF78-EDFA-A3BC-589F-BB701D0B801D}"/>
                </a:ext>
              </a:extLst>
            </p:cNvPr>
            <p:cNvSpPr/>
            <p:nvPr/>
          </p:nvSpPr>
          <p:spPr>
            <a:xfrm>
              <a:off x="5478219" y="4975182"/>
              <a:ext cx="1274465" cy="292399"/>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You Are Here</a:t>
              </a:r>
            </a:p>
          </p:txBody>
        </p:sp>
      </p:grpSp>
      <p:sp>
        <p:nvSpPr>
          <p:cNvPr id="2" name="TextBox 1">
            <a:extLst>
              <a:ext uri="{FF2B5EF4-FFF2-40B4-BE49-F238E27FC236}">
                <a16:creationId xmlns:a16="http://schemas.microsoft.com/office/drawing/2014/main" id="{111DDC52-EFB6-2FFB-CACF-C8F810832470}"/>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17" name="Rectangle 16">
            <a:extLst>
              <a:ext uri="{FF2B5EF4-FFF2-40B4-BE49-F238E27FC236}">
                <a16:creationId xmlns:a16="http://schemas.microsoft.com/office/drawing/2014/main" id="{7A400543-17AE-E53B-3671-2B8FB2804802}"/>
              </a:ext>
            </a:extLst>
          </p:cNvPr>
          <p:cNvSpPr/>
          <p:nvPr/>
        </p:nvSpPr>
        <p:spPr>
          <a:xfrm>
            <a:off x="8802915" y="696240"/>
            <a:ext cx="3389086" cy="15704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Rectangle 17">
            <a:extLst>
              <a:ext uri="{FF2B5EF4-FFF2-40B4-BE49-F238E27FC236}">
                <a16:creationId xmlns:a16="http://schemas.microsoft.com/office/drawing/2014/main" id="{D10FEEFE-27D3-F2D7-08FB-BF09742016AF}"/>
              </a:ext>
            </a:extLst>
          </p:cNvPr>
          <p:cNvSpPr/>
          <p:nvPr/>
        </p:nvSpPr>
        <p:spPr>
          <a:xfrm>
            <a:off x="10742486" y="696239"/>
            <a:ext cx="1449514" cy="459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44" name="TextBox 143">
            <a:extLst>
              <a:ext uri="{FF2B5EF4-FFF2-40B4-BE49-F238E27FC236}">
                <a16:creationId xmlns:a16="http://schemas.microsoft.com/office/drawing/2014/main" id="{E3E1C6FA-BFEE-72AF-EE09-3F5CB03FB325}"/>
              </a:ext>
            </a:extLst>
          </p:cNvPr>
          <p:cNvSpPr txBox="1"/>
          <p:nvPr/>
        </p:nvSpPr>
        <p:spPr>
          <a:xfrm>
            <a:off x="8802914" y="734547"/>
            <a:ext cx="1121512" cy="461665"/>
          </a:xfrm>
          <a:prstGeom prst="rect">
            <a:avLst/>
          </a:prstGeom>
          <a:noFill/>
        </p:spPr>
        <p:txBody>
          <a:bodyPr wrap="square" rtlCol="0">
            <a:spAutoFit/>
          </a:bodyPr>
          <a:lstStyle/>
          <a:p>
            <a:r>
              <a:rPr lang="en-SG" sz="2400" b="1" dirty="0"/>
              <a:t>Plan 1</a:t>
            </a:r>
          </a:p>
        </p:txBody>
      </p:sp>
      <p:sp>
        <p:nvSpPr>
          <p:cNvPr id="146" name="Rectangle 145">
            <a:extLst>
              <a:ext uri="{FF2B5EF4-FFF2-40B4-BE49-F238E27FC236}">
                <a16:creationId xmlns:a16="http://schemas.microsoft.com/office/drawing/2014/main" id="{C273DB4E-A41C-130B-30DD-6E5351593B3E}"/>
              </a:ext>
            </a:extLst>
          </p:cNvPr>
          <p:cNvSpPr/>
          <p:nvPr/>
        </p:nvSpPr>
        <p:spPr>
          <a:xfrm>
            <a:off x="11168743" y="1890871"/>
            <a:ext cx="1023257" cy="375779"/>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SG" b="1" spc="0" dirty="0">
                <a:solidFill>
                  <a:schemeClr val="tx1"/>
                </a:solidFill>
                <a:latin typeface="+mj-lt"/>
              </a:rPr>
              <a:t>Confirm</a:t>
            </a:r>
            <a:endParaRPr lang="en-SG" sz="2000" b="1" spc="0" dirty="0">
              <a:solidFill>
                <a:schemeClr val="tx1"/>
              </a:solidFill>
              <a:latin typeface="+mj-lt"/>
            </a:endParaRPr>
          </a:p>
        </p:txBody>
      </p:sp>
      <p:grpSp>
        <p:nvGrpSpPr>
          <p:cNvPr id="152" name="Group 151">
            <a:extLst>
              <a:ext uri="{FF2B5EF4-FFF2-40B4-BE49-F238E27FC236}">
                <a16:creationId xmlns:a16="http://schemas.microsoft.com/office/drawing/2014/main" id="{FC4F4FBB-B9F8-A8B2-AB04-D0E681A6AC76}"/>
              </a:ext>
            </a:extLst>
          </p:cNvPr>
          <p:cNvGrpSpPr/>
          <p:nvPr/>
        </p:nvGrpSpPr>
        <p:grpSpPr>
          <a:xfrm>
            <a:off x="10345280" y="2114473"/>
            <a:ext cx="304354" cy="304354"/>
            <a:chOff x="5097805" y="3334561"/>
            <a:chExt cx="188877" cy="188877"/>
          </a:xfrm>
        </p:grpSpPr>
        <p:sp>
          <p:nvSpPr>
            <p:cNvPr id="153" name="Oval 152">
              <a:extLst>
                <a:ext uri="{FF2B5EF4-FFF2-40B4-BE49-F238E27FC236}">
                  <a16:creationId xmlns:a16="http://schemas.microsoft.com/office/drawing/2014/main" id="{1490F59F-2CCF-ABF4-93F7-B24584654A88}"/>
                </a:ext>
              </a:extLst>
            </p:cNvPr>
            <p:cNvSpPr/>
            <p:nvPr/>
          </p:nvSpPr>
          <p:spPr>
            <a:xfrm>
              <a:off x="5097805" y="3334561"/>
              <a:ext cx="188877" cy="18887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54" name="Plus Sign 153">
              <a:extLst>
                <a:ext uri="{FF2B5EF4-FFF2-40B4-BE49-F238E27FC236}">
                  <a16:creationId xmlns:a16="http://schemas.microsoft.com/office/drawing/2014/main" id="{99EDB5DD-5269-A7A6-4214-459FC1CD3CB4}"/>
                </a:ext>
              </a:extLst>
            </p:cNvPr>
            <p:cNvSpPr/>
            <p:nvPr/>
          </p:nvSpPr>
          <p:spPr>
            <a:xfrm>
              <a:off x="5126715" y="3362860"/>
              <a:ext cx="131055" cy="131055"/>
            </a:xfrm>
            <a:prstGeom prst="mathPlus">
              <a:avLst>
                <a:gd name="adj1" fmla="val 210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grpSp>
        <p:nvGrpSpPr>
          <p:cNvPr id="3" name="Group 2">
            <a:extLst>
              <a:ext uri="{FF2B5EF4-FFF2-40B4-BE49-F238E27FC236}">
                <a16:creationId xmlns:a16="http://schemas.microsoft.com/office/drawing/2014/main" id="{1D98CAC3-2938-DE37-F80D-7D98EBA8DD12}"/>
              </a:ext>
            </a:extLst>
          </p:cNvPr>
          <p:cNvGrpSpPr/>
          <p:nvPr/>
        </p:nvGrpSpPr>
        <p:grpSpPr>
          <a:xfrm>
            <a:off x="53496" y="6455931"/>
            <a:ext cx="2887824" cy="402070"/>
            <a:chOff x="53496" y="6455931"/>
            <a:chExt cx="2887824" cy="402070"/>
          </a:xfrm>
        </p:grpSpPr>
        <p:grpSp>
          <p:nvGrpSpPr>
            <p:cNvPr id="100" name="Group 99">
              <a:extLst>
                <a:ext uri="{FF2B5EF4-FFF2-40B4-BE49-F238E27FC236}">
                  <a16:creationId xmlns:a16="http://schemas.microsoft.com/office/drawing/2014/main" id="{2610A764-B0AE-A671-BFC9-13DD190B053E}"/>
                </a:ext>
              </a:extLst>
            </p:cNvPr>
            <p:cNvGrpSpPr/>
            <p:nvPr/>
          </p:nvGrpSpPr>
          <p:grpSpPr>
            <a:xfrm>
              <a:off x="53496" y="6455931"/>
              <a:ext cx="2887824" cy="402070"/>
              <a:chOff x="107022" y="932757"/>
              <a:chExt cx="1159349" cy="267392"/>
            </a:xfrm>
          </p:grpSpPr>
          <p:sp>
            <p:nvSpPr>
              <p:cNvPr id="43" name="Freeform: Shape 42">
                <a:extLst>
                  <a:ext uri="{FF2B5EF4-FFF2-40B4-BE49-F238E27FC236}">
                    <a16:creationId xmlns:a16="http://schemas.microsoft.com/office/drawing/2014/main" id="{F7B55DC1-4DF3-B82D-56A5-145C7A81EA65}"/>
                  </a:ext>
                </a:extLst>
              </p:cNvPr>
              <p:cNvSpPr/>
              <p:nvPr/>
            </p:nvSpPr>
            <p:spPr>
              <a:xfrm>
                <a:off x="107022" y="932757"/>
                <a:ext cx="1159349" cy="267392"/>
              </a:xfrm>
              <a:custGeom>
                <a:avLst/>
                <a:gdLst>
                  <a:gd name="connsiteX0" fmla="*/ 131009 w 1748971"/>
                  <a:gd name="connsiteY0" fmla="*/ 0 h 414035"/>
                  <a:gd name="connsiteX1" fmla="*/ 1617962 w 1748971"/>
                  <a:gd name="connsiteY1" fmla="*/ 0 h 414035"/>
                  <a:gd name="connsiteX2" fmla="*/ 1748971 w 1748971"/>
                  <a:gd name="connsiteY2" fmla="*/ 131009 h 414035"/>
                  <a:gd name="connsiteX3" fmla="*/ 1748971 w 1748971"/>
                  <a:gd name="connsiteY3" fmla="*/ 414035 h 414035"/>
                  <a:gd name="connsiteX4" fmla="*/ 0 w 1748971"/>
                  <a:gd name="connsiteY4" fmla="*/ 414035 h 414035"/>
                  <a:gd name="connsiteX5" fmla="*/ 0 w 1748971"/>
                  <a:gd name="connsiteY5" fmla="*/ 131009 h 414035"/>
                  <a:gd name="connsiteX6" fmla="*/ 131009 w 1748971"/>
                  <a:gd name="connsiteY6" fmla="*/ 0 h 414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8971" h="414035">
                    <a:moveTo>
                      <a:pt x="131009" y="0"/>
                    </a:moveTo>
                    <a:lnTo>
                      <a:pt x="1617962" y="0"/>
                    </a:lnTo>
                    <a:cubicBezTo>
                      <a:pt x="1690316" y="0"/>
                      <a:pt x="1748971" y="58655"/>
                      <a:pt x="1748971" y="131009"/>
                    </a:cubicBezTo>
                    <a:lnTo>
                      <a:pt x="1748971" y="414035"/>
                    </a:lnTo>
                    <a:lnTo>
                      <a:pt x="0" y="414035"/>
                    </a:lnTo>
                    <a:lnTo>
                      <a:pt x="0" y="131009"/>
                    </a:lnTo>
                    <a:cubicBezTo>
                      <a:pt x="0" y="58655"/>
                      <a:pt x="58655" y="0"/>
                      <a:pt x="131009" y="0"/>
                    </a:cubicBez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SG" dirty="0"/>
              </a:p>
            </p:txBody>
          </p:sp>
          <p:sp>
            <p:nvSpPr>
              <p:cNvPr id="44" name="TextBox 43">
                <a:extLst>
                  <a:ext uri="{FF2B5EF4-FFF2-40B4-BE49-F238E27FC236}">
                    <a16:creationId xmlns:a16="http://schemas.microsoft.com/office/drawing/2014/main" id="{98FCD280-E8CC-7B81-D15F-950CFF821CD0}"/>
                  </a:ext>
                </a:extLst>
              </p:cNvPr>
              <p:cNvSpPr txBox="1"/>
              <p:nvPr/>
            </p:nvSpPr>
            <p:spPr>
              <a:xfrm>
                <a:off x="184953" y="950200"/>
                <a:ext cx="1003487" cy="225151"/>
              </a:xfrm>
              <a:prstGeom prst="rect">
                <a:avLst/>
              </a:prstGeom>
              <a:noFill/>
            </p:spPr>
            <p:txBody>
              <a:bodyPr wrap="square" rtlCol="0">
                <a:spAutoFit/>
              </a:bodyPr>
              <a:lstStyle/>
              <a:p>
                <a:pPr algn="ctr"/>
                <a:r>
                  <a:rPr lang="en-SG" sz="1600" b="1" dirty="0"/>
                  <a:t>Park-wide Filters</a:t>
                </a:r>
                <a:endParaRPr lang="en-SG" sz="2000" b="1" dirty="0"/>
              </a:p>
            </p:txBody>
          </p:sp>
        </p:grpSp>
        <p:pic>
          <p:nvPicPr>
            <p:cNvPr id="193" name="Picture 192" descr="A blue arrow pointing to the left&#10;&#10;AI-generated content may be incorrect.">
              <a:extLst>
                <a:ext uri="{FF2B5EF4-FFF2-40B4-BE49-F238E27FC236}">
                  <a16:creationId xmlns:a16="http://schemas.microsoft.com/office/drawing/2014/main" id="{FC09185D-3643-E6D7-2922-766341F2A8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2620909" y="6549677"/>
              <a:ext cx="177977" cy="223406"/>
            </a:xfrm>
            <a:prstGeom prst="rect">
              <a:avLst/>
            </a:prstGeom>
          </p:spPr>
        </p:pic>
        <p:pic>
          <p:nvPicPr>
            <p:cNvPr id="194" name="Picture 193" descr="A blue arrow pointing to the left&#10;&#10;AI-generated content may be incorrect.">
              <a:extLst>
                <a:ext uri="{FF2B5EF4-FFF2-40B4-BE49-F238E27FC236}">
                  <a16:creationId xmlns:a16="http://schemas.microsoft.com/office/drawing/2014/main" id="{F5DBA310-2259-A2B8-20F3-4CDB89B65A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95928" y="6549676"/>
              <a:ext cx="177977" cy="223406"/>
            </a:xfrm>
            <a:prstGeom prst="rect">
              <a:avLst/>
            </a:prstGeom>
          </p:spPr>
        </p:pic>
      </p:grpSp>
      <p:sp>
        <p:nvSpPr>
          <p:cNvPr id="221" name="Rectangle 220">
            <a:hlinkClick r:id="rId6" action="ppaction://hlinksldjump"/>
            <a:extLst>
              <a:ext uri="{FF2B5EF4-FFF2-40B4-BE49-F238E27FC236}">
                <a16:creationId xmlns:a16="http://schemas.microsoft.com/office/drawing/2014/main" id="{A5982A7B-8145-A8E3-2EF0-D2D903652077}"/>
              </a:ext>
            </a:extLst>
          </p:cNvPr>
          <p:cNvSpPr/>
          <p:nvPr/>
        </p:nvSpPr>
        <p:spPr>
          <a:xfrm>
            <a:off x="1" y="705918"/>
            <a:ext cx="12207164" cy="5611720"/>
          </a:xfrm>
          <a:prstGeom prst="rect">
            <a:avLst/>
          </a:prstGeom>
          <a:solidFill>
            <a:schemeClr val="bg1">
              <a:lumMod val="50000"/>
              <a:alpha val="70000"/>
            </a:schemeClr>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5" name="Group 4">
            <a:extLst>
              <a:ext uri="{FF2B5EF4-FFF2-40B4-BE49-F238E27FC236}">
                <a16:creationId xmlns:a16="http://schemas.microsoft.com/office/drawing/2014/main" id="{D6553E3A-EE5D-98F3-06A4-06ABAD4D9552}"/>
              </a:ext>
            </a:extLst>
          </p:cNvPr>
          <p:cNvGrpSpPr/>
          <p:nvPr/>
        </p:nvGrpSpPr>
        <p:grpSpPr>
          <a:xfrm>
            <a:off x="4718867" y="1816262"/>
            <a:ext cx="2913683" cy="1544075"/>
            <a:chOff x="3225800" y="2071914"/>
            <a:chExt cx="5740399" cy="2714172"/>
          </a:xfrm>
        </p:grpSpPr>
        <p:sp>
          <p:nvSpPr>
            <p:cNvPr id="6" name="Rectangle: Rounded Corners 5">
              <a:extLst>
                <a:ext uri="{FF2B5EF4-FFF2-40B4-BE49-F238E27FC236}">
                  <a16:creationId xmlns:a16="http://schemas.microsoft.com/office/drawing/2014/main" id="{AB650C82-C59D-3149-E4F6-3FBC99B934AC}"/>
                </a:ext>
              </a:extLst>
            </p:cNvPr>
            <p:cNvSpPr/>
            <p:nvPr/>
          </p:nvSpPr>
          <p:spPr>
            <a:xfrm>
              <a:off x="3225800" y="2071914"/>
              <a:ext cx="5740399" cy="2714172"/>
            </a:xfrm>
            <a:prstGeom prst="round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Rounded Corners 6">
              <a:extLst>
                <a:ext uri="{FF2B5EF4-FFF2-40B4-BE49-F238E27FC236}">
                  <a16:creationId xmlns:a16="http://schemas.microsoft.com/office/drawing/2014/main" id="{63304C9D-1A2D-8470-F4EB-88A8984A20EB}"/>
                </a:ext>
              </a:extLst>
            </p:cNvPr>
            <p:cNvSpPr/>
            <p:nvPr/>
          </p:nvSpPr>
          <p:spPr>
            <a:xfrm>
              <a:off x="3360056" y="2184399"/>
              <a:ext cx="5477122" cy="2489200"/>
            </a:xfrm>
            <a:prstGeom prst="roundRect">
              <a:avLst/>
            </a:prstGeom>
            <a:solidFill>
              <a:schemeClr val="accent5"/>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8" name="TextBox 7">
            <a:extLst>
              <a:ext uri="{FF2B5EF4-FFF2-40B4-BE49-F238E27FC236}">
                <a16:creationId xmlns:a16="http://schemas.microsoft.com/office/drawing/2014/main" id="{7038589C-3F8A-F0E6-D358-172E88AA1844}"/>
              </a:ext>
            </a:extLst>
          </p:cNvPr>
          <p:cNvSpPr txBox="1"/>
          <p:nvPr/>
        </p:nvSpPr>
        <p:spPr>
          <a:xfrm>
            <a:off x="4918760" y="2123379"/>
            <a:ext cx="3455683" cy="1031051"/>
          </a:xfrm>
          <a:prstGeom prst="rect">
            <a:avLst/>
          </a:prstGeom>
          <a:noFill/>
        </p:spPr>
        <p:txBody>
          <a:bodyPr wrap="square" rtlCol="0">
            <a:spAutoFit/>
          </a:bodyPr>
          <a:lstStyle/>
          <a:p>
            <a:r>
              <a:rPr lang="en-SG" sz="2000" b="1" dirty="0">
                <a:solidFill>
                  <a:schemeClr val="bg1"/>
                </a:solidFill>
              </a:rPr>
              <a:t>That’s it for now!</a:t>
            </a:r>
          </a:p>
          <a:p>
            <a:endParaRPr lang="en-SG" sz="900" b="1" dirty="0">
              <a:solidFill>
                <a:schemeClr val="bg1"/>
              </a:solidFill>
            </a:endParaRPr>
          </a:p>
          <a:p>
            <a:r>
              <a:rPr lang="en-SG" sz="1600" i="1" dirty="0">
                <a:solidFill>
                  <a:schemeClr val="bg1"/>
                </a:solidFill>
              </a:rPr>
              <a:t>Tap anywhere to continue</a:t>
            </a:r>
          </a:p>
          <a:p>
            <a:endParaRPr lang="en-SG" sz="1600" i="1" dirty="0">
              <a:solidFill>
                <a:schemeClr val="bg1"/>
              </a:solidFill>
            </a:endParaRPr>
          </a:p>
        </p:txBody>
      </p:sp>
      <p:pic>
        <p:nvPicPr>
          <p:cNvPr id="9" name="Picture 8" descr="A blue and white logo&#10;&#10;AI-generated content may be incorrect.">
            <a:extLst>
              <a:ext uri="{FF2B5EF4-FFF2-40B4-BE49-F238E27FC236}">
                <a16:creationId xmlns:a16="http://schemas.microsoft.com/office/drawing/2014/main" id="{886F146E-997D-62B8-7CC1-93739747221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83927" y="1437780"/>
            <a:ext cx="758741" cy="758741"/>
          </a:xfrm>
          <a:prstGeom prst="rect">
            <a:avLst/>
          </a:prstGeom>
        </p:spPr>
      </p:pic>
      <p:grpSp>
        <p:nvGrpSpPr>
          <p:cNvPr id="24" name="Group 23">
            <a:extLst>
              <a:ext uri="{FF2B5EF4-FFF2-40B4-BE49-F238E27FC236}">
                <a16:creationId xmlns:a16="http://schemas.microsoft.com/office/drawing/2014/main" id="{C684CB13-1A23-0106-6BE7-F574236ECA0B}"/>
              </a:ext>
            </a:extLst>
          </p:cNvPr>
          <p:cNvGrpSpPr/>
          <p:nvPr/>
        </p:nvGrpSpPr>
        <p:grpSpPr>
          <a:xfrm>
            <a:off x="9128154" y="5213782"/>
            <a:ext cx="3032154" cy="1639075"/>
            <a:chOff x="6086425" y="5218925"/>
            <a:chExt cx="3032154" cy="1639075"/>
          </a:xfrm>
        </p:grpSpPr>
        <p:sp>
          <p:nvSpPr>
            <p:cNvPr id="25" name="Rectangle 24">
              <a:extLst>
                <a:ext uri="{FF2B5EF4-FFF2-40B4-BE49-F238E27FC236}">
                  <a16:creationId xmlns:a16="http://schemas.microsoft.com/office/drawing/2014/main" id="{785ADCDA-D022-26B9-C182-50A29EA340A9}"/>
                </a:ext>
              </a:extLst>
            </p:cNvPr>
            <p:cNvSpPr/>
            <p:nvPr/>
          </p:nvSpPr>
          <p:spPr>
            <a:xfrm>
              <a:off x="6086425" y="5218925"/>
              <a:ext cx="3032154" cy="1639075"/>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Rectangle 25">
              <a:extLst>
                <a:ext uri="{FF2B5EF4-FFF2-40B4-BE49-F238E27FC236}">
                  <a16:creationId xmlns:a16="http://schemas.microsoft.com/office/drawing/2014/main" id="{A8BE3F99-CBAD-1082-00EA-5668119C88CD}"/>
                </a:ext>
              </a:extLst>
            </p:cNvPr>
            <p:cNvSpPr/>
            <p:nvPr/>
          </p:nvSpPr>
          <p:spPr>
            <a:xfrm>
              <a:off x="6086425" y="5218925"/>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Shows</a:t>
              </a:r>
              <a:endParaRPr lang="en-SG" sz="2400" b="1" dirty="0">
                <a:solidFill>
                  <a:schemeClr val="tx1"/>
                </a:solidFill>
                <a:latin typeface="+mj-lt"/>
              </a:endParaRPr>
            </a:p>
          </p:txBody>
        </p:sp>
      </p:grpSp>
      <p:grpSp>
        <p:nvGrpSpPr>
          <p:cNvPr id="33" name="Group 32">
            <a:extLst>
              <a:ext uri="{FF2B5EF4-FFF2-40B4-BE49-F238E27FC236}">
                <a16:creationId xmlns:a16="http://schemas.microsoft.com/office/drawing/2014/main" id="{F28B46CD-B046-0D6C-1EBF-2241EF0C86B0}"/>
              </a:ext>
            </a:extLst>
          </p:cNvPr>
          <p:cNvGrpSpPr/>
          <p:nvPr/>
        </p:nvGrpSpPr>
        <p:grpSpPr>
          <a:xfrm>
            <a:off x="3059293" y="4099187"/>
            <a:ext cx="3032154" cy="2753670"/>
            <a:chOff x="3063846" y="3701938"/>
            <a:chExt cx="3032154" cy="2753670"/>
          </a:xfrm>
        </p:grpSpPr>
        <p:grpSp>
          <p:nvGrpSpPr>
            <p:cNvPr id="21" name="Group 20">
              <a:extLst>
                <a:ext uri="{FF2B5EF4-FFF2-40B4-BE49-F238E27FC236}">
                  <a16:creationId xmlns:a16="http://schemas.microsoft.com/office/drawing/2014/main" id="{4459F35A-1BEF-5C2D-CC90-44DA29F73F87}"/>
                </a:ext>
              </a:extLst>
            </p:cNvPr>
            <p:cNvGrpSpPr/>
            <p:nvPr/>
          </p:nvGrpSpPr>
          <p:grpSpPr>
            <a:xfrm>
              <a:off x="3063846" y="3701938"/>
              <a:ext cx="3032154" cy="2753670"/>
              <a:chOff x="0" y="4104330"/>
              <a:chExt cx="3032154" cy="2753670"/>
            </a:xfrm>
          </p:grpSpPr>
          <p:sp>
            <p:nvSpPr>
              <p:cNvPr id="22" name="Rectangle 21">
                <a:extLst>
                  <a:ext uri="{FF2B5EF4-FFF2-40B4-BE49-F238E27FC236}">
                    <a16:creationId xmlns:a16="http://schemas.microsoft.com/office/drawing/2014/main" id="{4A8BB576-CBCA-0BB2-1BD6-28BC2040DF9C}"/>
                  </a:ext>
                </a:extLst>
              </p:cNvPr>
              <p:cNvSpPr/>
              <p:nvPr/>
            </p:nvSpPr>
            <p:spPr>
              <a:xfrm>
                <a:off x="0" y="4104330"/>
                <a:ext cx="3032154" cy="2753670"/>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3" name="Rectangle 22">
                <a:extLst>
                  <a:ext uri="{FF2B5EF4-FFF2-40B4-BE49-F238E27FC236}">
                    <a16:creationId xmlns:a16="http://schemas.microsoft.com/office/drawing/2014/main" id="{82D830C3-3DC0-127A-6B85-9975DC221F2B}"/>
                  </a:ext>
                </a:extLst>
              </p:cNvPr>
              <p:cNvSpPr/>
              <p:nvPr/>
            </p:nvSpPr>
            <p:spPr>
              <a:xfrm>
                <a:off x="0" y="4108267"/>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Rides</a:t>
                </a:r>
                <a:endParaRPr lang="en-SG" sz="2400" b="1" dirty="0">
                  <a:solidFill>
                    <a:schemeClr val="tx1"/>
                  </a:solidFill>
                  <a:latin typeface="+mj-lt"/>
                </a:endParaRPr>
              </a:p>
            </p:txBody>
          </p:sp>
        </p:grpSp>
        <p:grpSp>
          <p:nvGrpSpPr>
            <p:cNvPr id="30" name="Group 29">
              <a:extLst>
                <a:ext uri="{FF2B5EF4-FFF2-40B4-BE49-F238E27FC236}">
                  <a16:creationId xmlns:a16="http://schemas.microsoft.com/office/drawing/2014/main" id="{7570AC30-4D98-CB05-EBF1-BD455316B564}"/>
                </a:ext>
              </a:extLst>
            </p:cNvPr>
            <p:cNvGrpSpPr/>
            <p:nvPr/>
          </p:nvGrpSpPr>
          <p:grpSpPr>
            <a:xfrm>
              <a:off x="5714080" y="3750737"/>
              <a:ext cx="223406" cy="301925"/>
              <a:chOff x="5714080" y="6513889"/>
              <a:chExt cx="223406" cy="301925"/>
            </a:xfrm>
          </p:grpSpPr>
          <p:pic>
            <p:nvPicPr>
              <p:cNvPr id="31" name="Picture 30" descr="A blue arrow pointing to the left&#10;&#10;AI-generated content may be incorrect.">
                <a:extLst>
                  <a:ext uri="{FF2B5EF4-FFF2-40B4-BE49-F238E27FC236}">
                    <a16:creationId xmlns:a16="http://schemas.microsoft.com/office/drawing/2014/main" id="{6B1B3795-7E04-4034-B8D6-62CA729CF1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32" name="Picture 31" descr="A blue arrow pointing to the left&#10;&#10;AI-generated content may be incorrect.">
                <a:extLst>
                  <a:ext uri="{FF2B5EF4-FFF2-40B4-BE49-F238E27FC236}">
                    <a16:creationId xmlns:a16="http://schemas.microsoft.com/office/drawing/2014/main" id="{04F4D1A7-0796-C395-20D7-EBD1C829DDE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grpSp>
      <p:grpSp>
        <p:nvGrpSpPr>
          <p:cNvPr id="41" name="Group 40">
            <a:extLst>
              <a:ext uri="{FF2B5EF4-FFF2-40B4-BE49-F238E27FC236}">
                <a16:creationId xmlns:a16="http://schemas.microsoft.com/office/drawing/2014/main" id="{90316E1D-054B-D487-9F8E-48C78E21B034}"/>
              </a:ext>
            </a:extLst>
          </p:cNvPr>
          <p:cNvGrpSpPr/>
          <p:nvPr/>
        </p:nvGrpSpPr>
        <p:grpSpPr>
          <a:xfrm>
            <a:off x="11764989" y="5258644"/>
            <a:ext cx="223406" cy="301925"/>
            <a:chOff x="11376962" y="5313252"/>
            <a:chExt cx="223406" cy="301925"/>
          </a:xfrm>
        </p:grpSpPr>
        <p:pic>
          <p:nvPicPr>
            <p:cNvPr id="39" name="Picture 38" descr="A blue arrow pointing to the left&#10;&#10;AI-generated content may be incorrect.">
              <a:extLst>
                <a:ext uri="{FF2B5EF4-FFF2-40B4-BE49-F238E27FC236}">
                  <a16:creationId xmlns:a16="http://schemas.microsoft.com/office/drawing/2014/main" id="{DEEC6039-F8B1-33FD-9CB0-A8D3BCC5DC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1399676" y="5414486"/>
              <a:ext cx="177977" cy="223406"/>
            </a:xfrm>
            <a:prstGeom prst="rect">
              <a:avLst/>
            </a:prstGeom>
          </p:spPr>
        </p:pic>
        <p:pic>
          <p:nvPicPr>
            <p:cNvPr id="40" name="Picture 39" descr="A blue arrow pointing to the left&#10;&#10;AI-generated content may be incorrect.">
              <a:extLst>
                <a:ext uri="{FF2B5EF4-FFF2-40B4-BE49-F238E27FC236}">
                  <a16:creationId xmlns:a16="http://schemas.microsoft.com/office/drawing/2014/main" id="{9A9E3CE1-C8E4-4DDE-8DBE-78369E076B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1399676" y="5290538"/>
              <a:ext cx="177977" cy="223406"/>
            </a:xfrm>
            <a:prstGeom prst="rect">
              <a:avLst/>
            </a:prstGeom>
          </p:spPr>
        </p:pic>
      </p:grpSp>
      <p:grpSp>
        <p:nvGrpSpPr>
          <p:cNvPr id="54" name="Group 53">
            <a:extLst>
              <a:ext uri="{FF2B5EF4-FFF2-40B4-BE49-F238E27FC236}">
                <a16:creationId xmlns:a16="http://schemas.microsoft.com/office/drawing/2014/main" id="{C6C01B35-ACD6-82C8-E913-7DC44A8A5D0C}"/>
              </a:ext>
            </a:extLst>
          </p:cNvPr>
          <p:cNvGrpSpPr/>
          <p:nvPr/>
        </p:nvGrpSpPr>
        <p:grpSpPr>
          <a:xfrm>
            <a:off x="3142729" y="4597065"/>
            <a:ext cx="1106593" cy="355440"/>
            <a:chOff x="91537" y="4571571"/>
            <a:chExt cx="1106593" cy="355440"/>
          </a:xfrm>
        </p:grpSpPr>
        <p:sp>
          <p:nvSpPr>
            <p:cNvPr id="55" name="Rectangle: Rounded Corners 54">
              <a:extLst>
                <a:ext uri="{FF2B5EF4-FFF2-40B4-BE49-F238E27FC236}">
                  <a16:creationId xmlns:a16="http://schemas.microsoft.com/office/drawing/2014/main" id="{82658BB5-B8B4-3396-A321-CFEA3FB6564C}"/>
                </a:ext>
              </a:extLst>
            </p:cNvPr>
            <p:cNvSpPr/>
            <p:nvPr/>
          </p:nvSpPr>
          <p:spPr>
            <a:xfrm>
              <a:off x="91537" y="4571571"/>
              <a:ext cx="1106593"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Height</a:t>
              </a:r>
            </a:p>
          </p:txBody>
        </p:sp>
        <p:pic>
          <p:nvPicPr>
            <p:cNvPr id="56" name="Picture 55">
              <a:extLst>
                <a:ext uri="{FF2B5EF4-FFF2-40B4-BE49-F238E27FC236}">
                  <a16:creationId xmlns:a16="http://schemas.microsoft.com/office/drawing/2014/main" id="{4BD4F350-A684-DAD7-ADC1-A89D2317195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94512" y="4609245"/>
              <a:ext cx="284254" cy="284254"/>
            </a:xfrm>
            <a:prstGeom prst="rect">
              <a:avLst/>
            </a:prstGeom>
            <a:solidFill>
              <a:schemeClr val="bg1"/>
            </a:solidFill>
          </p:spPr>
        </p:pic>
      </p:grpSp>
      <p:grpSp>
        <p:nvGrpSpPr>
          <p:cNvPr id="57" name="Group 56">
            <a:extLst>
              <a:ext uri="{FF2B5EF4-FFF2-40B4-BE49-F238E27FC236}">
                <a16:creationId xmlns:a16="http://schemas.microsoft.com/office/drawing/2014/main" id="{E01BF781-7607-B0E6-2CB8-E0F32F2AEA69}"/>
              </a:ext>
            </a:extLst>
          </p:cNvPr>
          <p:cNvGrpSpPr/>
          <p:nvPr/>
        </p:nvGrpSpPr>
        <p:grpSpPr>
          <a:xfrm>
            <a:off x="4346644" y="4597065"/>
            <a:ext cx="972578" cy="355440"/>
            <a:chOff x="4441252" y="3681492"/>
            <a:chExt cx="972578" cy="355440"/>
          </a:xfrm>
        </p:grpSpPr>
        <p:sp>
          <p:nvSpPr>
            <p:cNvPr id="58" name="Rectangle: Rounded Corners 57">
              <a:extLst>
                <a:ext uri="{FF2B5EF4-FFF2-40B4-BE49-F238E27FC236}">
                  <a16:creationId xmlns:a16="http://schemas.microsoft.com/office/drawing/2014/main" id="{1814CC79-632E-007C-C4BE-4263A34271BB}"/>
                </a:ext>
              </a:extLst>
            </p:cNvPr>
            <p:cNvSpPr/>
            <p:nvPr/>
          </p:nvSpPr>
          <p:spPr>
            <a:xfrm>
              <a:off x="4441252" y="3681492"/>
              <a:ext cx="972578"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Thrill</a:t>
              </a:r>
            </a:p>
          </p:txBody>
        </p:sp>
        <p:pic>
          <p:nvPicPr>
            <p:cNvPr id="59" name="Picture 58" descr="A blue face with black dots&#10;&#10;AI-generated content may be incorrect.">
              <a:extLst>
                <a:ext uri="{FF2B5EF4-FFF2-40B4-BE49-F238E27FC236}">
                  <a16:creationId xmlns:a16="http://schemas.microsoft.com/office/drawing/2014/main" id="{19267A16-7266-011E-9A46-44C9BF6F8FC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053956" y="3727352"/>
              <a:ext cx="258227" cy="258227"/>
            </a:xfrm>
            <a:prstGeom prst="rect">
              <a:avLst/>
            </a:prstGeom>
          </p:spPr>
        </p:pic>
      </p:grpSp>
      <p:sp>
        <p:nvSpPr>
          <p:cNvPr id="60" name="Rectangle: Rounded Corners 59">
            <a:extLst>
              <a:ext uri="{FF2B5EF4-FFF2-40B4-BE49-F238E27FC236}">
                <a16:creationId xmlns:a16="http://schemas.microsoft.com/office/drawing/2014/main" id="{628FD98D-6AF4-EAD4-05C0-664392F41B8B}"/>
              </a:ext>
            </a:extLst>
          </p:cNvPr>
          <p:cNvSpPr/>
          <p:nvPr/>
        </p:nvSpPr>
        <p:spPr>
          <a:xfrm>
            <a:off x="5417502" y="4594318"/>
            <a:ext cx="877433" cy="355440"/>
          </a:xfrm>
          <a:prstGeom prst="roundRect">
            <a:avLst>
              <a:gd name="adj" fmla="val 22906"/>
            </a:avLst>
          </a:prstGeom>
          <a:gradFill flip="none" rotWithShape="1">
            <a:gsLst>
              <a:gs pos="60000">
                <a:schemeClr val="accent1">
                  <a:lumMod val="5000"/>
                  <a:lumOff val="95000"/>
                </a:schemeClr>
              </a:gs>
              <a:gs pos="92000">
                <a:srgbClr val="0034A8"/>
              </a:gs>
            </a:gsLst>
            <a:lin ang="0" scaled="1"/>
            <a:tileRect/>
          </a:gra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Wet</a:t>
            </a:r>
          </a:p>
        </p:txBody>
      </p:sp>
      <p:grpSp>
        <p:nvGrpSpPr>
          <p:cNvPr id="37" name="Group 36">
            <a:extLst>
              <a:ext uri="{FF2B5EF4-FFF2-40B4-BE49-F238E27FC236}">
                <a16:creationId xmlns:a16="http://schemas.microsoft.com/office/drawing/2014/main" id="{D5136FAF-32AD-73DB-7161-7AB7ACCCDEA8}"/>
              </a:ext>
            </a:extLst>
          </p:cNvPr>
          <p:cNvGrpSpPr/>
          <p:nvPr/>
        </p:nvGrpSpPr>
        <p:grpSpPr>
          <a:xfrm>
            <a:off x="6096000" y="4500247"/>
            <a:ext cx="3032154" cy="2352610"/>
            <a:chOff x="6096000" y="4102998"/>
            <a:chExt cx="3032154" cy="2352610"/>
          </a:xfrm>
        </p:grpSpPr>
        <p:grpSp>
          <p:nvGrpSpPr>
            <p:cNvPr id="27" name="Group 26">
              <a:extLst>
                <a:ext uri="{FF2B5EF4-FFF2-40B4-BE49-F238E27FC236}">
                  <a16:creationId xmlns:a16="http://schemas.microsoft.com/office/drawing/2014/main" id="{85E90418-71E9-FA11-F569-C9639B2FE36D}"/>
                </a:ext>
              </a:extLst>
            </p:cNvPr>
            <p:cNvGrpSpPr/>
            <p:nvPr/>
          </p:nvGrpSpPr>
          <p:grpSpPr>
            <a:xfrm>
              <a:off x="6096000" y="4102998"/>
              <a:ext cx="3032154" cy="2352610"/>
              <a:chOff x="8802914" y="4187644"/>
              <a:chExt cx="3389086" cy="2670353"/>
            </a:xfrm>
          </p:grpSpPr>
          <p:sp>
            <p:nvSpPr>
              <p:cNvPr id="28" name="Rectangle 27">
                <a:extLst>
                  <a:ext uri="{FF2B5EF4-FFF2-40B4-BE49-F238E27FC236}">
                    <a16:creationId xmlns:a16="http://schemas.microsoft.com/office/drawing/2014/main" id="{3BD46AE3-BC31-2A15-A422-ECE2E1155981}"/>
                  </a:ext>
                </a:extLst>
              </p:cNvPr>
              <p:cNvSpPr/>
              <p:nvPr/>
            </p:nvSpPr>
            <p:spPr>
              <a:xfrm>
                <a:off x="8802914" y="4194627"/>
                <a:ext cx="3389086" cy="2663370"/>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9" name="Rectangle 28">
                <a:extLst>
                  <a:ext uri="{FF2B5EF4-FFF2-40B4-BE49-F238E27FC236}">
                    <a16:creationId xmlns:a16="http://schemas.microsoft.com/office/drawing/2014/main" id="{45A00DC4-FFBB-2F49-3E26-BBF574279396}"/>
                  </a:ext>
                </a:extLst>
              </p:cNvPr>
              <p:cNvSpPr/>
              <p:nvPr/>
            </p:nvSpPr>
            <p:spPr>
              <a:xfrm>
                <a:off x="8802914" y="4187644"/>
                <a:ext cx="3389086" cy="477123"/>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Food</a:t>
                </a:r>
                <a:endParaRPr lang="en-SG" sz="2400" b="1" dirty="0">
                  <a:solidFill>
                    <a:schemeClr val="tx1"/>
                  </a:solidFill>
                  <a:latin typeface="+mj-lt"/>
                </a:endParaRPr>
              </a:p>
            </p:txBody>
          </p:sp>
        </p:grpSp>
        <p:grpSp>
          <p:nvGrpSpPr>
            <p:cNvPr id="34" name="Group 33">
              <a:extLst>
                <a:ext uri="{FF2B5EF4-FFF2-40B4-BE49-F238E27FC236}">
                  <a16:creationId xmlns:a16="http://schemas.microsoft.com/office/drawing/2014/main" id="{799EC4EF-28C4-F347-CE17-E8E41096F940}"/>
                </a:ext>
              </a:extLst>
            </p:cNvPr>
            <p:cNvGrpSpPr/>
            <p:nvPr/>
          </p:nvGrpSpPr>
          <p:grpSpPr>
            <a:xfrm>
              <a:off x="8746232" y="4168364"/>
              <a:ext cx="223406" cy="301925"/>
              <a:chOff x="5714080" y="6513889"/>
              <a:chExt cx="223406" cy="301925"/>
            </a:xfrm>
          </p:grpSpPr>
          <p:pic>
            <p:nvPicPr>
              <p:cNvPr id="35" name="Picture 34" descr="A blue arrow pointing to the left&#10;&#10;AI-generated content may be incorrect.">
                <a:extLst>
                  <a:ext uri="{FF2B5EF4-FFF2-40B4-BE49-F238E27FC236}">
                    <a16:creationId xmlns:a16="http://schemas.microsoft.com/office/drawing/2014/main" id="{A62C4EE9-9A3C-5263-4155-0342CA27D0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36" name="Picture 35" descr="A blue arrow pointing to the left&#10;&#10;AI-generated content may be incorrect.">
                <a:extLst>
                  <a:ext uri="{FF2B5EF4-FFF2-40B4-BE49-F238E27FC236}">
                    <a16:creationId xmlns:a16="http://schemas.microsoft.com/office/drawing/2014/main" id="{A34D5A5E-1453-DEB3-B3C2-8C70185F08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grpSp>
      <p:grpSp>
        <p:nvGrpSpPr>
          <p:cNvPr id="61" name="Group 60">
            <a:extLst>
              <a:ext uri="{FF2B5EF4-FFF2-40B4-BE49-F238E27FC236}">
                <a16:creationId xmlns:a16="http://schemas.microsoft.com/office/drawing/2014/main" id="{AA657C44-77BD-3A13-82E0-B55F79820D88}"/>
              </a:ext>
            </a:extLst>
          </p:cNvPr>
          <p:cNvGrpSpPr/>
          <p:nvPr/>
        </p:nvGrpSpPr>
        <p:grpSpPr>
          <a:xfrm>
            <a:off x="6209420" y="5008517"/>
            <a:ext cx="1040822" cy="355440"/>
            <a:chOff x="4989407" y="3628142"/>
            <a:chExt cx="1106593" cy="355440"/>
          </a:xfrm>
        </p:grpSpPr>
        <p:sp>
          <p:nvSpPr>
            <p:cNvPr id="62" name="Rectangle: Rounded Corners 61">
              <a:extLst>
                <a:ext uri="{FF2B5EF4-FFF2-40B4-BE49-F238E27FC236}">
                  <a16:creationId xmlns:a16="http://schemas.microsoft.com/office/drawing/2014/main" id="{4B342BC8-3C23-49F1-C6E8-5BC7868B2911}"/>
                </a:ext>
              </a:extLst>
            </p:cNvPr>
            <p:cNvSpPr/>
            <p:nvPr/>
          </p:nvSpPr>
          <p:spPr>
            <a:xfrm>
              <a:off x="4989407" y="3628142"/>
              <a:ext cx="1106593"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Ratings</a:t>
              </a:r>
            </a:p>
          </p:txBody>
        </p:sp>
        <p:sp>
          <p:nvSpPr>
            <p:cNvPr id="63" name="Star: 5 Points 62">
              <a:extLst>
                <a:ext uri="{FF2B5EF4-FFF2-40B4-BE49-F238E27FC236}">
                  <a16:creationId xmlns:a16="http://schemas.microsoft.com/office/drawing/2014/main" id="{A8257AEC-A500-00DA-3B6A-48852031A8CA}"/>
                </a:ext>
              </a:extLst>
            </p:cNvPr>
            <p:cNvSpPr/>
            <p:nvPr/>
          </p:nvSpPr>
          <p:spPr>
            <a:xfrm>
              <a:off x="5846628" y="3704771"/>
              <a:ext cx="181890" cy="181890"/>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grpSp>
        <p:nvGrpSpPr>
          <p:cNvPr id="64" name="Group 63">
            <a:extLst>
              <a:ext uri="{FF2B5EF4-FFF2-40B4-BE49-F238E27FC236}">
                <a16:creationId xmlns:a16="http://schemas.microsoft.com/office/drawing/2014/main" id="{9AC5853C-02E4-A087-C33C-FAB3E5B5BEA6}"/>
              </a:ext>
            </a:extLst>
          </p:cNvPr>
          <p:cNvGrpSpPr/>
          <p:nvPr/>
        </p:nvGrpSpPr>
        <p:grpSpPr>
          <a:xfrm>
            <a:off x="7346416" y="5008517"/>
            <a:ext cx="978092" cy="355440"/>
            <a:chOff x="6152052" y="3822684"/>
            <a:chExt cx="978092" cy="355440"/>
          </a:xfrm>
        </p:grpSpPr>
        <p:sp>
          <p:nvSpPr>
            <p:cNvPr id="65" name="Rectangle: Rounded Corners 64">
              <a:extLst>
                <a:ext uri="{FF2B5EF4-FFF2-40B4-BE49-F238E27FC236}">
                  <a16:creationId xmlns:a16="http://schemas.microsoft.com/office/drawing/2014/main" id="{4C557656-1D54-20A0-87B0-3D553C64085C}"/>
                </a:ext>
              </a:extLst>
            </p:cNvPr>
            <p:cNvSpPr/>
            <p:nvPr/>
          </p:nvSpPr>
          <p:spPr>
            <a:xfrm>
              <a:off x="6152052" y="3822684"/>
              <a:ext cx="978092"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Hours</a:t>
              </a:r>
            </a:p>
          </p:txBody>
        </p:sp>
        <p:pic>
          <p:nvPicPr>
            <p:cNvPr id="66" name="Picture 65" descr="A blue clock with a black hand&#10;&#10;AI-generated content may be incorrect.">
              <a:extLst>
                <a:ext uri="{FF2B5EF4-FFF2-40B4-BE49-F238E27FC236}">
                  <a16:creationId xmlns:a16="http://schemas.microsoft.com/office/drawing/2014/main" id="{2A5F2BA5-A365-22CE-5EDE-3038BB4347B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814408" y="3897628"/>
              <a:ext cx="219562" cy="219562"/>
            </a:xfrm>
            <a:prstGeom prst="rect">
              <a:avLst/>
            </a:prstGeom>
          </p:spPr>
        </p:pic>
      </p:grpSp>
      <p:grpSp>
        <p:nvGrpSpPr>
          <p:cNvPr id="67" name="Group 66">
            <a:extLst>
              <a:ext uri="{FF2B5EF4-FFF2-40B4-BE49-F238E27FC236}">
                <a16:creationId xmlns:a16="http://schemas.microsoft.com/office/drawing/2014/main" id="{FE035E68-739F-7031-192F-C7F757B6EB05}"/>
              </a:ext>
            </a:extLst>
          </p:cNvPr>
          <p:cNvGrpSpPr/>
          <p:nvPr/>
        </p:nvGrpSpPr>
        <p:grpSpPr>
          <a:xfrm>
            <a:off x="9222081" y="5687771"/>
            <a:ext cx="1263591" cy="355440"/>
            <a:chOff x="6730152" y="4568823"/>
            <a:chExt cx="1263591" cy="355440"/>
          </a:xfrm>
        </p:grpSpPr>
        <p:sp>
          <p:nvSpPr>
            <p:cNvPr id="68" name="Rectangle: Rounded Corners 67">
              <a:extLst>
                <a:ext uri="{FF2B5EF4-FFF2-40B4-BE49-F238E27FC236}">
                  <a16:creationId xmlns:a16="http://schemas.microsoft.com/office/drawing/2014/main" id="{5EAB81BB-7B9C-A85E-89B1-947F580DCF25}"/>
                </a:ext>
              </a:extLst>
            </p:cNvPr>
            <p:cNvSpPr/>
            <p:nvPr/>
          </p:nvSpPr>
          <p:spPr>
            <a:xfrm>
              <a:off x="6730152" y="4568823"/>
              <a:ext cx="1263591"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Start Time</a:t>
              </a:r>
            </a:p>
          </p:txBody>
        </p:sp>
        <p:pic>
          <p:nvPicPr>
            <p:cNvPr id="69" name="Picture 68" descr="A blue and black logo&#10;&#10;AI-generated content may be incorrect.">
              <a:extLst>
                <a:ext uri="{FF2B5EF4-FFF2-40B4-BE49-F238E27FC236}">
                  <a16:creationId xmlns:a16="http://schemas.microsoft.com/office/drawing/2014/main" id="{2A1D867A-1964-4D29-1421-6A0AC34C09C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663787" y="4627732"/>
              <a:ext cx="247926" cy="247926"/>
            </a:xfrm>
            <a:prstGeom prst="rect">
              <a:avLst/>
            </a:prstGeom>
          </p:spPr>
        </p:pic>
      </p:grpSp>
      <p:grpSp>
        <p:nvGrpSpPr>
          <p:cNvPr id="70" name="Group 69">
            <a:extLst>
              <a:ext uri="{FF2B5EF4-FFF2-40B4-BE49-F238E27FC236}">
                <a16:creationId xmlns:a16="http://schemas.microsoft.com/office/drawing/2014/main" id="{64E84E26-9EA7-1840-E36F-43071DCA53B6}"/>
              </a:ext>
            </a:extLst>
          </p:cNvPr>
          <p:cNvGrpSpPr/>
          <p:nvPr/>
        </p:nvGrpSpPr>
        <p:grpSpPr>
          <a:xfrm>
            <a:off x="10565623" y="5685357"/>
            <a:ext cx="1105437" cy="355440"/>
            <a:chOff x="6601649" y="3697637"/>
            <a:chExt cx="1105437" cy="355440"/>
          </a:xfrm>
        </p:grpSpPr>
        <p:sp>
          <p:nvSpPr>
            <p:cNvPr id="71" name="Rectangle: Rounded Corners 70">
              <a:extLst>
                <a:ext uri="{FF2B5EF4-FFF2-40B4-BE49-F238E27FC236}">
                  <a16:creationId xmlns:a16="http://schemas.microsoft.com/office/drawing/2014/main" id="{7B9AC81E-4C86-10C9-B438-975EB7762F6A}"/>
                </a:ext>
              </a:extLst>
            </p:cNvPr>
            <p:cNvSpPr/>
            <p:nvPr/>
          </p:nvSpPr>
          <p:spPr>
            <a:xfrm>
              <a:off x="6601649" y="3697637"/>
              <a:ext cx="1105437"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Duration</a:t>
              </a:r>
            </a:p>
          </p:txBody>
        </p:sp>
        <p:pic>
          <p:nvPicPr>
            <p:cNvPr id="72" name="Picture 71" descr="A blue hourglass on a black background&#10;&#10;AI-generated content may be incorrect.">
              <a:extLst>
                <a:ext uri="{FF2B5EF4-FFF2-40B4-BE49-F238E27FC236}">
                  <a16:creationId xmlns:a16="http://schemas.microsoft.com/office/drawing/2014/main" id="{2BC07B66-091B-2BE5-E6BA-417911EE896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450983" y="3777343"/>
              <a:ext cx="204057" cy="204057"/>
            </a:xfrm>
            <a:prstGeom prst="rect">
              <a:avLst/>
            </a:prstGeom>
          </p:spPr>
        </p:pic>
      </p:grpSp>
      <p:sp>
        <p:nvSpPr>
          <p:cNvPr id="102" name="Rectangle 101">
            <a:extLst>
              <a:ext uri="{FF2B5EF4-FFF2-40B4-BE49-F238E27FC236}">
                <a16:creationId xmlns:a16="http://schemas.microsoft.com/office/drawing/2014/main" id="{93A2911F-5748-C390-DBB6-0860F6B6F4D7}"/>
              </a:ext>
            </a:extLst>
          </p:cNvPr>
          <p:cNvSpPr/>
          <p:nvPr/>
        </p:nvSpPr>
        <p:spPr>
          <a:xfrm>
            <a:off x="3059293" y="5043828"/>
            <a:ext cx="3032154" cy="1514903"/>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4" name="TextBox 103">
            <a:extLst>
              <a:ext uri="{FF2B5EF4-FFF2-40B4-BE49-F238E27FC236}">
                <a16:creationId xmlns:a16="http://schemas.microsoft.com/office/drawing/2014/main" id="{99358029-8D7E-A8F4-8BA8-ED6A993FE7B4}"/>
              </a:ext>
            </a:extLst>
          </p:cNvPr>
          <p:cNvSpPr txBox="1"/>
          <p:nvPr/>
        </p:nvSpPr>
        <p:spPr>
          <a:xfrm>
            <a:off x="3121579" y="5374714"/>
            <a:ext cx="1203827" cy="520247"/>
          </a:xfrm>
          <a:prstGeom prst="rect">
            <a:avLst/>
          </a:prstGeom>
          <a:noFill/>
          <a:ln>
            <a:solidFill>
              <a:srgbClr val="2F3C7E"/>
            </a:solidFill>
          </a:ln>
        </p:spPr>
        <p:txBody>
          <a:bodyPr wrap="square" rtlCol="0">
            <a:spAutoFit/>
          </a:bodyPr>
          <a:lstStyle/>
          <a:p>
            <a:endParaRPr lang="en-SG" dirty="0"/>
          </a:p>
        </p:txBody>
      </p:sp>
      <p:sp>
        <p:nvSpPr>
          <p:cNvPr id="105" name="TextBox 104">
            <a:extLst>
              <a:ext uri="{FF2B5EF4-FFF2-40B4-BE49-F238E27FC236}">
                <a16:creationId xmlns:a16="http://schemas.microsoft.com/office/drawing/2014/main" id="{95752FAA-8E74-6F42-F8A1-270D3B4C3797}"/>
              </a:ext>
            </a:extLst>
          </p:cNvPr>
          <p:cNvSpPr txBox="1"/>
          <p:nvPr/>
        </p:nvSpPr>
        <p:spPr>
          <a:xfrm>
            <a:off x="3032444" y="5062700"/>
            <a:ext cx="1596366" cy="307777"/>
          </a:xfrm>
          <a:prstGeom prst="rect">
            <a:avLst/>
          </a:prstGeom>
          <a:noFill/>
        </p:spPr>
        <p:txBody>
          <a:bodyPr wrap="square" rtlCol="0">
            <a:spAutoFit/>
          </a:bodyPr>
          <a:lstStyle/>
          <a:p>
            <a:r>
              <a:rPr lang="en-SG" sz="1400" b="1" dirty="0">
                <a:solidFill>
                  <a:schemeClr val="tx2">
                    <a:lumMod val="50000"/>
                  </a:schemeClr>
                </a:solidFill>
              </a:rPr>
              <a:t>Dragon Roller</a:t>
            </a:r>
          </a:p>
        </p:txBody>
      </p:sp>
      <p:pic>
        <p:nvPicPr>
          <p:cNvPr id="125" name="Picture 124">
            <a:extLst>
              <a:ext uri="{FF2B5EF4-FFF2-40B4-BE49-F238E27FC236}">
                <a16:creationId xmlns:a16="http://schemas.microsoft.com/office/drawing/2014/main" id="{1A749D48-3BB8-A592-D84D-14BA8DE2A60F}"/>
              </a:ext>
            </a:extLst>
          </p:cNvPr>
          <p:cNvPicPr>
            <a:picLocks noChangeAspect="1"/>
          </p:cNvPicPr>
          <p:nvPr/>
        </p:nvPicPr>
        <p:blipFill>
          <a:blip r:embed="rId13"/>
          <a:stretch>
            <a:fillRect/>
          </a:stretch>
        </p:blipFill>
        <p:spPr>
          <a:xfrm>
            <a:off x="3261995" y="5435586"/>
            <a:ext cx="911201" cy="457305"/>
          </a:xfrm>
          <a:prstGeom prst="rect">
            <a:avLst/>
          </a:prstGeom>
          <a:ln>
            <a:noFill/>
          </a:ln>
        </p:spPr>
      </p:pic>
      <p:sp>
        <p:nvSpPr>
          <p:cNvPr id="127" name="TextBox 126">
            <a:extLst>
              <a:ext uri="{FF2B5EF4-FFF2-40B4-BE49-F238E27FC236}">
                <a16:creationId xmlns:a16="http://schemas.microsoft.com/office/drawing/2014/main" id="{3AB69810-BB2E-01ED-1C89-15A6BB01FD65}"/>
              </a:ext>
            </a:extLst>
          </p:cNvPr>
          <p:cNvSpPr txBox="1"/>
          <p:nvPr/>
        </p:nvSpPr>
        <p:spPr>
          <a:xfrm>
            <a:off x="4507636" y="5070772"/>
            <a:ext cx="1596366" cy="307777"/>
          </a:xfrm>
          <a:prstGeom prst="rect">
            <a:avLst/>
          </a:prstGeom>
          <a:noFill/>
        </p:spPr>
        <p:txBody>
          <a:bodyPr wrap="square" rtlCol="0">
            <a:spAutoFit/>
          </a:bodyPr>
          <a:lstStyle/>
          <a:p>
            <a:r>
              <a:rPr lang="en-SG" sz="1400" dirty="0"/>
              <a:t>5.0</a:t>
            </a:r>
          </a:p>
        </p:txBody>
      </p:sp>
      <p:sp>
        <p:nvSpPr>
          <p:cNvPr id="136" name="Star: 5 Points 135">
            <a:extLst>
              <a:ext uri="{FF2B5EF4-FFF2-40B4-BE49-F238E27FC236}">
                <a16:creationId xmlns:a16="http://schemas.microsoft.com/office/drawing/2014/main" id="{A20C09B3-ED0F-1C5F-65F5-CC68C0964C12}"/>
              </a:ext>
            </a:extLst>
          </p:cNvPr>
          <p:cNvSpPr/>
          <p:nvPr/>
        </p:nvSpPr>
        <p:spPr>
          <a:xfrm>
            <a:off x="4930924"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7" name="Star: 5 Points 136">
            <a:extLst>
              <a:ext uri="{FF2B5EF4-FFF2-40B4-BE49-F238E27FC236}">
                <a16:creationId xmlns:a16="http://schemas.microsoft.com/office/drawing/2014/main" id="{C2AF5F98-E81B-D645-D744-C807C2859F9B}"/>
              </a:ext>
            </a:extLst>
          </p:cNvPr>
          <p:cNvSpPr/>
          <p:nvPr/>
        </p:nvSpPr>
        <p:spPr>
          <a:xfrm>
            <a:off x="5141093"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8" name="Star: 5 Points 137">
            <a:extLst>
              <a:ext uri="{FF2B5EF4-FFF2-40B4-BE49-F238E27FC236}">
                <a16:creationId xmlns:a16="http://schemas.microsoft.com/office/drawing/2014/main" id="{519E2B8B-A72F-9FB9-FFB8-8A053A066A3C}"/>
              </a:ext>
            </a:extLst>
          </p:cNvPr>
          <p:cNvSpPr/>
          <p:nvPr/>
        </p:nvSpPr>
        <p:spPr>
          <a:xfrm>
            <a:off x="5566968"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9" name="Star: 5 Points 138">
            <a:extLst>
              <a:ext uri="{FF2B5EF4-FFF2-40B4-BE49-F238E27FC236}">
                <a16:creationId xmlns:a16="http://schemas.microsoft.com/office/drawing/2014/main" id="{AD614AA3-3895-3860-4F11-E69A842F22CF}"/>
              </a:ext>
            </a:extLst>
          </p:cNvPr>
          <p:cNvSpPr/>
          <p:nvPr/>
        </p:nvSpPr>
        <p:spPr>
          <a:xfrm>
            <a:off x="5351262"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40" name="Star: 5 Points 139">
            <a:extLst>
              <a:ext uri="{FF2B5EF4-FFF2-40B4-BE49-F238E27FC236}">
                <a16:creationId xmlns:a16="http://schemas.microsoft.com/office/drawing/2014/main" id="{662DAF3E-8E5D-9F25-2636-F75959EE3883}"/>
              </a:ext>
            </a:extLst>
          </p:cNvPr>
          <p:cNvSpPr/>
          <p:nvPr/>
        </p:nvSpPr>
        <p:spPr>
          <a:xfrm>
            <a:off x="5782674"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51" name="Rectangle: Rounded Corners 150">
            <a:extLst>
              <a:ext uri="{FF2B5EF4-FFF2-40B4-BE49-F238E27FC236}">
                <a16:creationId xmlns:a16="http://schemas.microsoft.com/office/drawing/2014/main" id="{E43BF962-B22E-7442-B482-6C47DD302785}"/>
              </a:ext>
            </a:extLst>
          </p:cNvPr>
          <p:cNvSpPr/>
          <p:nvPr/>
        </p:nvSpPr>
        <p:spPr>
          <a:xfrm>
            <a:off x="3222067" y="6191435"/>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More Details</a:t>
            </a:r>
          </a:p>
        </p:txBody>
      </p:sp>
      <p:pic>
        <p:nvPicPr>
          <p:cNvPr id="160" name="Picture 159" descr="A red person silhouette on a black background&#10;&#10;AI-generated content may be incorrect.">
            <a:extLst>
              <a:ext uri="{FF2B5EF4-FFF2-40B4-BE49-F238E27FC236}">
                <a16:creationId xmlns:a16="http://schemas.microsoft.com/office/drawing/2014/main" id="{F9CFBD46-E445-3831-5C65-435611AB4F84}"/>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476374" y="5564496"/>
            <a:ext cx="275789" cy="275789"/>
          </a:xfrm>
          <a:prstGeom prst="rect">
            <a:avLst/>
          </a:prstGeom>
        </p:spPr>
      </p:pic>
      <p:sp>
        <p:nvSpPr>
          <p:cNvPr id="161" name="TextBox 160">
            <a:extLst>
              <a:ext uri="{FF2B5EF4-FFF2-40B4-BE49-F238E27FC236}">
                <a16:creationId xmlns:a16="http://schemas.microsoft.com/office/drawing/2014/main" id="{56FC45CB-85FB-E7F2-05D8-5B1256EFA4A4}"/>
              </a:ext>
            </a:extLst>
          </p:cNvPr>
          <p:cNvSpPr txBox="1"/>
          <p:nvPr/>
        </p:nvSpPr>
        <p:spPr>
          <a:xfrm>
            <a:off x="4317962" y="5321488"/>
            <a:ext cx="922713" cy="276999"/>
          </a:xfrm>
          <a:prstGeom prst="rect">
            <a:avLst/>
          </a:prstGeom>
          <a:noFill/>
        </p:spPr>
        <p:txBody>
          <a:bodyPr wrap="square" rtlCol="0">
            <a:spAutoFit/>
          </a:bodyPr>
          <a:lstStyle/>
          <a:p>
            <a:r>
              <a:rPr lang="en-SG" sz="1200" dirty="0">
                <a:solidFill>
                  <a:schemeClr val="tx2">
                    <a:lumMod val="50000"/>
                  </a:schemeClr>
                </a:solidFill>
              </a:rPr>
              <a:t>Queue</a:t>
            </a:r>
            <a:endParaRPr lang="en-SG" sz="1400" dirty="0">
              <a:solidFill>
                <a:schemeClr val="tx2">
                  <a:lumMod val="50000"/>
                </a:schemeClr>
              </a:solidFill>
            </a:endParaRPr>
          </a:p>
        </p:txBody>
      </p:sp>
      <p:pic>
        <p:nvPicPr>
          <p:cNvPr id="162" name="Picture 161" descr="A red person silhouette on a black background&#10;&#10;AI-generated content may be incorrect.">
            <a:extLst>
              <a:ext uri="{FF2B5EF4-FFF2-40B4-BE49-F238E27FC236}">
                <a16:creationId xmlns:a16="http://schemas.microsoft.com/office/drawing/2014/main" id="{55615EC6-BC88-AF50-15B2-21F2F02EAF0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336122" y="5561700"/>
            <a:ext cx="275789" cy="275789"/>
          </a:xfrm>
          <a:prstGeom prst="rect">
            <a:avLst/>
          </a:prstGeom>
        </p:spPr>
      </p:pic>
      <p:pic>
        <p:nvPicPr>
          <p:cNvPr id="163" name="Picture 162" descr="A red person silhouette on a black background&#10;&#10;AI-generated content may be incorrect.">
            <a:extLst>
              <a:ext uri="{FF2B5EF4-FFF2-40B4-BE49-F238E27FC236}">
                <a16:creationId xmlns:a16="http://schemas.microsoft.com/office/drawing/2014/main" id="{1A9CF73B-F4C7-279D-53F1-DA484CAEF16F}"/>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611946" y="5560136"/>
            <a:ext cx="275789" cy="275789"/>
          </a:xfrm>
          <a:prstGeom prst="rect">
            <a:avLst/>
          </a:prstGeom>
        </p:spPr>
      </p:pic>
      <p:pic>
        <p:nvPicPr>
          <p:cNvPr id="164" name="Picture 163" descr="A red person silhouette on a black background&#10;&#10;AI-generated content may be incorrect.">
            <a:extLst>
              <a:ext uri="{FF2B5EF4-FFF2-40B4-BE49-F238E27FC236}">
                <a16:creationId xmlns:a16="http://schemas.microsoft.com/office/drawing/2014/main" id="{8AA99FFD-3934-045D-A884-0C66EEAD0A4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743246" y="5559657"/>
            <a:ext cx="275789" cy="275789"/>
          </a:xfrm>
          <a:prstGeom prst="rect">
            <a:avLst/>
          </a:prstGeom>
        </p:spPr>
      </p:pic>
      <p:pic>
        <p:nvPicPr>
          <p:cNvPr id="165" name="Picture 164" descr="A red person silhouette on a black background&#10;&#10;AI-generated content may be incorrect.">
            <a:extLst>
              <a:ext uri="{FF2B5EF4-FFF2-40B4-BE49-F238E27FC236}">
                <a16:creationId xmlns:a16="http://schemas.microsoft.com/office/drawing/2014/main" id="{4ABC4E6C-B332-FEBA-74EC-1DAB9457B25F}"/>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875839" y="5559178"/>
            <a:ext cx="275789" cy="275789"/>
          </a:xfrm>
          <a:prstGeom prst="rect">
            <a:avLst/>
          </a:prstGeom>
        </p:spPr>
      </p:pic>
      <p:sp>
        <p:nvSpPr>
          <p:cNvPr id="166" name="TextBox 165">
            <a:extLst>
              <a:ext uri="{FF2B5EF4-FFF2-40B4-BE49-F238E27FC236}">
                <a16:creationId xmlns:a16="http://schemas.microsoft.com/office/drawing/2014/main" id="{EC554209-FFCE-3B10-D085-30E6C5ABABA4}"/>
              </a:ext>
            </a:extLst>
          </p:cNvPr>
          <p:cNvSpPr txBox="1"/>
          <p:nvPr/>
        </p:nvSpPr>
        <p:spPr>
          <a:xfrm>
            <a:off x="5061572" y="5333287"/>
            <a:ext cx="1055983" cy="276999"/>
          </a:xfrm>
          <a:prstGeom prst="rect">
            <a:avLst/>
          </a:prstGeom>
          <a:noFill/>
        </p:spPr>
        <p:txBody>
          <a:bodyPr wrap="square" rtlCol="0">
            <a:spAutoFit/>
          </a:bodyPr>
          <a:lstStyle/>
          <a:p>
            <a:r>
              <a:rPr lang="en-SG" sz="1200" dirty="0">
                <a:solidFill>
                  <a:schemeClr val="tx2">
                    <a:lumMod val="50000"/>
                  </a:schemeClr>
                </a:solidFill>
              </a:rPr>
              <a:t>Current Wait</a:t>
            </a:r>
            <a:endParaRPr lang="en-SG" sz="1400" dirty="0">
              <a:solidFill>
                <a:schemeClr val="tx2">
                  <a:lumMod val="50000"/>
                </a:schemeClr>
              </a:solidFill>
            </a:endParaRPr>
          </a:p>
        </p:txBody>
      </p:sp>
      <p:sp>
        <p:nvSpPr>
          <p:cNvPr id="169" name="TextBox 168">
            <a:extLst>
              <a:ext uri="{FF2B5EF4-FFF2-40B4-BE49-F238E27FC236}">
                <a16:creationId xmlns:a16="http://schemas.microsoft.com/office/drawing/2014/main" id="{076067F5-9720-0A05-313E-2163D3538FCE}"/>
              </a:ext>
            </a:extLst>
          </p:cNvPr>
          <p:cNvSpPr txBox="1"/>
          <p:nvPr/>
        </p:nvSpPr>
        <p:spPr>
          <a:xfrm>
            <a:off x="5094219" y="5566531"/>
            <a:ext cx="922713" cy="276999"/>
          </a:xfrm>
          <a:prstGeom prst="rect">
            <a:avLst/>
          </a:prstGeom>
          <a:noFill/>
        </p:spPr>
        <p:txBody>
          <a:bodyPr wrap="square" rtlCol="0">
            <a:spAutoFit/>
          </a:bodyPr>
          <a:lstStyle/>
          <a:p>
            <a:r>
              <a:rPr lang="en-SG" sz="1200" dirty="0">
                <a:solidFill>
                  <a:schemeClr val="accent4"/>
                </a:solidFill>
              </a:rPr>
              <a:t>&gt; 50 mins</a:t>
            </a:r>
            <a:endParaRPr lang="en-SG" sz="1400" dirty="0">
              <a:solidFill>
                <a:schemeClr val="accent4"/>
              </a:solidFill>
            </a:endParaRPr>
          </a:p>
        </p:txBody>
      </p:sp>
      <p:sp>
        <p:nvSpPr>
          <p:cNvPr id="170" name="TextBox 169">
            <a:extLst>
              <a:ext uri="{FF2B5EF4-FFF2-40B4-BE49-F238E27FC236}">
                <a16:creationId xmlns:a16="http://schemas.microsoft.com/office/drawing/2014/main" id="{6045A967-7114-02FF-6884-98BF1663FF15}"/>
              </a:ext>
            </a:extLst>
          </p:cNvPr>
          <p:cNvSpPr txBox="1"/>
          <p:nvPr/>
        </p:nvSpPr>
        <p:spPr>
          <a:xfrm>
            <a:off x="4313612" y="5870643"/>
            <a:ext cx="922713" cy="276999"/>
          </a:xfrm>
          <a:prstGeom prst="rect">
            <a:avLst/>
          </a:prstGeom>
          <a:noFill/>
        </p:spPr>
        <p:txBody>
          <a:bodyPr wrap="square" rtlCol="0">
            <a:spAutoFit/>
          </a:bodyPr>
          <a:lstStyle/>
          <a:p>
            <a:r>
              <a:rPr lang="en-SG" sz="1200" dirty="0">
                <a:solidFill>
                  <a:schemeClr val="tx2">
                    <a:lumMod val="50000"/>
                  </a:schemeClr>
                </a:solidFill>
              </a:rPr>
              <a:t>From here: </a:t>
            </a:r>
            <a:endParaRPr lang="en-SG" sz="1400" dirty="0">
              <a:solidFill>
                <a:schemeClr val="tx2">
                  <a:lumMod val="50000"/>
                </a:schemeClr>
              </a:solidFill>
            </a:endParaRPr>
          </a:p>
        </p:txBody>
      </p:sp>
      <p:sp>
        <p:nvSpPr>
          <p:cNvPr id="172" name="TextBox 171">
            <a:extLst>
              <a:ext uri="{FF2B5EF4-FFF2-40B4-BE49-F238E27FC236}">
                <a16:creationId xmlns:a16="http://schemas.microsoft.com/office/drawing/2014/main" id="{CE9711A8-BFAE-7C7E-6F32-4C7252465F2F}"/>
              </a:ext>
            </a:extLst>
          </p:cNvPr>
          <p:cNvSpPr txBox="1"/>
          <p:nvPr/>
        </p:nvSpPr>
        <p:spPr>
          <a:xfrm>
            <a:off x="5073068" y="5865772"/>
            <a:ext cx="922713" cy="276999"/>
          </a:xfrm>
          <a:prstGeom prst="rect">
            <a:avLst/>
          </a:prstGeom>
          <a:noFill/>
        </p:spPr>
        <p:txBody>
          <a:bodyPr wrap="square" rtlCol="0">
            <a:spAutoFit/>
          </a:bodyPr>
          <a:lstStyle/>
          <a:p>
            <a:r>
              <a:rPr lang="en-SG" sz="1200" dirty="0">
                <a:solidFill>
                  <a:schemeClr val="tx2">
                    <a:lumMod val="50000"/>
                  </a:schemeClr>
                </a:solidFill>
              </a:rPr>
              <a:t>20 mins</a:t>
            </a:r>
            <a:endParaRPr lang="en-SG" sz="1400" dirty="0">
              <a:solidFill>
                <a:schemeClr val="tx2">
                  <a:lumMod val="50000"/>
                </a:schemeClr>
              </a:solidFill>
            </a:endParaRPr>
          </a:p>
        </p:txBody>
      </p:sp>
      <p:pic>
        <p:nvPicPr>
          <p:cNvPr id="173" name="Picture 172" descr="A person walking on a black background&#10;&#10;AI-generated content may be incorrect.">
            <a:extLst>
              <a:ext uri="{FF2B5EF4-FFF2-40B4-BE49-F238E27FC236}">
                <a16:creationId xmlns:a16="http://schemas.microsoft.com/office/drawing/2014/main" id="{4270E72B-0DD6-CC0D-5D0E-6E54304DF6C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597746" y="5901393"/>
            <a:ext cx="162491" cy="162491"/>
          </a:xfrm>
          <a:prstGeom prst="rect">
            <a:avLst/>
          </a:prstGeom>
        </p:spPr>
      </p:pic>
      <p:sp>
        <p:nvSpPr>
          <p:cNvPr id="174" name="Rectangle: Rounded Corners 173">
            <a:extLst>
              <a:ext uri="{FF2B5EF4-FFF2-40B4-BE49-F238E27FC236}">
                <a16:creationId xmlns:a16="http://schemas.microsoft.com/office/drawing/2014/main" id="{EE0AD19D-BB23-E70B-14BE-B0A3DF87AD76}"/>
              </a:ext>
            </a:extLst>
          </p:cNvPr>
          <p:cNvSpPr/>
          <p:nvPr/>
        </p:nvSpPr>
        <p:spPr>
          <a:xfrm>
            <a:off x="4658359" y="6188739"/>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Add to Plan</a:t>
            </a:r>
          </a:p>
        </p:txBody>
      </p:sp>
      <p:sp>
        <p:nvSpPr>
          <p:cNvPr id="176" name="Rectangle 175">
            <a:extLst>
              <a:ext uri="{FF2B5EF4-FFF2-40B4-BE49-F238E27FC236}">
                <a16:creationId xmlns:a16="http://schemas.microsoft.com/office/drawing/2014/main" id="{338EC8EB-E97B-BF1D-89B0-F84169466B44}"/>
              </a:ext>
            </a:extLst>
          </p:cNvPr>
          <p:cNvSpPr/>
          <p:nvPr/>
        </p:nvSpPr>
        <p:spPr>
          <a:xfrm>
            <a:off x="3059293" y="6564025"/>
            <a:ext cx="3032154" cy="1514903"/>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90" name="TextBox 189">
            <a:extLst>
              <a:ext uri="{FF2B5EF4-FFF2-40B4-BE49-F238E27FC236}">
                <a16:creationId xmlns:a16="http://schemas.microsoft.com/office/drawing/2014/main" id="{B0E9779B-FD58-5189-15E8-DB49EA6A3AA0}"/>
              </a:ext>
            </a:extLst>
          </p:cNvPr>
          <p:cNvSpPr txBox="1"/>
          <p:nvPr/>
        </p:nvSpPr>
        <p:spPr>
          <a:xfrm>
            <a:off x="3912761" y="6372391"/>
            <a:ext cx="1244283" cy="646331"/>
          </a:xfrm>
          <a:prstGeom prst="rect">
            <a:avLst/>
          </a:prstGeom>
          <a:noFill/>
        </p:spPr>
        <p:txBody>
          <a:bodyPr wrap="square" rtlCol="0">
            <a:spAutoFit/>
          </a:bodyPr>
          <a:lstStyle/>
          <a:p>
            <a:pPr algn="ctr"/>
            <a:r>
              <a:rPr lang="en-SG" sz="3600" dirty="0"/>
              <a:t>…</a:t>
            </a:r>
          </a:p>
        </p:txBody>
      </p:sp>
      <p:sp>
        <p:nvSpPr>
          <p:cNvPr id="192" name="TextBox 191">
            <a:extLst>
              <a:ext uri="{FF2B5EF4-FFF2-40B4-BE49-F238E27FC236}">
                <a16:creationId xmlns:a16="http://schemas.microsoft.com/office/drawing/2014/main" id="{4604BBC4-02BF-F44A-79D7-7F6318247606}"/>
              </a:ext>
            </a:extLst>
          </p:cNvPr>
          <p:cNvSpPr txBox="1"/>
          <p:nvPr/>
        </p:nvSpPr>
        <p:spPr>
          <a:xfrm>
            <a:off x="6944915" y="5593075"/>
            <a:ext cx="1244283" cy="646331"/>
          </a:xfrm>
          <a:prstGeom prst="rect">
            <a:avLst/>
          </a:prstGeom>
          <a:noFill/>
        </p:spPr>
        <p:txBody>
          <a:bodyPr wrap="square" rtlCol="0">
            <a:spAutoFit/>
          </a:bodyPr>
          <a:lstStyle/>
          <a:p>
            <a:pPr algn="ctr"/>
            <a:r>
              <a:rPr lang="en-SG" sz="3600" dirty="0"/>
              <a:t>…</a:t>
            </a:r>
          </a:p>
        </p:txBody>
      </p:sp>
      <p:sp>
        <p:nvSpPr>
          <p:cNvPr id="195" name="TextBox 194">
            <a:extLst>
              <a:ext uri="{FF2B5EF4-FFF2-40B4-BE49-F238E27FC236}">
                <a16:creationId xmlns:a16="http://schemas.microsoft.com/office/drawing/2014/main" id="{4009A99B-4ABA-03F5-9CB0-231952C02030}"/>
              </a:ext>
            </a:extLst>
          </p:cNvPr>
          <p:cNvSpPr txBox="1"/>
          <p:nvPr/>
        </p:nvSpPr>
        <p:spPr>
          <a:xfrm>
            <a:off x="9980903" y="5984793"/>
            <a:ext cx="1244283" cy="646331"/>
          </a:xfrm>
          <a:prstGeom prst="rect">
            <a:avLst/>
          </a:prstGeom>
          <a:noFill/>
        </p:spPr>
        <p:txBody>
          <a:bodyPr wrap="square" rtlCol="0">
            <a:spAutoFit/>
          </a:bodyPr>
          <a:lstStyle/>
          <a:p>
            <a:pPr algn="ctr"/>
            <a:r>
              <a:rPr lang="en-SG" sz="3600" dirty="0"/>
              <a:t>…</a:t>
            </a:r>
          </a:p>
        </p:txBody>
      </p:sp>
      <p:sp>
        <p:nvSpPr>
          <p:cNvPr id="196" name="Rectangle: Rounded Corners 195">
            <a:extLst>
              <a:ext uri="{FF2B5EF4-FFF2-40B4-BE49-F238E27FC236}">
                <a16:creationId xmlns:a16="http://schemas.microsoft.com/office/drawing/2014/main" id="{D6E17091-A156-0030-22C5-784AC6FB8650}"/>
              </a:ext>
            </a:extLst>
          </p:cNvPr>
          <p:cNvSpPr/>
          <p:nvPr/>
        </p:nvSpPr>
        <p:spPr>
          <a:xfrm>
            <a:off x="3184702" y="4980400"/>
            <a:ext cx="446983"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97" name="Rectangle: Rounded Corners 196">
            <a:extLst>
              <a:ext uri="{FF2B5EF4-FFF2-40B4-BE49-F238E27FC236}">
                <a16:creationId xmlns:a16="http://schemas.microsoft.com/office/drawing/2014/main" id="{165A49DC-F956-5BCB-E6F1-C87A2E2E6A59}"/>
              </a:ext>
            </a:extLst>
          </p:cNvPr>
          <p:cNvSpPr/>
          <p:nvPr/>
        </p:nvSpPr>
        <p:spPr>
          <a:xfrm rot="5400000">
            <a:off x="5761864" y="5318378"/>
            <a:ext cx="556075" cy="4594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pic>
        <p:nvPicPr>
          <p:cNvPr id="4" name="Picture 3" descr="A yellow hand pointing up&#10;&#10;AI-generated content may be incorrect.">
            <a:extLst>
              <a:ext uri="{FF2B5EF4-FFF2-40B4-BE49-F238E27FC236}">
                <a16:creationId xmlns:a16="http://schemas.microsoft.com/office/drawing/2014/main" id="{FCF15D6F-389C-36D3-F89D-A84AB2341058}"/>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558215" y="3360337"/>
            <a:ext cx="663866" cy="663866"/>
          </a:xfrm>
          <a:prstGeom prst="rect">
            <a:avLst/>
          </a:prstGeom>
        </p:spPr>
      </p:pic>
    </p:spTree>
    <p:extLst>
      <p:ext uri="{BB962C8B-B14F-4D97-AF65-F5344CB8AC3E}">
        <p14:creationId xmlns:p14="http://schemas.microsoft.com/office/powerpoint/2010/main" val="2423252607"/>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500"/>
                            </p:stCondLst>
                            <p:childTnLst>
                              <p:par>
                                <p:cTn id="8" presetID="32" presetClass="emph" presetSubtype="0" fill="hold" nodeType="afterEffect">
                                  <p:stCondLst>
                                    <p:cond delay="0"/>
                                  </p:stCondLst>
                                  <p:childTnLst>
                                    <p:animRot by="120000">
                                      <p:cBhvr>
                                        <p:cTn id="9" dur="100" fill="hold">
                                          <p:stCondLst>
                                            <p:cond delay="0"/>
                                          </p:stCondLst>
                                        </p:cTn>
                                        <p:tgtEl>
                                          <p:spTgt spid="4"/>
                                        </p:tgtEl>
                                        <p:attrNameLst>
                                          <p:attrName>r</p:attrName>
                                        </p:attrNameLst>
                                      </p:cBhvr>
                                    </p:animRot>
                                    <p:animRot by="-240000">
                                      <p:cBhvr>
                                        <p:cTn id="10" dur="200" fill="hold">
                                          <p:stCondLst>
                                            <p:cond delay="200"/>
                                          </p:stCondLst>
                                        </p:cTn>
                                        <p:tgtEl>
                                          <p:spTgt spid="4"/>
                                        </p:tgtEl>
                                        <p:attrNameLst>
                                          <p:attrName>r</p:attrName>
                                        </p:attrNameLst>
                                      </p:cBhvr>
                                    </p:animRot>
                                    <p:animRot by="240000">
                                      <p:cBhvr>
                                        <p:cTn id="11" dur="200" fill="hold">
                                          <p:stCondLst>
                                            <p:cond delay="400"/>
                                          </p:stCondLst>
                                        </p:cTn>
                                        <p:tgtEl>
                                          <p:spTgt spid="4"/>
                                        </p:tgtEl>
                                        <p:attrNameLst>
                                          <p:attrName>r</p:attrName>
                                        </p:attrNameLst>
                                      </p:cBhvr>
                                    </p:animRot>
                                    <p:animRot by="-240000">
                                      <p:cBhvr>
                                        <p:cTn id="12" dur="200" fill="hold">
                                          <p:stCondLst>
                                            <p:cond delay="600"/>
                                          </p:stCondLst>
                                        </p:cTn>
                                        <p:tgtEl>
                                          <p:spTgt spid="4"/>
                                        </p:tgtEl>
                                        <p:attrNameLst>
                                          <p:attrName>r</p:attrName>
                                        </p:attrNameLst>
                                      </p:cBhvr>
                                    </p:animRot>
                                    <p:animRot by="120000">
                                      <p:cBhvr>
                                        <p:cTn id="13" dur="200" fill="hold">
                                          <p:stCondLst>
                                            <p:cond delay="800"/>
                                          </p:stCondLst>
                                        </p:cTn>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D76CC-62D7-D696-F398-A98FBA2E5A0E}"/>
            </a:ext>
          </a:extLst>
        </p:cNvPr>
        <p:cNvGrpSpPr/>
        <p:nvPr/>
      </p:nvGrpSpPr>
      <p:grpSpPr>
        <a:xfrm>
          <a:off x="0" y="0"/>
          <a:ext cx="0" cy="0"/>
          <a:chOff x="0" y="0"/>
          <a:chExt cx="0" cy="0"/>
        </a:xfrm>
      </p:grpSpPr>
      <p:grpSp>
        <p:nvGrpSpPr>
          <p:cNvPr id="168" name="Group 167">
            <a:extLst>
              <a:ext uri="{FF2B5EF4-FFF2-40B4-BE49-F238E27FC236}">
                <a16:creationId xmlns:a16="http://schemas.microsoft.com/office/drawing/2014/main" id="{BF813937-5D7E-947C-C115-64232B826ECC}"/>
              </a:ext>
            </a:extLst>
          </p:cNvPr>
          <p:cNvGrpSpPr/>
          <p:nvPr/>
        </p:nvGrpSpPr>
        <p:grpSpPr>
          <a:xfrm>
            <a:off x="0" y="696239"/>
            <a:ext cx="12211718" cy="5611720"/>
            <a:chOff x="3216648" y="4211669"/>
            <a:chExt cx="5758704" cy="2646330"/>
          </a:xfrm>
        </p:grpSpPr>
        <p:sp>
          <p:nvSpPr>
            <p:cNvPr id="99" name="Rectangle 98">
              <a:extLst>
                <a:ext uri="{FF2B5EF4-FFF2-40B4-BE49-F238E27FC236}">
                  <a16:creationId xmlns:a16="http://schemas.microsoft.com/office/drawing/2014/main" id="{708F4AD3-D797-4860-E548-C51D1E0AAF18}"/>
                </a:ext>
              </a:extLst>
            </p:cNvPr>
            <p:cNvSpPr/>
            <p:nvPr/>
          </p:nvSpPr>
          <p:spPr>
            <a:xfrm>
              <a:off x="3216648" y="421166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1" name="Freeform: Shape 100">
              <a:extLst>
                <a:ext uri="{FF2B5EF4-FFF2-40B4-BE49-F238E27FC236}">
                  <a16:creationId xmlns:a16="http://schemas.microsoft.com/office/drawing/2014/main" id="{E3485CE1-E51B-D646-FF18-1231ED9C69FE}"/>
                </a:ext>
              </a:extLst>
            </p:cNvPr>
            <p:cNvSpPr/>
            <p:nvPr/>
          </p:nvSpPr>
          <p:spPr>
            <a:xfrm>
              <a:off x="3230991" y="423128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08" name="Picture 107">
              <a:extLst>
                <a:ext uri="{FF2B5EF4-FFF2-40B4-BE49-F238E27FC236}">
                  <a16:creationId xmlns:a16="http://schemas.microsoft.com/office/drawing/2014/main" id="{BF1B2CE2-63DF-AA1B-68A7-202050E6E063}"/>
                </a:ext>
              </a:extLst>
            </p:cNvPr>
            <p:cNvPicPr>
              <a:picLocks noChangeAspect="1"/>
            </p:cNvPicPr>
            <p:nvPr/>
          </p:nvPicPr>
          <p:blipFill>
            <a:blip r:embed="rId3"/>
            <a:srcRect l="16117" r="13552"/>
            <a:stretch>
              <a:fillRect/>
            </a:stretch>
          </p:blipFill>
          <p:spPr>
            <a:xfrm>
              <a:off x="5948005" y="5268685"/>
              <a:ext cx="334895" cy="476171"/>
            </a:xfrm>
            <a:prstGeom prst="rect">
              <a:avLst/>
            </a:prstGeom>
          </p:spPr>
        </p:pic>
        <p:grpSp>
          <p:nvGrpSpPr>
            <p:cNvPr id="114" name="Group 113">
              <a:extLst>
                <a:ext uri="{FF2B5EF4-FFF2-40B4-BE49-F238E27FC236}">
                  <a16:creationId xmlns:a16="http://schemas.microsoft.com/office/drawing/2014/main" id="{0C5BC4A2-CC4A-55A2-B4EF-33DCDD93D1C9}"/>
                </a:ext>
              </a:extLst>
            </p:cNvPr>
            <p:cNvGrpSpPr/>
            <p:nvPr/>
          </p:nvGrpSpPr>
          <p:grpSpPr>
            <a:xfrm>
              <a:off x="7620370" y="4729264"/>
              <a:ext cx="1014010" cy="693309"/>
              <a:chOff x="7620370" y="4729264"/>
              <a:chExt cx="1014010" cy="693309"/>
            </a:xfrm>
          </p:grpSpPr>
          <p:pic>
            <p:nvPicPr>
              <p:cNvPr id="115" name="Picture 114">
                <a:extLst>
                  <a:ext uri="{FF2B5EF4-FFF2-40B4-BE49-F238E27FC236}">
                    <a16:creationId xmlns:a16="http://schemas.microsoft.com/office/drawing/2014/main" id="{8D01A095-394E-6706-5B2A-917965D4B49B}"/>
                  </a:ext>
                </a:extLst>
              </p:cNvPr>
              <p:cNvPicPr>
                <a:picLocks noChangeAspect="1"/>
              </p:cNvPicPr>
              <p:nvPr/>
            </p:nvPicPr>
            <p:blipFill>
              <a:blip r:embed="rId4"/>
              <a:stretch>
                <a:fillRect/>
              </a:stretch>
            </p:blipFill>
            <p:spPr>
              <a:xfrm>
                <a:off x="7884122" y="4729264"/>
                <a:ext cx="446487" cy="446487"/>
              </a:xfrm>
              <a:prstGeom prst="rect">
                <a:avLst/>
              </a:prstGeom>
            </p:spPr>
          </p:pic>
          <p:sp>
            <p:nvSpPr>
              <p:cNvPr id="116" name="TextBox 115">
                <a:extLst>
                  <a:ext uri="{FF2B5EF4-FFF2-40B4-BE49-F238E27FC236}">
                    <a16:creationId xmlns:a16="http://schemas.microsoft.com/office/drawing/2014/main" id="{6BA46B34-627C-A6B6-F4B5-270E787AE63B}"/>
                  </a:ext>
                </a:extLst>
              </p:cNvPr>
              <p:cNvSpPr txBox="1"/>
              <p:nvPr/>
            </p:nvSpPr>
            <p:spPr>
              <a:xfrm>
                <a:off x="7620370" y="5114796"/>
                <a:ext cx="1014010" cy="307777"/>
              </a:xfrm>
              <a:prstGeom prst="rect">
                <a:avLst/>
              </a:prstGeom>
              <a:noFill/>
              <a:ln>
                <a:noFill/>
              </a:ln>
            </p:spPr>
            <p:txBody>
              <a:bodyPr wrap="square" rtlCol="0">
                <a:spAutoFit/>
              </a:bodyPr>
              <a:lstStyle/>
              <a:p>
                <a:pPr algn="ctr"/>
                <a:r>
                  <a:rPr lang="en-SG" sz="1400" b="1" dirty="0">
                    <a:solidFill>
                      <a:schemeClr val="tx2"/>
                    </a:solidFill>
                    <a:latin typeface="+mn-lt"/>
                  </a:rPr>
                  <a:t>Entrance</a:t>
                </a:r>
              </a:p>
            </p:txBody>
          </p:sp>
        </p:grpSp>
        <p:sp>
          <p:nvSpPr>
            <p:cNvPr id="117" name="Rectangle: Rounded Corners 116">
              <a:extLst>
                <a:ext uri="{FF2B5EF4-FFF2-40B4-BE49-F238E27FC236}">
                  <a16:creationId xmlns:a16="http://schemas.microsoft.com/office/drawing/2014/main" id="{85C56661-179E-41B8-0D5F-E8859E87655E}"/>
                </a:ext>
              </a:extLst>
            </p:cNvPr>
            <p:cNvSpPr/>
            <p:nvPr/>
          </p:nvSpPr>
          <p:spPr>
            <a:xfrm>
              <a:off x="5478219" y="4975182"/>
              <a:ext cx="1274465" cy="292399"/>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You Are Here</a:t>
              </a:r>
            </a:p>
          </p:txBody>
        </p:sp>
      </p:grpSp>
      <p:sp>
        <p:nvSpPr>
          <p:cNvPr id="2" name="TextBox 1">
            <a:extLst>
              <a:ext uri="{FF2B5EF4-FFF2-40B4-BE49-F238E27FC236}">
                <a16:creationId xmlns:a16="http://schemas.microsoft.com/office/drawing/2014/main" id="{4AD7638F-85D6-8858-1796-C5305E72AC8B}"/>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17" name="Rectangle 16">
            <a:extLst>
              <a:ext uri="{FF2B5EF4-FFF2-40B4-BE49-F238E27FC236}">
                <a16:creationId xmlns:a16="http://schemas.microsoft.com/office/drawing/2014/main" id="{E1C87BD5-69C6-DA78-A19E-2BAB3A32067D}"/>
              </a:ext>
            </a:extLst>
          </p:cNvPr>
          <p:cNvSpPr/>
          <p:nvPr/>
        </p:nvSpPr>
        <p:spPr>
          <a:xfrm>
            <a:off x="8802915" y="696240"/>
            <a:ext cx="3389086" cy="15704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solidFill>
                  <a:schemeClr val="bg1">
                    <a:lumMod val="65000"/>
                  </a:schemeClr>
                </a:solidFill>
              </a:rPr>
              <a:t>Add a destination!</a:t>
            </a:r>
          </a:p>
        </p:txBody>
      </p:sp>
      <p:sp>
        <p:nvSpPr>
          <p:cNvPr id="18" name="Rectangle 17">
            <a:extLst>
              <a:ext uri="{FF2B5EF4-FFF2-40B4-BE49-F238E27FC236}">
                <a16:creationId xmlns:a16="http://schemas.microsoft.com/office/drawing/2014/main" id="{7F4B8ABC-A775-AE00-05ED-B82863CF8BAB}"/>
              </a:ext>
            </a:extLst>
          </p:cNvPr>
          <p:cNvSpPr/>
          <p:nvPr/>
        </p:nvSpPr>
        <p:spPr>
          <a:xfrm>
            <a:off x="10742486" y="696239"/>
            <a:ext cx="1449514" cy="459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44" name="TextBox 143">
            <a:extLst>
              <a:ext uri="{FF2B5EF4-FFF2-40B4-BE49-F238E27FC236}">
                <a16:creationId xmlns:a16="http://schemas.microsoft.com/office/drawing/2014/main" id="{61D903D8-780C-501E-A88E-E689AF412B02}"/>
              </a:ext>
            </a:extLst>
          </p:cNvPr>
          <p:cNvSpPr txBox="1"/>
          <p:nvPr/>
        </p:nvSpPr>
        <p:spPr>
          <a:xfrm>
            <a:off x="8802914" y="734547"/>
            <a:ext cx="1121512" cy="461665"/>
          </a:xfrm>
          <a:prstGeom prst="rect">
            <a:avLst/>
          </a:prstGeom>
          <a:noFill/>
        </p:spPr>
        <p:txBody>
          <a:bodyPr wrap="square" rtlCol="0">
            <a:spAutoFit/>
          </a:bodyPr>
          <a:lstStyle/>
          <a:p>
            <a:r>
              <a:rPr lang="en-SG" sz="2400" b="1" dirty="0"/>
              <a:t>Plan 1</a:t>
            </a:r>
          </a:p>
        </p:txBody>
      </p:sp>
      <p:sp>
        <p:nvSpPr>
          <p:cNvPr id="146" name="Rectangle 145">
            <a:extLst>
              <a:ext uri="{FF2B5EF4-FFF2-40B4-BE49-F238E27FC236}">
                <a16:creationId xmlns:a16="http://schemas.microsoft.com/office/drawing/2014/main" id="{73FC3A33-BC2A-DE66-0C1D-54D9A978C071}"/>
              </a:ext>
            </a:extLst>
          </p:cNvPr>
          <p:cNvSpPr/>
          <p:nvPr/>
        </p:nvSpPr>
        <p:spPr>
          <a:xfrm>
            <a:off x="11154229" y="1890871"/>
            <a:ext cx="1037771" cy="375779"/>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SG" b="1" spc="0" dirty="0">
                <a:solidFill>
                  <a:schemeClr val="tx1"/>
                </a:solidFill>
                <a:latin typeface="+mj-lt"/>
              </a:rPr>
              <a:t>Confirm</a:t>
            </a:r>
            <a:endParaRPr lang="en-SG" sz="2000" b="1" spc="0" dirty="0">
              <a:solidFill>
                <a:schemeClr val="tx1"/>
              </a:solidFill>
              <a:latin typeface="+mj-lt"/>
            </a:endParaRPr>
          </a:p>
        </p:txBody>
      </p:sp>
      <p:grpSp>
        <p:nvGrpSpPr>
          <p:cNvPr id="152" name="Group 151">
            <a:extLst>
              <a:ext uri="{FF2B5EF4-FFF2-40B4-BE49-F238E27FC236}">
                <a16:creationId xmlns:a16="http://schemas.microsoft.com/office/drawing/2014/main" id="{246EFF98-747A-72FA-BB2E-5D7709DD43AF}"/>
              </a:ext>
            </a:extLst>
          </p:cNvPr>
          <p:cNvGrpSpPr/>
          <p:nvPr/>
        </p:nvGrpSpPr>
        <p:grpSpPr>
          <a:xfrm>
            <a:off x="10345280" y="2114473"/>
            <a:ext cx="304354" cy="304354"/>
            <a:chOff x="5097805" y="3334561"/>
            <a:chExt cx="188877" cy="188877"/>
          </a:xfrm>
        </p:grpSpPr>
        <p:sp>
          <p:nvSpPr>
            <p:cNvPr id="153" name="Oval 152">
              <a:extLst>
                <a:ext uri="{FF2B5EF4-FFF2-40B4-BE49-F238E27FC236}">
                  <a16:creationId xmlns:a16="http://schemas.microsoft.com/office/drawing/2014/main" id="{44FE57AC-72B8-066E-1C86-582C941BE707}"/>
                </a:ext>
              </a:extLst>
            </p:cNvPr>
            <p:cNvSpPr/>
            <p:nvPr/>
          </p:nvSpPr>
          <p:spPr>
            <a:xfrm>
              <a:off x="5097805" y="3334561"/>
              <a:ext cx="188877" cy="18887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54" name="Plus Sign 153">
              <a:extLst>
                <a:ext uri="{FF2B5EF4-FFF2-40B4-BE49-F238E27FC236}">
                  <a16:creationId xmlns:a16="http://schemas.microsoft.com/office/drawing/2014/main" id="{0F234853-E95F-B3C0-E341-D91F0DA12518}"/>
                </a:ext>
              </a:extLst>
            </p:cNvPr>
            <p:cNvSpPr/>
            <p:nvPr/>
          </p:nvSpPr>
          <p:spPr>
            <a:xfrm>
              <a:off x="5126715" y="3362860"/>
              <a:ext cx="131055" cy="131055"/>
            </a:xfrm>
            <a:prstGeom prst="mathPlus">
              <a:avLst>
                <a:gd name="adj1" fmla="val 210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grpSp>
        <p:nvGrpSpPr>
          <p:cNvPr id="3" name="Group 2">
            <a:extLst>
              <a:ext uri="{FF2B5EF4-FFF2-40B4-BE49-F238E27FC236}">
                <a16:creationId xmlns:a16="http://schemas.microsoft.com/office/drawing/2014/main" id="{011B7C19-6A6A-E6DC-A207-D6A745A36251}"/>
              </a:ext>
            </a:extLst>
          </p:cNvPr>
          <p:cNvGrpSpPr/>
          <p:nvPr/>
        </p:nvGrpSpPr>
        <p:grpSpPr>
          <a:xfrm>
            <a:off x="53496" y="6455931"/>
            <a:ext cx="2887824" cy="402070"/>
            <a:chOff x="53496" y="6455931"/>
            <a:chExt cx="2887824" cy="402070"/>
          </a:xfrm>
        </p:grpSpPr>
        <p:grpSp>
          <p:nvGrpSpPr>
            <p:cNvPr id="100" name="Group 99">
              <a:extLst>
                <a:ext uri="{FF2B5EF4-FFF2-40B4-BE49-F238E27FC236}">
                  <a16:creationId xmlns:a16="http://schemas.microsoft.com/office/drawing/2014/main" id="{208D7AFD-A606-882A-8871-A3403D28FB5B}"/>
                </a:ext>
              </a:extLst>
            </p:cNvPr>
            <p:cNvGrpSpPr/>
            <p:nvPr/>
          </p:nvGrpSpPr>
          <p:grpSpPr>
            <a:xfrm>
              <a:off x="53496" y="6455931"/>
              <a:ext cx="2887824" cy="402070"/>
              <a:chOff x="107022" y="932757"/>
              <a:chExt cx="1159349" cy="267392"/>
            </a:xfrm>
          </p:grpSpPr>
          <p:sp>
            <p:nvSpPr>
              <p:cNvPr id="43" name="Freeform: Shape 42">
                <a:extLst>
                  <a:ext uri="{FF2B5EF4-FFF2-40B4-BE49-F238E27FC236}">
                    <a16:creationId xmlns:a16="http://schemas.microsoft.com/office/drawing/2014/main" id="{970A7D42-8CD0-5C3D-58C5-74F3D6E9833C}"/>
                  </a:ext>
                </a:extLst>
              </p:cNvPr>
              <p:cNvSpPr/>
              <p:nvPr/>
            </p:nvSpPr>
            <p:spPr>
              <a:xfrm>
                <a:off x="107022" y="932757"/>
                <a:ext cx="1159349" cy="267392"/>
              </a:xfrm>
              <a:custGeom>
                <a:avLst/>
                <a:gdLst>
                  <a:gd name="connsiteX0" fmla="*/ 131009 w 1748971"/>
                  <a:gd name="connsiteY0" fmla="*/ 0 h 414035"/>
                  <a:gd name="connsiteX1" fmla="*/ 1617962 w 1748971"/>
                  <a:gd name="connsiteY1" fmla="*/ 0 h 414035"/>
                  <a:gd name="connsiteX2" fmla="*/ 1748971 w 1748971"/>
                  <a:gd name="connsiteY2" fmla="*/ 131009 h 414035"/>
                  <a:gd name="connsiteX3" fmla="*/ 1748971 w 1748971"/>
                  <a:gd name="connsiteY3" fmla="*/ 414035 h 414035"/>
                  <a:gd name="connsiteX4" fmla="*/ 0 w 1748971"/>
                  <a:gd name="connsiteY4" fmla="*/ 414035 h 414035"/>
                  <a:gd name="connsiteX5" fmla="*/ 0 w 1748971"/>
                  <a:gd name="connsiteY5" fmla="*/ 131009 h 414035"/>
                  <a:gd name="connsiteX6" fmla="*/ 131009 w 1748971"/>
                  <a:gd name="connsiteY6" fmla="*/ 0 h 414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8971" h="414035">
                    <a:moveTo>
                      <a:pt x="131009" y="0"/>
                    </a:moveTo>
                    <a:lnTo>
                      <a:pt x="1617962" y="0"/>
                    </a:lnTo>
                    <a:cubicBezTo>
                      <a:pt x="1690316" y="0"/>
                      <a:pt x="1748971" y="58655"/>
                      <a:pt x="1748971" y="131009"/>
                    </a:cubicBezTo>
                    <a:lnTo>
                      <a:pt x="1748971" y="414035"/>
                    </a:lnTo>
                    <a:lnTo>
                      <a:pt x="0" y="414035"/>
                    </a:lnTo>
                    <a:lnTo>
                      <a:pt x="0" y="131009"/>
                    </a:lnTo>
                    <a:cubicBezTo>
                      <a:pt x="0" y="58655"/>
                      <a:pt x="58655" y="0"/>
                      <a:pt x="131009" y="0"/>
                    </a:cubicBez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SG" dirty="0"/>
              </a:p>
            </p:txBody>
          </p:sp>
          <p:sp>
            <p:nvSpPr>
              <p:cNvPr id="44" name="TextBox 43">
                <a:extLst>
                  <a:ext uri="{FF2B5EF4-FFF2-40B4-BE49-F238E27FC236}">
                    <a16:creationId xmlns:a16="http://schemas.microsoft.com/office/drawing/2014/main" id="{7D490867-08DA-C74B-D4EE-C34807CF2309}"/>
                  </a:ext>
                </a:extLst>
              </p:cNvPr>
              <p:cNvSpPr txBox="1"/>
              <p:nvPr/>
            </p:nvSpPr>
            <p:spPr>
              <a:xfrm>
                <a:off x="184953" y="950200"/>
                <a:ext cx="1003487" cy="225151"/>
              </a:xfrm>
              <a:prstGeom prst="rect">
                <a:avLst/>
              </a:prstGeom>
              <a:noFill/>
            </p:spPr>
            <p:txBody>
              <a:bodyPr wrap="square" rtlCol="0">
                <a:spAutoFit/>
              </a:bodyPr>
              <a:lstStyle/>
              <a:p>
                <a:pPr algn="ctr"/>
                <a:r>
                  <a:rPr lang="en-SG" sz="1600" b="1" dirty="0"/>
                  <a:t>Park-wide Filters</a:t>
                </a:r>
                <a:endParaRPr lang="en-SG" sz="2000" b="1" dirty="0"/>
              </a:p>
            </p:txBody>
          </p:sp>
        </p:grpSp>
        <p:pic>
          <p:nvPicPr>
            <p:cNvPr id="193" name="Picture 192" descr="A blue arrow pointing to the left&#10;&#10;AI-generated content may be incorrect.">
              <a:extLst>
                <a:ext uri="{FF2B5EF4-FFF2-40B4-BE49-F238E27FC236}">
                  <a16:creationId xmlns:a16="http://schemas.microsoft.com/office/drawing/2014/main" id="{41C6BFF0-4F55-73A7-0A3B-81150BC58F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2620909" y="6549677"/>
              <a:ext cx="177977" cy="223406"/>
            </a:xfrm>
            <a:prstGeom prst="rect">
              <a:avLst/>
            </a:prstGeom>
          </p:spPr>
        </p:pic>
        <p:pic>
          <p:nvPicPr>
            <p:cNvPr id="194" name="Picture 193" descr="A blue arrow pointing to the left&#10;&#10;AI-generated content may be incorrect.">
              <a:extLst>
                <a:ext uri="{FF2B5EF4-FFF2-40B4-BE49-F238E27FC236}">
                  <a16:creationId xmlns:a16="http://schemas.microsoft.com/office/drawing/2014/main" id="{4B9AAAA7-23C5-0675-F485-8D65CA6A5C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95928" y="6549676"/>
              <a:ext cx="177977" cy="223406"/>
            </a:xfrm>
            <a:prstGeom prst="rect">
              <a:avLst/>
            </a:prstGeom>
          </p:spPr>
        </p:pic>
      </p:grpSp>
      <p:grpSp>
        <p:nvGrpSpPr>
          <p:cNvPr id="24" name="Group 23">
            <a:extLst>
              <a:ext uri="{FF2B5EF4-FFF2-40B4-BE49-F238E27FC236}">
                <a16:creationId xmlns:a16="http://schemas.microsoft.com/office/drawing/2014/main" id="{D56FAD32-986B-2C21-3A5D-63BD6AAF6577}"/>
              </a:ext>
            </a:extLst>
          </p:cNvPr>
          <p:cNvGrpSpPr/>
          <p:nvPr/>
        </p:nvGrpSpPr>
        <p:grpSpPr>
          <a:xfrm>
            <a:off x="9128154" y="5213782"/>
            <a:ext cx="3032154" cy="1639075"/>
            <a:chOff x="6086425" y="5218925"/>
            <a:chExt cx="3032154" cy="1639075"/>
          </a:xfrm>
        </p:grpSpPr>
        <p:sp>
          <p:nvSpPr>
            <p:cNvPr id="25" name="Rectangle 24">
              <a:extLst>
                <a:ext uri="{FF2B5EF4-FFF2-40B4-BE49-F238E27FC236}">
                  <a16:creationId xmlns:a16="http://schemas.microsoft.com/office/drawing/2014/main" id="{885A4682-45A4-83A9-F05A-AB92218D9509}"/>
                </a:ext>
              </a:extLst>
            </p:cNvPr>
            <p:cNvSpPr/>
            <p:nvPr/>
          </p:nvSpPr>
          <p:spPr>
            <a:xfrm>
              <a:off x="6086425" y="5218925"/>
              <a:ext cx="3032154" cy="1639075"/>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Rectangle 25">
              <a:extLst>
                <a:ext uri="{FF2B5EF4-FFF2-40B4-BE49-F238E27FC236}">
                  <a16:creationId xmlns:a16="http://schemas.microsoft.com/office/drawing/2014/main" id="{B6F7D2F9-2AB3-05BD-94AD-19F4F2F2055D}"/>
                </a:ext>
              </a:extLst>
            </p:cNvPr>
            <p:cNvSpPr/>
            <p:nvPr/>
          </p:nvSpPr>
          <p:spPr>
            <a:xfrm>
              <a:off x="6086425" y="5218925"/>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Shows</a:t>
              </a:r>
              <a:endParaRPr lang="en-SG" sz="2400" b="1" dirty="0">
                <a:solidFill>
                  <a:schemeClr val="tx1"/>
                </a:solidFill>
                <a:latin typeface="+mj-lt"/>
              </a:endParaRPr>
            </a:p>
          </p:txBody>
        </p:sp>
      </p:grpSp>
      <p:grpSp>
        <p:nvGrpSpPr>
          <p:cNvPr id="33" name="Group 32">
            <a:extLst>
              <a:ext uri="{FF2B5EF4-FFF2-40B4-BE49-F238E27FC236}">
                <a16:creationId xmlns:a16="http://schemas.microsoft.com/office/drawing/2014/main" id="{928416ED-5563-30C5-8EA9-D2269ED46156}"/>
              </a:ext>
            </a:extLst>
          </p:cNvPr>
          <p:cNvGrpSpPr/>
          <p:nvPr/>
        </p:nvGrpSpPr>
        <p:grpSpPr>
          <a:xfrm>
            <a:off x="3059293" y="4099187"/>
            <a:ext cx="3032154" cy="2753670"/>
            <a:chOff x="3063846" y="3701938"/>
            <a:chExt cx="3032154" cy="2753670"/>
          </a:xfrm>
        </p:grpSpPr>
        <p:grpSp>
          <p:nvGrpSpPr>
            <p:cNvPr id="21" name="Group 20">
              <a:extLst>
                <a:ext uri="{FF2B5EF4-FFF2-40B4-BE49-F238E27FC236}">
                  <a16:creationId xmlns:a16="http://schemas.microsoft.com/office/drawing/2014/main" id="{D02CE1C2-9BD1-1BEB-DB51-105FDA52BD3C}"/>
                </a:ext>
              </a:extLst>
            </p:cNvPr>
            <p:cNvGrpSpPr/>
            <p:nvPr/>
          </p:nvGrpSpPr>
          <p:grpSpPr>
            <a:xfrm>
              <a:off x="3063846" y="3701938"/>
              <a:ext cx="3032154" cy="2753670"/>
              <a:chOff x="0" y="4104330"/>
              <a:chExt cx="3032154" cy="2753670"/>
            </a:xfrm>
          </p:grpSpPr>
          <p:sp>
            <p:nvSpPr>
              <p:cNvPr id="22" name="Rectangle 21">
                <a:extLst>
                  <a:ext uri="{FF2B5EF4-FFF2-40B4-BE49-F238E27FC236}">
                    <a16:creationId xmlns:a16="http://schemas.microsoft.com/office/drawing/2014/main" id="{0F0053E5-45F8-A462-70A7-4B439DBF3880}"/>
                  </a:ext>
                </a:extLst>
              </p:cNvPr>
              <p:cNvSpPr/>
              <p:nvPr/>
            </p:nvSpPr>
            <p:spPr>
              <a:xfrm>
                <a:off x="0" y="4104330"/>
                <a:ext cx="3032154" cy="2753670"/>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3" name="Rectangle 22">
                <a:extLst>
                  <a:ext uri="{FF2B5EF4-FFF2-40B4-BE49-F238E27FC236}">
                    <a16:creationId xmlns:a16="http://schemas.microsoft.com/office/drawing/2014/main" id="{E7C26E90-9A4B-8D21-7432-ED3304F16DC7}"/>
                  </a:ext>
                </a:extLst>
              </p:cNvPr>
              <p:cNvSpPr/>
              <p:nvPr/>
            </p:nvSpPr>
            <p:spPr>
              <a:xfrm>
                <a:off x="0" y="4108267"/>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Rides</a:t>
                </a:r>
                <a:endParaRPr lang="en-SG" sz="2400" b="1" dirty="0">
                  <a:solidFill>
                    <a:schemeClr val="tx1"/>
                  </a:solidFill>
                  <a:latin typeface="+mj-lt"/>
                </a:endParaRPr>
              </a:p>
            </p:txBody>
          </p:sp>
        </p:grpSp>
        <p:grpSp>
          <p:nvGrpSpPr>
            <p:cNvPr id="30" name="Group 29">
              <a:extLst>
                <a:ext uri="{FF2B5EF4-FFF2-40B4-BE49-F238E27FC236}">
                  <a16:creationId xmlns:a16="http://schemas.microsoft.com/office/drawing/2014/main" id="{A7D661B0-297C-2955-3E56-EBED7E4C6C7D}"/>
                </a:ext>
              </a:extLst>
            </p:cNvPr>
            <p:cNvGrpSpPr/>
            <p:nvPr/>
          </p:nvGrpSpPr>
          <p:grpSpPr>
            <a:xfrm>
              <a:off x="5714080" y="3750737"/>
              <a:ext cx="223406" cy="301925"/>
              <a:chOff x="5714080" y="6513889"/>
              <a:chExt cx="223406" cy="301925"/>
            </a:xfrm>
          </p:grpSpPr>
          <p:pic>
            <p:nvPicPr>
              <p:cNvPr id="31" name="Picture 30" descr="A blue arrow pointing to the left&#10;&#10;AI-generated content may be incorrect.">
                <a:extLst>
                  <a:ext uri="{FF2B5EF4-FFF2-40B4-BE49-F238E27FC236}">
                    <a16:creationId xmlns:a16="http://schemas.microsoft.com/office/drawing/2014/main" id="{C3FA24BD-3592-11E6-DEA3-18A32A1723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32" name="Picture 31" descr="A blue arrow pointing to the left&#10;&#10;AI-generated content may be incorrect.">
                <a:extLst>
                  <a:ext uri="{FF2B5EF4-FFF2-40B4-BE49-F238E27FC236}">
                    <a16:creationId xmlns:a16="http://schemas.microsoft.com/office/drawing/2014/main" id="{6E99AC0D-8DF3-B626-7D8E-DD9643F5CB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grpSp>
      <p:grpSp>
        <p:nvGrpSpPr>
          <p:cNvPr id="41" name="Group 40">
            <a:extLst>
              <a:ext uri="{FF2B5EF4-FFF2-40B4-BE49-F238E27FC236}">
                <a16:creationId xmlns:a16="http://schemas.microsoft.com/office/drawing/2014/main" id="{7DEB46B9-C3CE-4E24-958B-1DB3E37F323A}"/>
              </a:ext>
            </a:extLst>
          </p:cNvPr>
          <p:cNvGrpSpPr/>
          <p:nvPr/>
        </p:nvGrpSpPr>
        <p:grpSpPr>
          <a:xfrm>
            <a:off x="11764989" y="5258644"/>
            <a:ext cx="223406" cy="301925"/>
            <a:chOff x="11376962" y="5313252"/>
            <a:chExt cx="223406" cy="301925"/>
          </a:xfrm>
        </p:grpSpPr>
        <p:pic>
          <p:nvPicPr>
            <p:cNvPr id="39" name="Picture 38" descr="A blue arrow pointing to the left&#10;&#10;AI-generated content may be incorrect.">
              <a:extLst>
                <a:ext uri="{FF2B5EF4-FFF2-40B4-BE49-F238E27FC236}">
                  <a16:creationId xmlns:a16="http://schemas.microsoft.com/office/drawing/2014/main" id="{8430B28F-F335-D957-58F5-F7356A4A59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1399676" y="5414486"/>
              <a:ext cx="177977" cy="223406"/>
            </a:xfrm>
            <a:prstGeom prst="rect">
              <a:avLst/>
            </a:prstGeom>
          </p:spPr>
        </p:pic>
        <p:pic>
          <p:nvPicPr>
            <p:cNvPr id="40" name="Picture 39" descr="A blue arrow pointing to the left&#10;&#10;AI-generated content may be incorrect.">
              <a:extLst>
                <a:ext uri="{FF2B5EF4-FFF2-40B4-BE49-F238E27FC236}">
                  <a16:creationId xmlns:a16="http://schemas.microsoft.com/office/drawing/2014/main" id="{5D585D3C-9FEB-7C0B-A8AB-FAD21FC73F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1399676" y="5290538"/>
              <a:ext cx="177977" cy="223406"/>
            </a:xfrm>
            <a:prstGeom prst="rect">
              <a:avLst/>
            </a:prstGeom>
          </p:spPr>
        </p:pic>
      </p:grpSp>
      <p:grpSp>
        <p:nvGrpSpPr>
          <p:cNvPr id="54" name="Group 53">
            <a:extLst>
              <a:ext uri="{FF2B5EF4-FFF2-40B4-BE49-F238E27FC236}">
                <a16:creationId xmlns:a16="http://schemas.microsoft.com/office/drawing/2014/main" id="{07EEED4D-E56A-E195-0F03-C5689AF8D8FB}"/>
              </a:ext>
            </a:extLst>
          </p:cNvPr>
          <p:cNvGrpSpPr/>
          <p:nvPr/>
        </p:nvGrpSpPr>
        <p:grpSpPr>
          <a:xfrm>
            <a:off x="3142729" y="4597065"/>
            <a:ext cx="1106593" cy="355440"/>
            <a:chOff x="91537" y="4571571"/>
            <a:chExt cx="1106593" cy="355440"/>
          </a:xfrm>
        </p:grpSpPr>
        <p:sp>
          <p:nvSpPr>
            <p:cNvPr id="55" name="Rectangle: Rounded Corners 54">
              <a:extLst>
                <a:ext uri="{FF2B5EF4-FFF2-40B4-BE49-F238E27FC236}">
                  <a16:creationId xmlns:a16="http://schemas.microsoft.com/office/drawing/2014/main" id="{184C77CA-F285-47F2-2FC4-078C52746787}"/>
                </a:ext>
              </a:extLst>
            </p:cNvPr>
            <p:cNvSpPr/>
            <p:nvPr/>
          </p:nvSpPr>
          <p:spPr>
            <a:xfrm>
              <a:off x="91537" y="4571571"/>
              <a:ext cx="1106593"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Height</a:t>
              </a:r>
            </a:p>
          </p:txBody>
        </p:sp>
        <p:pic>
          <p:nvPicPr>
            <p:cNvPr id="56" name="Picture 55">
              <a:extLst>
                <a:ext uri="{FF2B5EF4-FFF2-40B4-BE49-F238E27FC236}">
                  <a16:creationId xmlns:a16="http://schemas.microsoft.com/office/drawing/2014/main" id="{28C2AD19-BC9A-E0D6-1207-340E9B27B0B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4512" y="4609245"/>
              <a:ext cx="284254" cy="284254"/>
            </a:xfrm>
            <a:prstGeom prst="rect">
              <a:avLst/>
            </a:prstGeom>
            <a:solidFill>
              <a:schemeClr val="bg1"/>
            </a:solidFill>
          </p:spPr>
        </p:pic>
      </p:grpSp>
      <p:grpSp>
        <p:nvGrpSpPr>
          <p:cNvPr id="57" name="Group 56">
            <a:extLst>
              <a:ext uri="{FF2B5EF4-FFF2-40B4-BE49-F238E27FC236}">
                <a16:creationId xmlns:a16="http://schemas.microsoft.com/office/drawing/2014/main" id="{A893A107-351B-915A-5736-18B75DF927FC}"/>
              </a:ext>
            </a:extLst>
          </p:cNvPr>
          <p:cNvGrpSpPr/>
          <p:nvPr/>
        </p:nvGrpSpPr>
        <p:grpSpPr>
          <a:xfrm>
            <a:off x="4346644" y="4597065"/>
            <a:ext cx="972578" cy="355440"/>
            <a:chOff x="4441252" y="3681492"/>
            <a:chExt cx="972578" cy="355440"/>
          </a:xfrm>
        </p:grpSpPr>
        <p:sp>
          <p:nvSpPr>
            <p:cNvPr id="58" name="Rectangle: Rounded Corners 57">
              <a:extLst>
                <a:ext uri="{FF2B5EF4-FFF2-40B4-BE49-F238E27FC236}">
                  <a16:creationId xmlns:a16="http://schemas.microsoft.com/office/drawing/2014/main" id="{D52EB5B9-F56B-5B15-1623-8AB948652028}"/>
                </a:ext>
              </a:extLst>
            </p:cNvPr>
            <p:cNvSpPr/>
            <p:nvPr/>
          </p:nvSpPr>
          <p:spPr>
            <a:xfrm>
              <a:off x="4441252" y="3681492"/>
              <a:ext cx="972578"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Thrill</a:t>
              </a:r>
            </a:p>
          </p:txBody>
        </p:sp>
        <p:pic>
          <p:nvPicPr>
            <p:cNvPr id="59" name="Picture 58" descr="A blue face with black dots&#10;&#10;AI-generated content may be incorrect.">
              <a:extLst>
                <a:ext uri="{FF2B5EF4-FFF2-40B4-BE49-F238E27FC236}">
                  <a16:creationId xmlns:a16="http://schemas.microsoft.com/office/drawing/2014/main" id="{FA66B765-49C6-FB86-3AEE-D3EBAD3004D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53956" y="3727352"/>
              <a:ext cx="258227" cy="258227"/>
            </a:xfrm>
            <a:prstGeom prst="rect">
              <a:avLst/>
            </a:prstGeom>
          </p:spPr>
        </p:pic>
      </p:grpSp>
      <p:sp>
        <p:nvSpPr>
          <p:cNvPr id="60" name="Rectangle: Rounded Corners 59">
            <a:extLst>
              <a:ext uri="{FF2B5EF4-FFF2-40B4-BE49-F238E27FC236}">
                <a16:creationId xmlns:a16="http://schemas.microsoft.com/office/drawing/2014/main" id="{8221431B-B35D-DA90-86BD-3A91794F5FF4}"/>
              </a:ext>
            </a:extLst>
          </p:cNvPr>
          <p:cNvSpPr/>
          <p:nvPr/>
        </p:nvSpPr>
        <p:spPr>
          <a:xfrm>
            <a:off x="5417502" y="4594318"/>
            <a:ext cx="877433" cy="355440"/>
          </a:xfrm>
          <a:prstGeom prst="roundRect">
            <a:avLst>
              <a:gd name="adj" fmla="val 22906"/>
            </a:avLst>
          </a:prstGeom>
          <a:gradFill flip="none" rotWithShape="1">
            <a:gsLst>
              <a:gs pos="60000">
                <a:schemeClr val="accent1">
                  <a:lumMod val="5000"/>
                  <a:lumOff val="95000"/>
                </a:schemeClr>
              </a:gs>
              <a:gs pos="92000">
                <a:srgbClr val="0034A8"/>
              </a:gs>
            </a:gsLst>
            <a:lin ang="0" scaled="1"/>
            <a:tileRect/>
          </a:gra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Wet</a:t>
            </a:r>
          </a:p>
        </p:txBody>
      </p:sp>
      <p:grpSp>
        <p:nvGrpSpPr>
          <p:cNvPr id="37" name="Group 36">
            <a:extLst>
              <a:ext uri="{FF2B5EF4-FFF2-40B4-BE49-F238E27FC236}">
                <a16:creationId xmlns:a16="http://schemas.microsoft.com/office/drawing/2014/main" id="{8FA70DEC-2D2F-437B-5E48-9418B70D86BD}"/>
              </a:ext>
            </a:extLst>
          </p:cNvPr>
          <p:cNvGrpSpPr/>
          <p:nvPr/>
        </p:nvGrpSpPr>
        <p:grpSpPr>
          <a:xfrm>
            <a:off x="6096000" y="4365171"/>
            <a:ext cx="3032154" cy="2487686"/>
            <a:chOff x="6096000" y="4102998"/>
            <a:chExt cx="3032154" cy="2352610"/>
          </a:xfrm>
        </p:grpSpPr>
        <p:grpSp>
          <p:nvGrpSpPr>
            <p:cNvPr id="27" name="Group 26">
              <a:extLst>
                <a:ext uri="{FF2B5EF4-FFF2-40B4-BE49-F238E27FC236}">
                  <a16:creationId xmlns:a16="http://schemas.microsoft.com/office/drawing/2014/main" id="{24DA9384-432A-0743-0B10-EFC5A2215F1E}"/>
                </a:ext>
              </a:extLst>
            </p:cNvPr>
            <p:cNvGrpSpPr/>
            <p:nvPr/>
          </p:nvGrpSpPr>
          <p:grpSpPr>
            <a:xfrm>
              <a:off x="6096000" y="4102998"/>
              <a:ext cx="3032154" cy="2352610"/>
              <a:chOff x="8802914" y="4187644"/>
              <a:chExt cx="3389086" cy="2670353"/>
            </a:xfrm>
          </p:grpSpPr>
          <p:sp>
            <p:nvSpPr>
              <p:cNvPr id="28" name="Rectangle 27">
                <a:extLst>
                  <a:ext uri="{FF2B5EF4-FFF2-40B4-BE49-F238E27FC236}">
                    <a16:creationId xmlns:a16="http://schemas.microsoft.com/office/drawing/2014/main" id="{3A184A2E-DD21-89BC-EC3E-7284131BFBD2}"/>
                  </a:ext>
                </a:extLst>
              </p:cNvPr>
              <p:cNvSpPr/>
              <p:nvPr/>
            </p:nvSpPr>
            <p:spPr>
              <a:xfrm>
                <a:off x="8802914" y="4194627"/>
                <a:ext cx="3389086" cy="2663370"/>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9" name="Rectangle 28">
                <a:extLst>
                  <a:ext uri="{FF2B5EF4-FFF2-40B4-BE49-F238E27FC236}">
                    <a16:creationId xmlns:a16="http://schemas.microsoft.com/office/drawing/2014/main" id="{478EC03E-A143-2706-B89A-8D7165FC5C6A}"/>
                  </a:ext>
                </a:extLst>
              </p:cNvPr>
              <p:cNvSpPr/>
              <p:nvPr/>
            </p:nvSpPr>
            <p:spPr>
              <a:xfrm>
                <a:off x="8802914" y="4187644"/>
                <a:ext cx="3389086" cy="477123"/>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Food</a:t>
                </a:r>
                <a:endParaRPr lang="en-SG" sz="2400" b="1" dirty="0">
                  <a:solidFill>
                    <a:schemeClr val="tx1"/>
                  </a:solidFill>
                  <a:latin typeface="+mj-lt"/>
                </a:endParaRPr>
              </a:p>
            </p:txBody>
          </p:sp>
        </p:grpSp>
        <p:grpSp>
          <p:nvGrpSpPr>
            <p:cNvPr id="34" name="Group 33">
              <a:extLst>
                <a:ext uri="{FF2B5EF4-FFF2-40B4-BE49-F238E27FC236}">
                  <a16:creationId xmlns:a16="http://schemas.microsoft.com/office/drawing/2014/main" id="{85B14BBE-DF2B-58C7-B581-5A443DEE4A76}"/>
                </a:ext>
              </a:extLst>
            </p:cNvPr>
            <p:cNvGrpSpPr/>
            <p:nvPr/>
          </p:nvGrpSpPr>
          <p:grpSpPr>
            <a:xfrm>
              <a:off x="8746232" y="4168364"/>
              <a:ext cx="223406" cy="301925"/>
              <a:chOff x="5714080" y="6513889"/>
              <a:chExt cx="223406" cy="301925"/>
            </a:xfrm>
          </p:grpSpPr>
          <p:pic>
            <p:nvPicPr>
              <p:cNvPr id="35" name="Picture 34" descr="A blue arrow pointing to the left&#10;&#10;AI-generated content may be incorrect.">
                <a:extLst>
                  <a:ext uri="{FF2B5EF4-FFF2-40B4-BE49-F238E27FC236}">
                    <a16:creationId xmlns:a16="http://schemas.microsoft.com/office/drawing/2014/main" id="{FF301BE7-E018-7C21-830E-04D079C9E4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36" name="Picture 35" descr="A blue arrow pointing to the left&#10;&#10;AI-generated content may be incorrect.">
                <a:extLst>
                  <a:ext uri="{FF2B5EF4-FFF2-40B4-BE49-F238E27FC236}">
                    <a16:creationId xmlns:a16="http://schemas.microsoft.com/office/drawing/2014/main" id="{2975469B-184F-1C2B-DAA0-385C11B5764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grpSp>
      <p:grpSp>
        <p:nvGrpSpPr>
          <p:cNvPr id="61" name="Group 60">
            <a:extLst>
              <a:ext uri="{FF2B5EF4-FFF2-40B4-BE49-F238E27FC236}">
                <a16:creationId xmlns:a16="http://schemas.microsoft.com/office/drawing/2014/main" id="{564524D4-237B-60E2-5A90-7F5CE0B51428}"/>
              </a:ext>
            </a:extLst>
          </p:cNvPr>
          <p:cNvGrpSpPr/>
          <p:nvPr/>
        </p:nvGrpSpPr>
        <p:grpSpPr>
          <a:xfrm>
            <a:off x="6209420" y="4882236"/>
            <a:ext cx="1040822" cy="355440"/>
            <a:chOff x="4989407" y="3628142"/>
            <a:chExt cx="1106593" cy="355440"/>
          </a:xfrm>
        </p:grpSpPr>
        <p:sp>
          <p:nvSpPr>
            <p:cNvPr id="62" name="Rectangle: Rounded Corners 61">
              <a:extLst>
                <a:ext uri="{FF2B5EF4-FFF2-40B4-BE49-F238E27FC236}">
                  <a16:creationId xmlns:a16="http://schemas.microsoft.com/office/drawing/2014/main" id="{A760A06D-74D2-BE4D-EFB8-3B5DC743332E}"/>
                </a:ext>
              </a:extLst>
            </p:cNvPr>
            <p:cNvSpPr/>
            <p:nvPr/>
          </p:nvSpPr>
          <p:spPr>
            <a:xfrm>
              <a:off x="4989407" y="3628142"/>
              <a:ext cx="1106593"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Ratings</a:t>
              </a:r>
            </a:p>
          </p:txBody>
        </p:sp>
        <p:sp>
          <p:nvSpPr>
            <p:cNvPr id="63" name="Star: 5 Points 62">
              <a:extLst>
                <a:ext uri="{FF2B5EF4-FFF2-40B4-BE49-F238E27FC236}">
                  <a16:creationId xmlns:a16="http://schemas.microsoft.com/office/drawing/2014/main" id="{DAA5E57A-123E-0E0B-17CA-10F5FBF400AA}"/>
                </a:ext>
              </a:extLst>
            </p:cNvPr>
            <p:cNvSpPr/>
            <p:nvPr/>
          </p:nvSpPr>
          <p:spPr>
            <a:xfrm>
              <a:off x="5846628" y="3704771"/>
              <a:ext cx="181890" cy="181890"/>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grpSp>
        <p:nvGrpSpPr>
          <p:cNvPr id="64" name="Group 63">
            <a:extLst>
              <a:ext uri="{FF2B5EF4-FFF2-40B4-BE49-F238E27FC236}">
                <a16:creationId xmlns:a16="http://schemas.microsoft.com/office/drawing/2014/main" id="{72F8DF0B-6BD4-E33F-8173-9BAC20C13EF0}"/>
              </a:ext>
            </a:extLst>
          </p:cNvPr>
          <p:cNvGrpSpPr/>
          <p:nvPr/>
        </p:nvGrpSpPr>
        <p:grpSpPr>
          <a:xfrm>
            <a:off x="7346416" y="4882236"/>
            <a:ext cx="978092" cy="355440"/>
            <a:chOff x="6152052" y="3822684"/>
            <a:chExt cx="978092" cy="355440"/>
          </a:xfrm>
        </p:grpSpPr>
        <p:sp>
          <p:nvSpPr>
            <p:cNvPr id="65" name="Rectangle: Rounded Corners 64">
              <a:extLst>
                <a:ext uri="{FF2B5EF4-FFF2-40B4-BE49-F238E27FC236}">
                  <a16:creationId xmlns:a16="http://schemas.microsoft.com/office/drawing/2014/main" id="{226457EC-8625-D8EF-C585-6C2106718DC1}"/>
                </a:ext>
              </a:extLst>
            </p:cNvPr>
            <p:cNvSpPr/>
            <p:nvPr/>
          </p:nvSpPr>
          <p:spPr>
            <a:xfrm>
              <a:off x="6152052" y="3822684"/>
              <a:ext cx="978092"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Hours</a:t>
              </a:r>
            </a:p>
          </p:txBody>
        </p:sp>
        <p:pic>
          <p:nvPicPr>
            <p:cNvPr id="66" name="Picture 65" descr="A blue clock with a black hand&#10;&#10;AI-generated content may be incorrect.">
              <a:extLst>
                <a:ext uri="{FF2B5EF4-FFF2-40B4-BE49-F238E27FC236}">
                  <a16:creationId xmlns:a16="http://schemas.microsoft.com/office/drawing/2014/main" id="{28D4FBF5-E2DF-92FE-5AA2-2B0C84A284D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14408" y="3897628"/>
              <a:ext cx="219562" cy="219562"/>
            </a:xfrm>
            <a:prstGeom prst="rect">
              <a:avLst/>
            </a:prstGeom>
          </p:spPr>
        </p:pic>
      </p:grpSp>
      <p:grpSp>
        <p:nvGrpSpPr>
          <p:cNvPr id="67" name="Group 66">
            <a:extLst>
              <a:ext uri="{FF2B5EF4-FFF2-40B4-BE49-F238E27FC236}">
                <a16:creationId xmlns:a16="http://schemas.microsoft.com/office/drawing/2014/main" id="{81F249A9-1EEA-F625-CA16-1D660D6BA522}"/>
              </a:ext>
            </a:extLst>
          </p:cNvPr>
          <p:cNvGrpSpPr/>
          <p:nvPr/>
        </p:nvGrpSpPr>
        <p:grpSpPr>
          <a:xfrm>
            <a:off x="9222081" y="5687771"/>
            <a:ext cx="1263591" cy="355440"/>
            <a:chOff x="6730152" y="4568823"/>
            <a:chExt cx="1263591" cy="355440"/>
          </a:xfrm>
        </p:grpSpPr>
        <p:sp>
          <p:nvSpPr>
            <p:cNvPr id="68" name="Rectangle: Rounded Corners 67">
              <a:extLst>
                <a:ext uri="{FF2B5EF4-FFF2-40B4-BE49-F238E27FC236}">
                  <a16:creationId xmlns:a16="http://schemas.microsoft.com/office/drawing/2014/main" id="{9522B879-D684-468A-C8CE-146B80093123}"/>
                </a:ext>
              </a:extLst>
            </p:cNvPr>
            <p:cNvSpPr/>
            <p:nvPr/>
          </p:nvSpPr>
          <p:spPr>
            <a:xfrm>
              <a:off x="6730152" y="4568823"/>
              <a:ext cx="1263591"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Start Time</a:t>
              </a:r>
            </a:p>
          </p:txBody>
        </p:sp>
        <p:pic>
          <p:nvPicPr>
            <p:cNvPr id="69" name="Picture 68" descr="A blue and black logo&#10;&#10;AI-generated content may be incorrect.">
              <a:extLst>
                <a:ext uri="{FF2B5EF4-FFF2-40B4-BE49-F238E27FC236}">
                  <a16:creationId xmlns:a16="http://schemas.microsoft.com/office/drawing/2014/main" id="{238A6826-A5E5-7277-E85C-49E71CD4662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63787" y="4627732"/>
              <a:ext cx="247926" cy="247926"/>
            </a:xfrm>
            <a:prstGeom prst="rect">
              <a:avLst/>
            </a:prstGeom>
          </p:spPr>
        </p:pic>
      </p:grpSp>
      <p:grpSp>
        <p:nvGrpSpPr>
          <p:cNvPr id="70" name="Group 69">
            <a:extLst>
              <a:ext uri="{FF2B5EF4-FFF2-40B4-BE49-F238E27FC236}">
                <a16:creationId xmlns:a16="http://schemas.microsoft.com/office/drawing/2014/main" id="{F0903205-60DE-BE6C-933C-97762929CE1D}"/>
              </a:ext>
            </a:extLst>
          </p:cNvPr>
          <p:cNvGrpSpPr/>
          <p:nvPr/>
        </p:nvGrpSpPr>
        <p:grpSpPr>
          <a:xfrm>
            <a:off x="10565623" y="5685357"/>
            <a:ext cx="1105437" cy="355440"/>
            <a:chOff x="6601649" y="3697637"/>
            <a:chExt cx="1105437" cy="355440"/>
          </a:xfrm>
        </p:grpSpPr>
        <p:sp>
          <p:nvSpPr>
            <p:cNvPr id="71" name="Rectangle: Rounded Corners 70">
              <a:extLst>
                <a:ext uri="{FF2B5EF4-FFF2-40B4-BE49-F238E27FC236}">
                  <a16:creationId xmlns:a16="http://schemas.microsoft.com/office/drawing/2014/main" id="{A3558F10-FDF5-07DB-F50D-A6FBFEBE2542}"/>
                </a:ext>
              </a:extLst>
            </p:cNvPr>
            <p:cNvSpPr/>
            <p:nvPr/>
          </p:nvSpPr>
          <p:spPr>
            <a:xfrm>
              <a:off x="6601649" y="3697637"/>
              <a:ext cx="1105437"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Duration</a:t>
              </a:r>
            </a:p>
          </p:txBody>
        </p:sp>
        <p:pic>
          <p:nvPicPr>
            <p:cNvPr id="72" name="Picture 71" descr="A blue hourglass on a black background&#10;&#10;AI-generated content may be incorrect.">
              <a:extLst>
                <a:ext uri="{FF2B5EF4-FFF2-40B4-BE49-F238E27FC236}">
                  <a16:creationId xmlns:a16="http://schemas.microsoft.com/office/drawing/2014/main" id="{7CFBAF1D-D0E4-4C87-17F5-83E9345A616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450983" y="3777343"/>
              <a:ext cx="204057" cy="204057"/>
            </a:xfrm>
            <a:prstGeom prst="rect">
              <a:avLst/>
            </a:prstGeom>
          </p:spPr>
        </p:pic>
      </p:grpSp>
      <p:sp>
        <p:nvSpPr>
          <p:cNvPr id="102" name="Rectangle 101">
            <a:extLst>
              <a:ext uri="{FF2B5EF4-FFF2-40B4-BE49-F238E27FC236}">
                <a16:creationId xmlns:a16="http://schemas.microsoft.com/office/drawing/2014/main" id="{5EBA47B3-D39D-DE4F-FAB2-1568DFEFAEB7}"/>
              </a:ext>
            </a:extLst>
          </p:cNvPr>
          <p:cNvSpPr/>
          <p:nvPr/>
        </p:nvSpPr>
        <p:spPr>
          <a:xfrm>
            <a:off x="3059293" y="5043828"/>
            <a:ext cx="3032154" cy="1514903"/>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4" name="TextBox 103">
            <a:extLst>
              <a:ext uri="{FF2B5EF4-FFF2-40B4-BE49-F238E27FC236}">
                <a16:creationId xmlns:a16="http://schemas.microsoft.com/office/drawing/2014/main" id="{22E7BDDB-3C01-7CA5-7011-03C25E0B6454}"/>
              </a:ext>
            </a:extLst>
          </p:cNvPr>
          <p:cNvSpPr txBox="1"/>
          <p:nvPr/>
        </p:nvSpPr>
        <p:spPr>
          <a:xfrm>
            <a:off x="3121579" y="5374714"/>
            <a:ext cx="1203827" cy="520247"/>
          </a:xfrm>
          <a:prstGeom prst="rect">
            <a:avLst/>
          </a:prstGeom>
          <a:noFill/>
          <a:ln>
            <a:solidFill>
              <a:srgbClr val="2F3C7E"/>
            </a:solidFill>
          </a:ln>
        </p:spPr>
        <p:txBody>
          <a:bodyPr wrap="square" rtlCol="0">
            <a:spAutoFit/>
          </a:bodyPr>
          <a:lstStyle/>
          <a:p>
            <a:endParaRPr lang="en-SG" dirty="0"/>
          </a:p>
        </p:txBody>
      </p:sp>
      <p:sp>
        <p:nvSpPr>
          <p:cNvPr id="105" name="TextBox 104">
            <a:extLst>
              <a:ext uri="{FF2B5EF4-FFF2-40B4-BE49-F238E27FC236}">
                <a16:creationId xmlns:a16="http://schemas.microsoft.com/office/drawing/2014/main" id="{1B00E4E5-DD35-E863-F4F9-FA82F6C38951}"/>
              </a:ext>
            </a:extLst>
          </p:cNvPr>
          <p:cNvSpPr txBox="1"/>
          <p:nvPr/>
        </p:nvSpPr>
        <p:spPr>
          <a:xfrm>
            <a:off x="3032444" y="5062700"/>
            <a:ext cx="1596366" cy="307777"/>
          </a:xfrm>
          <a:prstGeom prst="rect">
            <a:avLst/>
          </a:prstGeom>
          <a:noFill/>
        </p:spPr>
        <p:txBody>
          <a:bodyPr wrap="square" rtlCol="0">
            <a:spAutoFit/>
          </a:bodyPr>
          <a:lstStyle/>
          <a:p>
            <a:r>
              <a:rPr lang="en-SG" sz="1400" b="1" dirty="0">
                <a:solidFill>
                  <a:schemeClr val="tx2">
                    <a:lumMod val="50000"/>
                  </a:schemeClr>
                </a:solidFill>
              </a:rPr>
              <a:t>Dragon Roller</a:t>
            </a:r>
          </a:p>
        </p:txBody>
      </p:sp>
      <p:pic>
        <p:nvPicPr>
          <p:cNvPr id="125" name="Picture 124">
            <a:extLst>
              <a:ext uri="{FF2B5EF4-FFF2-40B4-BE49-F238E27FC236}">
                <a16:creationId xmlns:a16="http://schemas.microsoft.com/office/drawing/2014/main" id="{64F31D99-A9C7-D078-6C6E-12208846EBB3}"/>
              </a:ext>
            </a:extLst>
          </p:cNvPr>
          <p:cNvPicPr>
            <a:picLocks noChangeAspect="1"/>
          </p:cNvPicPr>
          <p:nvPr/>
        </p:nvPicPr>
        <p:blipFill>
          <a:blip r:embed="rId11"/>
          <a:stretch>
            <a:fillRect/>
          </a:stretch>
        </p:blipFill>
        <p:spPr>
          <a:xfrm>
            <a:off x="3261995" y="5435586"/>
            <a:ext cx="911201" cy="457305"/>
          </a:xfrm>
          <a:prstGeom prst="rect">
            <a:avLst/>
          </a:prstGeom>
          <a:ln>
            <a:noFill/>
          </a:ln>
        </p:spPr>
      </p:pic>
      <p:sp>
        <p:nvSpPr>
          <p:cNvPr id="127" name="TextBox 126">
            <a:extLst>
              <a:ext uri="{FF2B5EF4-FFF2-40B4-BE49-F238E27FC236}">
                <a16:creationId xmlns:a16="http://schemas.microsoft.com/office/drawing/2014/main" id="{2DF14919-6300-AD2B-5274-EAF8A0273C02}"/>
              </a:ext>
            </a:extLst>
          </p:cNvPr>
          <p:cNvSpPr txBox="1"/>
          <p:nvPr/>
        </p:nvSpPr>
        <p:spPr>
          <a:xfrm>
            <a:off x="4507636" y="5070772"/>
            <a:ext cx="1596366" cy="307777"/>
          </a:xfrm>
          <a:prstGeom prst="rect">
            <a:avLst/>
          </a:prstGeom>
          <a:noFill/>
        </p:spPr>
        <p:txBody>
          <a:bodyPr wrap="square" rtlCol="0">
            <a:spAutoFit/>
          </a:bodyPr>
          <a:lstStyle/>
          <a:p>
            <a:r>
              <a:rPr lang="en-SG" sz="1400" dirty="0"/>
              <a:t>5.0</a:t>
            </a:r>
          </a:p>
        </p:txBody>
      </p:sp>
      <p:sp>
        <p:nvSpPr>
          <p:cNvPr id="136" name="Star: 5 Points 135">
            <a:extLst>
              <a:ext uri="{FF2B5EF4-FFF2-40B4-BE49-F238E27FC236}">
                <a16:creationId xmlns:a16="http://schemas.microsoft.com/office/drawing/2014/main" id="{CB8AB232-39B2-C8F1-6967-A3322B965EE0}"/>
              </a:ext>
            </a:extLst>
          </p:cNvPr>
          <p:cNvSpPr/>
          <p:nvPr/>
        </p:nvSpPr>
        <p:spPr>
          <a:xfrm>
            <a:off x="4930924"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7" name="Star: 5 Points 136">
            <a:extLst>
              <a:ext uri="{FF2B5EF4-FFF2-40B4-BE49-F238E27FC236}">
                <a16:creationId xmlns:a16="http://schemas.microsoft.com/office/drawing/2014/main" id="{DB8B016A-9C63-714C-797A-EE8567628151}"/>
              </a:ext>
            </a:extLst>
          </p:cNvPr>
          <p:cNvSpPr/>
          <p:nvPr/>
        </p:nvSpPr>
        <p:spPr>
          <a:xfrm>
            <a:off x="5141093"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8" name="Star: 5 Points 137">
            <a:extLst>
              <a:ext uri="{FF2B5EF4-FFF2-40B4-BE49-F238E27FC236}">
                <a16:creationId xmlns:a16="http://schemas.microsoft.com/office/drawing/2014/main" id="{B5D738B8-6AD7-931E-1943-484C2C135BFC}"/>
              </a:ext>
            </a:extLst>
          </p:cNvPr>
          <p:cNvSpPr/>
          <p:nvPr/>
        </p:nvSpPr>
        <p:spPr>
          <a:xfrm>
            <a:off x="5566968"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9" name="Star: 5 Points 138">
            <a:extLst>
              <a:ext uri="{FF2B5EF4-FFF2-40B4-BE49-F238E27FC236}">
                <a16:creationId xmlns:a16="http://schemas.microsoft.com/office/drawing/2014/main" id="{A4E65514-7100-C979-9B4A-B89EC807C230}"/>
              </a:ext>
            </a:extLst>
          </p:cNvPr>
          <p:cNvSpPr/>
          <p:nvPr/>
        </p:nvSpPr>
        <p:spPr>
          <a:xfrm>
            <a:off x="5351262"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40" name="Star: 5 Points 139">
            <a:extLst>
              <a:ext uri="{FF2B5EF4-FFF2-40B4-BE49-F238E27FC236}">
                <a16:creationId xmlns:a16="http://schemas.microsoft.com/office/drawing/2014/main" id="{C881EB81-40EB-9A9A-4D4C-F8A092C6074A}"/>
              </a:ext>
            </a:extLst>
          </p:cNvPr>
          <p:cNvSpPr/>
          <p:nvPr/>
        </p:nvSpPr>
        <p:spPr>
          <a:xfrm>
            <a:off x="5782674"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51" name="Rectangle: Rounded Corners 150">
            <a:extLst>
              <a:ext uri="{FF2B5EF4-FFF2-40B4-BE49-F238E27FC236}">
                <a16:creationId xmlns:a16="http://schemas.microsoft.com/office/drawing/2014/main" id="{6210B1FA-3207-70D6-F7E2-D0060919F91D}"/>
              </a:ext>
            </a:extLst>
          </p:cNvPr>
          <p:cNvSpPr/>
          <p:nvPr/>
        </p:nvSpPr>
        <p:spPr>
          <a:xfrm>
            <a:off x="3222067" y="6191435"/>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More Details</a:t>
            </a:r>
          </a:p>
        </p:txBody>
      </p:sp>
      <p:pic>
        <p:nvPicPr>
          <p:cNvPr id="160" name="Picture 159" descr="A red person silhouette on a black background&#10;&#10;AI-generated content may be incorrect.">
            <a:extLst>
              <a:ext uri="{FF2B5EF4-FFF2-40B4-BE49-F238E27FC236}">
                <a16:creationId xmlns:a16="http://schemas.microsoft.com/office/drawing/2014/main" id="{B7FCA26C-E794-CD0F-F0F0-666B6C24B87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476374" y="5564496"/>
            <a:ext cx="275789" cy="275789"/>
          </a:xfrm>
          <a:prstGeom prst="rect">
            <a:avLst/>
          </a:prstGeom>
        </p:spPr>
      </p:pic>
      <p:sp>
        <p:nvSpPr>
          <p:cNvPr id="161" name="TextBox 160">
            <a:extLst>
              <a:ext uri="{FF2B5EF4-FFF2-40B4-BE49-F238E27FC236}">
                <a16:creationId xmlns:a16="http://schemas.microsoft.com/office/drawing/2014/main" id="{ACADC1E6-7F0B-CD03-4493-285CBC7A54D3}"/>
              </a:ext>
            </a:extLst>
          </p:cNvPr>
          <p:cNvSpPr txBox="1"/>
          <p:nvPr/>
        </p:nvSpPr>
        <p:spPr>
          <a:xfrm>
            <a:off x="4317962" y="5321488"/>
            <a:ext cx="922713" cy="276999"/>
          </a:xfrm>
          <a:prstGeom prst="rect">
            <a:avLst/>
          </a:prstGeom>
          <a:noFill/>
        </p:spPr>
        <p:txBody>
          <a:bodyPr wrap="square" rtlCol="0">
            <a:spAutoFit/>
          </a:bodyPr>
          <a:lstStyle/>
          <a:p>
            <a:r>
              <a:rPr lang="en-SG" sz="1200" dirty="0">
                <a:solidFill>
                  <a:schemeClr val="tx2">
                    <a:lumMod val="50000"/>
                  </a:schemeClr>
                </a:solidFill>
              </a:rPr>
              <a:t>Queue</a:t>
            </a:r>
            <a:endParaRPr lang="en-SG" sz="1400" dirty="0">
              <a:solidFill>
                <a:schemeClr val="tx2">
                  <a:lumMod val="50000"/>
                </a:schemeClr>
              </a:solidFill>
            </a:endParaRPr>
          </a:p>
        </p:txBody>
      </p:sp>
      <p:pic>
        <p:nvPicPr>
          <p:cNvPr id="162" name="Picture 161" descr="A red person silhouette on a black background&#10;&#10;AI-generated content may be incorrect.">
            <a:extLst>
              <a:ext uri="{FF2B5EF4-FFF2-40B4-BE49-F238E27FC236}">
                <a16:creationId xmlns:a16="http://schemas.microsoft.com/office/drawing/2014/main" id="{BFBA4986-FE0B-47F5-580E-6F37052F537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336122" y="5561700"/>
            <a:ext cx="275789" cy="275789"/>
          </a:xfrm>
          <a:prstGeom prst="rect">
            <a:avLst/>
          </a:prstGeom>
        </p:spPr>
      </p:pic>
      <p:pic>
        <p:nvPicPr>
          <p:cNvPr id="163" name="Picture 162" descr="A red person silhouette on a black background&#10;&#10;AI-generated content may be incorrect.">
            <a:extLst>
              <a:ext uri="{FF2B5EF4-FFF2-40B4-BE49-F238E27FC236}">
                <a16:creationId xmlns:a16="http://schemas.microsoft.com/office/drawing/2014/main" id="{043617EE-05F4-17F2-7448-F3110D6AD1D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611946" y="5560136"/>
            <a:ext cx="275789" cy="275789"/>
          </a:xfrm>
          <a:prstGeom prst="rect">
            <a:avLst/>
          </a:prstGeom>
        </p:spPr>
      </p:pic>
      <p:pic>
        <p:nvPicPr>
          <p:cNvPr id="164" name="Picture 163" descr="A red person silhouette on a black background&#10;&#10;AI-generated content may be incorrect.">
            <a:extLst>
              <a:ext uri="{FF2B5EF4-FFF2-40B4-BE49-F238E27FC236}">
                <a16:creationId xmlns:a16="http://schemas.microsoft.com/office/drawing/2014/main" id="{74E62677-DE49-AF12-01DD-154A088FF23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743246" y="5559657"/>
            <a:ext cx="275789" cy="275789"/>
          </a:xfrm>
          <a:prstGeom prst="rect">
            <a:avLst/>
          </a:prstGeom>
        </p:spPr>
      </p:pic>
      <p:pic>
        <p:nvPicPr>
          <p:cNvPr id="165" name="Picture 164" descr="A red person silhouette on a black background&#10;&#10;AI-generated content may be incorrect.">
            <a:extLst>
              <a:ext uri="{FF2B5EF4-FFF2-40B4-BE49-F238E27FC236}">
                <a16:creationId xmlns:a16="http://schemas.microsoft.com/office/drawing/2014/main" id="{CAB28B3D-2E77-625D-92B4-A08406082F7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875839" y="5559178"/>
            <a:ext cx="275789" cy="275789"/>
          </a:xfrm>
          <a:prstGeom prst="rect">
            <a:avLst/>
          </a:prstGeom>
        </p:spPr>
      </p:pic>
      <p:sp>
        <p:nvSpPr>
          <p:cNvPr id="166" name="TextBox 165">
            <a:extLst>
              <a:ext uri="{FF2B5EF4-FFF2-40B4-BE49-F238E27FC236}">
                <a16:creationId xmlns:a16="http://schemas.microsoft.com/office/drawing/2014/main" id="{03FC8FA1-5B71-FA3B-DB1C-6DBAC269AF0F}"/>
              </a:ext>
            </a:extLst>
          </p:cNvPr>
          <p:cNvSpPr txBox="1"/>
          <p:nvPr/>
        </p:nvSpPr>
        <p:spPr>
          <a:xfrm>
            <a:off x="5061572" y="5333287"/>
            <a:ext cx="1055983" cy="276999"/>
          </a:xfrm>
          <a:prstGeom prst="rect">
            <a:avLst/>
          </a:prstGeom>
          <a:noFill/>
        </p:spPr>
        <p:txBody>
          <a:bodyPr wrap="square" rtlCol="0">
            <a:spAutoFit/>
          </a:bodyPr>
          <a:lstStyle/>
          <a:p>
            <a:r>
              <a:rPr lang="en-SG" sz="1200" dirty="0">
                <a:solidFill>
                  <a:schemeClr val="tx2">
                    <a:lumMod val="50000"/>
                  </a:schemeClr>
                </a:solidFill>
              </a:rPr>
              <a:t>Current Wait</a:t>
            </a:r>
            <a:endParaRPr lang="en-SG" sz="1400" dirty="0">
              <a:solidFill>
                <a:schemeClr val="tx2">
                  <a:lumMod val="50000"/>
                </a:schemeClr>
              </a:solidFill>
            </a:endParaRPr>
          </a:p>
        </p:txBody>
      </p:sp>
      <p:sp>
        <p:nvSpPr>
          <p:cNvPr id="169" name="TextBox 168">
            <a:extLst>
              <a:ext uri="{FF2B5EF4-FFF2-40B4-BE49-F238E27FC236}">
                <a16:creationId xmlns:a16="http://schemas.microsoft.com/office/drawing/2014/main" id="{757BB201-3200-88C5-C686-5049DB2339D0}"/>
              </a:ext>
            </a:extLst>
          </p:cNvPr>
          <p:cNvSpPr txBox="1"/>
          <p:nvPr/>
        </p:nvSpPr>
        <p:spPr>
          <a:xfrm>
            <a:off x="5094219" y="5566531"/>
            <a:ext cx="922713" cy="276999"/>
          </a:xfrm>
          <a:prstGeom prst="rect">
            <a:avLst/>
          </a:prstGeom>
          <a:noFill/>
        </p:spPr>
        <p:txBody>
          <a:bodyPr wrap="square" rtlCol="0">
            <a:spAutoFit/>
          </a:bodyPr>
          <a:lstStyle/>
          <a:p>
            <a:r>
              <a:rPr lang="en-SG" sz="1200" dirty="0">
                <a:solidFill>
                  <a:schemeClr val="accent4"/>
                </a:solidFill>
              </a:rPr>
              <a:t>&gt; 50 mins</a:t>
            </a:r>
            <a:endParaRPr lang="en-SG" sz="1400" dirty="0">
              <a:solidFill>
                <a:schemeClr val="accent4"/>
              </a:solidFill>
            </a:endParaRPr>
          </a:p>
        </p:txBody>
      </p:sp>
      <p:sp>
        <p:nvSpPr>
          <p:cNvPr id="170" name="TextBox 169">
            <a:extLst>
              <a:ext uri="{FF2B5EF4-FFF2-40B4-BE49-F238E27FC236}">
                <a16:creationId xmlns:a16="http://schemas.microsoft.com/office/drawing/2014/main" id="{89CD9A0F-8A18-5657-7C0D-CABBD36BD393}"/>
              </a:ext>
            </a:extLst>
          </p:cNvPr>
          <p:cNvSpPr txBox="1"/>
          <p:nvPr/>
        </p:nvSpPr>
        <p:spPr>
          <a:xfrm>
            <a:off x="4313612" y="5870643"/>
            <a:ext cx="922713" cy="276999"/>
          </a:xfrm>
          <a:prstGeom prst="rect">
            <a:avLst/>
          </a:prstGeom>
          <a:noFill/>
        </p:spPr>
        <p:txBody>
          <a:bodyPr wrap="square" rtlCol="0">
            <a:spAutoFit/>
          </a:bodyPr>
          <a:lstStyle/>
          <a:p>
            <a:r>
              <a:rPr lang="en-SG" sz="1200" dirty="0">
                <a:solidFill>
                  <a:schemeClr val="tx2">
                    <a:lumMod val="50000"/>
                  </a:schemeClr>
                </a:solidFill>
              </a:rPr>
              <a:t>From here: </a:t>
            </a:r>
            <a:endParaRPr lang="en-SG" sz="1400" dirty="0">
              <a:solidFill>
                <a:schemeClr val="tx2">
                  <a:lumMod val="50000"/>
                </a:schemeClr>
              </a:solidFill>
            </a:endParaRPr>
          </a:p>
        </p:txBody>
      </p:sp>
      <p:sp>
        <p:nvSpPr>
          <p:cNvPr id="172" name="TextBox 171">
            <a:extLst>
              <a:ext uri="{FF2B5EF4-FFF2-40B4-BE49-F238E27FC236}">
                <a16:creationId xmlns:a16="http://schemas.microsoft.com/office/drawing/2014/main" id="{1ADD7FF2-F62D-AD4C-43DD-95F30F31A574}"/>
              </a:ext>
            </a:extLst>
          </p:cNvPr>
          <p:cNvSpPr txBox="1"/>
          <p:nvPr/>
        </p:nvSpPr>
        <p:spPr>
          <a:xfrm>
            <a:off x="5073068" y="5865772"/>
            <a:ext cx="922713" cy="276999"/>
          </a:xfrm>
          <a:prstGeom prst="rect">
            <a:avLst/>
          </a:prstGeom>
          <a:noFill/>
        </p:spPr>
        <p:txBody>
          <a:bodyPr wrap="square" rtlCol="0">
            <a:spAutoFit/>
          </a:bodyPr>
          <a:lstStyle/>
          <a:p>
            <a:r>
              <a:rPr lang="en-SG" sz="1200" dirty="0">
                <a:solidFill>
                  <a:schemeClr val="tx2">
                    <a:lumMod val="50000"/>
                  </a:schemeClr>
                </a:solidFill>
              </a:rPr>
              <a:t>20 mins</a:t>
            </a:r>
            <a:endParaRPr lang="en-SG" sz="1400" dirty="0">
              <a:solidFill>
                <a:schemeClr val="tx2">
                  <a:lumMod val="50000"/>
                </a:schemeClr>
              </a:solidFill>
            </a:endParaRPr>
          </a:p>
        </p:txBody>
      </p:sp>
      <p:pic>
        <p:nvPicPr>
          <p:cNvPr id="173" name="Picture 172" descr="A person walking on a black background&#10;&#10;AI-generated content may be incorrect.">
            <a:extLst>
              <a:ext uri="{FF2B5EF4-FFF2-40B4-BE49-F238E27FC236}">
                <a16:creationId xmlns:a16="http://schemas.microsoft.com/office/drawing/2014/main" id="{735C025C-3249-0403-44D6-41D939D1029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597746" y="5901393"/>
            <a:ext cx="162491" cy="162491"/>
          </a:xfrm>
          <a:prstGeom prst="rect">
            <a:avLst/>
          </a:prstGeom>
        </p:spPr>
      </p:pic>
      <p:sp>
        <p:nvSpPr>
          <p:cNvPr id="174" name="Rectangle: Rounded Corners 173">
            <a:extLst>
              <a:ext uri="{FF2B5EF4-FFF2-40B4-BE49-F238E27FC236}">
                <a16:creationId xmlns:a16="http://schemas.microsoft.com/office/drawing/2014/main" id="{7A480A0C-8DBA-7A82-6FDC-28B7E369C322}"/>
              </a:ext>
            </a:extLst>
          </p:cNvPr>
          <p:cNvSpPr/>
          <p:nvPr/>
        </p:nvSpPr>
        <p:spPr>
          <a:xfrm>
            <a:off x="4658359" y="6188739"/>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Add to Plan</a:t>
            </a:r>
          </a:p>
        </p:txBody>
      </p:sp>
      <p:sp>
        <p:nvSpPr>
          <p:cNvPr id="176" name="Rectangle 175">
            <a:extLst>
              <a:ext uri="{FF2B5EF4-FFF2-40B4-BE49-F238E27FC236}">
                <a16:creationId xmlns:a16="http://schemas.microsoft.com/office/drawing/2014/main" id="{1D987D78-6867-B04E-6EEB-6A0AF7CDD4D3}"/>
              </a:ext>
            </a:extLst>
          </p:cNvPr>
          <p:cNvSpPr/>
          <p:nvPr/>
        </p:nvSpPr>
        <p:spPr>
          <a:xfrm>
            <a:off x="3059293" y="6564025"/>
            <a:ext cx="3032154" cy="1514903"/>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90" name="TextBox 189">
            <a:extLst>
              <a:ext uri="{FF2B5EF4-FFF2-40B4-BE49-F238E27FC236}">
                <a16:creationId xmlns:a16="http://schemas.microsoft.com/office/drawing/2014/main" id="{927877B5-CE6D-6D53-B4A9-68A8FC34B807}"/>
              </a:ext>
            </a:extLst>
          </p:cNvPr>
          <p:cNvSpPr txBox="1"/>
          <p:nvPr/>
        </p:nvSpPr>
        <p:spPr>
          <a:xfrm>
            <a:off x="3912761" y="6372391"/>
            <a:ext cx="1244283" cy="646331"/>
          </a:xfrm>
          <a:prstGeom prst="rect">
            <a:avLst/>
          </a:prstGeom>
          <a:noFill/>
        </p:spPr>
        <p:txBody>
          <a:bodyPr wrap="square" rtlCol="0">
            <a:spAutoFit/>
          </a:bodyPr>
          <a:lstStyle/>
          <a:p>
            <a:pPr algn="ctr"/>
            <a:r>
              <a:rPr lang="en-SG" sz="3600" dirty="0"/>
              <a:t>…</a:t>
            </a:r>
          </a:p>
        </p:txBody>
      </p:sp>
      <p:sp>
        <p:nvSpPr>
          <p:cNvPr id="195" name="TextBox 194">
            <a:extLst>
              <a:ext uri="{FF2B5EF4-FFF2-40B4-BE49-F238E27FC236}">
                <a16:creationId xmlns:a16="http://schemas.microsoft.com/office/drawing/2014/main" id="{1EDF2C97-5917-06BB-E619-20B6D6479C10}"/>
              </a:ext>
            </a:extLst>
          </p:cNvPr>
          <p:cNvSpPr txBox="1"/>
          <p:nvPr/>
        </p:nvSpPr>
        <p:spPr>
          <a:xfrm>
            <a:off x="9980903" y="5984793"/>
            <a:ext cx="1244283" cy="646331"/>
          </a:xfrm>
          <a:prstGeom prst="rect">
            <a:avLst/>
          </a:prstGeom>
          <a:noFill/>
        </p:spPr>
        <p:txBody>
          <a:bodyPr wrap="square" rtlCol="0">
            <a:spAutoFit/>
          </a:bodyPr>
          <a:lstStyle/>
          <a:p>
            <a:pPr algn="ctr"/>
            <a:r>
              <a:rPr lang="en-SG" sz="3600" dirty="0"/>
              <a:t>…</a:t>
            </a:r>
          </a:p>
        </p:txBody>
      </p:sp>
      <p:sp>
        <p:nvSpPr>
          <p:cNvPr id="196" name="Rectangle: Rounded Corners 195">
            <a:extLst>
              <a:ext uri="{FF2B5EF4-FFF2-40B4-BE49-F238E27FC236}">
                <a16:creationId xmlns:a16="http://schemas.microsoft.com/office/drawing/2014/main" id="{003C4C2C-6283-23E2-9420-434573DF5F2F}"/>
              </a:ext>
            </a:extLst>
          </p:cNvPr>
          <p:cNvSpPr/>
          <p:nvPr/>
        </p:nvSpPr>
        <p:spPr>
          <a:xfrm>
            <a:off x="3184702" y="4980400"/>
            <a:ext cx="446983"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97" name="Rectangle: Rounded Corners 196">
            <a:extLst>
              <a:ext uri="{FF2B5EF4-FFF2-40B4-BE49-F238E27FC236}">
                <a16:creationId xmlns:a16="http://schemas.microsoft.com/office/drawing/2014/main" id="{2ACE73E8-FE12-2BDA-D409-67D3CE491721}"/>
              </a:ext>
            </a:extLst>
          </p:cNvPr>
          <p:cNvSpPr/>
          <p:nvPr/>
        </p:nvSpPr>
        <p:spPr>
          <a:xfrm rot="5400000">
            <a:off x="5761864" y="5318378"/>
            <a:ext cx="556075" cy="4594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0" name="Rectangle 9">
            <a:extLst>
              <a:ext uri="{FF2B5EF4-FFF2-40B4-BE49-F238E27FC236}">
                <a16:creationId xmlns:a16="http://schemas.microsoft.com/office/drawing/2014/main" id="{E2B76F30-E59E-35C0-5531-030518EEFAC6}"/>
              </a:ext>
            </a:extLst>
          </p:cNvPr>
          <p:cNvSpPr/>
          <p:nvPr/>
        </p:nvSpPr>
        <p:spPr>
          <a:xfrm>
            <a:off x="6099574" y="5333287"/>
            <a:ext cx="3032154" cy="1514903"/>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1" name="TextBox 10">
            <a:extLst>
              <a:ext uri="{FF2B5EF4-FFF2-40B4-BE49-F238E27FC236}">
                <a16:creationId xmlns:a16="http://schemas.microsoft.com/office/drawing/2014/main" id="{F9117F0E-60BB-C290-5B8C-E30D4E9F555C}"/>
              </a:ext>
            </a:extLst>
          </p:cNvPr>
          <p:cNvSpPr txBox="1"/>
          <p:nvPr/>
        </p:nvSpPr>
        <p:spPr>
          <a:xfrm>
            <a:off x="6161860" y="5664173"/>
            <a:ext cx="1203827" cy="520247"/>
          </a:xfrm>
          <a:prstGeom prst="rect">
            <a:avLst/>
          </a:prstGeom>
          <a:noFill/>
          <a:ln>
            <a:solidFill>
              <a:srgbClr val="2F3C7E"/>
            </a:solidFill>
          </a:ln>
        </p:spPr>
        <p:txBody>
          <a:bodyPr wrap="square" rtlCol="0">
            <a:spAutoFit/>
          </a:bodyPr>
          <a:lstStyle/>
          <a:p>
            <a:endParaRPr lang="en-SG" dirty="0"/>
          </a:p>
        </p:txBody>
      </p:sp>
      <p:sp>
        <p:nvSpPr>
          <p:cNvPr id="12" name="TextBox 11">
            <a:extLst>
              <a:ext uri="{FF2B5EF4-FFF2-40B4-BE49-F238E27FC236}">
                <a16:creationId xmlns:a16="http://schemas.microsoft.com/office/drawing/2014/main" id="{11B03EA9-E771-FC7F-CD21-7EA144327996}"/>
              </a:ext>
            </a:extLst>
          </p:cNvPr>
          <p:cNvSpPr txBox="1"/>
          <p:nvPr/>
        </p:nvSpPr>
        <p:spPr>
          <a:xfrm>
            <a:off x="6072725" y="5352159"/>
            <a:ext cx="1596366" cy="307777"/>
          </a:xfrm>
          <a:prstGeom prst="rect">
            <a:avLst/>
          </a:prstGeom>
          <a:noFill/>
        </p:spPr>
        <p:txBody>
          <a:bodyPr wrap="square" rtlCol="0">
            <a:spAutoFit/>
          </a:bodyPr>
          <a:lstStyle/>
          <a:p>
            <a:r>
              <a:rPr lang="en-SG" sz="1400" b="1" dirty="0">
                <a:solidFill>
                  <a:schemeClr val="tx2">
                    <a:lumMod val="50000"/>
                  </a:schemeClr>
                </a:solidFill>
              </a:rPr>
              <a:t>Jake &amp; Marks</a:t>
            </a:r>
          </a:p>
        </p:txBody>
      </p:sp>
      <p:sp>
        <p:nvSpPr>
          <p:cNvPr id="14" name="TextBox 13">
            <a:extLst>
              <a:ext uri="{FF2B5EF4-FFF2-40B4-BE49-F238E27FC236}">
                <a16:creationId xmlns:a16="http://schemas.microsoft.com/office/drawing/2014/main" id="{2D4EEA61-D0D8-913B-F85D-B37D5DE37F5E}"/>
              </a:ext>
            </a:extLst>
          </p:cNvPr>
          <p:cNvSpPr txBox="1"/>
          <p:nvPr/>
        </p:nvSpPr>
        <p:spPr>
          <a:xfrm>
            <a:off x="7547917" y="5360231"/>
            <a:ext cx="1596366" cy="307777"/>
          </a:xfrm>
          <a:prstGeom prst="rect">
            <a:avLst/>
          </a:prstGeom>
          <a:noFill/>
        </p:spPr>
        <p:txBody>
          <a:bodyPr wrap="square" rtlCol="0">
            <a:spAutoFit/>
          </a:bodyPr>
          <a:lstStyle/>
          <a:p>
            <a:r>
              <a:rPr lang="en-SG" sz="1400" dirty="0"/>
              <a:t>5.0</a:t>
            </a:r>
          </a:p>
        </p:txBody>
      </p:sp>
      <p:sp>
        <p:nvSpPr>
          <p:cNvPr id="15" name="Star: 5 Points 14">
            <a:extLst>
              <a:ext uri="{FF2B5EF4-FFF2-40B4-BE49-F238E27FC236}">
                <a16:creationId xmlns:a16="http://schemas.microsoft.com/office/drawing/2014/main" id="{FBE214D9-6B14-BE31-3C17-CB2AD93EE56B}"/>
              </a:ext>
            </a:extLst>
          </p:cNvPr>
          <p:cNvSpPr/>
          <p:nvPr/>
        </p:nvSpPr>
        <p:spPr>
          <a:xfrm>
            <a:off x="7971205"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6" name="Star: 5 Points 15">
            <a:extLst>
              <a:ext uri="{FF2B5EF4-FFF2-40B4-BE49-F238E27FC236}">
                <a16:creationId xmlns:a16="http://schemas.microsoft.com/office/drawing/2014/main" id="{B270B5EE-4DB9-D75E-99AF-6B8159F9EB0B}"/>
              </a:ext>
            </a:extLst>
          </p:cNvPr>
          <p:cNvSpPr/>
          <p:nvPr/>
        </p:nvSpPr>
        <p:spPr>
          <a:xfrm>
            <a:off x="8181374"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9" name="Star: 5 Points 18">
            <a:extLst>
              <a:ext uri="{FF2B5EF4-FFF2-40B4-BE49-F238E27FC236}">
                <a16:creationId xmlns:a16="http://schemas.microsoft.com/office/drawing/2014/main" id="{7BCB9D7B-B5A7-A699-5334-EC02291B49F0}"/>
              </a:ext>
            </a:extLst>
          </p:cNvPr>
          <p:cNvSpPr/>
          <p:nvPr/>
        </p:nvSpPr>
        <p:spPr>
          <a:xfrm>
            <a:off x="8607249"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0" name="Star: 5 Points 19">
            <a:extLst>
              <a:ext uri="{FF2B5EF4-FFF2-40B4-BE49-F238E27FC236}">
                <a16:creationId xmlns:a16="http://schemas.microsoft.com/office/drawing/2014/main" id="{C8567EB0-355D-7087-24A9-7D7B868D3251}"/>
              </a:ext>
            </a:extLst>
          </p:cNvPr>
          <p:cNvSpPr/>
          <p:nvPr/>
        </p:nvSpPr>
        <p:spPr>
          <a:xfrm>
            <a:off x="8391543"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8" name="Star: 5 Points 37">
            <a:extLst>
              <a:ext uri="{FF2B5EF4-FFF2-40B4-BE49-F238E27FC236}">
                <a16:creationId xmlns:a16="http://schemas.microsoft.com/office/drawing/2014/main" id="{92E371B2-1BED-6692-F8D4-7006B1C91FEA}"/>
              </a:ext>
            </a:extLst>
          </p:cNvPr>
          <p:cNvSpPr/>
          <p:nvPr/>
        </p:nvSpPr>
        <p:spPr>
          <a:xfrm>
            <a:off x="8822955"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2" name="Rectangle: Rounded Corners 41">
            <a:extLst>
              <a:ext uri="{FF2B5EF4-FFF2-40B4-BE49-F238E27FC236}">
                <a16:creationId xmlns:a16="http://schemas.microsoft.com/office/drawing/2014/main" id="{BA7A46CC-4CEF-12BA-705C-653BD4E47E20}"/>
              </a:ext>
            </a:extLst>
          </p:cNvPr>
          <p:cNvSpPr/>
          <p:nvPr/>
        </p:nvSpPr>
        <p:spPr>
          <a:xfrm>
            <a:off x="6262348" y="6480894"/>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More Details</a:t>
            </a:r>
          </a:p>
        </p:txBody>
      </p:sp>
      <p:pic>
        <p:nvPicPr>
          <p:cNvPr id="45" name="Picture 44" descr="A red person silhouette on a black background&#10;&#10;AI-generated content may be incorrect.">
            <a:extLst>
              <a:ext uri="{FF2B5EF4-FFF2-40B4-BE49-F238E27FC236}">
                <a16:creationId xmlns:a16="http://schemas.microsoft.com/office/drawing/2014/main" id="{5649B781-AE96-A978-4E9B-7EF92485613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516655" y="5853955"/>
            <a:ext cx="275789" cy="275789"/>
          </a:xfrm>
          <a:prstGeom prst="rect">
            <a:avLst/>
          </a:prstGeom>
        </p:spPr>
      </p:pic>
      <p:sp>
        <p:nvSpPr>
          <p:cNvPr id="46" name="TextBox 45">
            <a:extLst>
              <a:ext uri="{FF2B5EF4-FFF2-40B4-BE49-F238E27FC236}">
                <a16:creationId xmlns:a16="http://schemas.microsoft.com/office/drawing/2014/main" id="{6CD4E8C4-4467-5853-D29A-A618553EEB2D}"/>
              </a:ext>
            </a:extLst>
          </p:cNvPr>
          <p:cNvSpPr txBox="1"/>
          <p:nvPr/>
        </p:nvSpPr>
        <p:spPr>
          <a:xfrm>
            <a:off x="7358243" y="5610947"/>
            <a:ext cx="922713" cy="276999"/>
          </a:xfrm>
          <a:prstGeom prst="rect">
            <a:avLst/>
          </a:prstGeom>
          <a:noFill/>
        </p:spPr>
        <p:txBody>
          <a:bodyPr wrap="square" rtlCol="0">
            <a:spAutoFit/>
          </a:bodyPr>
          <a:lstStyle/>
          <a:p>
            <a:r>
              <a:rPr lang="en-SG" sz="1200" dirty="0">
                <a:solidFill>
                  <a:schemeClr val="tx2">
                    <a:lumMod val="50000"/>
                  </a:schemeClr>
                </a:solidFill>
              </a:rPr>
              <a:t>Queue</a:t>
            </a:r>
            <a:endParaRPr lang="en-SG" sz="1400" dirty="0">
              <a:solidFill>
                <a:schemeClr val="tx2">
                  <a:lumMod val="50000"/>
                </a:schemeClr>
              </a:solidFill>
            </a:endParaRPr>
          </a:p>
        </p:txBody>
      </p:sp>
      <p:pic>
        <p:nvPicPr>
          <p:cNvPr id="47" name="Picture 46" descr="A red person silhouette on a black background&#10;&#10;AI-generated content may be incorrect.">
            <a:extLst>
              <a:ext uri="{FF2B5EF4-FFF2-40B4-BE49-F238E27FC236}">
                <a16:creationId xmlns:a16="http://schemas.microsoft.com/office/drawing/2014/main" id="{205CB07C-4174-9BF5-3B51-6AF0AC142B95}"/>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376403" y="5851159"/>
            <a:ext cx="275789" cy="275789"/>
          </a:xfrm>
          <a:prstGeom prst="rect">
            <a:avLst/>
          </a:prstGeom>
        </p:spPr>
      </p:pic>
      <p:pic>
        <p:nvPicPr>
          <p:cNvPr id="48" name="Picture 47" descr="A red person silhouette on a black background&#10;&#10;AI-generated content may be incorrect.">
            <a:extLst>
              <a:ext uri="{FF2B5EF4-FFF2-40B4-BE49-F238E27FC236}">
                <a16:creationId xmlns:a16="http://schemas.microsoft.com/office/drawing/2014/main" id="{E5D541C6-64D4-473E-D11F-8BDB7674ED2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652227" y="5849595"/>
            <a:ext cx="275789" cy="275789"/>
          </a:xfrm>
          <a:prstGeom prst="rect">
            <a:avLst/>
          </a:prstGeom>
        </p:spPr>
      </p:pic>
      <p:pic>
        <p:nvPicPr>
          <p:cNvPr id="49" name="Picture 48" descr="A red person silhouette on a black background&#10;&#10;AI-generated content may be incorrect.">
            <a:extLst>
              <a:ext uri="{FF2B5EF4-FFF2-40B4-BE49-F238E27FC236}">
                <a16:creationId xmlns:a16="http://schemas.microsoft.com/office/drawing/2014/main" id="{87094638-307A-12A8-2F68-9C1DFA85235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783527" y="5849116"/>
            <a:ext cx="275789" cy="275789"/>
          </a:xfrm>
          <a:prstGeom prst="rect">
            <a:avLst/>
          </a:prstGeom>
        </p:spPr>
      </p:pic>
      <p:pic>
        <p:nvPicPr>
          <p:cNvPr id="50" name="Picture 49" descr="A red person silhouette on a black background&#10;&#10;AI-generated content may be incorrect.">
            <a:extLst>
              <a:ext uri="{FF2B5EF4-FFF2-40B4-BE49-F238E27FC236}">
                <a16:creationId xmlns:a16="http://schemas.microsoft.com/office/drawing/2014/main" id="{C2E69BA1-429D-2CDE-0DF2-36B4FA5D386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916120" y="5848637"/>
            <a:ext cx="275789" cy="275789"/>
          </a:xfrm>
          <a:prstGeom prst="rect">
            <a:avLst/>
          </a:prstGeom>
        </p:spPr>
      </p:pic>
      <p:sp>
        <p:nvSpPr>
          <p:cNvPr id="51" name="TextBox 50">
            <a:extLst>
              <a:ext uri="{FF2B5EF4-FFF2-40B4-BE49-F238E27FC236}">
                <a16:creationId xmlns:a16="http://schemas.microsoft.com/office/drawing/2014/main" id="{CECAD634-10D2-63E8-0768-FE6C33E15F03}"/>
              </a:ext>
            </a:extLst>
          </p:cNvPr>
          <p:cNvSpPr txBox="1"/>
          <p:nvPr/>
        </p:nvSpPr>
        <p:spPr>
          <a:xfrm>
            <a:off x="8101853" y="5622746"/>
            <a:ext cx="1055983" cy="276999"/>
          </a:xfrm>
          <a:prstGeom prst="rect">
            <a:avLst/>
          </a:prstGeom>
          <a:noFill/>
        </p:spPr>
        <p:txBody>
          <a:bodyPr wrap="square" rtlCol="0">
            <a:spAutoFit/>
          </a:bodyPr>
          <a:lstStyle/>
          <a:p>
            <a:r>
              <a:rPr lang="en-SG" sz="1200" dirty="0">
                <a:solidFill>
                  <a:schemeClr val="tx2">
                    <a:lumMod val="50000"/>
                  </a:schemeClr>
                </a:solidFill>
              </a:rPr>
              <a:t>Current Wait</a:t>
            </a:r>
            <a:endParaRPr lang="en-SG" sz="1400" dirty="0">
              <a:solidFill>
                <a:schemeClr val="tx2">
                  <a:lumMod val="50000"/>
                </a:schemeClr>
              </a:solidFill>
            </a:endParaRPr>
          </a:p>
        </p:txBody>
      </p:sp>
      <p:sp>
        <p:nvSpPr>
          <p:cNvPr id="52" name="TextBox 51">
            <a:extLst>
              <a:ext uri="{FF2B5EF4-FFF2-40B4-BE49-F238E27FC236}">
                <a16:creationId xmlns:a16="http://schemas.microsoft.com/office/drawing/2014/main" id="{3EB16102-E399-72CE-F90B-048066BDBEF9}"/>
              </a:ext>
            </a:extLst>
          </p:cNvPr>
          <p:cNvSpPr txBox="1"/>
          <p:nvPr/>
        </p:nvSpPr>
        <p:spPr>
          <a:xfrm>
            <a:off x="8134500" y="5855990"/>
            <a:ext cx="922713" cy="276999"/>
          </a:xfrm>
          <a:prstGeom prst="rect">
            <a:avLst/>
          </a:prstGeom>
          <a:noFill/>
        </p:spPr>
        <p:txBody>
          <a:bodyPr wrap="square" rtlCol="0">
            <a:spAutoFit/>
          </a:bodyPr>
          <a:lstStyle/>
          <a:p>
            <a:r>
              <a:rPr lang="en-SG" sz="1200" dirty="0">
                <a:solidFill>
                  <a:schemeClr val="accent4"/>
                </a:solidFill>
              </a:rPr>
              <a:t>&gt; 50 mins</a:t>
            </a:r>
            <a:endParaRPr lang="en-SG" sz="1400" dirty="0">
              <a:solidFill>
                <a:schemeClr val="accent4"/>
              </a:solidFill>
            </a:endParaRPr>
          </a:p>
        </p:txBody>
      </p:sp>
      <p:sp>
        <p:nvSpPr>
          <p:cNvPr id="53" name="TextBox 52">
            <a:extLst>
              <a:ext uri="{FF2B5EF4-FFF2-40B4-BE49-F238E27FC236}">
                <a16:creationId xmlns:a16="http://schemas.microsoft.com/office/drawing/2014/main" id="{AD984BE1-C22C-27BD-0A9D-DD27038682DB}"/>
              </a:ext>
            </a:extLst>
          </p:cNvPr>
          <p:cNvSpPr txBox="1"/>
          <p:nvPr/>
        </p:nvSpPr>
        <p:spPr>
          <a:xfrm>
            <a:off x="7353893" y="6160102"/>
            <a:ext cx="922713" cy="276999"/>
          </a:xfrm>
          <a:prstGeom prst="rect">
            <a:avLst/>
          </a:prstGeom>
          <a:noFill/>
        </p:spPr>
        <p:txBody>
          <a:bodyPr wrap="square" rtlCol="0">
            <a:spAutoFit/>
          </a:bodyPr>
          <a:lstStyle/>
          <a:p>
            <a:r>
              <a:rPr lang="en-SG" sz="1200" dirty="0">
                <a:solidFill>
                  <a:schemeClr val="tx2">
                    <a:lumMod val="50000"/>
                  </a:schemeClr>
                </a:solidFill>
              </a:rPr>
              <a:t>From here: </a:t>
            </a:r>
            <a:endParaRPr lang="en-SG" sz="1400" dirty="0">
              <a:solidFill>
                <a:schemeClr val="tx2">
                  <a:lumMod val="50000"/>
                </a:schemeClr>
              </a:solidFill>
            </a:endParaRPr>
          </a:p>
        </p:txBody>
      </p:sp>
      <p:sp>
        <p:nvSpPr>
          <p:cNvPr id="73" name="TextBox 72">
            <a:extLst>
              <a:ext uri="{FF2B5EF4-FFF2-40B4-BE49-F238E27FC236}">
                <a16:creationId xmlns:a16="http://schemas.microsoft.com/office/drawing/2014/main" id="{A62559D0-A4CF-8D0B-1710-75E9E0F65C37}"/>
              </a:ext>
            </a:extLst>
          </p:cNvPr>
          <p:cNvSpPr txBox="1"/>
          <p:nvPr/>
        </p:nvSpPr>
        <p:spPr>
          <a:xfrm>
            <a:off x="8113349" y="6155231"/>
            <a:ext cx="922713" cy="276999"/>
          </a:xfrm>
          <a:prstGeom prst="rect">
            <a:avLst/>
          </a:prstGeom>
          <a:noFill/>
        </p:spPr>
        <p:txBody>
          <a:bodyPr wrap="square" rtlCol="0">
            <a:spAutoFit/>
          </a:bodyPr>
          <a:lstStyle/>
          <a:p>
            <a:r>
              <a:rPr lang="en-SG" sz="1200" dirty="0">
                <a:solidFill>
                  <a:schemeClr val="tx2">
                    <a:lumMod val="50000"/>
                  </a:schemeClr>
                </a:solidFill>
              </a:rPr>
              <a:t>2 mins</a:t>
            </a:r>
            <a:endParaRPr lang="en-SG" sz="1400" dirty="0">
              <a:solidFill>
                <a:schemeClr val="tx2">
                  <a:lumMod val="50000"/>
                </a:schemeClr>
              </a:solidFill>
            </a:endParaRPr>
          </a:p>
        </p:txBody>
      </p:sp>
      <p:pic>
        <p:nvPicPr>
          <p:cNvPr id="74" name="Picture 73" descr="A person walking on a black background&#10;&#10;AI-generated content may be incorrect.">
            <a:extLst>
              <a:ext uri="{FF2B5EF4-FFF2-40B4-BE49-F238E27FC236}">
                <a16:creationId xmlns:a16="http://schemas.microsoft.com/office/drawing/2014/main" id="{FF3BF8A2-EDF9-AC44-1368-954DD716ED1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638027" y="6190852"/>
            <a:ext cx="162491" cy="162491"/>
          </a:xfrm>
          <a:prstGeom prst="rect">
            <a:avLst/>
          </a:prstGeom>
        </p:spPr>
      </p:pic>
      <p:sp>
        <p:nvSpPr>
          <p:cNvPr id="75" name="Rectangle: Rounded Corners 74">
            <a:extLst>
              <a:ext uri="{FF2B5EF4-FFF2-40B4-BE49-F238E27FC236}">
                <a16:creationId xmlns:a16="http://schemas.microsoft.com/office/drawing/2014/main" id="{54EDE0BC-CD21-BCE9-460C-8454D6CC57A5}"/>
              </a:ext>
            </a:extLst>
          </p:cNvPr>
          <p:cNvSpPr/>
          <p:nvPr/>
        </p:nvSpPr>
        <p:spPr>
          <a:xfrm>
            <a:off x="7698640" y="6478198"/>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Add to Plan</a:t>
            </a:r>
          </a:p>
        </p:txBody>
      </p:sp>
      <p:sp>
        <p:nvSpPr>
          <p:cNvPr id="78" name="Rectangle: Rounded Corners 77">
            <a:extLst>
              <a:ext uri="{FF2B5EF4-FFF2-40B4-BE49-F238E27FC236}">
                <a16:creationId xmlns:a16="http://schemas.microsoft.com/office/drawing/2014/main" id="{F29292B6-E317-76B0-868F-4B1EAEE8932B}"/>
              </a:ext>
            </a:extLst>
          </p:cNvPr>
          <p:cNvSpPr/>
          <p:nvPr/>
        </p:nvSpPr>
        <p:spPr>
          <a:xfrm rot="5400000">
            <a:off x="8802145" y="5607837"/>
            <a:ext cx="556075" cy="4594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80" name="TextBox 79">
            <a:extLst>
              <a:ext uri="{FF2B5EF4-FFF2-40B4-BE49-F238E27FC236}">
                <a16:creationId xmlns:a16="http://schemas.microsoft.com/office/drawing/2014/main" id="{8F2955D3-26AD-409F-2324-FF2F7253AF11}"/>
              </a:ext>
            </a:extLst>
          </p:cNvPr>
          <p:cNvSpPr txBox="1"/>
          <p:nvPr/>
        </p:nvSpPr>
        <p:spPr>
          <a:xfrm>
            <a:off x="264481" y="1029265"/>
            <a:ext cx="4121657" cy="2585323"/>
          </a:xfrm>
          <a:prstGeom prst="rect">
            <a:avLst/>
          </a:prstGeom>
          <a:solidFill>
            <a:schemeClr val="bg1"/>
          </a:solidFill>
          <a:ln w="25400">
            <a:solidFill>
              <a:schemeClr val="accent5"/>
            </a:solidFill>
          </a:ln>
        </p:spPr>
        <p:txBody>
          <a:bodyPr wrap="square" rtlCol="0">
            <a:spAutoFit/>
          </a:bodyPr>
          <a:lstStyle/>
          <a:p>
            <a:pPr algn="just"/>
            <a:r>
              <a:rPr lang="en-US" b="1" dirty="0">
                <a:solidFill>
                  <a:srgbClr val="000000"/>
                </a:solidFill>
                <a:latin typeface="Arial" panose="020B0604020202020204" pitchFamily="34" charset="0"/>
                <a:cs typeface="Arial" panose="020B0604020202020204" pitchFamily="34" charset="0"/>
              </a:rPr>
              <a:t>Scenario Demonstration</a:t>
            </a:r>
          </a:p>
          <a:p>
            <a:pPr algn="just"/>
            <a:r>
              <a:rPr lang="en-US" sz="1600" dirty="0">
                <a:solidFill>
                  <a:srgbClr val="000000"/>
                </a:solidFill>
                <a:latin typeface="Arial" panose="020B0604020202020204" pitchFamily="34" charset="0"/>
                <a:cs typeface="Arial" panose="020B0604020202020204" pitchFamily="34" charset="0"/>
              </a:rPr>
              <a:t>In this scenario, there are 2 concurrent users, John and Jane. John will first begin by adding a destination to Plan 1. </a:t>
            </a:r>
          </a:p>
          <a:p>
            <a:pPr algn="just"/>
            <a:endParaRPr lang="en-US" sz="1600" dirty="0">
              <a:solidFill>
                <a:srgbClr val="000000"/>
              </a:solidFill>
              <a:latin typeface="Arial" panose="020B0604020202020204" pitchFamily="34" charset="0"/>
              <a:cs typeface="Arial" panose="020B0604020202020204" pitchFamily="34" charset="0"/>
            </a:endParaRPr>
          </a:p>
          <a:p>
            <a:pPr algn="just"/>
            <a:r>
              <a:rPr lang="en-US" sz="1600" dirty="0">
                <a:solidFill>
                  <a:srgbClr val="000000"/>
                </a:solidFill>
                <a:latin typeface="Arial" panose="020B0604020202020204" pitchFamily="34" charset="0"/>
                <a:cs typeface="Arial" panose="020B0604020202020204" pitchFamily="34" charset="0"/>
              </a:rPr>
              <a:t>At the same time, Jane will create a new Plan, demonstrating the system’s capabilities to handle concurrent users, as well as providing user feedback on their actions.</a:t>
            </a:r>
          </a:p>
        </p:txBody>
      </p:sp>
      <p:pic>
        <p:nvPicPr>
          <p:cNvPr id="81" name="Picture 80">
            <a:extLst>
              <a:ext uri="{FF2B5EF4-FFF2-40B4-BE49-F238E27FC236}">
                <a16:creationId xmlns:a16="http://schemas.microsoft.com/office/drawing/2014/main" id="{701272CF-CF1A-C1E6-2044-DDED09550227}"/>
              </a:ext>
            </a:extLst>
          </p:cNvPr>
          <p:cNvPicPr>
            <a:picLocks noChangeAspect="1"/>
          </p:cNvPicPr>
          <p:nvPr/>
        </p:nvPicPr>
        <p:blipFill>
          <a:blip r:embed="rId14"/>
          <a:stretch>
            <a:fillRect/>
          </a:stretch>
        </p:blipFill>
        <p:spPr>
          <a:xfrm>
            <a:off x="-13100" y="734547"/>
            <a:ext cx="555159" cy="555159"/>
          </a:xfrm>
          <a:prstGeom prst="rect">
            <a:avLst/>
          </a:prstGeom>
        </p:spPr>
      </p:pic>
      <p:pic>
        <p:nvPicPr>
          <p:cNvPr id="4" name="Picture 3" descr="A yellow hand pointing up&#10;&#10;AI-generated content may be incorrect.">
            <a:extLst>
              <a:ext uri="{FF2B5EF4-FFF2-40B4-BE49-F238E27FC236}">
                <a16:creationId xmlns:a16="http://schemas.microsoft.com/office/drawing/2014/main" id="{1B797A3F-FC71-DD83-1535-E96FA4DE2F0C}"/>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085974" y="3297834"/>
            <a:ext cx="663866" cy="663866"/>
          </a:xfrm>
          <a:prstGeom prst="rect">
            <a:avLst/>
          </a:prstGeom>
        </p:spPr>
      </p:pic>
      <p:grpSp>
        <p:nvGrpSpPr>
          <p:cNvPr id="91" name="Group 90">
            <a:extLst>
              <a:ext uri="{FF2B5EF4-FFF2-40B4-BE49-F238E27FC236}">
                <a16:creationId xmlns:a16="http://schemas.microsoft.com/office/drawing/2014/main" id="{B81B373C-53B4-F219-7C5A-A96714A45F6E}"/>
              </a:ext>
            </a:extLst>
          </p:cNvPr>
          <p:cNvGrpSpPr/>
          <p:nvPr/>
        </p:nvGrpSpPr>
        <p:grpSpPr>
          <a:xfrm>
            <a:off x="5288946" y="6052739"/>
            <a:ext cx="1259844" cy="805261"/>
            <a:chOff x="6105843" y="3645873"/>
            <a:chExt cx="1259844" cy="805261"/>
          </a:xfrm>
        </p:grpSpPr>
        <p:pic>
          <p:nvPicPr>
            <p:cNvPr id="87" name="Picture 86">
              <a:extLst>
                <a:ext uri="{FF2B5EF4-FFF2-40B4-BE49-F238E27FC236}">
                  <a16:creationId xmlns:a16="http://schemas.microsoft.com/office/drawing/2014/main" id="{4FFD5617-CBB4-82FD-BB33-7629CD4C1EE8}"/>
                </a:ext>
              </a:extLst>
            </p:cNvPr>
            <p:cNvPicPr>
              <a:picLocks noChangeAspect="1"/>
            </p:cNvPicPr>
            <p:nvPr/>
          </p:nvPicPr>
          <p:blipFill>
            <a:blip r:embed="rId16"/>
            <a:stretch>
              <a:fillRect/>
            </a:stretch>
          </p:blipFill>
          <p:spPr>
            <a:xfrm>
              <a:off x="6105843" y="3645873"/>
              <a:ext cx="805261" cy="805261"/>
            </a:xfrm>
            <a:prstGeom prst="rect">
              <a:avLst/>
            </a:prstGeom>
          </p:spPr>
        </p:pic>
        <p:sp>
          <p:nvSpPr>
            <p:cNvPr id="90" name="Rectangle: Rounded Corners 89">
              <a:extLst>
                <a:ext uri="{FF2B5EF4-FFF2-40B4-BE49-F238E27FC236}">
                  <a16:creationId xmlns:a16="http://schemas.microsoft.com/office/drawing/2014/main" id="{4E2D148C-BE51-C330-E6E5-21055ABCC1F2}"/>
                </a:ext>
              </a:extLst>
            </p:cNvPr>
            <p:cNvSpPr/>
            <p:nvPr/>
          </p:nvSpPr>
          <p:spPr>
            <a:xfrm>
              <a:off x="6691189" y="4048503"/>
              <a:ext cx="674498" cy="255991"/>
            </a:xfrm>
            <a:prstGeom prst="roundRect">
              <a:avLst>
                <a:gd name="adj" fmla="val 50000"/>
              </a:avLst>
            </a:prstGeom>
            <a:solidFill>
              <a:srgbClr val="FEE438"/>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rgbClr val="000000"/>
                  </a:solidFill>
                  <a:latin typeface="+mj-lt"/>
                </a:rPr>
                <a:t>John</a:t>
              </a:r>
            </a:p>
          </p:txBody>
        </p:sp>
      </p:grpSp>
      <p:grpSp>
        <p:nvGrpSpPr>
          <p:cNvPr id="93" name="Group 92">
            <a:extLst>
              <a:ext uri="{FF2B5EF4-FFF2-40B4-BE49-F238E27FC236}">
                <a16:creationId xmlns:a16="http://schemas.microsoft.com/office/drawing/2014/main" id="{24488385-9F3D-5506-0A06-6262D6FE7CF6}"/>
              </a:ext>
            </a:extLst>
          </p:cNvPr>
          <p:cNvGrpSpPr/>
          <p:nvPr/>
        </p:nvGrpSpPr>
        <p:grpSpPr>
          <a:xfrm>
            <a:off x="10273399" y="1988094"/>
            <a:ext cx="1270695" cy="835392"/>
            <a:chOff x="7965126" y="2560353"/>
            <a:chExt cx="1270695" cy="835392"/>
          </a:xfrm>
        </p:grpSpPr>
        <p:pic>
          <p:nvPicPr>
            <p:cNvPr id="89" name="Picture 88" descr="A pink mouse cursor with a black background&#10;&#10;AI-generated content may be incorrect.">
              <a:extLst>
                <a:ext uri="{FF2B5EF4-FFF2-40B4-BE49-F238E27FC236}">
                  <a16:creationId xmlns:a16="http://schemas.microsoft.com/office/drawing/2014/main" id="{9CC0E8E7-493E-2D79-D95A-B9E926DDD6FA}"/>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7965126" y="2560353"/>
              <a:ext cx="835392" cy="835392"/>
            </a:xfrm>
            <a:prstGeom prst="rect">
              <a:avLst/>
            </a:prstGeom>
          </p:spPr>
        </p:pic>
        <p:sp>
          <p:nvSpPr>
            <p:cNvPr id="92" name="Rectangle: Rounded Corners 91">
              <a:extLst>
                <a:ext uri="{FF2B5EF4-FFF2-40B4-BE49-F238E27FC236}">
                  <a16:creationId xmlns:a16="http://schemas.microsoft.com/office/drawing/2014/main" id="{DECF85DE-FE16-030B-7375-DA92C0836298}"/>
                </a:ext>
              </a:extLst>
            </p:cNvPr>
            <p:cNvSpPr/>
            <p:nvPr/>
          </p:nvSpPr>
          <p:spPr>
            <a:xfrm>
              <a:off x="8561323" y="2978049"/>
              <a:ext cx="674498" cy="255991"/>
            </a:xfrm>
            <a:prstGeom prst="roundRect">
              <a:avLst>
                <a:gd name="adj" fmla="val 50000"/>
              </a:avLst>
            </a:prstGeom>
            <a:solidFill>
              <a:srgbClr val="FE38A5"/>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Jane</a:t>
              </a:r>
            </a:p>
          </p:txBody>
        </p:sp>
      </p:grpSp>
      <p:sp>
        <p:nvSpPr>
          <p:cNvPr id="95" name="TextBox 94">
            <a:hlinkClick r:id="rId18" action="ppaction://hlinksldjump"/>
            <a:extLst>
              <a:ext uri="{FF2B5EF4-FFF2-40B4-BE49-F238E27FC236}">
                <a16:creationId xmlns:a16="http://schemas.microsoft.com/office/drawing/2014/main" id="{B63A87DB-35AC-9829-6A37-94D9271D20D8}"/>
              </a:ext>
            </a:extLst>
          </p:cNvPr>
          <p:cNvSpPr txBox="1"/>
          <p:nvPr/>
        </p:nvSpPr>
        <p:spPr>
          <a:xfrm>
            <a:off x="8056718" y="3108147"/>
            <a:ext cx="1233363" cy="369332"/>
          </a:xfrm>
          <a:prstGeom prst="rect">
            <a:avLst/>
          </a:prstGeom>
          <a:solidFill>
            <a:schemeClr val="bg1"/>
          </a:solidFill>
          <a:ln w="25400">
            <a:solidFill>
              <a:schemeClr val="accent5"/>
            </a:solidFill>
          </a:ln>
        </p:spPr>
        <p:txBody>
          <a:bodyPr wrap="square" rtlCol="0">
            <a:spAutoFit/>
          </a:bodyPr>
          <a:lstStyle/>
          <a:p>
            <a:pPr algn="just"/>
            <a:r>
              <a:rPr lang="en-US" b="1" dirty="0">
                <a:solidFill>
                  <a:srgbClr val="000000"/>
                </a:solidFill>
                <a:latin typeface="Arial" panose="020B0604020202020204" pitchFamily="34" charset="0"/>
                <a:cs typeface="Arial" panose="020B0604020202020204" pitchFamily="34" charset="0"/>
              </a:rPr>
              <a:t>Continue</a:t>
            </a:r>
            <a:endParaRPr lang="en-US" sz="1600" dirty="0">
              <a:solidFill>
                <a:srgbClr val="000000"/>
              </a:solidFill>
              <a:latin typeface="Arial" panose="020B0604020202020204" pitchFamily="34" charset="0"/>
              <a:cs typeface="Arial" panose="020B0604020202020204" pitchFamily="34" charset="0"/>
            </a:endParaRPr>
          </a:p>
        </p:txBody>
      </p:sp>
      <p:pic>
        <p:nvPicPr>
          <p:cNvPr id="96" name="Picture 95">
            <a:extLst>
              <a:ext uri="{FF2B5EF4-FFF2-40B4-BE49-F238E27FC236}">
                <a16:creationId xmlns:a16="http://schemas.microsoft.com/office/drawing/2014/main" id="{AA16FB8A-6CE2-138B-899B-85EC3E5E3154}"/>
              </a:ext>
            </a:extLst>
          </p:cNvPr>
          <p:cNvPicPr>
            <a:picLocks noChangeAspect="1"/>
          </p:cNvPicPr>
          <p:nvPr/>
        </p:nvPicPr>
        <p:blipFill>
          <a:blip r:embed="rId14"/>
          <a:stretch>
            <a:fillRect/>
          </a:stretch>
        </p:blipFill>
        <p:spPr>
          <a:xfrm>
            <a:off x="7805864" y="2730501"/>
            <a:ext cx="555159" cy="555159"/>
          </a:xfrm>
          <a:prstGeom prst="rect">
            <a:avLst/>
          </a:prstGeom>
        </p:spPr>
      </p:pic>
      <p:pic>
        <p:nvPicPr>
          <p:cNvPr id="94" name="Picture 93" descr="A yellow hand pointing up&#10;&#10;AI-generated content may be incorrect.">
            <a:extLst>
              <a:ext uri="{FF2B5EF4-FFF2-40B4-BE49-F238E27FC236}">
                <a16:creationId xmlns:a16="http://schemas.microsoft.com/office/drawing/2014/main" id="{F54EA78F-C5D3-9F24-49E8-1C40780F2C0E}"/>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103153" y="3243839"/>
            <a:ext cx="663866" cy="663866"/>
          </a:xfrm>
          <a:prstGeom prst="rect">
            <a:avLst/>
          </a:prstGeom>
        </p:spPr>
      </p:pic>
      <p:pic>
        <p:nvPicPr>
          <p:cNvPr id="97" name="Picture 96">
            <a:extLst>
              <a:ext uri="{FF2B5EF4-FFF2-40B4-BE49-F238E27FC236}">
                <a16:creationId xmlns:a16="http://schemas.microsoft.com/office/drawing/2014/main" id="{764F9F1A-F2F0-C107-16CD-5B981A2A7B77}"/>
              </a:ext>
            </a:extLst>
          </p:cNvPr>
          <p:cNvPicPr>
            <a:picLocks noChangeAspect="1"/>
          </p:cNvPicPr>
          <p:nvPr/>
        </p:nvPicPr>
        <p:blipFill>
          <a:blip r:embed="rId19"/>
          <a:stretch>
            <a:fillRect/>
          </a:stretch>
        </p:blipFill>
        <p:spPr>
          <a:xfrm>
            <a:off x="6525917" y="5748501"/>
            <a:ext cx="454361" cy="454361"/>
          </a:xfrm>
          <a:prstGeom prst="rect">
            <a:avLst/>
          </a:prstGeom>
        </p:spPr>
      </p:pic>
    </p:spTree>
    <p:extLst>
      <p:ext uri="{BB962C8B-B14F-4D97-AF65-F5344CB8AC3E}">
        <p14:creationId xmlns:p14="http://schemas.microsoft.com/office/powerpoint/2010/main" val="3354201987"/>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500"/>
                            </p:stCondLst>
                            <p:childTnLst>
                              <p:par>
                                <p:cTn id="8" presetID="32" presetClass="emph" presetSubtype="0" fill="hold" nodeType="afterEffect">
                                  <p:stCondLst>
                                    <p:cond delay="0"/>
                                  </p:stCondLst>
                                  <p:childTnLst>
                                    <p:animRot by="120000">
                                      <p:cBhvr>
                                        <p:cTn id="9" dur="100" fill="hold">
                                          <p:stCondLst>
                                            <p:cond delay="0"/>
                                          </p:stCondLst>
                                        </p:cTn>
                                        <p:tgtEl>
                                          <p:spTgt spid="4"/>
                                        </p:tgtEl>
                                        <p:attrNameLst>
                                          <p:attrName>r</p:attrName>
                                        </p:attrNameLst>
                                      </p:cBhvr>
                                    </p:animRot>
                                    <p:animRot by="-240000">
                                      <p:cBhvr>
                                        <p:cTn id="10" dur="200" fill="hold">
                                          <p:stCondLst>
                                            <p:cond delay="200"/>
                                          </p:stCondLst>
                                        </p:cTn>
                                        <p:tgtEl>
                                          <p:spTgt spid="4"/>
                                        </p:tgtEl>
                                        <p:attrNameLst>
                                          <p:attrName>r</p:attrName>
                                        </p:attrNameLst>
                                      </p:cBhvr>
                                    </p:animRot>
                                    <p:animRot by="240000">
                                      <p:cBhvr>
                                        <p:cTn id="11" dur="200" fill="hold">
                                          <p:stCondLst>
                                            <p:cond delay="400"/>
                                          </p:stCondLst>
                                        </p:cTn>
                                        <p:tgtEl>
                                          <p:spTgt spid="4"/>
                                        </p:tgtEl>
                                        <p:attrNameLst>
                                          <p:attrName>r</p:attrName>
                                        </p:attrNameLst>
                                      </p:cBhvr>
                                    </p:animRot>
                                    <p:animRot by="-240000">
                                      <p:cBhvr>
                                        <p:cTn id="12" dur="200" fill="hold">
                                          <p:stCondLst>
                                            <p:cond delay="600"/>
                                          </p:stCondLst>
                                        </p:cTn>
                                        <p:tgtEl>
                                          <p:spTgt spid="4"/>
                                        </p:tgtEl>
                                        <p:attrNameLst>
                                          <p:attrName>r</p:attrName>
                                        </p:attrNameLst>
                                      </p:cBhvr>
                                    </p:animRot>
                                    <p:animRot by="120000">
                                      <p:cBhvr>
                                        <p:cTn id="13" dur="200" fill="hold">
                                          <p:stCondLst>
                                            <p:cond delay="800"/>
                                          </p:stCondLst>
                                        </p:cTn>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4" restart="whenNotActive" fill="hold" evtFilter="cancelBubble" nodeType="interactiveSeq">
                <p:stCondLst>
                  <p:cond evt="onClick" delay="0">
                    <p:tgtEl>
                      <p:spTgt spid="80"/>
                    </p:tgtEl>
                  </p:cond>
                </p:stCondLst>
                <p:endSync evt="end" delay="0">
                  <p:rtn val="all"/>
                </p:endSync>
                <p:childTnLst>
                  <p:par>
                    <p:cTn id="15" fill="hold">
                      <p:stCondLst>
                        <p:cond delay="0"/>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4"/>
                                        </p:tgtEl>
                                        <p:attrNameLst>
                                          <p:attrName>style.visibility</p:attrName>
                                        </p:attrNameLst>
                                      </p:cBhvr>
                                      <p:to>
                                        <p:strVal val="hidden"/>
                                      </p:to>
                                    </p:set>
                                  </p:childTnLst>
                                </p:cTn>
                              </p:par>
                              <p:par>
                                <p:cTn id="19" presetID="42" presetClass="entr" presetSubtype="0" fill="hold" nodeType="withEffect">
                                  <p:stCondLst>
                                    <p:cond delay="0"/>
                                  </p:stCondLst>
                                  <p:childTnLst>
                                    <p:set>
                                      <p:cBhvr>
                                        <p:cTn id="20" dur="1" fill="hold">
                                          <p:stCondLst>
                                            <p:cond delay="0"/>
                                          </p:stCondLst>
                                        </p:cTn>
                                        <p:tgtEl>
                                          <p:spTgt spid="91"/>
                                        </p:tgtEl>
                                        <p:attrNameLst>
                                          <p:attrName>style.visibility</p:attrName>
                                        </p:attrNameLst>
                                      </p:cBhvr>
                                      <p:to>
                                        <p:strVal val="visible"/>
                                      </p:to>
                                    </p:set>
                                    <p:animEffect transition="in" filter="fade">
                                      <p:cBhvr>
                                        <p:cTn id="21" dur="1000"/>
                                        <p:tgtEl>
                                          <p:spTgt spid="91"/>
                                        </p:tgtEl>
                                      </p:cBhvr>
                                    </p:animEffect>
                                    <p:anim calcmode="lin" valueType="num">
                                      <p:cBhvr>
                                        <p:cTn id="22" dur="1000" fill="hold"/>
                                        <p:tgtEl>
                                          <p:spTgt spid="91"/>
                                        </p:tgtEl>
                                        <p:attrNameLst>
                                          <p:attrName>ppt_x</p:attrName>
                                        </p:attrNameLst>
                                      </p:cBhvr>
                                      <p:tavLst>
                                        <p:tav tm="0">
                                          <p:val>
                                            <p:strVal val="#ppt_x"/>
                                          </p:val>
                                        </p:tav>
                                        <p:tav tm="100000">
                                          <p:val>
                                            <p:strVal val="#ppt_x"/>
                                          </p:val>
                                        </p:tav>
                                      </p:tavLst>
                                    </p:anim>
                                    <p:anim calcmode="lin" valueType="num">
                                      <p:cBhvr>
                                        <p:cTn id="23" dur="1000" fill="hold"/>
                                        <p:tgtEl>
                                          <p:spTgt spid="91"/>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93"/>
                                        </p:tgtEl>
                                        <p:attrNameLst>
                                          <p:attrName>style.visibility</p:attrName>
                                        </p:attrNameLst>
                                      </p:cBhvr>
                                      <p:to>
                                        <p:strVal val="visible"/>
                                      </p:to>
                                    </p:set>
                                    <p:animEffect transition="in" filter="fade">
                                      <p:cBhvr>
                                        <p:cTn id="26" dur="1000"/>
                                        <p:tgtEl>
                                          <p:spTgt spid="93"/>
                                        </p:tgtEl>
                                      </p:cBhvr>
                                    </p:animEffect>
                                    <p:anim calcmode="lin" valueType="num">
                                      <p:cBhvr>
                                        <p:cTn id="27" dur="1000" fill="hold"/>
                                        <p:tgtEl>
                                          <p:spTgt spid="93"/>
                                        </p:tgtEl>
                                        <p:attrNameLst>
                                          <p:attrName>ppt_x</p:attrName>
                                        </p:attrNameLst>
                                      </p:cBhvr>
                                      <p:tavLst>
                                        <p:tav tm="0">
                                          <p:val>
                                            <p:strVal val="#ppt_x"/>
                                          </p:val>
                                        </p:tav>
                                        <p:tav tm="100000">
                                          <p:val>
                                            <p:strVal val="#ppt_x"/>
                                          </p:val>
                                        </p:tav>
                                      </p:tavLst>
                                    </p:anim>
                                    <p:anim calcmode="lin" valueType="num">
                                      <p:cBhvr>
                                        <p:cTn id="28" dur="1000" fill="hold"/>
                                        <p:tgtEl>
                                          <p:spTgt spid="93"/>
                                        </p:tgtEl>
                                        <p:attrNameLst>
                                          <p:attrName>ppt_y</p:attrName>
                                        </p:attrNameLst>
                                      </p:cBhvr>
                                      <p:tavLst>
                                        <p:tav tm="0">
                                          <p:val>
                                            <p:strVal val="#ppt_y+.1"/>
                                          </p:val>
                                        </p:tav>
                                        <p:tav tm="100000">
                                          <p:val>
                                            <p:strVal val="#ppt_y"/>
                                          </p:val>
                                        </p:tav>
                                      </p:tavLst>
                                    </p:anim>
                                  </p:childTnLst>
                                </p:cTn>
                              </p:par>
                            </p:childTnLst>
                          </p:cTn>
                        </p:par>
                        <p:par>
                          <p:cTn id="29" fill="hold">
                            <p:stCondLst>
                              <p:cond delay="1000"/>
                            </p:stCondLst>
                            <p:childTnLst>
                              <p:par>
                                <p:cTn id="30" presetID="1" presetClass="entr" presetSubtype="0" fill="hold" nodeType="afterEffect">
                                  <p:stCondLst>
                                    <p:cond delay="500"/>
                                  </p:stCondLst>
                                  <p:childTnLst>
                                    <p:set>
                                      <p:cBhvr>
                                        <p:cTn id="31" dur="1" fill="hold">
                                          <p:stCondLst>
                                            <p:cond delay="0"/>
                                          </p:stCondLst>
                                        </p:cTn>
                                        <p:tgtEl>
                                          <p:spTgt spid="96"/>
                                        </p:tgtEl>
                                        <p:attrNameLst>
                                          <p:attrName>style.visibility</p:attrName>
                                        </p:attrNameLst>
                                      </p:cBhvr>
                                      <p:to>
                                        <p:strVal val="visible"/>
                                      </p:to>
                                    </p:set>
                                  </p:childTnLst>
                                </p:cTn>
                              </p:par>
                            </p:childTnLst>
                          </p:cTn>
                        </p:par>
                        <p:par>
                          <p:cTn id="32" fill="hold">
                            <p:stCondLst>
                              <p:cond delay="1500"/>
                            </p:stCondLst>
                            <p:childTnLst>
                              <p:par>
                                <p:cTn id="33" presetID="1" presetClass="entr" presetSubtype="0" fill="hold" grpId="0" nodeType="afterEffect">
                                  <p:stCondLst>
                                    <p:cond delay="0"/>
                                  </p:stCondLst>
                                  <p:childTnLst>
                                    <p:set>
                                      <p:cBhvr>
                                        <p:cTn id="34" dur="1" fill="hold">
                                          <p:stCondLst>
                                            <p:cond delay="0"/>
                                          </p:stCondLst>
                                        </p:cTn>
                                        <p:tgtEl>
                                          <p:spTgt spid="95"/>
                                        </p:tgtEl>
                                        <p:attrNameLst>
                                          <p:attrName>style.visibility</p:attrName>
                                        </p:attrNameLst>
                                      </p:cBhvr>
                                      <p:to>
                                        <p:strVal val="visible"/>
                                      </p:to>
                                    </p:set>
                                  </p:childTnLst>
                                </p:cTn>
                              </p:par>
                            </p:childTnLst>
                          </p:cTn>
                        </p:par>
                        <p:par>
                          <p:cTn id="35" fill="hold">
                            <p:stCondLst>
                              <p:cond delay="1500"/>
                            </p:stCondLst>
                            <p:childTnLst>
                              <p:par>
                                <p:cTn id="36" presetID="1" presetClass="entr" presetSubtype="0" fill="hold" nodeType="afterEffect">
                                  <p:stCondLst>
                                    <p:cond delay="0"/>
                                  </p:stCondLst>
                                  <p:childTnLst>
                                    <p:set>
                                      <p:cBhvr>
                                        <p:cTn id="37" dur="1" fill="hold">
                                          <p:stCondLst>
                                            <p:cond delay="0"/>
                                          </p:stCondLst>
                                        </p:cTn>
                                        <p:tgtEl>
                                          <p:spTgt spid="94"/>
                                        </p:tgtEl>
                                        <p:attrNameLst>
                                          <p:attrName>style.visibility</p:attrName>
                                        </p:attrNameLst>
                                      </p:cBhvr>
                                      <p:to>
                                        <p:strVal val="visible"/>
                                      </p:to>
                                    </p:set>
                                  </p:childTnLst>
                                </p:cTn>
                              </p:par>
                            </p:childTnLst>
                          </p:cTn>
                        </p:par>
                        <p:par>
                          <p:cTn id="38" fill="hold">
                            <p:stCondLst>
                              <p:cond delay="1500"/>
                            </p:stCondLst>
                            <p:childTnLst>
                              <p:par>
                                <p:cTn id="39" presetID="32" presetClass="emph" presetSubtype="0" fill="hold" nodeType="afterEffect">
                                  <p:stCondLst>
                                    <p:cond delay="0"/>
                                  </p:stCondLst>
                                  <p:childTnLst>
                                    <p:animRot by="120000">
                                      <p:cBhvr>
                                        <p:cTn id="40" dur="100" fill="hold">
                                          <p:stCondLst>
                                            <p:cond delay="0"/>
                                          </p:stCondLst>
                                        </p:cTn>
                                        <p:tgtEl>
                                          <p:spTgt spid="94"/>
                                        </p:tgtEl>
                                        <p:attrNameLst>
                                          <p:attrName>r</p:attrName>
                                        </p:attrNameLst>
                                      </p:cBhvr>
                                    </p:animRot>
                                    <p:animRot by="-240000">
                                      <p:cBhvr>
                                        <p:cTn id="41" dur="200" fill="hold">
                                          <p:stCondLst>
                                            <p:cond delay="200"/>
                                          </p:stCondLst>
                                        </p:cTn>
                                        <p:tgtEl>
                                          <p:spTgt spid="94"/>
                                        </p:tgtEl>
                                        <p:attrNameLst>
                                          <p:attrName>r</p:attrName>
                                        </p:attrNameLst>
                                      </p:cBhvr>
                                    </p:animRot>
                                    <p:animRot by="240000">
                                      <p:cBhvr>
                                        <p:cTn id="42" dur="200" fill="hold">
                                          <p:stCondLst>
                                            <p:cond delay="400"/>
                                          </p:stCondLst>
                                        </p:cTn>
                                        <p:tgtEl>
                                          <p:spTgt spid="94"/>
                                        </p:tgtEl>
                                        <p:attrNameLst>
                                          <p:attrName>r</p:attrName>
                                        </p:attrNameLst>
                                      </p:cBhvr>
                                    </p:animRot>
                                    <p:animRot by="-240000">
                                      <p:cBhvr>
                                        <p:cTn id="43" dur="200" fill="hold">
                                          <p:stCondLst>
                                            <p:cond delay="600"/>
                                          </p:stCondLst>
                                        </p:cTn>
                                        <p:tgtEl>
                                          <p:spTgt spid="94"/>
                                        </p:tgtEl>
                                        <p:attrNameLst>
                                          <p:attrName>r</p:attrName>
                                        </p:attrNameLst>
                                      </p:cBhvr>
                                    </p:animRot>
                                    <p:animRot by="120000">
                                      <p:cBhvr>
                                        <p:cTn id="44" dur="200" fill="hold">
                                          <p:stCondLst>
                                            <p:cond delay="800"/>
                                          </p:stCondLst>
                                        </p:cTn>
                                        <p:tgtEl>
                                          <p:spTgt spid="94"/>
                                        </p:tgtEl>
                                        <p:attrNameLst>
                                          <p:attrName>r</p:attrName>
                                        </p:attrNameLst>
                                      </p:cBhvr>
                                    </p:animRot>
                                  </p:childTnLst>
                                </p:cTn>
                              </p:par>
                            </p:childTnLst>
                          </p:cTn>
                        </p:par>
                      </p:childTnLst>
                    </p:cTn>
                  </p:par>
                </p:childTnLst>
              </p:cTn>
              <p:nextCondLst>
                <p:cond evt="onClick" delay="0">
                  <p:tgtEl>
                    <p:spTgt spid="80"/>
                  </p:tgtEl>
                </p:cond>
              </p:nextCondLst>
            </p:seq>
          </p:childTnLst>
        </p:cTn>
      </p:par>
    </p:tnLst>
    <p:bldLst>
      <p:bldP spid="9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05840-4F72-FE62-9ABC-4173D6D6FBAD}"/>
            </a:ext>
          </a:extLst>
        </p:cNvPr>
        <p:cNvGrpSpPr/>
        <p:nvPr/>
      </p:nvGrpSpPr>
      <p:grpSpPr>
        <a:xfrm>
          <a:off x="0" y="0"/>
          <a:ext cx="0" cy="0"/>
          <a:chOff x="0" y="0"/>
          <a:chExt cx="0" cy="0"/>
        </a:xfrm>
      </p:grpSpPr>
      <p:grpSp>
        <p:nvGrpSpPr>
          <p:cNvPr id="168" name="Group 167">
            <a:extLst>
              <a:ext uri="{FF2B5EF4-FFF2-40B4-BE49-F238E27FC236}">
                <a16:creationId xmlns:a16="http://schemas.microsoft.com/office/drawing/2014/main" id="{A983E531-9AE6-62E0-8FA6-8211DDC166C5}"/>
              </a:ext>
            </a:extLst>
          </p:cNvPr>
          <p:cNvGrpSpPr/>
          <p:nvPr/>
        </p:nvGrpSpPr>
        <p:grpSpPr>
          <a:xfrm>
            <a:off x="0" y="696239"/>
            <a:ext cx="12211718" cy="5611720"/>
            <a:chOff x="3216648" y="4211669"/>
            <a:chExt cx="5758704" cy="2646330"/>
          </a:xfrm>
        </p:grpSpPr>
        <p:sp>
          <p:nvSpPr>
            <p:cNvPr id="99" name="Rectangle 98">
              <a:extLst>
                <a:ext uri="{FF2B5EF4-FFF2-40B4-BE49-F238E27FC236}">
                  <a16:creationId xmlns:a16="http://schemas.microsoft.com/office/drawing/2014/main" id="{B4E62154-6C6D-4FEE-6087-F3EF49D80EEF}"/>
                </a:ext>
              </a:extLst>
            </p:cNvPr>
            <p:cNvSpPr/>
            <p:nvPr/>
          </p:nvSpPr>
          <p:spPr>
            <a:xfrm>
              <a:off x="3216648" y="421166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1" name="Freeform: Shape 100">
              <a:extLst>
                <a:ext uri="{FF2B5EF4-FFF2-40B4-BE49-F238E27FC236}">
                  <a16:creationId xmlns:a16="http://schemas.microsoft.com/office/drawing/2014/main" id="{2757FDFB-98A8-F4C7-8059-B25A52349B35}"/>
                </a:ext>
              </a:extLst>
            </p:cNvPr>
            <p:cNvSpPr/>
            <p:nvPr/>
          </p:nvSpPr>
          <p:spPr>
            <a:xfrm>
              <a:off x="3230991" y="423128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08" name="Picture 107">
              <a:extLst>
                <a:ext uri="{FF2B5EF4-FFF2-40B4-BE49-F238E27FC236}">
                  <a16:creationId xmlns:a16="http://schemas.microsoft.com/office/drawing/2014/main" id="{59D55FCE-C89D-3F71-8212-ECC9C30B6949}"/>
                </a:ext>
              </a:extLst>
            </p:cNvPr>
            <p:cNvPicPr>
              <a:picLocks noChangeAspect="1"/>
            </p:cNvPicPr>
            <p:nvPr/>
          </p:nvPicPr>
          <p:blipFill>
            <a:blip r:embed="rId3"/>
            <a:srcRect l="16117" r="13552"/>
            <a:stretch>
              <a:fillRect/>
            </a:stretch>
          </p:blipFill>
          <p:spPr>
            <a:xfrm>
              <a:off x="5948005" y="5268685"/>
              <a:ext cx="334895" cy="476171"/>
            </a:xfrm>
            <a:prstGeom prst="rect">
              <a:avLst/>
            </a:prstGeom>
          </p:spPr>
        </p:pic>
        <p:grpSp>
          <p:nvGrpSpPr>
            <p:cNvPr id="114" name="Group 113">
              <a:extLst>
                <a:ext uri="{FF2B5EF4-FFF2-40B4-BE49-F238E27FC236}">
                  <a16:creationId xmlns:a16="http://schemas.microsoft.com/office/drawing/2014/main" id="{B68B8AD1-BC92-3977-870B-8D280E5C7DA4}"/>
                </a:ext>
              </a:extLst>
            </p:cNvPr>
            <p:cNvGrpSpPr/>
            <p:nvPr/>
          </p:nvGrpSpPr>
          <p:grpSpPr>
            <a:xfrm>
              <a:off x="7620370" y="4729264"/>
              <a:ext cx="1014010" cy="693309"/>
              <a:chOff x="7620370" y="4729264"/>
              <a:chExt cx="1014010" cy="693309"/>
            </a:xfrm>
          </p:grpSpPr>
          <p:pic>
            <p:nvPicPr>
              <p:cNvPr id="115" name="Picture 114">
                <a:extLst>
                  <a:ext uri="{FF2B5EF4-FFF2-40B4-BE49-F238E27FC236}">
                    <a16:creationId xmlns:a16="http://schemas.microsoft.com/office/drawing/2014/main" id="{35B97586-68CE-E4CC-920A-B90F889D2F36}"/>
                  </a:ext>
                </a:extLst>
              </p:cNvPr>
              <p:cNvPicPr>
                <a:picLocks noChangeAspect="1"/>
              </p:cNvPicPr>
              <p:nvPr/>
            </p:nvPicPr>
            <p:blipFill>
              <a:blip r:embed="rId4"/>
              <a:stretch>
                <a:fillRect/>
              </a:stretch>
            </p:blipFill>
            <p:spPr>
              <a:xfrm>
                <a:off x="7884122" y="4729264"/>
                <a:ext cx="446487" cy="446487"/>
              </a:xfrm>
              <a:prstGeom prst="rect">
                <a:avLst/>
              </a:prstGeom>
            </p:spPr>
          </p:pic>
          <p:sp>
            <p:nvSpPr>
              <p:cNvPr id="116" name="TextBox 115">
                <a:extLst>
                  <a:ext uri="{FF2B5EF4-FFF2-40B4-BE49-F238E27FC236}">
                    <a16:creationId xmlns:a16="http://schemas.microsoft.com/office/drawing/2014/main" id="{B488721B-5808-BCBC-F127-F31037FE092E}"/>
                  </a:ext>
                </a:extLst>
              </p:cNvPr>
              <p:cNvSpPr txBox="1"/>
              <p:nvPr/>
            </p:nvSpPr>
            <p:spPr>
              <a:xfrm>
                <a:off x="7620370" y="5114796"/>
                <a:ext cx="1014010" cy="307777"/>
              </a:xfrm>
              <a:prstGeom prst="rect">
                <a:avLst/>
              </a:prstGeom>
              <a:noFill/>
              <a:ln>
                <a:noFill/>
              </a:ln>
            </p:spPr>
            <p:txBody>
              <a:bodyPr wrap="square" rtlCol="0">
                <a:spAutoFit/>
              </a:bodyPr>
              <a:lstStyle/>
              <a:p>
                <a:pPr algn="ctr"/>
                <a:r>
                  <a:rPr lang="en-SG" sz="1400" b="1" dirty="0">
                    <a:solidFill>
                      <a:schemeClr val="tx2"/>
                    </a:solidFill>
                    <a:latin typeface="+mn-lt"/>
                  </a:rPr>
                  <a:t>Entrance</a:t>
                </a:r>
              </a:p>
            </p:txBody>
          </p:sp>
        </p:grpSp>
        <p:sp>
          <p:nvSpPr>
            <p:cNvPr id="117" name="Rectangle: Rounded Corners 116">
              <a:extLst>
                <a:ext uri="{FF2B5EF4-FFF2-40B4-BE49-F238E27FC236}">
                  <a16:creationId xmlns:a16="http://schemas.microsoft.com/office/drawing/2014/main" id="{518B2416-783F-42E7-F0A0-9118AAD4AEE0}"/>
                </a:ext>
              </a:extLst>
            </p:cNvPr>
            <p:cNvSpPr/>
            <p:nvPr/>
          </p:nvSpPr>
          <p:spPr>
            <a:xfrm>
              <a:off x="5478219" y="4975182"/>
              <a:ext cx="1274465" cy="292399"/>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You Are Here</a:t>
              </a:r>
            </a:p>
          </p:txBody>
        </p:sp>
      </p:grpSp>
      <p:sp>
        <p:nvSpPr>
          <p:cNvPr id="2" name="TextBox 1">
            <a:extLst>
              <a:ext uri="{FF2B5EF4-FFF2-40B4-BE49-F238E27FC236}">
                <a16:creationId xmlns:a16="http://schemas.microsoft.com/office/drawing/2014/main" id="{697C192F-4405-C332-4E2D-4E1527BD73A6}"/>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17" name="Rectangle 16">
            <a:extLst>
              <a:ext uri="{FF2B5EF4-FFF2-40B4-BE49-F238E27FC236}">
                <a16:creationId xmlns:a16="http://schemas.microsoft.com/office/drawing/2014/main" id="{91101561-22DD-622B-0F74-1EA22F2AE743}"/>
              </a:ext>
            </a:extLst>
          </p:cNvPr>
          <p:cNvSpPr/>
          <p:nvPr/>
        </p:nvSpPr>
        <p:spPr>
          <a:xfrm>
            <a:off x="8802915" y="696240"/>
            <a:ext cx="3389086" cy="15704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solidFill>
                  <a:schemeClr val="bg1">
                    <a:lumMod val="65000"/>
                  </a:schemeClr>
                </a:solidFill>
              </a:rPr>
              <a:t>Add a destination!</a:t>
            </a:r>
          </a:p>
        </p:txBody>
      </p:sp>
      <p:sp>
        <p:nvSpPr>
          <p:cNvPr id="18" name="Rectangle 17">
            <a:extLst>
              <a:ext uri="{FF2B5EF4-FFF2-40B4-BE49-F238E27FC236}">
                <a16:creationId xmlns:a16="http://schemas.microsoft.com/office/drawing/2014/main" id="{3A6AEE3E-F5A2-EA41-CAB1-E684815CE324}"/>
              </a:ext>
            </a:extLst>
          </p:cNvPr>
          <p:cNvSpPr/>
          <p:nvPr/>
        </p:nvSpPr>
        <p:spPr>
          <a:xfrm>
            <a:off x="10742486" y="696239"/>
            <a:ext cx="1449514" cy="459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44" name="TextBox 143">
            <a:extLst>
              <a:ext uri="{FF2B5EF4-FFF2-40B4-BE49-F238E27FC236}">
                <a16:creationId xmlns:a16="http://schemas.microsoft.com/office/drawing/2014/main" id="{1F076E0C-091C-E85A-EB60-63FCA6600699}"/>
              </a:ext>
            </a:extLst>
          </p:cNvPr>
          <p:cNvSpPr txBox="1"/>
          <p:nvPr/>
        </p:nvSpPr>
        <p:spPr>
          <a:xfrm>
            <a:off x="8802914" y="734547"/>
            <a:ext cx="1121512" cy="461665"/>
          </a:xfrm>
          <a:prstGeom prst="rect">
            <a:avLst/>
          </a:prstGeom>
          <a:noFill/>
        </p:spPr>
        <p:txBody>
          <a:bodyPr wrap="square" rtlCol="0">
            <a:spAutoFit/>
          </a:bodyPr>
          <a:lstStyle/>
          <a:p>
            <a:r>
              <a:rPr lang="en-SG" sz="2400" b="1" dirty="0"/>
              <a:t>Plan 1</a:t>
            </a:r>
          </a:p>
        </p:txBody>
      </p:sp>
      <p:sp>
        <p:nvSpPr>
          <p:cNvPr id="146" name="Rectangle 145">
            <a:extLst>
              <a:ext uri="{FF2B5EF4-FFF2-40B4-BE49-F238E27FC236}">
                <a16:creationId xmlns:a16="http://schemas.microsoft.com/office/drawing/2014/main" id="{7C42CA53-9A5E-D913-2D00-65877CAB545D}"/>
              </a:ext>
            </a:extLst>
          </p:cNvPr>
          <p:cNvSpPr/>
          <p:nvPr/>
        </p:nvSpPr>
        <p:spPr>
          <a:xfrm>
            <a:off x="11168743" y="1890871"/>
            <a:ext cx="1023257" cy="375779"/>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SG" b="1" spc="0" dirty="0">
                <a:solidFill>
                  <a:schemeClr val="tx1"/>
                </a:solidFill>
                <a:latin typeface="+mj-lt"/>
              </a:rPr>
              <a:t>Confirm</a:t>
            </a:r>
            <a:endParaRPr lang="en-SG" sz="2000" b="1" spc="0" dirty="0">
              <a:solidFill>
                <a:schemeClr val="tx1"/>
              </a:solidFill>
              <a:latin typeface="+mj-lt"/>
            </a:endParaRPr>
          </a:p>
        </p:txBody>
      </p:sp>
      <p:grpSp>
        <p:nvGrpSpPr>
          <p:cNvPr id="152" name="Group 151">
            <a:extLst>
              <a:ext uri="{FF2B5EF4-FFF2-40B4-BE49-F238E27FC236}">
                <a16:creationId xmlns:a16="http://schemas.microsoft.com/office/drawing/2014/main" id="{0A871641-5DBD-EED3-B40C-16773DA1CF75}"/>
              </a:ext>
            </a:extLst>
          </p:cNvPr>
          <p:cNvGrpSpPr/>
          <p:nvPr/>
        </p:nvGrpSpPr>
        <p:grpSpPr>
          <a:xfrm>
            <a:off x="10345280" y="2114473"/>
            <a:ext cx="304354" cy="304354"/>
            <a:chOff x="5097805" y="3334561"/>
            <a:chExt cx="188877" cy="188877"/>
          </a:xfrm>
        </p:grpSpPr>
        <p:sp>
          <p:nvSpPr>
            <p:cNvPr id="153" name="Oval 152">
              <a:extLst>
                <a:ext uri="{FF2B5EF4-FFF2-40B4-BE49-F238E27FC236}">
                  <a16:creationId xmlns:a16="http://schemas.microsoft.com/office/drawing/2014/main" id="{36C252D1-5192-E958-F27F-0AD2F7B5C076}"/>
                </a:ext>
              </a:extLst>
            </p:cNvPr>
            <p:cNvSpPr/>
            <p:nvPr/>
          </p:nvSpPr>
          <p:spPr>
            <a:xfrm>
              <a:off x="5097805" y="3334561"/>
              <a:ext cx="188877" cy="18887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54" name="Plus Sign 153">
              <a:extLst>
                <a:ext uri="{FF2B5EF4-FFF2-40B4-BE49-F238E27FC236}">
                  <a16:creationId xmlns:a16="http://schemas.microsoft.com/office/drawing/2014/main" id="{10631D1D-7F83-BA3E-3551-8BA05221B7C1}"/>
                </a:ext>
              </a:extLst>
            </p:cNvPr>
            <p:cNvSpPr/>
            <p:nvPr/>
          </p:nvSpPr>
          <p:spPr>
            <a:xfrm>
              <a:off x="5126715" y="3362860"/>
              <a:ext cx="131055" cy="131055"/>
            </a:xfrm>
            <a:prstGeom prst="mathPlus">
              <a:avLst>
                <a:gd name="adj1" fmla="val 210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grpSp>
        <p:nvGrpSpPr>
          <p:cNvPr id="3" name="Group 2">
            <a:extLst>
              <a:ext uri="{FF2B5EF4-FFF2-40B4-BE49-F238E27FC236}">
                <a16:creationId xmlns:a16="http://schemas.microsoft.com/office/drawing/2014/main" id="{608C5C73-FACC-65A7-BC89-80F0491F7DD8}"/>
              </a:ext>
            </a:extLst>
          </p:cNvPr>
          <p:cNvGrpSpPr/>
          <p:nvPr/>
        </p:nvGrpSpPr>
        <p:grpSpPr>
          <a:xfrm>
            <a:off x="53496" y="6455931"/>
            <a:ext cx="2887824" cy="402070"/>
            <a:chOff x="53496" y="6455931"/>
            <a:chExt cx="2887824" cy="402070"/>
          </a:xfrm>
        </p:grpSpPr>
        <p:grpSp>
          <p:nvGrpSpPr>
            <p:cNvPr id="100" name="Group 99">
              <a:extLst>
                <a:ext uri="{FF2B5EF4-FFF2-40B4-BE49-F238E27FC236}">
                  <a16:creationId xmlns:a16="http://schemas.microsoft.com/office/drawing/2014/main" id="{8DE8FF9D-6763-ECEB-97D8-76FE2F478B93}"/>
                </a:ext>
              </a:extLst>
            </p:cNvPr>
            <p:cNvGrpSpPr/>
            <p:nvPr/>
          </p:nvGrpSpPr>
          <p:grpSpPr>
            <a:xfrm>
              <a:off x="53496" y="6455931"/>
              <a:ext cx="2887824" cy="402070"/>
              <a:chOff x="107022" y="932757"/>
              <a:chExt cx="1159349" cy="267392"/>
            </a:xfrm>
          </p:grpSpPr>
          <p:sp>
            <p:nvSpPr>
              <p:cNvPr id="43" name="Freeform: Shape 42">
                <a:extLst>
                  <a:ext uri="{FF2B5EF4-FFF2-40B4-BE49-F238E27FC236}">
                    <a16:creationId xmlns:a16="http://schemas.microsoft.com/office/drawing/2014/main" id="{B019E96A-735E-2690-4374-77453444DF1A}"/>
                  </a:ext>
                </a:extLst>
              </p:cNvPr>
              <p:cNvSpPr/>
              <p:nvPr/>
            </p:nvSpPr>
            <p:spPr>
              <a:xfrm>
                <a:off x="107022" y="932757"/>
                <a:ext cx="1159349" cy="267392"/>
              </a:xfrm>
              <a:custGeom>
                <a:avLst/>
                <a:gdLst>
                  <a:gd name="connsiteX0" fmla="*/ 131009 w 1748971"/>
                  <a:gd name="connsiteY0" fmla="*/ 0 h 414035"/>
                  <a:gd name="connsiteX1" fmla="*/ 1617962 w 1748971"/>
                  <a:gd name="connsiteY1" fmla="*/ 0 h 414035"/>
                  <a:gd name="connsiteX2" fmla="*/ 1748971 w 1748971"/>
                  <a:gd name="connsiteY2" fmla="*/ 131009 h 414035"/>
                  <a:gd name="connsiteX3" fmla="*/ 1748971 w 1748971"/>
                  <a:gd name="connsiteY3" fmla="*/ 414035 h 414035"/>
                  <a:gd name="connsiteX4" fmla="*/ 0 w 1748971"/>
                  <a:gd name="connsiteY4" fmla="*/ 414035 h 414035"/>
                  <a:gd name="connsiteX5" fmla="*/ 0 w 1748971"/>
                  <a:gd name="connsiteY5" fmla="*/ 131009 h 414035"/>
                  <a:gd name="connsiteX6" fmla="*/ 131009 w 1748971"/>
                  <a:gd name="connsiteY6" fmla="*/ 0 h 414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8971" h="414035">
                    <a:moveTo>
                      <a:pt x="131009" y="0"/>
                    </a:moveTo>
                    <a:lnTo>
                      <a:pt x="1617962" y="0"/>
                    </a:lnTo>
                    <a:cubicBezTo>
                      <a:pt x="1690316" y="0"/>
                      <a:pt x="1748971" y="58655"/>
                      <a:pt x="1748971" y="131009"/>
                    </a:cubicBezTo>
                    <a:lnTo>
                      <a:pt x="1748971" y="414035"/>
                    </a:lnTo>
                    <a:lnTo>
                      <a:pt x="0" y="414035"/>
                    </a:lnTo>
                    <a:lnTo>
                      <a:pt x="0" y="131009"/>
                    </a:lnTo>
                    <a:cubicBezTo>
                      <a:pt x="0" y="58655"/>
                      <a:pt x="58655" y="0"/>
                      <a:pt x="131009" y="0"/>
                    </a:cubicBez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SG" dirty="0"/>
              </a:p>
            </p:txBody>
          </p:sp>
          <p:sp>
            <p:nvSpPr>
              <p:cNvPr id="44" name="TextBox 43">
                <a:extLst>
                  <a:ext uri="{FF2B5EF4-FFF2-40B4-BE49-F238E27FC236}">
                    <a16:creationId xmlns:a16="http://schemas.microsoft.com/office/drawing/2014/main" id="{5C47FE23-13AF-E4AC-16A0-8034FAE8B449}"/>
                  </a:ext>
                </a:extLst>
              </p:cNvPr>
              <p:cNvSpPr txBox="1"/>
              <p:nvPr/>
            </p:nvSpPr>
            <p:spPr>
              <a:xfrm>
                <a:off x="184953" y="950200"/>
                <a:ext cx="1003487" cy="225151"/>
              </a:xfrm>
              <a:prstGeom prst="rect">
                <a:avLst/>
              </a:prstGeom>
              <a:noFill/>
            </p:spPr>
            <p:txBody>
              <a:bodyPr wrap="square" rtlCol="0">
                <a:spAutoFit/>
              </a:bodyPr>
              <a:lstStyle/>
              <a:p>
                <a:pPr algn="ctr"/>
                <a:r>
                  <a:rPr lang="en-SG" sz="1600" b="1" dirty="0"/>
                  <a:t>Park-wide Filters</a:t>
                </a:r>
                <a:endParaRPr lang="en-SG" sz="2000" b="1" dirty="0"/>
              </a:p>
            </p:txBody>
          </p:sp>
        </p:grpSp>
        <p:pic>
          <p:nvPicPr>
            <p:cNvPr id="193" name="Picture 192" descr="A blue arrow pointing to the left&#10;&#10;AI-generated content may be incorrect.">
              <a:extLst>
                <a:ext uri="{FF2B5EF4-FFF2-40B4-BE49-F238E27FC236}">
                  <a16:creationId xmlns:a16="http://schemas.microsoft.com/office/drawing/2014/main" id="{E682B308-C3CF-96C5-5340-D087F983E9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2620909" y="6549677"/>
              <a:ext cx="177977" cy="223406"/>
            </a:xfrm>
            <a:prstGeom prst="rect">
              <a:avLst/>
            </a:prstGeom>
          </p:spPr>
        </p:pic>
        <p:pic>
          <p:nvPicPr>
            <p:cNvPr id="194" name="Picture 193" descr="A blue arrow pointing to the left&#10;&#10;AI-generated content may be incorrect.">
              <a:extLst>
                <a:ext uri="{FF2B5EF4-FFF2-40B4-BE49-F238E27FC236}">
                  <a16:creationId xmlns:a16="http://schemas.microsoft.com/office/drawing/2014/main" id="{99ED1285-D494-C887-1A5C-375AD76784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95928" y="6549676"/>
              <a:ext cx="177977" cy="223406"/>
            </a:xfrm>
            <a:prstGeom prst="rect">
              <a:avLst/>
            </a:prstGeom>
          </p:spPr>
        </p:pic>
      </p:grpSp>
      <p:grpSp>
        <p:nvGrpSpPr>
          <p:cNvPr id="24" name="Group 23">
            <a:extLst>
              <a:ext uri="{FF2B5EF4-FFF2-40B4-BE49-F238E27FC236}">
                <a16:creationId xmlns:a16="http://schemas.microsoft.com/office/drawing/2014/main" id="{83918DEE-9081-FFD2-139C-1D860CC58BBF}"/>
              </a:ext>
            </a:extLst>
          </p:cNvPr>
          <p:cNvGrpSpPr/>
          <p:nvPr/>
        </p:nvGrpSpPr>
        <p:grpSpPr>
          <a:xfrm>
            <a:off x="9128154" y="5213782"/>
            <a:ext cx="3032154" cy="1639075"/>
            <a:chOff x="6086425" y="5218925"/>
            <a:chExt cx="3032154" cy="1639075"/>
          </a:xfrm>
        </p:grpSpPr>
        <p:sp>
          <p:nvSpPr>
            <p:cNvPr id="25" name="Rectangle 24">
              <a:extLst>
                <a:ext uri="{FF2B5EF4-FFF2-40B4-BE49-F238E27FC236}">
                  <a16:creationId xmlns:a16="http://schemas.microsoft.com/office/drawing/2014/main" id="{1E9EC14B-2B73-0EA2-135E-2CC0D2E33AE5}"/>
                </a:ext>
              </a:extLst>
            </p:cNvPr>
            <p:cNvSpPr/>
            <p:nvPr/>
          </p:nvSpPr>
          <p:spPr>
            <a:xfrm>
              <a:off x="6086425" y="5218925"/>
              <a:ext cx="3032154" cy="1639075"/>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Rectangle 25">
              <a:extLst>
                <a:ext uri="{FF2B5EF4-FFF2-40B4-BE49-F238E27FC236}">
                  <a16:creationId xmlns:a16="http://schemas.microsoft.com/office/drawing/2014/main" id="{6D03B376-A01F-36AF-7646-A15577969D3E}"/>
                </a:ext>
              </a:extLst>
            </p:cNvPr>
            <p:cNvSpPr/>
            <p:nvPr/>
          </p:nvSpPr>
          <p:spPr>
            <a:xfrm>
              <a:off x="6086425" y="5218925"/>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Shows</a:t>
              </a:r>
              <a:endParaRPr lang="en-SG" sz="2400" b="1" dirty="0">
                <a:solidFill>
                  <a:schemeClr val="tx1"/>
                </a:solidFill>
                <a:latin typeface="+mj-lt"/>
              </a:endParaRPr>
            </a:p>
          </p:txBody>
        </p:sp>
      </p:grpSp>
      <p:grpSp>
        <p:nvGrpSpPr>
          <p:cNvPr id="33" name="Group 32">
            <a:extLst>
              <a:ext uri="{FF2B5EF4-FFF2-40B4-BE49-F238E27FC236}">
                <a16:creationId xmlns:a16="http://schemas.microsoft.com/office/drawing/2014/main" id="{46C95221-0472-40BC-BAF2-8937E410A234}"/>
              </a:ext>
            </a:extLst>
          </p:cNvPr>
          <p:cNvGrpSpPr/>
          <p:nvPr/>
        </p:nvGrpSpPr>
        <p:grpSpPr>
          <a:xfrm>
            <a:off x="3059293" y="4099187"/>
            <a:ext cx="3032154" cy="2753670"/>
            <a:chOff x="3063846" y="3701938"/>
            <a:chExt cx="3032154" cy="2753670"/>
          </a:xfrm>
        </p:grpSpPr>
        <p:grpSp>
          <p:nvGrpSpPr>
            <p:cNvPr id="21" name="Group 20">
              <a:extLst>
                <a:ext uri="{FF2B5EF4-FFF2-40B4-BE49-F238E27FC236}">
                  <a16:creationId xmlns:a16="http://schemas.microsoft.com/office/drawing/2014/main" id="{FEBE4E98-844E-36F2-F2CC-8AA3F2DABDB5}"/>
                </a:ext>
              </a:extLst>
            </p:cNvPr>
            <p:cNvGrpSpPr/>
            <p:nvPr/>
          </p:nvGrpSpPr>
          <p:grpSpPr>
            <a:xfrm>
              <a:off x="3063846" y="3701938"/>
              <a:ext cx="3032154" cy="2753670"/>
              <a:chOff x="0" y="4104330"/>
              <a:chExt cx="3032154" cy="2753670"/>
            </a:xfrm>
          </p:grpSpPr>
          <p:sp>
            <p:nvSpPr>
              <p:cNvPr id="22" name="Rectangle 21">
                <a:extLst>
                  <a:ext uri="{FF2B5EF4-FFF2-40B4-BE49-F238E27FC236}">
                    <a16:creationId xmlns:a16="http://schemas.microsoft.com/office/drawing/2014/main" id="{E47E09DC-F60F-94B7-9A30-83ADF13F074D}"/>
                  </a:ext>
                </a:extLst>
              </p:cNvPr>
              <p:cNvSpPr/>
              <p:nvPr/>
            </p:nvSpPr>
            <p:spPr>
              <a:xfrm>
                <a:off x="0" y="4104330"/>
                <a:ext cx="3032154" cy="2753670"/>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3" name="Rectangle 22">
                <a:extLst>
                  <a:ext uri="{FF2B5EF4-FFF2-40B4-BE49-F238E27FC236}">
                    <a16:creationId xmlns:a16="http://schemas.microsoft.com/office/drawing/2014/main" id="{8342859F-4382-BDE0-E753-00F779FE5934}"/>
                  </a:ext>
                </a:extLst>
              </p:cNvPr>
              <p:cNvSpPr/>
              <p:nvPr/>
            </p:nvSpPr>
            <p:spPr>
              <a:xfrm>
                <a:off x="0" y="4108267"/>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Rides</a:t>
                </a:r>
                <a:endParaRPr lang="en-SG" sz="2400" b="1" dirty="0">
                  <a:solidFill>
                    <a:schemeClr val="tx1"/>
                  </a:solidFill>
                  <a:latin typeface="+mj-lt"/>
                </a:endParaRPr>
              </a:p>
            </p:txBody>
          </p:sp>
        </p:grpSp>
        <p:grpSp>
          <p:nvGrpSpPr>
            <p:cNvPr id="30" name="Group 29">
              <a:extLst>
                <a:ext uri="{FF2B5EF4-FFF2-40B4-BE49-F238E27FC236}">
                  <a16:creationId xmlns:a16="http://schemas.microsoft.com/office/drawing/2014/main" id="{D0E41485-0394-6E87-A61A-390AC5041DD2}"/>
                </a:ext>
              </a:extLst>
            </p:cNvPr>
            <p:cNvGrpSpPr/>
            <p:nvPr/>
          </p:nvGrpSpPr>
          <p:grpSpPr>
            <a:xfrm>
              <a:off x="5714080" y="3750737"/>
              <a:ext cx="223406" cy="301925"/>
              <a:chOff x="5714080" y="6513889"/>
              <a:chExt cx="223406" cy="301925"/>
            </a:xfrm>
          </p:grpSpPr>
          <p:pic>
            <p:nvPicPr>
              <p:cNvPr id="31" name="Picture 30" descr="A blue arrow pointing to the left&#10;&#10;AI-generated content may be incorrect.">
                <a:extLst>
                  <a:ext uri="{FF2B5EF4-FFF2-40B4-BE49-F238E27FC236}">
                    <a16:creationId xmlns:a16="http://schemas.microsoft.com/office/drawing/2014/main" id="{7D4237D3-A3A7-C2BE-7D76-0C1527399A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32" name="Picture 31" descr="A blue arrow pointing to the left&#10;&#10;AI-generated content may be incorrect.">
                <a:extLst>
                  <a:ext uri="{FF2B5EF4-FFF2-40B4-BE49-F238E27FC236}">
                    <a16:creationId xmlns:a16="http://schemas.microsoft.com/office/drawing/2014/main" id="{6532FB87-99E7-A97A-3D4A-E309CD73EB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grpSp>
      <p:grpSp>
        <p:nvGrpSpPr>
          <p:cNvPr id="41" name="Group 40">
            <a:extLst>
              <a:ext uri="{FF2B5EF4-FFF2-40B4-BE49-F238E27FC236}">
                <a16:creationId xmlns:a16="http://schemas.microsoft.com/office/drawing/2014/main" id="{CC81E32E-4CD3-D3C0-5869-98A71AD5E216}"/>
              </a:ext>
            </a:extLst>
          </p:cNvPr>
          <p:cNvGrpSpPr/>
          <p:nvPr/>
        </p:nvGrpSpPr>
        <p:grpSpPr>
          <a:xfrm>
            <a:off x="11764989" y="5258644"/>
            <a:ext cx="223406" cy="301925"/>
            <a:chOff x="11376962" y="5313252"/>
            <a:chExt cx="223406" cy="301925"/>
          </a:xfrm>
        </p:grpSpPr>
        <p:pic>
          <p:nvPicPr>
            <p:cNvPr id="39" name="Picture 38" descr="A blue arrow pointing to the left&#10;&#10;AI-generated content may be incorrect.">
              <a:extLst>
                <a:ext uri="{FF2B5EF4-FFF2-40B4-BE49-F238E27FC236}">
                  <a16:creationId xmlns:a16="http://schemas.microsoft.com/office/drawing/2014/main" id="{EB42BCC3-08AE-6F2A-CFF0-60E892F95C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1399676" y="5414486"/>
              <a:ext cx="177977" cy="223406"/>
            </a:xfrm>
            <a:prstGeom prst="rect">
              <a:avLst/>
            </a:prstGeom>
          </p:spPr>
        </p:pic>
        <p:pic>
          <p:nvPicPr>
            <p:cNvPr id="40" name="Picture 39" descr="A blue arrow pointing to the left&#10;&#10;AI-generated content may be incorrect.">
              <a:extLst>
                <a:ext uri="{FF2B5EF4-FFF2-40B4-BE49-F238E27FC236}">
                  <a16:creationId xmlns:a16="http://schemas.microsoft.com/office/drawing/2014/main" id="{1CC21260-6C69-3DB0-ECCC-0325663390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1399676" y="5290538"/>
              <a:ext cx="177977" cy="223406"/>
            </a:xfrm>
            <a:prstGeom prst="rect">
              <a:avLst/>
            </a:prstGeom>
          </p:spPr>
        </p:pic>
      </p:grpSp>
      <p:grpSp>
        <p:nvGrpSpPr>
          <p:cNvPr id="54" name="Group 53">
            <a:extLst>
              <a:ext uri="{FF2B5EF4-FFF2-40B4-BE49-F238E27FC236}">
                <a16:creationId xmlns:a16="http://schemas.microsoft.com/office/drawing/2014/main" id="{6D9389D4-19A2-0371-2597-F83D4980CCD1}"/>
              </a:ext>
            </a:extLst>
          </p:cNvPr>
          <p:cNvGrpSpPr/>
          <p:nvPr/>
        </p:nvGrpSpPr>
        <p:grpSpPr>
          <a:xfrm>
            <a:off x="3142729" y="4597065"/>
            <a:ext cx="1106593" cy="355440"/>
            <a:chOff x="91537" y="4571571"/>
            <a:chExt cx="1106593" cy="355440"/>
          </a:xfrm>
        </p:grpSpPr>
        <p:sp>
          <p:nvSpPr>
            <p:cNvPr id="55" name="Rectangle: Rounded Corners 54">
              <a:extLst>
                <a:ext uri="{FF2B5EF4-FFF2-40B4-BE49-F238E27FC236}">
                  <a16:creationId xmlns:a16="http://schemas.microsoft.com/office/drawing/2014/main" id="{F3DF72BB-A94E-EC13-2A0D-A1010FCA83D8}"/>
                </a:ext>
              </a:extLst>
            </p:cNvPr>
            <p:cNvSpPr/>
            <p:nvPr/>
          </p:nvSpPr>
          <p:spPr>
            <a:xfrm>
              <a:off x="91537" y="4571571"/>
              <a:ext cx="1106593"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Height</a:t>
              </a:r>
            </a:p>
          </p:txBody>
        </p:sp>
        <p:pic>
          <p:nvPicPr>
            <p:cNvPr id="56" name="Picture 55">
              <a:extLst>
                <a:ext uri="{FF2B5EF4-FFF2-40B4-BE49-F238E27FC236}">
                  <a16:creationId xmlns:a16="http://schemas.microsoft.com/office/drawing/2014/main" id="{2F632DBF-E703-8050-2203-2C0850A001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4512" y="4609245"/>
              <a:ext cx="284254" cy="284254"/>
            </a:xfrm>
            <a:prstGeom prst="rect">
              <a:avLst/>
            </a:prstGeom>
            <a:solidFill>
              <a:schemeClr val="bg1"/>
            </a:solidFill>
          </p:spPr>
        </p:pic>
      </p:grpSp>
      <p:grpSp>
        <p:nvGrpSpPr>
          <p:cNvPr id="57" name="Group 56">
            <a:extLst>
              <a:ext uri="{FF2B5EF4-FFF2-40B4-BE49-F238E27FC236}">
                <a16:creationId xmlns:a16="http://schemas.microsoft.com/office/drawing/2014/main" id="{55F37FCD-7230-E288-A6DB-A1935D5B439E}"/>
              </a:ext>
            </a:extLst>
          </p:cNvPr>
          <p:cNvGrpSpPr/>
          <p:nvPr/>
        </p:nvGrpSpPr>
        <p:grpSpPr>
          <a:xfrm>
            <a:off x="4346644" y="4597065"/>
            <a:ext cx="972578" cy="355440"/>
            <a:chOff x="4441252" y="3681492"/>
            <a:chExt cx="972578" cy="355440"/>
          </a:xfrm>
        </p:grpSpPr>
        <p:sp>
          <p:nvSpPr>
            <p:cNvPr id="58" name="Rectangle: Rounded Corners 57">
              <a:extLst>
                <a:ext uri="{FF2B5EF4-FFF2-40B4-BE49-F238E27FC236}">
                  <a16:creationId xmlns:a16="http://schemas.microsoft.com/office/drawing/2014/main" id="{8FEF1503-3AD2-D543-AAF5-295EDCC10EC6}"/>
                </a:ext>
              </a:extLst>
            </p:cNvPr>
            <p:cNvSpPr/>
            <p:nvPr/>
          </p:nvSpPr>
          <p:spPr>
            <a:xfrm>
              <a:off x="4441252" y="3681492"/>
              <a:ext cx="972578"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Thrill</a:t>
              </a:r>
            </a:p>
          </p:txBody>
        </p:sp>
        <p:pic>
          <p:nvPicPr>
            <p:cNvPr id="59" name="Picture 58" descr="A blue face with black dots&#10;&#10;AI-generated content may be incorrect.">
              <a:extLst>
                <a:ext uri="{FF2B5EF4-FFF2-40B4-BE49-F238E27FC236}">
                  <a16:creationId xmlns:a16="http://schemas.microsoft.com/office/drawing/2014/main" id="{0CD06320-FB5B-4BE1-9E61-19DFC12293E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53956" y="3727352"/>
              <a:ext cx="258227" cy="258227"/>
            </a:xfrm>
            <a:prstGeom prst="rect">
              <a:avLst/>
            </a:prstGeom>
          </p:spPr>
        </p:pic>
      </p:grpSp>
      <p:sp>
        <p:nvSpPr>
          <p:cNvPr id="60" name="Rectangle: Rounded Corners 59">
            <a:extLst>
              <a:ext uri="{FF2B5EF4-FFF2-40B4-BE49-F238E27FC236}">
                <a16:creationId xmlns:a16="http://schemas.microsoft.com/office/drawing/2014/main" id="{3DE9D104-24F6-7D4C-7FA4-B005F991C742}"/>
              </a:ext>
            </a:extLst>
          </p:cNvPr>
          <p:cNvSpPr/>
          <p:nvPr/>
        </p:nvSpPr>
        <p:spPr>
          <a:xfrm>
            <a:off x="5417502" y="4594318"/>
            <a:ext cx="877433" cy="355440"/>
          </a:xfrm>
          <a:prstGeom prst="roundRect">
            <a:avLst>
              <a:gd name="adj" fmla="val 22906"/>
            </a:avLst>
          </a:prstGeom>
          <a:gradFill flip="none" rotWithShape="1">
            <a:gsLst>
              <a:gs pos="60000">
                <a:schemeClr val="accent1">
                  <a:lumMod val="5000"/>
                  <a:lumOff val="95000"/>
                </a:schemeClr>
              </a:gs>
              <a:gs pos="92000">
                <a:srgbClr val="0034A8"/>
              </a:gs>
            </a:gsLst>
            <a:lin ang="0" scaled="1"/>
            <a:tileRect/>
          </a:gra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Wet</a:t>
            </a:r>
          </a:p>
        </p:txBody>
      </p:sp>
      <p:grpSp>
        <p:nvGrpSpPr>
          <p:cNvPr id="37" name="Group 36">
            <a:extLst>
              <a:ext uri="{FF2B5EF4-FFF2-40B4-BE49-F238E27FC236}">
                <a16:creationId xmlns:a16="http://schemas.microsoft.com/office/drawing/2014/main" id="{6BB55BFE-A64C-4E3F-887B-03B80CB53001}"/>
              </a:ext>
            </a:extLst>
          </p:cNvPr>
          <p:cNvGrpSpPr/>
          <p:nvPr/>
        </p:nvGrpSpPr>
        <p:grpSpPr>
          <a:xfrm>
            <a:off x="6096000" y="4365171"/>
            <a:ext cx="3032154" cy="2487686"/>
            <a:chOff x="6096000" y="4102998"/>
            <a:chExt cx="3032154" cy="2352610"/>
          </a:xfrm>
        </p:grpSpPr>
        <p:grpSp>
          <p:nvGrpSpPr>
            <p:cNvPr id="27" name="Group 26">
              <a:extLst>
                <a:ext uri="{FF2B5EF4-FFF2-40B4-BE49-F238E27FC236}">
                  <a16:creationId xmlns:a16="http://schemas.microsoft.com/office/drawing/2014/main" id="{658BF861-7723-8024-51D9-BCB0D528F84B}"/>
                </a:ext>
              </a:extLst>
            </p:cNvPr>
            <p:cNvGrpSpPr/>
            <p:nvPr/>
          </p:nvGrpSpPr>
          <p:grpSpPr>
            <a:xfrm>
              <a:off x="6096000" y="4102998"/>
              <a:ext cx="3032154" cy="2352610"/>
              <a:chOff x="8802914" y="4187644"/>
              <a:chExt cx="3389086" cy="2670353"/>
            </a:xfrm>
          </p:grpSpPr>
          <p:sp>
            <p:nvSpPr>
              <p:cNvPr id="28" name="Rectangle 27">
                <a:extLst>
                  <a:ext uri="{FF2B5EF4-FFF2-40B4-BE49-F238E27FC236}">
                    <a16:creationId xmlns:a16="http://schemas.microsoft.com/office/drawing/2014/main" id="{BE938551-E289-0EFD-54A7-76D7F99D6FB2}"/>
                  </a:ext>
                </a:extLst>
              </p:cNvPr>
              <p:cNvSpPr/>
              <p:nvPr/>
            </p:nvSpPr>
            <p:spPr>
              <a:xfrm>
                <a:off x="8802914" y="4194627"/>
                <a:ext cx="3389086" cy="2663370"/>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9" name="Rectangle 28">
                <a:extLst>
                  <a:ext uri="{FF2B5EF4-FFF2-40B4-BE49-F238E27FC236}">
                    <a16:creationId xmlns:a16="http://schemas.microsoft.com/office/drawing/2014/main" id="{305BC2E3-428F-AFC1-2B17-26952926FD52}"/>
                  </a:ext>
                </a:extLst>
              </p:cNvPr>
              <p:cNvSpPr/>
              <p:nvPr/>
            </p:nvSpPr>
            <p:spPr>
              <a:xfrm>
                <a:off x="8802914" y="4187644"/>
                <a:ext cx="3389086" cy="477123"/>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Food</a:t>
                </a:r>
                <a:endParaRPr lang="en-SG" sz="2400" b="1" dirty="0">
                  <a:solidFill>
                    <a:schemeClr val="tx1"/>
                  </a:solidFill>
                  <a:latin typeface="+mj-lt"/>
                </a:endParaRPr>
              </a:p>
            </p:txBody>
          </p:sp>
        </p:grpSp>
        <p:grpSp>
          <p:nvGrpSpPr>
            <p:cNvPr id="34" name="Group 33">
              <a:extLst>
                <a:ext uri="{FF2B5EF4-FFF2-40B4-BE49-F238E27FC236}">
                  <a16:creationId xmlns:a16="http://schemas.microsoft.com/office/drawing/2014/main" id="{92CBADFE-419E-2BAF-EC0E-6EB51B97CAAC}"/>
                </a:ext>
              </a:extLst>
            </p:cNvPr>
            <p:cNvGrpSpPr/>
            <p:nvPr/>
          </p:nvGrpSpPr>
          <p:grpSpPr>
            <a:xfrm>
              <a:off x="8746232" y="4168364"/>
              <a:ext cx="223406" cy="301925"/>
              <a:chOff x="5714080" y="6513889"/>
              <a:chExt cx="223406" cy="301925"/>
            </a:xfrm>
          </p:grpSpPr>
          <p:pic>
            <p:nvPicPr>
              <p:cNvPr id="35" name="Picture 34" descr="A blue arrow pointing to the left&#10;&#10;AI-generated content may be incorrect.">
                <a:extLst>
                  <a:ext uri="{FF2B5EF4-FFF2-40B4-BE49-F238E27FC236}">
                    <a16:creationId xmlns:a16="http://schemas.microsoft.com/office/drawing/2014/main" id="{27C81E1E-8833-C72E-3C95-9D0A60D5296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36" name="Picture 35" descr="A blue arrow pointing to the left&#10;&#10;AI-generated content may be incorrect.">
                <a:extLst>
                  <a:ext uri="{FF2B5EF4-FFF2-40B4-BE49-F238E27FC236}">
                    <a16:creationId xmlns:a16="http://schemas.microsoft.com/office/drawing/2014/main" id="{56CBF910-F4E3-95F5-AB2D-350EE45A65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grpSp>
      <p:grpSp>
        <p:nvGrpSpPr>
          <p:cNvPr id="61" name="Group 60">
            <a:extLst>
              <a:ext uri="{FF2B5EF4-FFF2-40B4-BE49-F238E27FC236}">
                <a16:creationId xmlns:a16="http://schemas.microsoft.com/office/drawing/2014/main" id="{13F0E612-9E1E-6F3A-8CCD-C38034473C54}"/>
              </a:ext>
            </a:extLst>
          </p:cNvPr>
          <p:cNvGrpSpPr/>
          <p:nvPr/>
        </p:nvGrpSpPr>
        <p:grpSpPr>
          <a:xfrm>
            <a:off x="6209420" y="4882236"/>
            <a:ext cx="1040822" cy="355440"/>
            <a:chOff x="4989407" y="3628142"/>
            <a:chExt cx="1106593" cy="355440"/>
          </a:xfrm>
        </p:grpSpPr>
        <p:sp>
          <p:nvSpPr>
            <p:cNvPr id="62" name="Rectangle: Rounded Corners 61">
              <a:extLst>
                <a:ext uri="{FF2B5EF4-FFF2-40B4-BE49-F238E27FC236}">
                  <a16:creationId xmlns:a16="http://schemas.microsoft.com/office/drawing/2014/main" id="{1B04BDFC-1438-D27B-E73A-404A7BD930E5}"/>
                </a:ext>
              </a:extLst>
            </p:cNvPr>
            <p:cNvSpPr/>
            <p:nvPr/>
          </p:nvSpPr>
          <p:spPr>
            <a:xfrm>
              <a:off x="4989407" y="3628142"/>
              <a:ext cx="1106593"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Ratings</a:t>
              </a:r>
            </a:p>
          </p:txBody>
        </p:sp>
        <p:sp>
          <p:nvSpPr>
            <p:cNvPr id="63" name="Star: 5 Points 62">
              <a:extLst>
                <a:ext uri="{FF2B5EF4-FFF2-40B4-BE49-F238E27FC236}">
                  <a16:creationId xmlns:a16="http://schemas.microsoft.com/office/drawing/2014/main" id="{B3969B98-3FF4-478C-C44A-B04E55CF8428}"/>
                </a:ext>
              </a:extLst>
            </p:cNvPr>
            <p:cNvSpPr/>
            <p:nvPr/>
          </p:nvSpPr>
          <p:spPr>
            <a:xfrm>
              <a:off x="5846628" y="3704771"/>
              <a:ext cx="181890" cy="181890"/>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grpSp>
        <p:nvGrpSpPr>
          <p:cNvPr id="64" name="Group 63">
            <a:extLst>
              <a:ext uri="{FF2B5EF4-FFF2-40B4-BE49-F238E27FC236}">
                <a16:creationId xmlns:a16="http://schemas.microsoft.com/office/drawing/2014/main" id="{31FF2EF1-80E3-8D67-503B-7BDA4DBEDA04}"/>
              </a:ext>
            </a:extLst>
          </p:cNvPr>
          <p:cNvGrpSpPr/>
          <p:nvPr/>
        </p:nvGrpSpPr>
        <p:grpSpPr>
          <a:xfrm>
            <a:off x="7346416" y="4882236"/>
            <a:ext cx="978092" cy="355440"/>
            <a:chOff x="6152052" y="3822684"/>
            <a:chExt cx="978092" cy="355440"/>
          </a:xfrm>
        </p:grpSpPr>
        <p:sp>
          <p:nvSpPr>
            <p:cNvPr id="65" name="Rectangle: Rounded Corners 64">
              <a:extLst>
                <a:ext uri="{FF2B5EF4-FFF2-40B4-BE49-F238E27FC236}">
                  <a16:creationId xmlns:a16="http://schemas.microsoft.com/office/drawing/2014/main" id="{FE8F5285-7A59-6207-7E6C-AC9337FB4F32}"/>
                </a:ext>
              </a:extLst>
            </p:cNvPr>
            <p:cNvSpPr/>
            <p:nvPr/>
          </p:nvSpPr>
          <p:spPr>
            <a:xfrm>
              <a:off x="6152052" y="3822684"/>
              <a:ext cx="978092"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Hours</a:t>
              </a:r>
            </a:p>
          </p:txBody>
        </p:sp>
        <p:pic>
          <p:nvPicPr>
            <p:cNvPr id="66" name="Picture 65" descr="A blue clock with a black hand&#10;&#10;AI-generated content may be incorrect.">
              <a:extLst>
                <a:ext uri="{FF2B5EF4-FFF2-40B4-BE49-F238E27FC236}">
                  <a16:creationId xmlns:a16="http://schemas.microsoft.com/office/drawing/2014/main" id="{346F730C-C738-8BA9-9D41-1E7B719F0A9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14408" y="3897628"/>
              <a:ext cx="219562" cy="219562"/>
            </a:xfrm>
            <a:prstGeom prst="rect">
              <a:avLst/>
            </a:prstGeom>
          </p:spPr>
        </p:pic>
      </p:grpSp>
      <p:grpSp>
        <p:nvGrpSpPr>
          <p:cNvPr id="67" name="Group 66">
            <a:extLst>
              <a:ext uri="{FF2B5EF4-FFF2-40B4-BE49-F238E27FC236}">
                <a16:creationId xmlns:a16="http://schemas.microsoft.com/office/drawing/2014/main" id="{3D005472-9742-1E87-B3C7-AC84E357C46A}"/>
              </a:ext>
            </a:extLst>
          </p:cNvPr>
          <p:cNvGrpSpPr/>
          <p:nvPr/>
        </p:nvGrpSpPr>
        <p:grpSpPr>
          <a:xfrm>
            <a:off x="9222081" y="5687771"/>
            <a:ext cx="1263591" cy="355440"/>
            <a:chOff x="6730152" y="4568823"/>
            <a:chExt cx="1263591" cy="355440"/>
          </a:xfrm>
        </p:grpSpPr>
        <p:sp>
          <p:nvSpPr>
            <p:cNvPr id="68" name="Rectangle: Rounded Corners 67">
              <a:extLst>
                <a:ext uri="{FF2B5EF4-FFF2-40B4-BE49-F238E27FC236}">
                  <a16:creationId xmlns:a16="http://schemas.microsoft.com/office/drawing/2014/main" id="{315122D6-DDB5-81D9-7194-7CE5506D4F60}"/>
                </a:ext>
              </a:extLst>
            </p:cNvPr>
            <p:cNvSpPr/>
            <p:nvPr/>
          </p:nvSpPr>
          <p:spPr>
            <a:xfrm>
              <a:off x="6730152" y="4568823"/>
              <a:ext cx="1263591"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Start Time</a:t>
              </a:r>
            </a:p>
          </p:txBody>
        </p:sp>
        <p:pic>
          <p:nvPicPr>
            <p:cNvPr id="69" name="Picture 68" descr="A blue and black logo&#10;&#10;AI-generated content may be incorrect.">
              <a:extLst>
                <a:ext uri="{FF2B5EF4-FFF2-40B4-BE49-F238E27FC236}">
                  <a16:creationId xmlns:a16="http://schemas.microsoft.com/office/drawing/2014/main" id="{0D7A8043-8107-8DCA-E746-ACC38CD53F1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63787" y="4627732"/>
              <a:ext cx="247926" cy="247926"/>
            </a:xfrm>
            <a:prstGeom prst="rect">
              <a:avLst/>
            </a:prstGeom>
          </p:spPr>
        </p:pic>
      </p:grpSp>
      <p:grpSp>
        <p:nvGrpSpPr>
          <p:cNvPr id="70" name="Group 69">
            <a:extLst>
              <a:ext uri="{FF2B5EF4-FFF2-40B4-BE49-F238E27FC236}">
                <a16:creationId xmlns:a16="http://schemas.microsoft.com/office/drawing/2014/main" id="{33CCE55A-A143-9697-F9B8-BA6B65F44920}"/>
              </a:ext>
            </a:extLst>
          </p:cNvPr>
          <p:cNvGrpSpPr/>
          <p:nvPr/>
        </p:nvGrpSpPr>
        <p:grpSpPr>
          <a:xfrm>
            <a:off x="10565623" y="5685357"/>
            <a:ext cx="1105437" cy="355440"/>
            <a:chOff x="6601649" y="3697637"/>
            <a:chExt cx="1105437" cy="355440"/>
          </a:xfrm>
        </p:grpSpPr>
        <p:sp>
          <p:nvSpPr>
            <p:cNvPr id="71" name="Rectangle: Rounded Corners 70">
              <a:extLst>
                <a:ext uri="{FF2B5EF4-FFF2-40B4-BE49-F238E27FC236}">
                  <a16:creationId xmlns:a16="http://schemas.microsoft.com/office/drawing/2014/main" id="{4CA2CE0D-70D7-3783-1476-02D6DCE3B8B9}"/>
                </a:ext>
              </a:extLst>
            </p:cNvPr>
            <p:cNvSpPr/>
            <p:nvPr/>
          </p:nvSpPr>
          <p:spPr>
            <a:xfrm>
              <a:off x="6601649" y="3697637"/>
              <a:ext cx="1105437"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Duration</a:t>
              </a:r>
            </a:p>
          </p:txBody>
        </p:sp>
        <p:pic>
          <p:nvPicPr>
            <p:cNvPr id="72" name="Picture 71" descr="A blue hourglass on a black background&#10;&#10;AI-generated content may be incorrect.">
              <a:extLst>
                <a:ext uri="{FF2B5EF4-FFF2-40B4-BE49-F238E27FC236}">
                  <a16:creationId xmlns:a16="http://schemas.microsoft.com/office/drawing/2014/main" id="{6D2E4CB7-4C52-8895-59F2-F968DF968BB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450983" y="3777343"/>
              <a:ext cx="204057" cy="204057"/>
            </a:xfrm>
            <a:prstGeom prst="rect">
              <a:avLst/>
            </a:prstGeom>
          </p:spPr>
        </p:pic>
      </p:grpSp>
      <p:sp>
        <p:nvSpPr>
          <p:cNvPr id="102" name="Rectangle 101">
            <a:extLst>
              <a:ext uri="{FF2B5EF4-FFF2-40B4-BE49-F238E27FC236}">
                <a16:creationId xmlns:a16="http://schemas.microsoft.com/office/drawing/2014/main" id="{A22599C2-AF9F-70D0-50AF-F9F7267752F6}"/>
              </a:ext>
            </a:extLst>
          </p:cNvPr>
          <p:cNvSpPr/>
          <p:nvPr/>
        </p:nvSpPr>
        <p:spPr>
          <a:xfrm>
            <a:off x="3059293" y="5043828"/>
            <a:ext cx="3032154" cy="1514903"/>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4" name="TextBox 103">
            <a:extLst>
              <a:ext uri="{FF2B5EF4-FFF2-40B4-BE49-F238E27FC236}">
                <a16:creationId xmlns:a16="http://schemas.microsoft.com/office/drawing/2014/main" id="{A80AB651-4113-1DC6-9FAA-3F039798A75F}"/>
              </a:ext>
            </a:extLst>
          </p:cNvPr>
          <p:cNvSpPr txBox="1"/>
          <p:nvPr/>
        </p:nvSpPr>
        <p:spPr>
          <a:xfrm>
            <a:off x="3121579" y="5374714"/>
            <a:ext cx="1203827" cy="520247"/>
          </a:xfrm>
          <a:prstGeom prst="rect">
            <a:avLst/>
          </a:prstGeom>
          <a:noFill/>
          <a:ln>
            <a:solidFill>
              <a:srgbClr val="2F3C7E"/>
            </a:solidFill>
          </a:ln>
        </p:spPr>
        <p:txBody>
          <a:bodyPr wrap="square" rtlCol="0">
            <a:spAutoFit/>
          </a:bodyPr>
          <a:lstStyle/>
          <a:p>
            <a:endParaRPr lang="en-SG" dirty="0"/>
          </a:p>
        </p:txBody>
      </p:sp>
      <p:sp>
        <p:nvSpPr>
          <p:cNvPr id="105" name="TextBox 104">
            <a:extLst>
              <a:ext uri="{FF2B5EF4-FFF2-40B4-BE49-F238E27FC236}">
                <a16:creationId xmlns:a16="http://schemas.microsoft.com/office/drawing/2014/main" id="{BFC36B8C-FBCE-DEC8-C674-A9ED5CCFC7D9}"/>
              </a:ext>
            </a:extLst>
          </p:cNvPr>
          <p:cNvSpPr txBox="1"/>
          <p:nvPr/>
        </p:nvSpPr>
        <p:spPr>
          <a:xfrm>
            <a:off x="3032444" y="5062700"/>
            <a:ext cx="1596366" cy="307777"/>
          </a:xfrm>
          <a:prstGeom prst="rect">
            <a:avLst/>
          </a:prstGeom>
          <a:noFill/>
        </p:spPr>
        <p:txBody>
          <a:bodyPr wrap="square" rtlCol="0">
            <a:spAutoFit/>
          </a:bodyPr>
          <a:lstStyle/>
          <a:p>
            <a:r>
              <a:rPr lang="en-SG" sz="1400" b="1" dirty="0">
                <a:solidFill>
                  <a:schemeClr val="tx2">
                    <a:lumMod val="50000"/>
                  </a:schemeClr>
                </a:solidFill>
              </a:rPr>
              <a:t>Dragon Roller</a:t>
            </a:r>
          </a:p>
        </p:txBody>
      </p:sp>
      <p:pic>
        <p:nvPicPr>
          <p:cNvPr id="125" name="Picture 124">
            <a:extLst>
              <a:ext uri="{FF2B5EF4-FFF2-40B4-BE49-F238E27FC236}">
                <a16:creationId xmlns:a16="http://schemas.microsoft.com/office/drawing/2014/main" id="{511C3C4E-C969-4819-1C1E-68B8EB480710}"/>
              </a:ext>
            </a:extLst>
          </p:cNvPr>
          <p:cNvPicPr>
            <a:picLocks noChangeAspect="1"/>
          </p:cNvPicPr>
          <p:nvPr/>
        </p:nvPicPr>
        <p:blipFill>
          <a:blip r:embed="rId11"/>
          <a:stretch>
            <a:fillRect/>
          </a:stretch>
        </p:blipFill>
        <p:spPr>
          <a:xfrm>
            <a:off x="3261995" y="5435586"/>
            <a:ext cx="911201" cy="457305"/>
          </a:xfrm>
          <a:prstGeom prst="rect">
            <a:avLst/>
          </a:prstGeom>
          <a:ln>
            <a:noFill/>
          </a:ln>
        </p:spPr>
      </p:pic>
      <p:sp>
        <p:nvSpPr>
          <p:cNvPr id="127" name="TextBox 126">
            <a:extLst>
              <a:ext uri="{FF2B5EF4-FFF2-40B4-BE49-F238E27FC236}">
                <a16:creationId xmlns:a16="http://schemas.microsoft.com/office/drawing/2014/main" id="{E33DDB5E-62E1-2BE3-7C5A-3CAF879FACB9}"/>
              </a:ext>
            </a:extLst>
          </p:cNvPr>
          <p:cNvSpPr txBox="1"/>
          <p:nvPr/>
        </p:nvSpPr>
        <p:spPr>
          <a:xfrm>
            <a:off x="4507636" y="5070772"/>
            <a:ext cx="1596366" cy="307777"/>
          </a:xfrm>
          <a:prstGeom prst="rect">
            <a:avLst/>
          </a:prstGeom>
          <a:noFill/>
        </p:spPr>
        <p:txBody>
          <a:bodyPr wrap="square" rtlCol="0">
            <a:spAutoFit/>
          </a:bodyPr>
          <a:lstStyle/>
          <a:p>
            <a:r>
              <a:rPr lang="en-SG" sz="1400" dirty="0"/>
              <a:t>5.0</a:t>
            </a:r>
          </a:p>
        </p:txBody>
      </p:sp>
      <p:sp>
        <p:nvSpPr>
          <p:cNvPr id="136" name="Star: 5 Points 135">
            <a:extLst>
              <a:ext uri="{FF2B5EF4-FFF2-40B4-BE49-F238E27FC236}">
                <a16:creationId xmlns:a16="http://schemas.microsoft.com/office/drawing/2014/main" id="{45285409-E7A6-EE86-1A9E-D1BE948F5267}"/>
              </a:ext>
            </a:extLst>
          </p:cNvPr>
          <p:cNvSpPr/>
          <p:nvPr/>
        </p:nvSpPr>
        <p:spPr>
          <a:xfrm>
            <a:off x="4930924"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7" name="Star: 5 Points 136">
            <a:extLst>
              <a:ext uri="{FF2B5EF4-FFF2-40B4-BE49-F238E27FC236}">
                <a16:creationId xmlns:a16="http://schemas.microsoft.com/office/drawing/2014/main" id="{B323EFFD-8A9F-10C9-F43E-607FFE72FE95}"/>
              </a:ext>
            </a:extLst>
          </p:cNvPr>
          <p:cNvSpPr/>
          <p:nvPr/>
        </p:nvSpPr>
        <p:spPr>
          <a:xfrm>
            <a:off x="5141093"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8" name="Star: 5 Points 137">
            <a:extLst>
              <a:ext uri="{FF2B5EF4-FFF2-40B4-BE49-F238E27FC236}">
                <a16:creationId xmlns:a16="http://schemas.microsoft.com/office/drawing/2014/main" id="{64C5B679-6F17-2BC9-5B95-F7E81C3B48B5}"/>
              </a:ext>
            </a:extLst>
          </p:cNvPr>
          <p:cNvSpPr/>
          <p:nvPr/>
        </p:nvSpPr>
        <p:spPr>
          <a:xfrm>
            <a:off x="5566968"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9" name="Star: 5 Points 138">
            <a:extLst>
              <a:ext uri="{FF2B5EF4-FFF2-40B4-BE49-F238E27FC236}">
                <a16:creationId xmlns:a16="http://schemas.microsoft.com/office/drawing/2014/main" id="{C3091B4F-2928-491D-18CD-7BFD16440EC0}"/>
              </a:ext>
            </a:extLst>
          </p:cNvPr>
          <p:cNvSpPr/>
          <p:nvPr/>
        </p:nvSpPr>
        <p:spPr>
          <a:xfrm>
            <a:off x="5351262"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40" name="Star: 5 Points 139">
            <a:extLst>
              <a:ext uri="{FF2B5EF4-FFF2-40B4-BE49-F238E27FC236}">
                <a16:creationId xmlns:a16="http://schemas.microsoft.com/office/drawing/2014/main" id="{CE5DC19C-338A-0931-8C5C-1C148F806F78}"/>
              </a:ext>
            </a:extLst>
          </p:cNvPr>
          <p:cNvSpPr/>
          <p:nvPr/>
        </p:nvSpPr>
        <p:spPr>
          <a:xfrm>
            <a:off x="5782674"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51" name="Rectangle: Rounded Corners 150">
            <a:extLst>
              <a:ext uri="{FF2B5EF4-FFF2-40B4-BE49-F238E27FC236}">
                <a16:creationId xmlns:a16="http://schemas.microsoft.com/office/drawing/2014/main" id="{65A27BFC-4DA7-338E-5702-3E030CFFC282}"/>
              </a:ext>
            </a:extLst>
          </p:cNvPr>
          <p:cNvSpPr/>
          <p:nvPr/>
        </p:nvSpPr>
        <p:spPr>
          <a:xfrm>
            <a:off x="3222067" y="6191435"/>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More Details</a:t>
            </a:r>
          </a:p>
        </p:txBody>
      </p:sp>
      <p:pic>
        <p:nvPicPr>
          <p:cNvPr id="160" name="Picture 159" descr="A red person silhouette on a black background&#10;&#10;AI-generated content may be incorrect.">
            <a:extLst>
              <a:ext uri="{FF2B5EF4-FFF2-40B4-BE49-F238E27FC236}">
                <a16:creationId xmlns:a16="http://schemas.microsoft.com/office/drawing/2014/main" id="{A49AA038-129C-BE79-4489-06F507CBE53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476374" y="5564496"/>
            <a:ext cx="275789" cy="275789"/>
          </a:xfrm>
          <a:prstGeom prst="rect">
            <a:avLst/>
          </a:prstGeom>
        </p:spPr>
      </p:pic>
      <p:sp>
        <p:nvSpPr>
          <p:cNvPr id="161" name="TextBox 160">
            <a:extLst>
              <a:ext uri="{FF2B5EF4-FFF2-40B4-BE49-F238E27FC236}">
                <a16:creationId xmlns:a16="http://schemas.microsoft.com/office/drawing/2014/main" id="{DD75582D-286E-DF35-BAC1-CE0419AA3FC9}"/>
              </a:ext>
            </a:extLst>
          </p:cNvPr>
          <p:cNvSpPr txBox="1"/>
          <p:nvPr/>
        </p:nvSpPr>
        <p:spPr>
          <a:xfrm>
            <a:off x="4317962" y="5321488"/>
            <a:ext cx="922713" cy="276999"/>
          </a:xfrm>
          <a:prstGeom prst="rect">
            <a:avLst/>
          </a:prstGeom>
          <a:noFill/>
        </p:spPr>
        <p:txBody>
          <a:bodyPr wrap="square" rtlCol="0">
            <a:spAutoFit/>
          </a:bodyPr>
          <a:lstStyle/>
          <a:p>
            <a:r>
              <a:rPr lang="en-SG" sz="1200" dirty="0">
                <a:solidFill>
                  <a:schemeClr val="tx2">
                    <a:lumMod val="50000"/>
                  </a:schemeClr>
                </a:solidFill>
              </a:rPr>
              <a:t>Queue</a:t>
            </a:r>
            <a:endParaRPr lang="en-SG" sz="1400" dirty="0">
              <a:solidFill>
                <a:schemeClr val="tx2">
                  <a:lumMod val="50000"/>
                </a:schemeClr>
              </a:solidFill>
            </a:endParaRPr>
          </a:p>
        </p:txBody>
      </p:sp>
      <p:pic>
        <p:nvPicPr>
          <p:cNvPr id="162" name="Picture 161" descr="A red person silhouette on a black background&#10;&#10;AI-generated content may be incorrect.">
            <a:extLst>
              <a:ext uri="{FF2B5EF4-FFF2-40B4-BE49-F238E27FC236}">
                <a16:creationId xmlns:a16="http://schemas.microsoft.com/office/drawing/2014/main" id="{1150E1F6-8FEA-3EE5-7706-FA6385C6416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336122" y="5561700"/>
            <a:ext cx="275789" cy="275789"/>
          </a:xfrm>
          <a:prstGeom prst="rect">
            <a:avLst/>
          </a:prstGeom>
        </p:spPr>
      </p:pic>
      <p:pic>
        <p:nvPicPr>
          <p:cNvPr id="163" name="Picture 162" descr="A red person silhouette on a black background&#10;&#10;AI-generated content may be incorrect.">
            <a:extLst>
              <a:ext uri="{FF2B5EF4-FFF2-40B4-BE49-F238E27FC236}">
                <a16:creationId xmlns:a16="http://schemas.microsoft.com/office/drawing/2014/main" id="{8EF2C573-A2DE-ADB9-C489-A479A25F4E2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611946" y="5560136"/>
            <a:ext cx="275789" cy="275789"/>
          </a:xfrm>
          <a:prstGeom prst="rect">
            <a:avLst/>
          </a:prstGeom>
        </p:spPr>
      </p:pic>
      <p:pic>
        <p:nvPicPr>
          <p:cNvPr id="164" name="Picture 163" descr="A red person silhouette on a black background&#10;&#10;AI-generated content may be incorrect.">
            <a:extLst>
              <a:ext uri="{FF2B5EF4-FFF2-40B4-BE49-F238E27FC236}">
                <a16:creationId xmlns:a16="http://schemas.microsoft.com/office/drawing/2014/main" id="{93695F1F-1F1C-4F06-BB95-F7C1688C87F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743246" y="5559657"/>
            <a:ext cx="275789" cy="275789"/>
          </a:xfrm>
          <a:prstGeom prst="rect">
            <a:avLst/>
          </a:prstGeom>
        </p:spPr>
      </p:pic>
      <p:pic>
        <p:nvPicPr>
          <p:cNvPr id="165" name="Picture 164" descr="A red person silhouette on a black background&#10;&#10;AI-generated content may be incorrect.">
            <a:extLst>
              <a:ext uri="{FF2B5EF4-FFF2-40B4-BE49-F238E27FC236}">
                <a16:creationId xmlns:a16="http://schemas.microsoft.com/office/drawing/2014/main" id="{3ADB304A-E9FC-1BA1-F57B-095824FB781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875839" y="5559178"/>
            <a:ext cx="275789" cy="275789"/>
          </a:xfrm>
          <a:prstGeom prst="rect">
            <a:avLst/>
          </a:prstGeom>
        </p:spPr>
      </p:pic>
      <p:sp>
        <p:nvSpPr>
          <p:cNvPr id="166" name="TextBox 165">
            <a:extLst>
              <a:ext uri="{FF2B5EF4-FFF2-40B4-BE49-F238E27FC236}">
                <a16:creationId xmlns:a16="http://schemas.microsoft.com/office/drawing/2014/main" id="{2EC49037-127D-8D52-5790-E0A564B00E8A}"/>
              </a:ext>
            </a:extLst>
          </p:cNvPr>
          <p:cNvSpPr txBox="1"/>
          <p:nvPr/>
        </p:nvSpPr>
        <p:spPr>
          <a:xfrm>
            <a:off x="5061572" y="5333287"/>
            <a:ext cx="1055983" cy="276999"/>
          </a:xfrm>
          <a:prstGeom prst="rect">
            <a:avLst/>
          </a:prstGeom>
          <a:noFill/>
        </p:spPr>
        <p:txBody>
          <a:bodyPr wrap="square" rtlCol="0">
            <a:spAutoFit/>
          </a:bodyPr>
          <a:lstStyle/>
          <a:p>
            <a:r>
              <a:rPr lang="en-SG" sz="1200" dirty="0">
                <a:solidFill>
                  <a:schemeClr val="tx2">
                    <a:lumMod val="50000"/>
                  </a:schemeClr>
                </a:solidFill>
              </a:rPr>
              <a:t>Current Wait</a:t>
            </a:r>
            <a:endParaRPr lang="en-SG" sz="1400" dirty="0">
              <a:solidFill>
                <a:schemeClr val="tx2">
                  <a:lumMod val="50000"/>
                </a:schemeClr>
              </a:solidFill>
            </a:endParaRPr>
          </a:p>
        </p:txBody>
      </p:sp>
      <p:sp>
        <p:nvSpPr>
          <p:cNvPr id="169" name="TextBox 168">
            <a:extLst>
              <a:ext uri="{FF2B5EF4-FFF2-40B4-BE49-F238E27FC236}">
                <a16:creationId xmlns:a16="http://schemas.microsoft.com/office/drawing/2014/main" id="{20A155FD-8B28-45B4-3F7E-77A0436D8B0A}"/>
              </a:ext>
            </a:extLst>
          </p:cNvPr>
          <p:cNvSpPr txBox="1"/>
          <p:nvPr/>
        </p:nvSpPr>
        <p:spPr>
          <a:xfrm>
            <a:off x="5094219" y="5566531"/>
            <a:ext cx="922713" cy="276999"/>
          </a:xfrm>
          <a:prstGeom prst="rect">
            <a:avLst/>
          </a:prstGeom>
          <a:noFill/>
        </p:spPr>
        <p:txBody>
          <a:bodyPr wrap="square" rtlCol="0">
            <a:spAutoFit/>
          </a:bodyPr>
          <a:lstStyle/>
          <a:p>
            <a:r>
              <a:rPr lang="en-SG" sz="1200" dirty="0">
                <a:solidFill>
                  <a:schemeClr val="accent4"/>
                </a:solidFill>
              </a:rPr>
              <a:t>&gt; 50 mins</a:t>
            </a:r>
            <a:endParaRPr lang="en-SG" sz="1400" dirty="0">
              <a:solidFill>
                <a:schemeClr val="accent4"/>
              </a:solidFill>
            </a:endParaRPr>
          </a:p>
        </p:txBody>
      </p:sp>
      <p:sp>
        <p:nvSpPr>
          <p:cNvPr id="170" name="TextBox 169">
            <a:extLst>
              <a:ext uri="{FF2B5EF4-FFF2-40B4-BE49-F238E27FC236}">
                <a16:creationId xmlns:a16="http://schemas.microsoft.com/office/drawing/2014/main" id="{498F507B-D6D0-0900-71DE-370C6A8954B1}"/>
              </a:ext>
            </a:extLst>
          </p:cNvPr>
          <p:cNvSpPr txBox="1"/>
          <p:nvPr/>
        </p:nvSpPr>
        <p:spPr>
          <a:xfrm>
            <a:off x="4313612" y="5870643"/>
            <a:ext cx="922713" cy="276999"/>
          </a:xfrm>
          <a:prstGeom prst="rect">
            <a:avLst/>
          </a:prstGeom>
          <a:noFill/>
        </p:spPr>
        <p:txBody>
          <a:bodyPr wrap="square" rtlCol="0">
            <a:spAutoFit/>
          </a:bodyPr>
          <a:lstStyle/>
          <a:p>
            <a:r>
              <a:rPr lang="en-SG" sz="1200" dirty="0">
                <a:solidFill>
                  <a:schemeClr val="tx2">
                    <a:lumMod val="50000"/>
                  </a:schemeClr>
                </a:solidFill>
              </a:rPr>
              <a:t>From here: </a:t>
            </a:r>
            <a:endParaRPr lang="en-SG" sz="1400" dirty="0">
              <a:solidFill>
                <a:schemeClr val="tx2">
                  <a:lumMod val="50000"/>
                </a:schemeClr>
              </a:solidFill>
            </a:endParaRPr>
          </a:p>
        </p:txBody>
      </p:sp>
      <p:sp>
        <p:nvSpPr>
          <p:cNvPr id="172" name="TextBox 171">
            <a:extLst>
              <a:ext uri="{FF2B5EF4-FFF2-40B4-BE49-F238E27FC236}">
                <a16:creationId xmlns:a16="http://schemas.microsoft.com/office/drawing/2014/main" id="{1EE45C7D-7EAE-D578-1345-250A3E12326C}"/>
              </a:ext>
            </a:extLst>
          </p:cNvPr>
          <p:cNvSpPr txBox="1"/>
          <p:nvPr/>
        </p:nvSpPr>
        <p:spPr>
          <a:xfrm>
            <a:off x="5073068" y="5865772"/>
            <a:ext cx="922713" cy="276999"/>
          </a:xfrm>
          <a:prstGeom prst="rect">
            <a:avLst/>
          </a:prstGeom>
          <a:noFill/>
        </p:spPr>
        <p:txBody>
          <a:bodyPr wrap="square" rtlCol="0">
            <a:spAutoFit/>
          </a:bodyPr>
          <a:lstStyle/>
          <a:p>
            <a:r>
              <a:rPr lang="en-SG" sz="1200" dirty="0">
                <a:solidFill>
                  <a:schemeClr val="tx2">
                    <a:lumMod val="50000"/>
                  </a:schemeClr>
                </a:solidFill>
              </a:rPr>
              <a:t>20 mins</a:t>
            </a:r>
            <a:endParaRPr lang="en-SG" sz="1400" dirty="0">
              <a:solidFill>
                <a:schemeClr val="tx2">
                  <a:lumMod val="50000"/>
                </a:schemeClr>
              </a:solidFill>
            </a:endParaRPr>
          </a:p>
        </p:txBody>
      </p:sp>
      <p:pic>
        <p:nvPicPr>
          <p:cNvPr id="173" name="Picture 172" descr="A person walking on a black background&#10;&#10;AI-generated content may be incorrect.">
            <a:extLst>
              <a:ext uri="{FF2B5EF4-FFF2-40B4-BE49-F238E27FC236}">
                <a16:creationId xmlns:a16="http://schemas.microsoft.com/office/drawing/2014/main" id="{9E900F86-1773-4300-C579-6190973ED46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597746" y="5901393"/>
            <a:ext cx="162491" cy="162491"/>
          </a:xfrm>
          <a:prstGeom prst="rect">
            <a:avLst/>
          </a:prstGeom>
        </p:spPr>
      </p:pic>
      <p:sp>
        <p:nvSpPr>
          <p:cNvPr id="174" name="Rectangle: Rounded Corners 173">
            <a:extLst>
              <a:ext uri="{FF2B5EF4-FFF2-40B4-BE49-F238E27FC236}">
                <a16:creationId xmlns:a16="http://schemas.microsoft.com/office/drawing/2014/main" id="{70F7268B-F3F4-249C-C26C-E1B4959E0191}"/>
              </a:ext>
            </a:extLst>
          </p:cNvPr>
          <p:cNvSpPr/>
          <p:nvPr/>
        </p:nvSpPr>
        <p:spPr>
          <a:xfrm>
            <a:off x="4658359" y="6188739"/>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Add to Plan</a:t>
            </a:r>
          </a:p>
        </p:txBody>
      </p:sp>
      <p:sp>
        <p:nvSpPr>
          <p:cNvPr id="176" name="Rectangle 175">
            <a:extLst>
              <a:ext uri="{FF2B5EF4-FFF2-40B4-BE49-F238E27FC236}">
                <a16:creationId xmlns:a16="http://schemas.microsoft.com/office/drawing/2014/main" id="{F647E1BC-3780-7FD5-D52A-00CCD78DFF3C}"/>
              </a:ext>
            </a:extLst>
          </p:cNvPr>
          <p:cNvSpPr/>
          <p:nvPr/>
        </p:nvSpPr>
        <p:spPr>
          <a:xfrm>
            <a:off x="3059293" y="6564025"/>
            <a:ext cx="3032154" cy="1514903"/>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90" name="TextBox 189">
            <a:extLst>
              <a:ext uri="{FF2B5EF4-FFF2-40B4-BE49-F238E27FC236}">
                <a16:creationId xmlns:a16="http://schemas.microsoft.com/office/drawing/2014/main" id="{BB99069E-1EDF-2A73-3BB2-20B0DE7EC829}"/>
              </a:ext>
            </a:extLst>
          </p:cNvPr>
          <p:cNvSpPr txBox="1"/>
          <p:nvPr/>
        </p:nvSpPr>
        <p:spPr>
          <a:xfrm>
            <a:off x="3912761" y="6372391"/>
            <a:ext cx="1244283" cy="646331"/>
          </a:xfrm>
          <a:prstGeom prst="rect">
            <a:avLst/>
          </a:prstGeom>
          <a:noFill/>
        </p:spPr>
        <p:txBody>
          <a:bodyPr wrap="square" rtlCol="0">
            <a:spAutoFit/>
          </a:bodyPr>
          <a:lstStyle/>
          <a:p>
            <a:pPr algn="ctr"/>
            <a:r>
              <a:rPr lang="en-SG" sz="3600" dirty="0"/>
              <a:t>…</a:t>
            </a:r>
          </a:p>
        </p:txBody>
      </p:sp>
      <p:sp>
        <p:nvSpPr>
          <p:cNvPr id="195" name="TextBox 194">
            <a:extLst>
              <a:ext uri="{FF2B5EF4-FFF2-40B4-BE49-F238E27FC236}">
                <a16:creationId xmlns:a16="http://schemas.microsoft.com/office/drawing/2014/main" id="{0023B87C-37A4-CE8E-39D9-115C13C59889}"/>
              </a:ext>
            </a:extLst>
          </p:cNvPr>
          <p:cNvSpPr txBox="1"/>
          <p:nvPr/>
        </p:nvSpPr>
        <p:spPr>
          <a:xfrm>
            <a:off x="9980903" y="5984793"/>
            <a:ext cx="1244283" cy="646331"/>
          </a:xfrm>
          <a:prstGeom prst="rect">
            <a:avLst/>
          </a:prstGeom>
          <a:noFill/>
        </p:spPr>
        <p:txBody>
          <a:bodyPr wrap="square" rtlCol="0">
            <a:spAutoFit/>
          </a:bodyPr>
          <a:lstStyle/>
          <a:p>
            <a:pPr algn="ctr"/>
            <a:r>
              <a:rPr lang="en-SG" sz="3600" dirty="0"/>
              <a:t>…</a:t>
            </a:r>
          </a:p>
        </p:txBody>
      </p:sp>
      <p:sp>
        <p:nvSpPr>
          <p:cNvPr id="196" name="Rectangle: Rounded Corners 195">
            <a:extLst>
              <a:ext uri="{FF2B5EF4-FFF2-40B4-BE49-F238E27FC236}">
                <a16:creationId xmlns:a16="http://schemas.microsoft.com/office/drawing/2014/main" id="{CDAEDD37-EB83-EC0B-E278-ABFE5A9195E4}"/>
              </a:ext>
            </a:extLst>
          </p:cNvPr>
          <p:cNvSpPr/>
          <p:nvPr/>
        </p:nvSpPr>
        <p:spPr>
          <a:xfrm>
            <a:off x="3184702" y="4980400"/>
            <a:ext cx="446983"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97" name="Rectangle: Rounded Corners 196">
            <a:extLst>
              <a:ext uri="{FF2B5EF4-FFF2-40B4-BE49-F238E27FC236}">
                <a16:creationId xmlns:a16="http://schemas.microsoft.com/office/drawing/2014/main" id="{302C1F38-AEDE-BED6-6C63-D2F34F81DAD7}"/>
              </a:ext>
            </a:extLst>
          </p:cNvPr>
          <p:cNvSpPr/>
          <p:nvPr/>
        </p:nvSpPr>
        <p:spPr>
          <a:xfrm rot="5400000">
            <a:off x="5761864" y="5318378"/>
            <a:ext cx="556075" cy="4594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0" name="Rectangle 9">
            <a:extLst>
              <a:ext uri="{FF2B5EF4-FFF2-40B4-BE49-F238E27FC236}">
                <a16:creationId xmlns:a16="http://schemas.microsoft.com/office/drawing/2014/main" id="{8A862A76-A6B0-60F8-CE76-7DDDFAFC8F7F}"/>
              </a:ext>
            </a:extLst>
          </p:cNvPr>
          <p:cNvSpPr/>
          <p:nvPr/>
        </p:nvSpPr>
        <p:spPr>
          <a:xfrm>
            <a:off x="6099574" y="5333287"/>
            <a:ext cx="3032154" cy="1514903"/>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1" name="TextBox 10">
            <a:extLst>
              <a:ext uri="{FF2B5EF4-FFF2-40B4-BE49-F238E27FC236}">
                <a16:creationId xmlns:a16="http://schemas.microsoft.com/office/drawing/2014/main" id="{FA3F6838-7B2A-F142-0BC6-407BCD58B9D4}"/>
              </a:ext>
            </a:extLst>
          </p:cNvPr>
          <p:cNvSpPr txBox="1"/>
          <p:nvPr/>
        </p:nvSpPr>
        <p:spPr>
          <a:xfrm>
            <a:off x="6161860" y="5664173"/>
            <a:ext cx="1203827" cy="520247"/>
          </a:xfrm>
          <a:prstGeom prst="rect">
            <a:avLst/>
          </a:prstGeom>
          <a:noFill/>
          <a:ln>
            <a:solidFill>
              <a:srgbClr val="2F3C7E"/>
            </a:solidFill>
          </a:ln>
        </p:spPr>
        <p:txBody>
          <a:bodyPr wrap="square" rtlCol="0">
            <a:spAutoFit/>
          </a:bodyPr>
          <a:lstStyle/>
          <a:p>
            <a:endParaRPr lang="en-SG" dirty="0"/>
          </a:p>
        </p:txBody>
      </p:sp>
      <p:sp>
        <p:nvSpPr>
          <p:cNvPr id="14" name="TextBox 13">
            <a:extLst>
              <a:ext uri="{FF2B5EF4-FFF2-40B4-BE49-F238E27FC236}">
                <a16:creationId xmlns:a16="http://schemas.microsoft.com/office/drawing/2014/main" id="{696E649D-329B-0F8B-C1D0-1A60135ED0F2}"/>
              </a:ext>
            </a:extLst>
          </p:cNvPr>
          <p:cNvSpPr txBox="1"/>
          <p:nvPr/>
        </p:nvSpPr>
        <p:spPr>
          <a:xfrm>
            <a:off x="7547917" y="5360231"/>
            <a:ext cx="1596366" cy="307777"/>
          </a:xfrm>
          <a:prstGeom prst="rect">
            <a:avLst/>
          </a:prstGeom>
          <a:noFill/>
        </p:spPr>
        <p:txBody>
          <a:bodyPr wrap="square" rtlCol="0">
            <a:spAutoFit/>
          </a:bodyPr>
          <a:lstStyle/>
          <a:p>
            <a:r>
              <a:rPr lang="en-SG" sz="1400" dirty="0"/>
              <a:t>5.0</a:t>
            </a:r>
          </a:p>
        </p:txBody>
      </p:sp>
      <p:sp>
        <p:nvSpPr>
          <p:cNvPr id="15" name="Star: 5 Points 14">
            <a:extLst>
              <a:ext uri="{FF2B5EF4-FFF2-40B4-BE49-F238E27FC236}">
                <a16:creationId xmlns:a16="http://schemas.microsoft.com/office/drawing/2014/main" id="{3E385FDF-B0E9-E5E2-E6FC-DCDF11386FD6}"/>
              </a:ext>
            </a:extLst>
          </p:cNvPr>
          <p:cNvSpPr/>
          <p:nvPr/>
        </p:nvSpPr>
        <p:spPr>
          <a:xfrm>
            <a:off x="7971205"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6" name="Star: 5 Points 15">
            <a:extLst>
              <a:ext uri="{FF2B5EF4-FFF2-40B4-BE49-F238E27FC236}">
                <a16:creationId xmlns:a16="http://schemas.microsoft.com/office/drawing/2014/main" id="{9F2E4882-B5BD-2B14-8808-88F6519075C1}"/>
              </a:ext>
            </a:extLst>
          </p:cNvPr>
          <p:cNvSpPr/>
          <p:nvPr/>
        </p:nvSpPr>
        <p:spPr>
          <a:xfrm>
            <a:off x="8181374"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9" name="Star: 5 Points 18">
            <a:extLst>
              <a:ext uri="{FF2B5EF4-FFF2-40B4-BE49-F238E27FC236}">
                <a16:creationId xmlns:a16="http://schemas.microsoft.com/office/drawing/2014/main" id="{80B16C0E-9D89-59CD-43AD-4DAB25B17C38}"/>
              </a:ext>
            </a:extLst>
          </p:cNvPr>
          <p:cNvSpPr/>
          <p:nvPr/>
        </p:nvSpPr>
        <p:spPr>
          <a:xfrm>
            <a:off x="8607249"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0" name="Star: 5 Points 19">
            <a:extLst>
              <a:ext uri="{FF2B5EF4-FFF2-40B4-BE49-F238E27FC236}">
                <a16:creationId xmlns:a16="http://schemas.microsoft.com/office/drawing/2014/main" id="{522BB7C7-5738-0386-C0FC-6A99216223AB}"/>
              </a:ext>
            </a:extLst>
          </p:cNvPr>
          <p:cNvSpPr/>
          <p:nvPr/>
        </p:nvSpPr>
        <p:spPr>
          <a:xfrm>
            <a:off x="8391543"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8" name="Star: 5 Points 37">
            <a:extLst>
              <a:ext uri="{FF2B5EF4-FFF2-40B4-BE49-F238E27FC236}">
                <a16:creationId xmlns:a16="http://schemas.microsoft.com/office/drawing/2014/main" id="{D93AA81C-E48C-5ECF-A2DB-F0C2E8CDD81F}"/>
              </a:ext>
            </a:extLst>
          </p:cNvPr>
          <p:cNvSpPr/>
          <p:nvPr/>
        </p:nvSpPr>
        <p:spPr>
          <a:xfrm>
            <a:off x="8822955"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2" name="Rectangle: Rounded Corners 41">
            <a:extLst>
              <a:ext uri="{FF2B5EF4-FFF2-40B4-BE49-F238E27FC236}">
                <a16:creationId xmlns:a16="http://schemas.microsoft.com/office/drawing/2014/main" id="{4FEEA473-CEA6-CCC1-B6E7-31D1264894C4}"/>
              </a:ext>
            </a:extLst>
          </p:cNvPr>
          <p:cNvSpPr/>
          <p:nvPr/>
        </p:nvSpPr>
        <p:spPr>
          <a:xfrm>
            <a:off x="6262348" y="6480894"/>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More Details</a:t>
            </a:r>
          </a:p>
        </p:txBody>
      </p:sp>
      <p:pic>
        <p:nvPicPr>
          <p:cNvPr id="45" name="Picture 44" descr="A red person silhouette on a black background&#10;&#10;AI-generated content may be incorrect.">
            <a:extLst>
              <a:ext uri="{FF2B5EF4-FFF2-40B4-BE49-F238E27FC236}">
                <a16:creationId xmlns:a16="http://schemas.microsoft.com/office/drawing/2014/main" id="{0355071F-86AF-5D7D-25B8-0D8AE226BB7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516655" y="5853955"/>
            <a:ext cx="275789" cy="275789"/>
          </a:xfrm>
          <a:prstGeom prst="rect">
            <a:avLst/>
          </a:prstGeom>
        </p:spPr>
      </p:pic>
      <p:sp>
        <p:nvSpPr>
          <p:cNvPr id="46" name="TextBox 45">
            <a:extLst>
              <a:ext uri="{FF2B5EF4-FFF2-40B4-BE49-F238E27FC236}">
                <a16:creationId xmlns:a16="http://schemas.microsoft.com/office/drawing/2014/main" id="{772086E6-F662-34C2-5DFC-2E32947E8281}"/>
              </a:ext>
            </a:extLst>
          </p:cNvPr>
          <p:cNvSpPr txBox="1"/>
          <p:nvPr/>
        </p:nvSpPr>
        <p:spPr>
          <a:xfrm>
            <a:off x="7358243" y="5610947"/>
            <a:ext cx="922713" cy="276999"/>
          </a:xfrm>
          <a:prstGeom prst="rect">
            <a:avLst/>
          </a:prstGeom>
          <a:noFill/>
        </p:spPr>
        <p:txBody>
          <a:bodyPr wrap="square" rtlCol="0">
            <a:spAutoFit/>
          </a:bodyPr>
          <a:lstStyle/>
          <a:p>
            <a:r>
              <a:rPr lang="en-SG" sz="1200" dirty="0">
                <a:solidFill>
                  <a:schemeClr val="tx2">
                    <a:lumMod val="50000"/>
                  </a:schemeClr>
                </a:solidFill>
              </a:rPr>
              <a:t>Queue</a:t>
            </a:r>
            <a:endParaRPr lang="en-SG" sz="1400" dirty="0">
              <a:solidFill>
                <a:schemeClr val="tx2">
                  <a:lumMod val="50000"/>
                </a:schemeClr>
              </a:solidFill>
            </a:endParaRPr>
          </a:p>
        </p:txBody>
      </p:sp>
      <p:pic>
        <p:nvPicPr>
          <p:cNvPr id="47" name="Picture 46" descr="A red person silhouette on a black background&#10;&#10;AI-generated content may be incorrect.">
            <a:extLst>
              <a:ext uri="{FF2B5EF4-FFF2-40B4-BE49-F238E27FC236}">
                <a16:creationId xmlns:a16="http://schemas.microsoft.com/office/drawing/2014/main" id="{8E04A53A-6C48-D876-6B58-D346DB616A3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376403" y="5851159"/>
            <a:ext cx="275789" cy="275789"/>
          </a:xfrm>
          <a:prstGeom prst="rect">
            <a:avLst/>
          </a:prstGeom>
        </p:spPr>
      </p:pic>
      <p:pic>
        <p:nvPicPr>
          <p:cNvPr id="48" name="Picture 47" descr="A red person silhouette on a black background&#10;&#10;AI-generated content may be incorrect.">
            <a:extLst>
              <a:ext uri="{FF2B5EF4-FFF2-40B4-BE49-F238E27FC236}">
                <a16:creationId xmlns:a16="http://schemas.microsoft.com/office/drawing/2014/main" id="{922B05E9-8D46-A799-3DF9-71FE6A23912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652227" y="5849595"/>
            <a:ext cx="275789" cy="275789"/>
          </a:xfrm>
          <a:prstGeom prst="rect">
            <a:avLst/>
          </a:prstGeom>
        </p:spPr>
      </p:pic>
      <p:pic>
        <p:nvPicPr>
          <p:cNvPr id="49" name="Picture 48" descr="A red person silhouette on a black background&#10;&#10;AI-generated content may be incorrect.">
            <a:extLst>
              <a:ext uri="{FF2B5EF4-FFF2-40B4-BE49-F238E27FC236}">
                <a16:creationId xmlns:a16="http://schemas.microsoft.com/office/drawing/2014/main" id="{7B6C682B-8FF9-D32F-5C42-CFA09B8C9CF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783527" y="5849116"/>
            <a:ext cx="275789" cy="275789"/>
          </a:xfrm>
          <a:prstGeom prst="rect">
            <a:avLst/>
          </a:prstGeom>
        </p:spPr>
      </p:pic>
      <p:pic>
        <p:nvPicPr>
          <p:cNvPr id="50" name="Picture 49" descr="A red person silhouette on a black background&#10;&#10;AI-generated content may be incorrect.">
            <a:extLst>
              <a:ext uri="{FF2B5EF4-FFF2-40B4-BE49-F238E27FC236}">
                <a16:creationId xmlns:a16="http://schemas.microsoft.com/office/drawing/2014/main" id="{CD9DD085-7984-9A16-FE29-321BEE8BBE7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916120" y="5848637"/>
            <a:ext cx="275789" cy="275789"/>
          </a:xfrm>
          <a:prstGeom prst="rect">
            <a:avLst/>
          </a:prstGeom>
        </p:spPr>
      </p:pic>
      <p:sp>
        <p:nvSpPr>
          <p:cNvPr id="51" name="TextBox 50">
            <a:extLst>
              <a:ext uri="{FF2B5EF4-FFF2-40B4-BE49-F238E27FC236}">
                <a16:creationId xmlns:a16="http://schemas.microsoft.com/office/drawing/2014/main" id="{4B1B9696-EE66-72A7-78C9-04DE69138298}"/>
              </a:ext>
            </a:extLst>
          </p:cNvPr>
          <p:cNvSpPr txBox="1"/>
          <p:nvPr/>
        </p:nvSpPr>
        <p:spPr>
          <a:xfrm>
            <a:off x="8101853" y="5622746"/>
            <a:ext cx="1055983" cy="276999"/>
          </a:xfrm>
          <a:prstGeom prst="rect">
            <a:avLst/>
          </a:prstGeom>
          <a:noFill/>
        </p:spPr>
        <p:txBody>
          <a:bodyPr wrap="square" rtlCol="0">
            <a:spAutoFit/>
          </a:bodyPr>
          <a:lstStyle/>
          <a:p>
            <a:r>
              <a:rPr lang="en-SG" sz="1200" dirty="0">
                <a:solidFill>
                  <a:schemeClr val="tx2">
                    <a:lumMod val="50000"/>
                  </a:schemeClr>
                </a:solidFill>
              </a:rPr>
              <a:t>Current Wait</a:t>
            </a:r>
            <a:endParaRPr lang="en-SG" sz="1400" dirty="0">
              <a:solidFill>
                <a:schemeClr val="tx2">
                  <a:lumMod val="50000"/>
                </a:schemeClr>
              </a:solidFill>
            </a:endParaRPr>
          </a:p>
        </p:txBody>
      </p:sp>
      <p:sp>
        <p:nvSpPr>
          <p:cNvPr id="52" name="TextBox 51">
            <a:extLst>
              <a:ext uri="{FF2B5EF4-FFF2-40B4-BE49-F238E27FC236}">
                <a16:creationId xmlns:a16="http://schemas.microsoft.com/office/drawing/2014/main" id="{4DFAA5EF-5878-D24E-ECC5-2CCFCD682868}"/>
              </a:ext>
            </a:extLst>
          </p:cNvPr>
          <p:cNvSpPr txBox="1"/>
          <p:nvPr/>
        </p:nvSpPr>
        <p:spPr>
          <a:xfrm>
            <a:off x="8134500" y="5855990"/>
            <a:ext cx="922713" cy="276999"/>
          </a:xfrm>
          <a:prstGeom prst="rect">
            <a:avLst/>
          </a:prstGeom>
          <a:noFill/>
        </p:spPr>
        <p:txBody>
          <a:bodyPr wrap="square" rtlCol="0">
            <a:spAutoFit/>
          </a:bodyPr>
          <a:lstStyle/>
          <a:p>
            <a:r>
              <a:rPr lang="en-SG" sz="1200" dirty="0">
                <a:solidFill>
                  <a:schemeClr val="accent4"/>
                </a:solidFill>
              </a:rPr>
              <a:t>&gt; 50 mins</a:t>
            </a:r>
            <a:endParaRPr lang="en-SG" sz="1400" dirty="0">
              <a:solidFill>
                <a:schemeClr val="accent4"/>
              </a:solidFill>
            </a:endParaRPr>
          </a:p>
        </p:txBody>
      </p:sp>
      <p:sp>
        <p:nvSpPr>
          <p:cNvPr id="53" name="TextBox 52">
            <a:extLst>
              <a:ext uri="{FF2B5EF4-FFF2-40B4-BE49-F238E27FC236}">
                <a16:creationId xmlns:a16="http://schemas.microsoft.com/office/drawing/2014/main" id="{0FF528DC-84D9-7947-F104-C6B3630062EF}"/>
              </a:ext>
            </a:extLst>
          </p:cNvPr>
          <p:cNvSpPr txBox="1"/>
          <p:nvPr/>
        </p:nvSpPr>
        <p:spPr>
          <a:xfrm>
            <a:off x="7353893" y="6160102"/>
            <a:ext cx="922713" cy="276999"/>
          </a:xfrm>
          <a:prstGeom prst="rect">
            <a:avLst/>
          </a:prstGeom>
          <a:noFill/>
        </p:spPr>
        <p:txBody>
          <a:bodyPr wrap="square" rtlCol="0">
            <a:spAutoFit/>
          </a:bodyPr>
          <a:lstStyle/>
          <a:p>
            <a:r>
              <a:rPr lang="en-SG" sz="1200" dirty="0">
                <a:solidFill>
                  <a:schemeClr val="tx2">
                    <a:lumMod val="50000"/>
                  </a:schemeClr>
                </a:solidFill>
              </a:rPr>
              <a:t>From here: </a:t>
            </a:r>
            <a:endParaRPr lang="en-SG" sz="1400" dirty="0">
              <a:solidFill>
                <a:schemeClr val="tx2">
                  <a:lumMod val="50000"/>
                </a:schemeClr>
              </a:solidFill>
            </a:endParaRPr>
          </a:p>
        </p:txBody>
      </p:sp>
      <p:sp>
        <p:nvSpPr>
          <p:cNvPr id="73" name="TextBox 72">
            <a:extLst>
              <a:ext uri="{FF2B5EF4-FFF2-40B4-BE49-F238E27FC236}">
                <a16:creationId xmlns:a16="http://schemas.microsoft.com/office/drawing/2014/main" id="{C8FDA5D2-3659-41D2-DB3F-D3C57B803E3C}"/>
              </a:ext>
            </a:extLst>
          </p:cNvPr>
          <p:cNvSpPr txBox="1"/>
          <p:nvPr/>
        </p:nvSpPr>
        <p:spPr>
          <a:xfrm>
            <a:off x="8113349" y="6155231"/>
            <a:ext cx="922713" cy="276999"/>
          </a:xfrm>
          <a:prstGeom prst="rect">
            <a:avLst/>
          </a:prstGeom>
          <a:noFill/>
        </p:spPr>
        <p:txBody>
          <a:bodyPr wrap="square" rtlCol="0">
            <a:spAutoFit/>
          </a:bodyPr>
          <a:lstStyle/>
          <a:p>
            <a:r>
              <a:rPr lang="en-SG" sz="1200" dirty="0">
                <a:solidFill>
                  <a:schemeClr val="tx2">
                    <a:lumMod val="50000"/>
                  </a:schemeClr>
                </a:solidFill>
              </a:rPr>
              <a:t>2 mins</a:t>
            </a:r>
            <a:endParaRPr lang="en-SG" sz="1400" dirty="0">
              <a:solidFill>
                <a:schemeClr val="tx2">
                  <a:lumMod val="50000"/>
                </a:schemeClr>
              </a:solidFill>
            </a:endParaRPr>
          </a:p>
        </p:txBody>
      </p:sp>
      <p:pic>
        <p:nvPicPr>
          <p:cNvPr id="74" name="Picture 73" descr="A person walking on a black background&#10;&#10;AI-generated content may be incorrect.">
            <a:extLst>
              <a:ext uri="{FF2B5EF4-FFF2-40B4-BE49-F238E27FC236}">
                <a16:creationId xmlns:a16="http://schemas.microsoft.com/office/drawing/2014/main" id="{98F0FD9F-6DA1-F05D-99F5-6618D5DAD90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638027" y="6190852"/>
            <a:ext cx="162491" cy="162491"/>
          </a:xfrm>
          <a:prstGeom prst="rect">
            <a:avLst/>
          </a:prstGeom>
        </p:spPr>
      </p:pic>
      <p:sp>
        <p:nvSpPr>
          <p:cNvPr id="75" name="Rectangle: Rounded Corners 74">
            <a:extLst>
              <a:ext uri="{FF2B5EF4-FFF2-40B4-BE49-F238E27FC236}">
                <a16:creationId xmlns:a16="http://schemas.microsoft.com/office/drawing/2014/main" id="{2AE0E54A-E7DC-6D92-C567-15D9D3D5E0A4}"/>
              </a:ext>
            </a:extLst>
          </p:cNvPr>
          <p:cNvSpPr/>
          <p:nvPr/>
        </p:nvSpPr>
        <p:spPr>
          <a:xfrm>
            <a:off x="7698640" y="6478198"/>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Add to Plan</a:t>
            </a:r>
          </a:p>
        </p:txBody>
      </p:sp>
      <p:sp>
        <p:nvSpPr>
          <p:cNvPr id="78" name="Rectangle: Rounded Corners 77">
            <a:extLst>
              <a:ext uri="{FF2B5EF4-FFF2-40B4-BE49-F238E27FC236}">
                <a16:creationId xmlns:a16="http://schemas.microsoft.com/office/drawing/2014/main" id="{F18ED2E9-5AE8-B986-27C5-DD7AD93C362A}"/>
              </a:ext>
            </a:extLst>
          </p:cNvPr>
          <p:cNvSpPr/>
          <p:nvPr/>
        </p:nvSpPr>
        <p:spPr>
          <a:xfrm rot="5400000">
            <a:off x="8802145" y="5607837"/>
            <a:ext cx="556075" cy="4594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80" name="TextBox 79">
            <a:extLst>
              <a:ext uri="{FF2B5EF4-FFF2-40B4-BE49-F238E27FC236}">
                <a16:creationId xmlns:a16="http://schemas.microsoft.com/office/drawing/2014/main" id="{2DCF73F7-C940-BF3D-2118-07FFC127631D}"/>
              </a:ext>
            </a:extLst>
          </p:cNvPr>
          <p:cNvSpPr txBox="1"/>
          <p:nvPr/>
        </p:nvSpPr>
        <p:spPr>
          <a:xfrm>
            <a:off x="264481" y="1029265"/>
            <a:ext cx="4121657" cy="2585323"/>
          </a:xfrm>
          <a:prstGeom prst="rect">
            <a:avLst/>
          </a:prstGeom>
          <a:solidFill>
            <a:schemeClr val="bg1"/>
          </a:solidFill>
          <a:ln w="25400">
            <a:solidFill>
              <a:schemeClr val="accent5"/>
            </a:solidFill>
          </a:ln>
        </p:spPr>
        <p:txBody>
          <a:bodyPr wrap="square" rtlCol="0">
            <a:spAutoFit/>
          </a:bodyPr>
          <a:lstStyle/>
          <a:p>
            <a:pPr algn="just"/>
            <a:r>
              <a:rPr lang="en-US" b="1" dirty="0">
                <a:solidFill>
                  <a:srgbClr val="000000"/>
                </a:solidFill>
                <a:latin typeface="Arial" panose="020B0604020202020204" pitchFamily="34" charset="0"/>
                <a:cs typeface="Arial" panose="020B0604020202020204" pitchFamily="34" charset="0"/>
              </a:rPr>
              <a:t>Scenario Demonstration</a:t>
            </a:r>
          </a:p>
          <a:p>
            <a:pPr algn="just"/>
            <a:r>
              <a:rPr lang="en-US" sz="1600" dirty="0">
                <a:solidFill>
                  <a:srgbClr val="000000"/>
                </a:solidFill>
                <a:latin typeface="Arial" panose="020B0604020202020204" pitchFamily="34" charset="0"/>
                <a:cs typeface="Arial" panose="020B0604020202020204" pitchFamily="34" charset="0"/>
              </a:rPr>
              <a:t>In this scenario, there are 2 concurrent users, John and Jane. John will first begin by adding a destination to Plan 1. </a:t>
            </a:r>
          </a:p>
          <a:p>
            <a:pPr algn="just"/>
            <a:endParaRPr lang="en-US" sz="1600" dirty="0">
              <a:solidFill>
                <a:srgbClr val="000000"/>
              </a:solidFill>
              <a:latin typeface="Arial" panose="020B0604020202020204" pitchFamily="34" charset="0"/>
              <a:cs typeface="Arial" panose="020B0604020202020204" pitchFamily="34" charset="0"/>
            </a:endParaRPr>
          </a:p>
          <a:p>
            <a:pPr algn="just"/>
            <a:r>
              <a:rPr lang="en-US" sz="1600" dirty="0">
                <a:solidFill>
                  <a:srgbClr val="000000"/>
                </a:solidFill>
                <a:latin typeface="Arial" panose="020B0604020202020204" pitchFamily="34" charset="0"/>
                <a:cs typeface="Arial" panose="020B0604020202020204" pitchFamily="34" charset="0"/>
              </a:rPr>
              <a:t>At the same time, Jane will create a new Plan, demonstrating the system’s capabilities to handle concurrent users, as well as providing user feedback on their actions.</a:t>
            </a:r>
          </a:p>
        </p:txBody>
      </p:sp>
      <p:pic>
        <p:nvPicPr>
          <p:cNvPr id="81" name="Picture 80">
            <a:extLst>
              <a:ext uri="{FF2B5EF4-FFF2-40B4-BE49-F238E27FC236}">
                <a16:creationId xmlns:a16="http://schemas.microsoft.com/office/drawing/2014/main" id="{3604B110-E1DB-B71E-9CC2-05E9A48F60BB}"/>
              </a:ext>
            </a:extLst>
          </p:cNvPr>
          <p:cNvPicPr>
            <a:picLocks noChangeAspect="1"/>
          </p:cNvPicPr>
          <p:nvPr/>
        </p:nvPicPr>
        <p:blipFill>
          <a:blip r:embed="rId14"/>
          <a:stretch>
            <a:fillRect/>
          </a:stretch>
        </p:blipFill>
        <p:spPr>
          <a:xfrm>
            <a:off x="-13100" y="734547"/>
            <a:ext cx="555159" cy="555159"/>
          </a:xfrm>
          <a:prstGeom prst="rect">
            <a:avLst/>
          </a:prstGeom>
        </p:spPr>
      </p:pic>
      <p:sp>
        <p:nvSpPr>
          <p:cNvPr id="95" name="TextBox 94">
            <a:hlinkClick r:id="rId15" action="ppaction://hlinksldjump"/>
            <a:extLst>
              <a:ext uri="{FF2B5EF4-FFF2-40B4-BE49-F238E27FC236}">
                <a16:creationId xmlns:a16="http://schemas.microsoft.com/office/drawing/2014/main" id="{310BB009-4B29-0291-5848-9C358B0EF60C}"/>
              </a:ext>
            </a:extLst>
          </p:cNvPr>
          <p:cNvSpPr txBox="1"/>
          <p:nvPr/>
        </p:nvSpPr>
        <p:spPr>
          <a:xfrm>
            <a:off x="7380116" y="3478896"/>
            <a:ext cx="1233363" cy="369332"/>
          </a:xfrm>
          <a:prstGeom prst="rect">
            <a:avLst/>
          </a:prstGeom>
          <a:solidFill>
            <a:schemeClr val="bg1"/>
          </a:solidFill>
          <a:ln w="25400">
            <a:solidFill>
              <a:schemeClr val="accent5"/>
            </a:solidFill>
          </a:ln>
        </p:spPr>
        <p:txBody>
          <a:bodyPr wrap="square" rtlCol="0">
            <a:spAutoFit/>
          </a:bodyPr>
          <a:lstStyle/>
          <a:p>
            <a:pPr algn="just"/>
            <a:r>
              <a:rPr lang="en-US" b="1" dirty="0">
                <a:solidFill>
                  <a:srgbClr val="000000"/>
                </a:solidFill>
                <a:latin typeface="Arial" panose="020B0604020202020204" pitchFamily="34" charset="0"/>
                <a:cs typeface="Arial" panose="020B0604020202020204" pitchFamily="34" charset="0"/>
              </a:rPr>
              <a:t>Continue</a:t>
            </a:r>
            <a:endParaRPr lang="en-US" sz="1600" dirty="0">
              <a:solidFill>
                <a:srgbClr val="000000"/>
              </a:solidFill>
              <a:latin typeface="Arial" panose="020B0604020202020204" pitchFamily="34" charset="0"/>
              <a:cs typeface="Arial" panose="020B0604020202020204" pitchFamily="34" charset="0"/>
            </a:endParaRPr>
          </a:p>
        </p:txBody>
      </p:sp>
      <p:pic>
        <p:nvPicPr>
          <p:cNvPr id="96" name="Picture 95">
            <a:extLst>
              <a:ext uri="{FF2B5EF4-FFF2-40B4-BE49-F238E27FC236}">
                <a16:creationId xmlns:a16="http://schemas.microsoft.com/office/drawing/2014/main" id="{8E668354-B1D5-6FFA-50A4-65C8BA1575AE}"/>
              </a:ext>
            </a:extLst>
          </p:cNvPr>
          <p:cNvPicPr>
            <a:picLocks noChangeAspect="1"/>
          </p:cNvPicPr>
          <p:nvPr/>
        </p:nvPicPr>
        <p:blipFill>
          <a:blip r:embed="rId14"/>
          <a:stretch>
            <a:fillRect/>
          </a:stretch>
        </p:blipFill>
        <p:spPr>
          <a:xfrm>
            <a:off x="7129262" y="3101250"/>
            <a:ext cx="555159" cy="555159"/>
          </a:xfrm>
          <a:prstGeom prst="rect">
            <a:avLst/>
          </a:prstGeom>
        </p:spPr>
      </p:pic>
      <p:pic>
        <p:nvPicPr>
          <p:cNvPr id="94" name="Picture 93" descr="A yellow hand pointing up&#10;&#10;AI-generated content may be incorrect.">
            <a:extLst>
              <a:ext uri="{FF2B5EF4-FFF2-40B4-BE49-F238E27FC236}">
                <a16:creationId xmlns:a16="http://schemas.microsoft.com/office/drawing/2014/main" id="{C22071D8-0C7B-55EC-9E71-454B43E02E10}"/>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426551" y="3614588"/>
            <a:ext cx="663866" cy="663866"/>
          </a:xfrm>
          <a:prstGeom prst="rect">
            <a:avLst/>
          </a:prstGeom>
        </p:spPr>
      </p:pic>
      <p:grpSp>
        <p:nvGrpSpPr>
          <p:cNvPr id="129" name="Group 128">
            <a:extLst>
              <a:ext uri="{FF2B5EF4-FFF2-40B4-BE49-F238E27FC236}">
                <a16:creationId xmlns:a16="http://schemas.microsoft.com/office/drawing/2014/main" id="{E778D783-067B-7F51-0D2D-29E89220329E}"/>
              </a:ext>
            </a:extLst>
          </p:cNvPr>
          <p:cNvGrpSpPr/>
          <p:nvPr/>
        </p:nvGrpSpPr>
        <p:grpSpPr>
          <a:xfrm>
            <a:off x="8638027" y="1337700"/>
            <a:ext cx="3500226" cy="1967917"/>
            <a:chOff x="7805864" y="3424049"/>
            <a:chExt cx="3500226" cy="1967917"/>
          </a:xfrm>
        </p:grpSpPr>
        <p:grpSp>
          <p:nvGrpSpPr>
            <p:cNvPr id="110" name="Group 109">
              <a:extLst>
                <a:ext uri="{FF2B5EF4-FFF2-40B4-BE49-F238E27FC236}">
                  <a16:creationId xmlns:a16="http://schemas.microsoft.com/office/drawing/2014/main" id="{CE371B5A-5A01-B1B0-2D7A-13EF8E9D53A3}"/>
                </a:ext>
              </a:extLst>
            </p:cNvPr>
            <p:cNvGrpSpPr/>
            <p:nvPr/>
          </p:nvGrpSpPr>
          <p:grpSpPr>
            <a:xfrm>
              <a:off x="7805864" y="3424049"/>
              <a:ext cx="3500226" cy="1967917"/>
              <a:chOff x="2010011" y="3933476"/>
              <a:chExt cx="3500226" cy="1967917"/>
            </a:xfrm>
          </p:grpSpPr>
          <p:grpSp>
            <p:nvGrpSpPr>
              <p:cNvPr id="111" name="Group 110">
                <a:extLst>
                  <a:ext uri="{FF2B5EF4-FFF2-40B4-BE49-F238E27FC236}">
                    <a16:creationId xmlns:a16="http://schemas.microsoft.com/office/drawing/2014/main" id="{A3DCA7C7-61D1-4E3B-3D23-6505E88C09FE}"/>
                  </a:ext>
                </a:extLst>
              </p:cNvPr>
              <p:cNvGrpSpPr/>
              <p:nvPr/>
            </p:nvGrpSpPr>
            <p:grpSpPr>
              <a:xfrm>
                <a:off x="2010011" y="3933476"/>
                <a:ext cx="3482281" cy="1967917"/>
                <a:chOff x="168062" y="916155"/>
                <a:chExt cx="3482281" cy="1967917"/>
              </a:xfrm>
            </p:grpSpPr>
            <p:grpSp>
              <p:nvGrpSpPr>
                <p:cNvPr id="113" name="Group 112">
                  <a:extLst>
                    <a:ext uri="{FF2B5EF4-FFF2-40B4-BE49-F238E27FC236}">
                      <a16:creationId xmlns:a16="http://schemas.microsoft.com/office/drawing/2014/main" id="{E1891E72-5EE9-82E2-79A3-FBB87FE7096E}"/>
                    </a:ext>
                  </a:extLst>
                </p:cNvPr>
                <p:cNvGrpSpPr/>
                <p:nvPr/>
              </p:nvGrpSpPr>
              <p:grpSpPr>
                <a:xfrm>
                  <a:off x="168062" y="916155"/>
                  <a:ext cx="3482281" cy="1967917"/>
                  <a:chOff x="168062" y="916155"/>
                  <a:chExt cx="3482281" cy="1967917"/>
                </a:xfrm>
              </p:grpSpPr>
              <p:grpSp>
                <p:nvGrpSpPr>
                  <p:cNvPr id="119" name="Group 118">
                    <a:extLst>
                      <a:ext uri="{FF2B5EF4-FFF2-40B4-BE49-F238E27FC236}">
                        <a16:creationId xmlns:a16="http://schemas.microsoft.com/office/drawing/2014/main" id="{390D89BF-AD54-1630-82E5-77EE683862ED}"/>
                      </a:ext>
                    </a:extLst>
                  </p:cNvPr>
                  <p:cNvGrpSpPr/>
                  <p:nvPr/>
                </p:nvGrpSpPr>
                <p:grpSpPr>
                  <a:xfrm>
                    <a:off x="535113" y="1233189"/>
                    <a:ext cx="3115230" cy="1650883"/>
                    <a:chOff x="3225800" y="2071914"/>
                    <a:chExt cx="5740399" cy="2714172"/>
                  </a:xfrm>
                </p:grpSpPr>
                <p:grpSp>
                  <p:nvGrpSpPr>
                    <p:cNvPr id="121" name="Group 120">
                      <a:extLst>
                        <a:ext uri="{FF2B5EF4-FFF2-40B4-BE49-F238E27FC236}">
                          <a16:creationId xmlns:a16="http://schemas.microsoft.com/office/drawing/2014/main" id="{2DC9AB21-45C6-97E5-B5BE-D4BC174F59A8}"/>
                        </a:ext>
                      </a:extLst>
                    </p:cNvPr>
                    <p:cNvGrpSpPr/>
                    <p:nvPr/>
                  </p:nvGrpSpPr>
                  <p:grpSpPr>
                    <a:xfrm>
                      <a:off x="3225800" y="2071914"/>
                      <a:ext cx="5740399" cy="2714172"/>
                      <a:chOff x="3225800" y="2071914"/>
                      <a:chExt cx="5740399" cy="2714172"/>
                    </a:xfrm>
                  </p:grpSpPr>
                  <p:sp>
                    <p:nvSpPr>
                      <p:cNvPr id="123" name="Rectangle: Rounded Corners 122">
                        <a:extLst>
                          <a:ext uri="{FF2B5EF4-FFF2-40B4-BE49-F238E27FC236}">
                            <a16:creationId xmlns:a16="http://schemas.microsoft.com/office/drawing/2014/main" id="{4D4AB015-DB46-2D7E-DED6-229BC4FBB348}"/>
                          </a:ext>
                        </a:extLst>
                      </p:cNvPr>
                      <p:cNvSpPr/>
                      <p:nvPr/>
                    </p:nvSpPr>
                    <p:spPr>
                      <a:xfrm>
                        <a:off x="3225800" y="2071914"/>
                        <a:ext cx="5740399" cy="2714172"/>
                      </a:xfrm>
                      <a:prstGeom prst="round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4" name="Rectangle: Rounded Corners 123">
                        <a:extLst>
                          <a:ext uri="{FF2B5EF4-FFF2-40B4-BE49-F238E27FC236}">
                            <a16:creationId xmlns:a16="http://schemas.microsoft.com/office/drawing/2014/main" id="{D45BAB1A-C022-D2F0-63D6-A42EC4BC7C61}"/>
                          </a:ext>
                        </a:extLst>
                      </p:cNvPr>
                      <p:cNvSpPr/>
                      <p:nvPr/>
                    </p:nvSpPr>
                    <p:spPr>
                      <a:xfrm>
                        <a:off x="3360056" y="2184398"/>
                        <a:ext cx="5477122" cy="2489200"/>
                      </a:xfrm>
                      <a:prstGeom prst="roundRect">
                        <a:avLst/>
                      </a:prstGeom>
                      <a:solidFill>
                        <a:schemeClr val="accent5"/>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122" name="TextBox 121">
                      <a:extLst>
                        <a:ext uri="{FF2B5EF4-FFF2-40B4-BE49-F238E27FC236}">
                          <a16:creationId xmlns:a16="http://schemas.microsoft.com/office/drawing/2014/main" id="{01F40C42-A316-AAC7-E79B-44A4F4374883}"/>
                        </a:ext>
                      </a:extLst>
                    </p:cNvPr>
                    <p:cNvSpPr txBox="1"/>
                    <p:nvPr/>
                  </p:nvSpPr>
                  <p:spPr>
                    <a:xfrm>
                      <a:off x="3849989" y="2645028"/>
                      <a:ext cx="4615543" cy="607209"/>
                    </a:xfrm>
                    <a:prstGeom prst="rect">
                      <a:avLst/>
                    </a:prstGeom>
                    <a:noFill/>
                  </p:spPr>
                  <p:txBody>
                    <a:bodyPr wrap="square" rtlCol="0">
                      <a:spAutoFit/>
                    </a:bodyPr>
                    <a:lstStyle/>
                    <a:p>
                      <a:pPr algn="ctr"/>
                      <a:r>
                        <a:rPr lang="en-SG" b="1" dirty="0">
                          <a:solidFill>
                            <a:schemeClr val="bg1"/>
                          </a:solidFill>
                        </a:rPr>
                        <a:t>Create new Plan?</a:t>
                      </a:r>
                    </a:p>
                  </p:txBody>
                </p:sp>
              </p:grpSp>
              <p:pic>
                <p:nvPicPr>
                  <p:cNvPr id="120" name="Picture 119" descr="A blue and white logo&#10;&#10;AI-generated content may be incorrect.">
                    <a:extLst>
                      <a:ext uri="{FF2B5EF4-FFF2-40B4-BE49-F238E27FC236}">
                        <a16:creationId xmlns:a16="http://schemas.microsoft.com/office/drawing/2014/main" id="{78B00B98-7F22-831E-E7E2-922FA652B77D}"/>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68062" y="916155"/>
                    <a:ext cx="758741" cy="758741"/>
                  </a:xfrm>
                  <a:prstGeom prst="rect">
                    <a:avLst/>
                  </a:prstGeom>
                </p:spPr>
              </p:pic>
            </p:grpSp>
            <p:sp>
              <p:nvSpPr>
                <p:cNvPr id="118" name="Rectangle: Rounded Corners 117">
                  <a:extLst>
                    <a:ext uri="{FF2B5EF4-FFF2-40B4-BE49-F238E27FC236}">
                      <a16:creationId xmlns:a16="http://schemas.microsoft.com/office/drawing/2014/main" id="{DEA029D1-C712-D67F-2DF0-DFDC8246F873}"/>
                    </a:ext>
                  </a:extLst>
                </p:cNvPr>
                <p:cNvSpPr/>
                <p:nvPr/>
              </p:nvSpPr>
              <p:spPr>
                <a:xfrm>
                  <a:off x="1081470" y="2214336"/>
                  <a:ext cx="976557" cy="479800"/>
                </a:xfrm>
                <a:prstGeom prst="roundRect">
                  <a:avLst>
                    <a:gd name="adj" fmla="val 18237"/>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b="1" dirty="0">
                      <a:solidFill>
                        <a:schemeClr val="bg1"/>
                      </a:solidFill>
                      <a:latin typeface="+mj-lt"/>
                    </a:rPr>
                    <a:t>Yes</a:t>
                  </a:r>
                </a:p>
              </p:txBody>
            </p:sp>
          </p:grpSp>
          <p:sp>
            <p:nvSpPr>
              <p:cNvPr id="112" name="Rectangle: Rounded Corners 111">
                <a:extLst>
                  <a:ext uri="{FF2B5EF4-FFF2-40B4-BE49-F238E27FC236}">
                    <a16:creationId xmlns:a16="http://schemas.microsoft.com/office/drawing/2014/main" id="{D4084151-7721-ABBB-1201-83A705B2566D}"/>
                  </a:ext>
                </a:extLst>
              </p:cNvPr>
              <p:cNvSpPr/>
              <p:nvPr/>
            </p:nvSpPr>
            <p:spPr>
              <a:xfrm>
                <a:off x="4497047" y="4155232"/>
                <a:ext cx="1013190" cy="384534"/>
              </a:xfrm>
              <a:prstGeom prst="roundRect">
                <a:avLst>
                  <a:gd name="adj" fmla="val 50000"/>
                </a:avLst>
              </a:prstGeom>
              <a:solidFill>
                <a:srgbClr val="FE38A5"/>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To: Jane</a:t>
                </a:r>
              </a:p>
            </p:txBody>
          </p:sp>
        </p:grpSp>
        <p:sp>
          <p:nvSpPr>
            <p:cNvPr id="126" name="Rectangle: Rounded Corners 125">
              <a:extLst>
                <a:ext uri="{FF2B5EF4-FFF2-40B4-BE49-F238E27FC236}">
                  <a16:creationId xmlns:a16="http://schemas.microsoft.com/office/drawing/2014/main" id="{1CBFF656-AC9A-6499-9664-0E761B393866}"/>
                </a:ext>
              </a:extLst>
            </p:cNvPr>
            <p:cNvSpPr/>
            <p:nvPr/>
          </p:nvSpPr>
          <p:spPr>
            <a:xfrm>
              <a:off x="9829615" y="4709858"/>
              <a:ext cx="976557" cy="479800"/>
            </a:xfrm>
            <a:prstGeom prst="roundRect">
              <a:avLst>
                <a:gd name="adj" fmla="val 18237"/>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b="1" dirty="0">
                  <a:solidFill>
                    <a:schemeClr val="bg1"/>
                  </a:solidFill>
                  <a:latin typeface="+mj-lt"/>
                </a:rPr>
                <a:t>No</a:t>
              </a:r>
            </a:p>
          </p:txBody>
        </p:sp>
      </p:grpSp>
      <p:grpSp>
        <p:nvGrpSpPr>
          <p:cNvPr id="93" name="Group 92">
            <a:extLst>
              <a:ext uri="{FF2B5EF4-FFF2-40B4-BE49-F238E27FC236}">
                <a16:creationId xmlns:a16="http://schemas.microsoft.com/office/drawing/2014/main" id="{FF413888-02CE-9493-4774-32CBCD35950E}"/>
              </a:ext>
            </a:extLst>
          </p:cNvPr>
          <p:cNvGrpSpPr/>
          <p:nvPr/>
        </p:nvGrpSpPr>
        <p:grpSpPr>
          <a:xfrm>
            <a:off x="10032211" y="2779196"/>
            <a:ext cx="1270695" cy="835392"/>
            <a:chOff x="7965126" y="2560353"/>
            <a:chExt cx="1270695" cy="835392"/>
          </a:xfrm>
        </p:grpSpPr>
        <p:pic>
          <p:nvPicPr>
            <p:cNvPr id="89" name="Picture 88" descr="A pink mouse cursor with a black background&#10;&#10;AI-generated content may be incorrect.">
              <a:extLst>
                <a:ext uri="{FF2B5EF4-FFF2-40B4-BE49-F238E27FC236}">
                  <a16:creationId xmlns:a16="http://schemas.microsoft.com/office/drawing/2014/main" id="{48AA72ED-FB65-6134-885C-82AD905EA2C9}"/>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965126" y="2560353"/>
              <a:ext cx="835392" cy="835392"/>
            </a:xfrm>
            <a:prstGeom prst="rect">
              <a:avLst/>
            </a:prstGeom>
          </p:spPr>
        </p:pic>
        <p:sp>
          <p:nvSpPr>
            <p:cNvPr id="92" name="Rectangle: Rounded Corners 91">
              <a:extLst>
                <a:ext uri="{FF2B5EF4-FFF2-40B4-BE49-F238E27FC236}">
                  <a16:creationId xmlns:a16="http://schemas.microsoft.com/office/drawing/2014/main" id="{3D1C1310-3348-043B-1588-E8CCA07555B8}"/>
                </a:ext>
              </a:extLst>
            </p:cNvPr>
            <p:cNvSpPr/>
            <p:nvPr/>
          </p:nvSpPr>
          <p:spPr>
            <a:xfrm>
              <a:off x="8561323" y="2978049"/>
              <a:ext cx="674498" cy="255991"/>
            </a:xfrm>
            <a:prstGeom prst="roundRect">
              <a:avLst>
                <a:gd name="adj" fmla="val 50000"/>
              </a:avLst>
            </a:prstGeom>
            <a:solidFill>
              <a:srgbClr val="FE38A5"/>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Jane</a:t>
              </a:r>
            </a:p>
          </p:txBody>
        </p:sp>
      </p:grpSp>
      <p:sp>
        <p:nvSpPr>
          <p:cNvPr id="156" name="TextBox 155">
            <a:extLst>
              <a:ext uri="{FF2B5EF4-FFF2-40B4-BE49-F238E27FC236}">
                <a16:creationId xmlns:a16="http://schemas.microsoft.com/office/drawing/2014/main" id="{FB801481-76F8-0A3B-8366-719A20BBD0EE}"/>
              </a:ext>
            </a:extLst>
          </p:cNvPr>
          <p:cNvSpPr txBox="1"/>
          <p:nvPr/>
        </p:nvSpPr>
        <p:spPr>
          <a:xfrm>
            <a:off x="6072725" y="5352159"/>
            <a:ext cx="1596366" cy="307777"/>
          </a:xfrm>
          <a:prstGeom prst="rect">
            <a:avLst/>
          </a:prstGeom>
          <a:noFill/>
        </p:spPr>
        <p:txBody>
          <a:bodyPr wrap="square" rtlCol="0">
            <a:spAutoFit/>
          </a:bodyPr>
          <a:lstStyle/>
          <a:p>
            <a:r>
              <a:rPr lang="en-SG" sz="1400" b="1" dirty="0">
                <a:solidFill>
                  <a:schemeClr val="tx2">
                    <a:lumMod val="50000"/>
                  </a:schemeClr>
                </a:solidFill>
              </a:rPr>
              <a:t>Jake &amp; Marks</a:t>
            </a:r>
          </a:p>
        </p:txBody>
      </p:sp>
      <p:pic>
        <p:nvPicPr>
          <p:cNvPr id="157" name="Picture 156">
            <a:extLst>
              <a:ext uri="{FF2B5EF4-FFF2-40B4-BE49-F238E27FC236}">
                <a16:creationId xmlns:a16="http://schemas.microsoft.com/office/drawing/2014/main" id="{F8EBA382-39F9-3B61-FA09-658AD2CC8849}"/>
              </a:ext>
            </a:extLst>
          </p:cNvPr>
          <p:cNvPicPr>
            <a:picLocks noChangeAspect="1"/>
          </p:cNvPicPr>
          <p:nvPr/>
        </p:nvPicPr>
        <p:blipFill>
          <a:blip r:embed="rId19"/>
          <a:stretch>
            <a:fillRect/>
          </a:stretch>
        </p:blipFill>
        <p:spPr>
          <a:xfrm>
            <a:off x="6525917" y="5748501"/>
            <a:ext cx="454361" cy="454361"/>
          </a:xfrm>
          <a:prstGeom prst="rect">
            <a:avLst/>
          </a:prstGeom>
        </p:spPr>
      </p:pic>
      <p:grpSp>
        <p:nvGrpSpPr>
          <p:cNvPr id="130" name="Group 129">
            <a:extLst>
              <a:ext uri="{FF2B5EF4-FFF2-40B4-BE49-F238E27FC236}">
                <a16:creationId xmlns:a16="http://schemas.microsoft.com/office/drawing/2014/main" id="{C99DF9F8-7040-FAE4-3CEF-76B998FFEB27}"/>
              </a:ext>
            </a:extLst>
          </p:cNvPr>
          <p:cNvGrpSpPr/>
          <p:nvPr/>
        </p:nvGrpSpPr>
        <p:grpSpPr>
          <a:xfrm>
            <a:off x="2675204" y="4626327"/>
            <a:ext cx="3500226" cy="1967917"/>
            <a:chOff x="7805864" y="3424049"/>
            <a:chExt cx="3500226" cy="1967917"/>
          </a:xfrm>
        </p:grpSpPr>
        <p:grpSp>
          <p:nvGrpSpPr>
            <p:cNvPr id="131" name="Group 130">
              <a:extLst>
                <a:ext uri="{FF2B5EF4-FFF2-40B4-BE49-F238E27FC236}">
                  <a16:creationId xmlns:a16="http://schemas.microsoft.com/office/drawing/2014/main" id="{DC81612E-A647-6E36-BECC-F8F1E634A1A7}"/>
                </a:ext>
              </a:extLst>
            </p:cNvPr>
            <p:cNvGrpSpPr/>
            <p:nvPr/>
          </p:nvGrpSpPr>
          <p:grpSpPr>
            <a:xfrm>
              <a:off x="7805864" y="3424049"/>
              <a:ext cx="3500226" cy="1967917"/>
              <a:chOff x="2010011" y="3933476"/>
              <a:chExt cx="3500226" cy="1967917"/>
            </a:xfrm>
          </p:grpSpPr>
          <p:grpSp>
            <p:nvGrpSpPr>
              <p:cNvPr id="133" name="Group 132">
                <a:extLst>
                  <a:ext uri="{FF2B5EF4-FFF2-40B4-BE49-F238E27FC236}">
                    <a16:creationId xmlns:a16="http://schemas.microsoft.com/office/drawing/2014/main" id="{E252A404-8D9D-CFB3-1132-82196806F311}"/>
                  </a:ext>
                </a:extLst>
              </p:cNvPr>
              <p:cNvGrpSpPr/>
              <p:nvPr/>
            </p:nvGrpSpPr>
            <p:grpSpPr>
              <a:xfrm>
                <a:off x="2010011" y="3933476"/>
                <a:ext cx="3482281" cy="1967917"/>
                <a:chOff x="168062" y="916155"/>
                <a:chExt cx="3482281" cy="1967917"/>
              </a:xfrm>
            </p:grpSpPr>
            <p:grpSp>
              <p:nvGrpSpPr>
                <p:cNvPr id="135" name="Group 134">
                  <a:extLst>
                    <a:ext uri="{FF2B5EF4-FFF2-40B4-BE49-F238E27FC236}">
                      <a16:creationId xmlns:a16="http://schemas.microsoft.com/office/drawing/2014/main" id="{D724772C-741E-0A1E-A8DA-8602DE066DE0}"/>
                    </a:ext>
                  </a:extLst>
                </p:cNvPr>
                <p:cNvGrpSpPr/>
                <p:nvPr/>
              </p:nvGrpSpPr>
              <p:grpSpPr>
                <a:xfrm>
                  <a:off x="168062" y="916155"/>
                  <a:ext cx="3482281" cy="1967917"/>
                  <a:chOff x="168062" y="916155"/>
                  <a:chExt cx="3482281" cy="1967917"/>
                </a:xfrm>
              </p:grpSpPr>
              <p:grpSp>
                <p:nvGrpSpPr>
                  <p:cNvPr id="142" name="Group 141">
                    <a:extLst>
                      <a:ext uri="{FF2B5EF4-FFF2-40B4-BE49-F238E27FC236}">
                        <a16:creationId xmlns:a16="http://schemas.microsoft.com/office/drawing/2014/main" id="{FC78F41A-FAB1-5202-99BB-6AC0C0FF3588}"/>
                      </a:ext>
                    </a:extLst>
                  </p:cNvPr>
                  <p:cNvGrpSpPr/>
                  <p:nvPr/>
                </p:nvGrpSpPr>
                <p:grpSpPr>
                  <a:xfrm>
                    <a:off x="535113" y="1233189"/>
                    <a:ext cx="3115230" cy="1650883"/>
                    <a:chOff x="3225800" y="2071914"/>
                    <a:chExt cx="5740399" cy="2714172"/>
                  </a:xfrm>
                </p:grpSpPr>
                <p:grpSp>
                  <p:nvGrpSpPr>
                    <p:cNvPr id="145" name="Group 144">
                      <a:extLst>
                        <a:ext uri="{FF2B5EF4-FFF2-40B4-BE49-F238E27FC236}">
                          <a16:creationId xmlns:a16="http://schemas.microsoft.com/office/drawing/2014/main" id="{32B74AD1-7F10-139F-FB2B-B12D14C4D697}"/>
                        </a:ext>
                      </a:extLst>
                    </p:cNvPr>
                    <p:cNvGrpSpPr/>
                    <p:nvPr/>
                  </p:nvGrpSpPr>
                  <p:grpSpPr>
                    <a:xfrm>
                      <a:off x="3225800" y="2071914"/>
                      <a:ext cx="5740399" cy="2714172"/>
                      <a:chOff x="3225800" y="2071914"/>
                      <a:chExt cx="5740399" cy="2714172"/>
                    </a:xfrm>
                  </p:grpSpPr>
                  <p:sp>
                    <p:nvSpPr>
                      <p:cNvPr id="148" name="Rectangle: Rounded Corners 147">
                        <a:extLst>
                          <a:ext uri="{FF2B5EF4-FFF2-40B4-BE49-F238E27FC236}">
                            <a16:creationId xmlns:a16="http://schemas.microsoft.com/office/drawing/2014/main" id="{AD48F60B-EFEA-8D4B-B92B-4A2E7A073368}"/>
                          </a:ext>
                        </a:extLst>
                      </p:cNvPr>
                      <p:cNvSpPr/>
                      <p:nvPr/>
                    </p:nvSpPr>
                    <p:spPr>
                      <a:xfrm>
                        <a:off x="3225800" y="2071914"/>
                        <a:ext cx="5740399" cy="2714172"/>
                      </a:xfrm>
                      <a:prstGeom prst="round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9" name="Rectangle: Rounded Corners 148">
                        <a:extLst>
                          <a:ext uri="{FF2B5EF4-FFF2-40B4-BE49-F238E27FC236}">
                            <a16:creationId xmlns:a16="http://schemas.microsoft.com/office/drawing/2014/main" id="{7215B440-5E6C-0BE6-E7E7-B2E9CED342D7}"/>
                          </a:ext>
                        </a:extLst>
                      </p:cNvPr>
                      <p:cNvSpPr/>
                      <p:nvPr/>
                    </p:nvSpPr>
                    <p:spPr>
                      <a:xfrm>
                        <a:off x="3360056" y="2184399"/>
                        <a:ext cx="5477122" cy="2489200"/>
                      </a:xfrm>
                      <a:prstGeom prst="roundRect">
                        <a:avLst/>
                      </a:prstGeom>
                      <a:solidFill>
                        <a:schemeClr val="accent5"/>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147" name="TextBox 146">
                      <a:extLst>
                        <a:ext uri="{FF2B5EF4-FFF2-40B4-BE49-F238E27FC236}">
                          <a16:creationId xmlns:a16="http://schemas.microsoft.com/office/drawing/2014/main" id="{EC9D338A-B028-6B91-0AA7-E29A62B3123C}"/>
                        </a:ext>
                      </a:extLst>
                    </p:cNvPr>
                    <p:cNvSpPr txBox="1"/>
                    <p:nvPr/>
                  </p:nvSpPr>
                  <p:spPr>
                    <a:xfrm>
                      <a:off x="3849989" y="2645028"/>
                      <a:ext cx="4615543" cy="607209"/>
                    </a:xfrm>
                    <a:prstGeom prst="rect">
                      <a:avLst/>
                    </a:prstGeom>
                    <a:noFill/>
                  </p:spPr>
                  <p:txBody>
                    <a:bodyPr wrap="square" rtlCol="0">
                      <a:spAutoFit/>
                    </a:bodyPr>
                    <a:lstStyle/>
                    <a:p>
                      <a:pPr algn="ctr"/>
                      <a:r>
                        <a:rPr lang="en-SG" b="1" dirty="0">
                          <a:solidFill>
                            <a:schemeClr val="bg1"/>
                          </a:solidFill>
                        </a:rPr>
                        <a:t>Add to Plan?</a:t>
                      </a:r>
                    </a:p>
                  </p:txBody>
                </p:sp>
              </p:grpSp>
              <p:pic>
                <p:nvPicPr>
                  <p:cNvPr id="143" name="Picture 142" descr="A blue and white logo&#10;&#10;AI-generated content may be incorrect.">
                    <a:extLst>
                      <a:ext uri="{FF2B5EF4-FFF2-40B4-BE49-F238E27FC236}">
                        <a16:creationId xmlns:a16="http://schemas.microsoft.com/office/drawing/2014/main" id="{356303A7-65C6-42D4-B8DE-C24A98DCD6C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68062" y="916155"/>
                    <a:ext cx="758741" cy="758741"/>
                  </a:xfrm>
                  <a:prstGeom prst="rect">
                    <a:avLst/>
                  </a:prstGeom>
                </p:spPr>
              </p:pic>
            </p:grpSp>
            <p:sp>
              <p:nvSpPr>
                <p:cNvPr id="141" name="Rectangle: Rounded Corners 140">
                  <a:extLst>
                    <a:ext uri="{FF2B5EF4-FFF2-40B4-BE49-F238E27FC236}">
                      <a16:creationId xmlns:a16="http://schemas.microsoft.com/office/drawing/2014/main" id="{DAEE4133-CA1E-E819-4E11-FDA1BCD0086F}"/>
                    </a:ext>
                  </a:extLst>
                </p:cNvPr>
                <p:cNvSpPr/>
                <p:nvPr/>
              </p:nvSpPr>
              <p:spPr>
                <a:xfrm>
                  <a:off x="1081470" y="2214336"/>
                  <a:ext cx="976557" cy="479800"/>
                </a:xfrm>
                <a:prstGeom prst="roundRect">
                  <a:avLst>
                    <a:gd name="adj" fmla="val 18237"/>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b="1" dirty="0">
                      <a:solidFill>
                        <a:schemeClr val="bg1"/>
                      </a:solidFill>
                      <a:latin typeface="+mj-lt"/>
                    </a:rPr>
                    <a:t>Plan 1</a:t>
                  </a:r>
                </a:p>
              </p:txBody>
            </p:sp>
          </p:grpSp>
          <p:sp>
            <p:nvSpPr>
              <p:cNvPr id="134" name="Rectangle: Rounded Corners 133">
                <a:extLst>
                  <a:ext uri="{FF2B5EF4-FFF2-40B4-BE49-F238E27FC236}">
                    <a16:creationId xmlns:a16="http://schemas.microsoft.com/office/drawing/2014/main" id="{6885C9F5-9C40-1DC9-8011-A1E62633B6EE}"/>
                  </a:ext>
                </a:extLst>
              </p:cNvPr>
              <p:cNvSpPr/>
              <p:nvPr/>
            </p:nvSpPr>
            <p:spPr>
              <a:xfrm>
                <a:off x="4497047" y="4155232"/>
                <a:ext cx="1013190" cy="384534"/>
              </a:xfrm>
              <a:prstGeom prst="roundRect">
                <a:avLst>
                  <a:gd name="adj" fmla="val 50000"/>
                </a:avLst>
              </a:prstGeom>
              <a:solidFill>
                <a:srgbClr val="FEE438"/>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rgbClr val="000000"/>
                    </a:solidFill>
                    <a:latin typeface="+mj-lt"/>
                  </a:rPr>
                  <a:t>To: John</a:t>
                </a:r>
              </a:p>
            </p:txBody>
          </p:sp>
        </p:grpSp>
        <p:sp>
          <p:nvSpPr>
            <p:cNvPr id="132" name="Rectangle: Rounded Corners 131">
              <a:extLst>
                <a:ext uri="{FF2B5EF4-FFF2-40B4-BE49-F238E27FC236}">
                  <a16:creationId xmlns:a16="http://schemas.microsoft.com/office/drawing/2014/main" id="{194C76A0-1C96-FA46-F5CC-7AD99C44049C}"/>
                </a:ext>
              </a:extLst>
            </p:cNvPr>
            <p:cNvSpPr/>
            <p:nvPr/>
          </p:nvSpPr>
          <p:spPr>
            <a:xfrm>
              <a:off x="9829615" y="4709858"/>
              <a:ext cx="976557" cy="479800"/>
            </a:xfrm>
            <a:prstGeom prst="roundRect">
              <a:avLst>
                <a:gd name="adj" fmla="val 18237"/>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b="1" dirty="0">
                  <a:solidFill>
                    <a:schemeClr val="bg1"/>
                  </a:solidFill>
                  <a:latin typeface="+mj-lt"/>
                </a:rPr>
                <a:t>Cancel</a:t>
              </a:r>
            </a:p>
          </p:txBody>
        </p:sp>
      </p:grpSp>
      <p:grpSp>
        <p:nvGrpSpPr>
          <p:cNvPr id="91" name="Group 90">
            <a:extLst>
              <a:ext uri="{FF2B5EF4-FFF2-40B4-BE49-F238E27FC236}">
                <a16:creationId xmlns:a16="http://schemas.microsoft.com/office/drawing/2014/main" id="{DF01A216-FA70-6E0F-097B-033F42BA8D57}"/>
              </a:ext>
            </a:extLst>
          </p:cNvPr>
          <p:cNvGrpSpPr/>
          <p:nvPr/>
        </p:nvGrpSpPr>
        <p:grpSpPr>
          <a:xfrm>
            <a:off x="4028104" y="5982016"/>
            <a:ext cx="1259844" cy="805261"/>
            <a:chOff x="6105843" y="3645873"/>
            <a:chExt cx="1259844" cy="805261"/>
          </a:xfrm>
        </p:grpSpPr>
        <p:pic>
          <p:nvPicPr>
            <p:cNvPr id="87" name="Picture 86">
              <a:extLst>
                <a:ext uri="{FF2B5EF4-FFF2-40B4-BE49-F238E27FC236}">
                  <a16:creationId xmlns:a16="http://schemas.microsoft.com/office/drawing/2014/main" id="{F4D53CCE-D5FD-3403-10ED-3E622E059127}"/>
                </a:ext>
              </a:extLst>
            </p:cNvPr>
            <p:cNvPicPr>
              <a:picLocks noChangeAspect="1"/>
            </p:cNvPicPr>
            <p:nvPr/>
          </p:nvPicPr>
          <p:blipFill>
            <a:blip r:embed="rId20"/>
            <a:stretch>
              <a:fillRect/>
            </a:stretch>
          </p:blipFill>
          <p:spPr>
            <a:xfrm>
              <a:off x="6105843" y="3645873"/>
              <a:ext cx="805261" cy="805261"/>
            </a:xfrm>
            <a:prstGeom prst="rect">
              <a:avLst/>
            </a:prstGeom>
          </p:spPr>
        </p:pic>
        <p:sp>
          <p:nvSpPr>
            <p:cNvPr id="90" name="Rectangle: Rounded Corners 89">
              <a:extLst>
                <a:ext uri="{FF2B5EF4-FFF2-40B4-BE49-F238E27FC236}">
                  <a16:creationId xmlns:a16="http://schemas.microsoft.com/office/drawing/2014/main" id="{B0AF1579-BD22-57C4-00B4-86EFAA0ACC1F}"/>
                </a:ext>
              </a:extLst>
            </p:cNvPr>
            <p:cNvSpPr/>
            <p:nvPr/>
          </p:nvSpPr>
          <p:spPr>
            <a:xfrm>
              <a:off x="6691189" y="4048503"/>
              <a:ext cx="674498" cy="255991"/>
            </a:xfrm>
            <a:prstGeom prst="roundRect">
              <a:avLst>
                <a:gd name="adj" fmla="val 50000"/>
              </a:avLst>
            </a:prstGeom>
            <a:solidFill>
              <a:srgbClr val="FEE438"/>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rgbClr val="000000"/>
                  </a:solidFill>
                  <a:latin typeface="+mj-lt"/>
                </a:rPr>
                <a:t>John</a:t>
              </a:r>
            </a:p>
          </p:txBody>
        </p:sp>
      </p:grpSp>
    </p:spTree>
    <p:extLst>
      <p:ext uri="{BB962C8B-B14F-4D97-AF65-F5344CB8AC3E}">
        <p14:creationId xmlns:p14="http://schemas.microsoft.com/office/powerpoint/2010/main" val="3408980561"/>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fade">
                                      <p:cBhvr>
                                        <p:cTn id="7" dur="500"/>
                                        <p:tgtEl>
                                          <p:spTgt spid="130"/>
                                        </p:tgtEl>
                                      </p:cBhvr>
                                    </p:animEffect>
                                  </p:childTnLst>
                                </p:cTn>
                              </p:par>
                              <p:par>
                                <p:cTn id="8" presetID="10" presetClass="entr" presetSubtype="0" fill="hold" nodeType="withEffect">
                                  <p:stCondLst>
                                    <p:cond delay="0"/>
                                  </p:stCondLst>
                                  <p:childTnLst>
                                    <p:set>
                                      <p:cBhvr>
                                        <p:cTn id="9" dur="1" fill="hold">
                                          <p:stCondLst>
                                            <p:cond delay="0"/>
                                          </p:stCondLst>
                                        </p:cTn>
                                        <p:tgtEl>
                                          <p:spTgt spid="129"/>
                                        </p:tgtEl>
                                        <p:attrNameLst>
                                          <p:attrName>style.visibility</p:attrName>
                                        </p:attrNameLst>
                                      </p:cBhvr>
                                      <p:to>
                                        <p:strVal val="visible"/>
                                      </p:to>
                                    </p:set>
                                    <p:animEffect transition="in" filter="fade">
                                      <p:cBhvr>
                                        <p:cTn id="10" dur="500"/>
                                        <p:tgtEl>
                                          <p:spTgt spid="129"/>
                                        </p:tgtEl>
                                      </p:cBhvr>
                                    </p:animEffect>
                                  </p:childTnLst>
                                </p:cTn>
                              </p:par>
                            </p:childTnLst>
                          </p:cTn>
                        </p:par>
                        <p:par>
                          <p:cTn id="11" fill="hold">
                            <p:stCondLst>
                              <p:cond delay="500"/>
                            </p:stCondLst>
                            <p:childTnLst>
                              <p:par>
                                <p:cTn id="12" presetID="42" presetClass="entr" presetSubtype="0" fill="hold" nodeType="afterEffect">
                                  <p:stCondLst>
                                    <p:cond delay="0"/>
                                  </p:stCondLst>
                                  <p:childTnLst>
                                    <p:set>
                                      <p:cBhvr>
                                        <p:cTn id="13" dur="1" fill="hold">
                                          <p:stCondLst>
                                            <p:cond delay="0"/>
                                          </p:stCondLst>
                                        </p:cTn>
                                        <p:tgtEl>
                                          <p:spTgt spid="91"/>
                                        </p:tgtEl>
                                        <p:attrNameLst>
                                          <p:attrName>style.visibility</p:attrName>
                                        </p:attrNameLst>
                                      </p:cBhvr>
                                      <p:to>
                                        <p:strVal val="visible"/>
                                      </p:to>
                                    </p:set>
                                    <p:animEffect transition="in" filter="fade">
                                      <p:cBhvr>
                                        <p:cTn id="14" dur="1000"/>
                                        <p:tgtEl>
                                          <p:spTgt spid="91"/>
                                        </p:tgtEl>
                                      </p:cBhvr>
                                    </p:animEffect>
                                    <p:anim calcmode="lin" valueType="num">
                                      <p:cBhvr>
                                        <p:cTn id="15" dur="1000" fill="hold"/>
                                        <p:tgtEl>
                                          <p:spTgt spid="91"/>
                                        </p:tgtEl>
                                        <p:attrNameLst>
                                          <p:attrName>ppt_x</p:attrName>
                                        </p:attrNameLst>
                                      </p:cBhvr>
                                      <p:tavLst>
                                        <p:tav tm="0">
                                          <p:val>
                                            <p:strVal val="#ppt_x"/>
                                          </p:val>
                                        </p:tav>
                                        <p:tav tm="100000">
                                          <p:val>
                                            <p:strVal val="#ppt_x"/>
                                          </p:val>
                                        </p:tav>
                                      </p:tavLst>
                                    </p:anim>
                                    <p:anim calcmode="lin" valueType="num">
                                      <p:cBhvr>
                                        <p:cTn id="16" dur="1000" fill="hold"/>
                                        <p:tgtEl>
                                          <p:spTgt spid="91"/>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3"/>
                                        </p:tgtEl>
                                        <p:attrNameLst>
                                          <p:attrName>style.visibility</p:attrName>
                                        </p:attrNameLst>
                                      </p:cBhvr>
                                      <p:to>
                                        <p:strVal val="visible"/>
                                      </p:to>
                                    </p:set>
                                    <p:animEffect transition="in" filter="fade">
                                      <p:cBhvr>
                                        <p:cTn id="19" dur="1000"/>
                                        <p:tgtEl>
                                          <p:spTgt spid="93"/>
                                        </p:tgtEl>
                                      </p:cBhvr>
                                    </p:animEffect>
                                    <p:anim calcmode="lin" valueType="num">
                                      <p:cBhvr>
                                        <p:cTn id="20" dur="1000" fill="hold"/>
                                        <p:tgtEl>
                                          <p:spTgt spid="93"/>
                                        </p:tgtEl>
                                        <p:attrNameLst>
                                          <p:attrName>ppt_x</p:attrName>
                                        </p:attrNameLst>
                                      </p:cBhvr>
                                      <p:tavLst>
                                        <p:tav tm="0">
                                          <p:val>
                                            <p:strVal val="#ppt_x"/>
                                          </p:val>
                                        </p:tav>
                                        <p:tav tm="100000">
                                          <p:val>
                                            <p:strVal val="#ppt_x"/>
                                          </p:val>
                                        </p:tav>
                                      </p:tavLst>
                                    </p:anim>
                                    <p:anim calcmode="lin" valueType="num">
                                      <p:cBhvr>
                                        <p:cTn id="21" dur="1000" fill="hold"/>
                                        <p:tgtEl>
                                          <p:spTgt spid="93"/>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10" presetClass="entr" presetSubtype="0" fill="hold" nodeType="afterEffect">
                                  <p:stCondLst>
                                    <p:cond delay="500"/>
                                  </p:stCondLst>
                                  <p:childTnLst>
                                    <p:set>
                                      <p:cBhvr>
                                        <p:cTn id="24" dur="1" fill="hold">
                                          <p:stCondLst>
                                            <p:cond delay="0"/>
                                          </p:stCondLst>
                                        </p:cTn>
                                        <p:tgtEl>
                                          <p:spTgt spid="96"/>
                                        </p:tgtEl>
                                        <p:attrNameLst>
                                          <p:attrName>style.visibility</p:attrName>
                                        </p:attrNameLst>
                                      </p:cBhvr>
                                      <p:to>
                                        <p:strVal val="visible"/>
                                      </p:to>
                                    </p:set>
                                    <p:animEffect transition="in" filter="fade">
                                      <p:cBhvr>
                                        <p:cTn id="25" dur="500"/>
                                        <p:tgtEl>
                                          <p:spTgt spid="96"/>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95"/>
                                        </p:tgtEl>
                                        <p:attrNameLst>
                                          <p:attrName>style.visibility</p:attrName>
                                        </p:attrNameLst>
                                      </p:cBhvr>
                                      <p:to>
                                        <p:strVal val="visible"/>
                                      </p:to>
                                    </p:set>
                                    <p:animEffect transition="in" filter="fade">
                                      <p:cBhvr>
                                        <p:cTn id="28" dur="500"/>
                                        <p:tgtEl>
                                          <p:spTgt spid="95"/>
                                        </p:tgtEl>
                                      </p:cBhvr>
                                    </p:animEffect>
                                  </p:childTnLst>
                                </p:cTn>
                              </p:par>
                              <p:par>
                                <p:cTn id="29" presetID="10" presetClass="entr" presetSubtype="0" fill="hold" nodeType="withEffect">
                                  <p:stCondLst>
                                    <p:cond delay="500"/>
                                  </p:stCondLst>
                                  <p:childTnLst>
                                    <p:set>
                                      <p:cBhvr>
                                        <p:cTn id="30" dur="1" fill="hold">
                                          <p:stCondLst>
                                            <p:cond delay="0"/>
                                          </p:stCondLst>
                                        </p:cTn>
                                        <p:tgtEl>
                                          <p:spTgt spid="94"/>
                                        </p:tgtEl>
                                        <p:attrNameLst>
                                          <p:attrName>style.visibility</p:attrName>
                                        </p:attrNameLst>
                                      </p:cBhvr>
                                      <p:to>
                                        <p:strVal val="visible"/>
                                      </p:to>
                                    </p:set>
                                    <p:animEffect transition="in" filter="fade">
                                      <p:cBhvr>
                                        <p:cTn id="31" dur="500"/>
                                        <p:tgtEl>
                                          <p:spTgt spid="94"/>
                                        </p:tgtEl>
                                      </p:cBhvr>
                                    </p:animEffect>
                                  </p:childTnLst>
                                </p:cTn>
                              </p:par>
                              <p:par>
                                <p:cTn id="32" presetID="32" presetClass="emph" presetSubtype="0" fill="hold" nodeType="withEffect">
                                  <p:stCondLst>
                                    <p:cond delay="500"/>
                                  </p:stCondLst>
                                  <p:childTnLst>
                                    <p:animRot by="120000">
                                      <p:cBhvr>
                                        <p:cTn id="33" dur="100" fill="hold">
                                          <p:stCondLst>
                                            <p:cond delay="0"/>
                                          </p:stCondLst>
                                        </p:cTn>
                                        <p:tgtEl>
                                          <p:spTgt spid="94"/>
                                        </p:tgtEl>
                                        <p:attrNameLst>
                                          <p:attrName>r</p:attrName>
                                        </p:attrNameLst>
                                      </p:cBhvr>
                                    </p:animRot>
                                    <p:animRot by="-240000">
                                      <p:cBhvr>
                                        <p:cTn id="34" dur="200" fill="hold">
                                          <p:stCondLst>
                                            <p:cond delay="200"/>
                                          </p:stCondLst>
                                        </p:cTn>
                                        <p:tgtEl>
                                          <p:spTgt spid="94"/>
                                        </p:tgtEl>
                                        <p:attrNameLst>
                                          <p:attrName>r</p:attrName>
                                        </p:attrNameLst>
                                      </p:cBhvr>
                                    </p:animRot>
                                    <p:animRot by="240000">
                                      <p:cBhvr>
                                        <p:cTn id="35" dur="200" fill="hold">
                                          <p:stCondLst>
                                            <p:cond delay="400"/>
                                          </p:stCondLst>
                                        </p:cTn>
                                        <p:tgtEl>
                                          <p:spTgt spid="94"/>
                                        </p:tgtEl>
                                        <p:attrNameLst>
                                          <p:attrName>r</p:attrName>
                                        </p:attrNameLst>
                                      </p:cBhvr>
                                    </p:animRot>
                                    <p:animRot by="-240000">
                                      <p:cBhvr>
                                        <p:cTn id="36" dur="200" fill="hold">
                                          <p:stCondLst>
                                            <p:cond delay="600"/>
                                          </p:stCondLst>
                                        </p:cTn>
                                        <p:tgtEl>
                                          <p:spTgt spid="94"/>
                                        </p:tgtEl>
                                        <p:attrNameLst>
                                          <p:attrName>r</p:attrName>
                                        </p:attrNameLst>
                                      </p:cBhvr>
                                    </p:animRot>
                                    <p:animRot by="120000">
                                      <p:cBhvr>
                                        <p:cTn id="37" dur="200" fill="hold">
                                          <p:stCondLst>
                                            <p:cond delay="800"/>
                                          </p:stCondLst>
                                        </p:cTn>
                                        <p:tgtEl>
                                          <p:spTgt spid="9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B1ECF-A3E2-FDEF-284D-92E45EE81010}"/>
            </a:ext>
          </a:extLst>
        </p:cNvPr>
        <p:cNvGrpSpPr/>
        <p:nvPr/>
      </p:nvGrpSpPr>
      <p:grpSpPr>
        <a:xfrm>
          <a:off x="0" y="0"/>
          <a:ext cx="0" cy="0"/>
          <a:chOff x="0" y="0"/>
          <a:chExt cx="0" cy="0"/>
        </a:xfrm>
      </p:grpSpPr>
      <p:grpSp>
        <p:nvGrpSpPr>
          <p:cNvPr id="168" name="Group 167">
            <a:extLst>
              <a:ext uri="{FF2B5EF4-FFF2-40B4-BE49-F238E27FC236}">
                <a16:creationId xmlns:a16="http://schemas.microsoft.com/office/drawing/2014/main" id="{F8652F9D-8771-3BE1-758A-1A8DCBF4D823}"/>
              </a:ext>
            </a:extLst>
          </p:cNvPr>
          <p:cNvGrpSpPr/>
          <p:nvPr/>
        </p:nvGrpSpPr>
        <p:grpSpPr>
          <a:xfrm>
            <a:off x="0" y="696239"/>
            <a:ext cx="12211718" cy="5611720"/>
            <a:chOff x="3216648" y="4211669"/>
            <a:chExt cx="5758704" cy="2646330"/>
          </a:xfrm>
        </p:grpSpPr>
        <p:sp>
          <p:nvSpPr>
            <p:cNvPr id="99" name="Rectangle 98">
              <a:extLst>
                <a:ext uri="{FF2B5EF4-FFF2-40B4-BE49-F238E27FC236}">
                  <a16:creationId xmlns:a16="http://schemas.microsoft.com/office/drawing/2014/main" id="{6E72683D-82BF-FA72-350D-3AAF46AF3519}"/>
                </a:ext>
              </a:extLst>
            </p:cNvPr>
            <p:cNvSpPr/>
            <p:nvPr/>
          </p:nvSpPr>
          <p:spPr>
            <a:xfrm>
              <a:off x="3216648" y="421166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1" name="Freeform: Shape 100">
              <a:extLst>
                <a:ext uri="{FF2B5EF4-FFF2-40B4-BE49-F238E27FC236}">
                  <a16:creationId xmlns:a16="http://schemas.microsoft.com/office/drawing/2014/main" id="{E7AC5E3F-EF11-7E51-CE1C-3111EAFBB235}"/>
                </a:ext>
              </a:extLst>
            </p:cNvPr>
            <p:cNvSpPr/>
            <p:nvPr/>
          </p:nvSpPr>
          <p:spPr>
            <a:xfrm>
              <a:off x="3230991" y="423128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08" name="Picture 107">
              <a:extLst>
                <a:ext uri="{FF2B5EF4-FFF2-40B4-BE49-F238E27FC236}">
                  <a16:creationId xmlns:a16="http://schemas.microsoft.com/office/drawing/2014/main" id="{FC36B8E3-68A7-8A45-2717-72136E1EC3F3}"/>
                </a:ext>
              </a:extLst>
            </p:cNvPr>
            <p:cNvPicPr>
              <a:picLocks noChangeAspect="1"/>
            </p:cNvPicPr>
            <p:nvPr/>
          </p:nvPicPr>
          <p:blipFill>
            <a:blip r:embed="rId3"/>
            <a:srcRect l="16117" r="13552"/>
            <a:stretch>
              <a:fillRect/>
            </a:stretch>
          </p:blipFill>
          <p:spPr>
            <a:xfrm>
              <a:off x="5948005" y="5268685"/>
              <a:ext cx="334895" cy="476171"/>
            </a:xfrm>
            <a:prstGeom prst="rect">
              <a:avLst/>
            </a:prstGeom>
          </p:spPr>
        </p:pic>
        <p:grpSp>
          <p:nvGrpSpPr>
            <p:cNvPr id="114" name="Group 113">
              <a:extLst>
                <a:ext uri="{FF2B5EF4-FFF2-40B4-BE49-F238E27FC236}">
                  <a16:creationId xmlns:a16="http://schemas.microsoft.com/office/drawing/2014/main" id="{CECAFDBB-C39B-A7C6-F020-E47D96EE088E}"/>
                </a:ext>
              </a:extLst>
            </p:cNvPr>
            <p:cNvGrpSpPr/>
            <p:nvPr/>
          </p:nvGrpSpPr>
          <p:grpSpPr>
            <a:xfrm>
              <a:off x="7620370" y="4729264"/>
              <a:ext cx="1014010" cy="693309"/>
              <a:chOff x="7620370" y="4729264"/>
              <a:chExt cx="1014010" cy="693309"/>
            </a:xfrm>
          </p:grpSpPr>
          <p:pic>
            <p:nvPicPr>
              <p:cNvPr id="115" name="Picture 114">
                <a:extLst>
                  <a:ext uri="{FF2B5EF4-FFF2-40B4-BE49-F238E27FC236}">
                    <a16:creationId xmlns:a16="http://schemas.microsoft.com/office/drawing/2014/main" id="{A52938F3-54D1-70BC-8735-CC55DFA00F83}"/>
                  </a:ext>
                </a:extLst>
              </p:cNvPr>
              <p:cNvPicPr>
                <a:picLocks noChangeAspect="1"/>
              </p:cNvPicPr>
              <p:nvPr/>
            </p:nvPicPr>
            <p:blipFill>
              <a:blip r:embed="rId4"/>
              <a:stretch>
                <a:fillRect/>
              </a:stretch>
            </p:blipFill>
            <p:spPr>
              <a:xfrm>
                <a:off x="7884122" y="4729264"/>
                <a:ext cx="446487" cy="446487"/>
              </a:xfrm>
              <a:prstGeom prst="rect">
                <a:avLst/>
              </a:prstGeom>
            </p:spPr>
          </p:pic>
          <p:sp>
            <p:nvSpPr>
              <p:cNvPr id="116" name="TextBox 115">
                <a:extLst>
                  <a:ext uri="{FF2B5EF4-FFF2-40B4-BE49-F238E27FC236}">
                    <a16:creationId xmlns:a16="http://schemas.microsoft.com/office/drawing/2014/main" id="{1BF3C229-DDB0-C444-501C-851FC22A26E1}"/>
                  </a:ext>
                </a:extLst>
              </p:cNvPr>
              <p:cNvSpPr txBox="1"/>
              <p:nvPr/>
            </p:nvSpPr>
            <p:spPr>
              <a:xfrm>
                <a:off x="7620370" y="5114796"/>
                <a:ext cx="1014010" cy="307777"/>
              </a:xfrm>
              <a:prstGeom prst="rect">
                <a:avLst/>
              </a:prstGeom>
              <a:noFill/>
              <a:ln>
                <a:noFill/>
              </a:ln>
            </p:spPr>
            <p:txBody>
              <a:bodyPr wrap="square" rtlCol="0">
                <a:spAutoFit/>
              </a:bodyPr>
              <a:lstStyle/>
              <a:p>
                <a:pPr algn="ctr"/>
                <a:r>
                  <a:rPr lang="en-SG" sz="1400" b="1" dirty="0">
                    <a:solidFill>
                      <a:schemeClr val="tx2"/>
                    </a:solidFill>
                    <a:latin typeface="+mn-lt"/>
                  </a:rPr>
                  <a:t>Entrance</a:t>
                </a:r>
              </a:p>
            </p:txBody>
          </p:sp>
        </p:grpSp>
        <p:sp>
          <p:nvSpPr>
            <p:cNvPr id="117" name="Rectangle: Rounded Corners 116">
              <a:extLst>
                <a:ext uri="{FF2B5EF4-FFF2-40B4-BE49-F238E27FC236}">
                  <a16:creationId xmlns:a16="http://schemas.microsoft.com/office/drawing/2014/main" id="{3A1D980F-4993-8BCA-D5E9-8B63A6F02C4D}"/>
                </a:ext>
              </a:extLst>
            </p:cNvPr>
            <p:cNvSpPr/>
            <p:nvPr/>
          </p:nvSpPr>
          <p:spPr>
            <a:xfrm>
              <a:off x="5478219" y="4975182"/>
              <a:ext cx="1274465" cy="292399"/>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You Are Here</a:t>
              </a:r>
            </a:p>
          </p:txBody>
        </p:sp>
      </p:grpSp>
      <p:sp>
        <p:nvSpPr>
          <p:cNvPr id="2" name="TextBox 1">
            <a:extLst>
              <a:ext uri="{FF2B5EF4-FFF2-40B4-BE49-F238E27FC236}">
                <a16:creationId xmlns:a16="http://schemas.microsoft.com/office/drawing/2014/main" id="{54C89C3B-82CD-CEA8-5573-227D6BF98553}"/>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17" name="Rectangle 16">
            <a:extLst>
              <a:ext uri="{FF2B5EF4-FFF2-40B4-BE49-F238E27FC236}">
                <a16:creationId xmlns:a16="http://schemas.microsoft.com/office/drawing/2014/main" id="{879D93FC-8329-3903-70B1-30725F7D5897}"/>
              </a:ext>
            </a:extLst>
          </p:cNvPr>
          <p:cNvSpPr/>
          <p:nvPr/>
        </p:nvSpPr>
        <p:spPr>
          <a:xfrm>
            <a:off x="8802915" y="696240"/>
            <a:ext cx="3389086" cy="15704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Rectangle 17">
            <a:extLst>
              <a:ext uri="{FF2B5EF4-FFF2-40B4-BE49-F238E27FC236}">
                <a16:creationId xmlns:a16="http://schemas.microsoft.com/office/drawing/2014/main" id="{8F4993BD-C3D6-27CB-A9A9-9AF59609437D}"/>
              </a:ext>
            </a:extLst>
          </p:cNvPr>
          <p:cNvSpPr/>
          <p:nvPr/>
        </p:nvSpPr>
        <p:spPr>
          <a:xfrm>
            <a:off x="10292443" y="696239"/>
            <a:ext cx="1899557" cy="459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44" name="TextBox 143">
            <a:extLst>
              <a:ext uri="{FF2B5EF4-FFF2-40B4-BE49-F238E27FC236}">
                <a16:creationId xmlns:a16="http://schemas.microsoft.com/office/drawing/2014/main" id="{00ABC2C2-5928-CC71-939E-F9D80B5AD018}"/>
              </a:ext>
            </a:extLst>
          </p:cNvPr>
          <p:cNvSpPr txBox="1"/>
          <p:nvPr/>
        </p:nvSpPr>
        <p:spPr>
          <a:xfrm>
            <a:off x="8802914" y="734547"/>
            <a:ext cx="1121512" cy="461665"/>
          </a:xfrm>
          <a:prstGeom prst="rect">
            <a:avLst/>
          </a:prstGeom>
          <a:noFill/>
        </p:spPr>
        <p:txBody>
          <a:bodyPr wrap="square" rtlCol="0">
            <a:spAutoFit/>
          </a:bodyPr>
          <a:lstStyle/>
          <a:p>
            <a:r>
              <a:rPr lang="en-SG" sz="2400" b="1" dirty="0"/>
              <a:t>Plan 1</a:t>
            </a:r>
          </a:p>
        </p:txBody>
      </p:sp>
      <p:sp>
        <p:nvSpPr>
          <p:cNvPr id="146" name="Rectangle 145">
            <a:extLst>
              <a:ext uri="{FF2B5EF4-FFF2-40B4-BE49-F238E27FC236}">
                <a16:creationId xmlns:a16="http://schemas.microsoft.com/office/drawing/2014/main" id="{4C68FBD5-5803-D25E-E75F-9A5F9E1C114F}"/>
              </a:ext>
            </a:extLst>
          </p:cNvPr>
          <p:cNvSpPr/>
          <p:nvPr/>
        </p:nvSpPr>
        <p:spPr>
          <a:xfrm>
            <a:off x="11154229" y="1890871"/>
            <a:ext cx="1037771" cy="375779"/>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SG" b="1" spc="0" dirty="0">
                <a:solidFill>
                  <a:schemeClr val="tx1"/>
                </a:solidFill>
                <a:latin typeface="+mj-lt"/>
              </a:rPr>
              <a:t>Confirm</a:t>
            </a:r>
            <a:endParaRPr lang="en-SG" sz="2000" b="1" spc="0" dirty="0">
              <a:solidFill>
                <a:schemeClr val="tx1"/>
              </a:solidFill>
              <a:latin typeface="+mj-lt"/>
            </a:endParaRPr>
          </a:p>
        </p:txBody>
      </p:sp>
      <p:grpSp>
        <p:nvGrpSpPr>
          <p:cNvPr id="152" name="Group 151">
            <a:extLst>
              <a:ext uri="{FF2B5EF4-FFF2-40B4-BE49-F238E27FC236}">
                <a16:creationId xmlns:a16="http://schemas.microsoft.com/office/drawing/2014/main" id="{F90CE40B-56EC-8065-D25E-5D6195291022}"/>
              </a:ext>
            </a:extLst>
          </p:cNvPr>
          <p:cNvGrpSpPr/>
          <p:nvPr/>
        </p:nvGrpSpPr>
        <p:grpSpPr>
          <a:xfrm>
            <a:off x="10345280" y="2114473"/>
            <a:ext cx="304354" cy="304354"/>
            <a:chOff x="5097805" y="3334561"/>
            <a:chExt cx="188877" cy="188877"/>
          </a:xfrm>
        </p:grpSpPr>
        <p:sp>
          <p:nvSpPr>
            <p:cNvPr id="153" name="Oval 152">
              <a:extLst>
                <a:ext uri="{FF2B5EF4-FFF2-40B4-BE49-F238E27FC236}">
                  <a16:creationId xmlns:a16="http://schemas.microsoft.com/office/drawing/2014/main" id="{2F6544C8-BB93-A6F8-0193-C6C1A6D1D09B}"/>
                </a:ext>
              </a:extLst>
            </p:cNvPr>
            <p:cNvSpPr/>
            <p:nvPr/>
          </p:nvSpPr>
          <p:spPr>
            <a:xfrm>
              <a:off x="5097805" y="3334561"/>
              <a:ext cx="188877" cy="18887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54" name="Plus Sign 153">
              <a:extLst>
                <a:ext uri="{FF2B5EF4-FFF2-40B4-BE49-F238E27FC236}">
                  <a16:creationId xmlns:a16="http://schemas.microsoft.com/office/drawing/2014/main" id="{126C9D03-8829-5F6B-1AC8-4A70EF4A0FDA}"/>
                </a:ext>
              </a:extLst>
            </p:cNvPr>
            <p:cNvSpPr/>
            <p:nvPr/>
          </p:nvSpPr>
          <p:spPr>
            <a:xfrm>
              <a:off x="5126715" y="3362860"/>
              <a:ext cx="131055" cy="131055"/>
            </a:xfrm>
            <a:prstGeom prst="mathPlus">
              <a:avLst>
                <a:gd name="adj1" fmla="val 210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grpSp>
        <p:nvGrpSpPr>
          <p:cNvPr id="3" name="Group 2">
            <a:extLst>
              <a:ext uri="{FF2B5EF4-FFF2-40B4-BE49-F238E27FC236}">
                <a16:creationId xmlns:a16="http://schemas.microsoft.com/office/drawing/2014/main" id="{6053E4A0-DDA7-5C92-C8CD-E0AB45F471B5}"/>
              </a:ext>
            </a:extLst>
          </p:cNvPr>
          <p:cNvGrpSpPr/>
          <p:nvPr/>
        </p:nvGrpSpPr>
        <p:grpSpPr>
          <a:xfrm>
            <a:off x="53496" y="6455931"/>
            <a:ext cx="2887824" cy="402070"/>
            <a:chOff x="53496" y="6455931"/>
            <a:chExt cx="2887824" cy="402070"/>
          </a:xfrm>
        </p:grpSpPr>
        <p:grpSp>
          <p:nvGrpSpPr>
            <p:cNvPr id="100" name="Group 99">
              <a:extLst>
                <a:ext uri="{FF2B5EF4-FFF2-40B4-BE49-F238E27FC236}">
                  <a16:creationId xmlns:a16="http://schemas.microsoft.com/office/drawing/2014/main" id="{57CBDC66-2E4D-BEBE-5625-C146959F9C30}"/>
                </a:ext>
              </a:extLst>
            </p:cNvPr>
            <p:cNvGrpSpPr/>
            <p:nvPr/>
          </p:nvGrpSpPr>
          <p:grpSpPr>
            <a:xfrm>
              <a:off x="53496" y="6455931"/>
              <a:ext cx="2887824" cy="402070"/>
              <a:chOff x="107022" y="932757"/>
              <a:chExt cx="1159349" cy="267392"/>
            </a:xfrm>
          </p:grpSpPr>
          <p:sp>
            <p:nvSpPr>
              <p:cNvPr id="43" name="Freeform: Shape 42">
                <a:extLst>
                  <a:ext uri="{FF2B5EF4-FFF2-40B4-BE49-F238E27FC236}">
                    <a16:creationId xmlns:a16="http://schemas.microsoft.com/office/drawing/2014/main" id="{755EF4D8-9BC9-7F6A-4769-D2D2BC915744}"/>
                  </a:ext>
                </a:extLst>
              </p:cNvPr>
              <p:cNvSpPr/>
              <p:nvPr/>
            </p:nvSpPr>
            <p:spPr>
              <a:xfrm>
                <a:off x="107022" y="932757"/>
                <a:ext cx="1159349" cy="267392"/>
              </a:xfrm>
              <a:custGeom>
                <a:avLst/>
                <a:gdLst>
                  <a:gd name="connsiteX0" fmla="*/ 131009 w 1748971"/>
                  <a:gd name="connsiteY0" fmla="*/ 0 h 414035"/>
                  <a:gd name="connsiteX1" fmla="*/ 1617962 w 1748971"/>
                  <a:gd name="connsiteY1" fmla="*/ 0 h 414035"/>
                  <a:gd name="connsiteX2" fmla="*/ 1748971 w 1748971"/>
                  <a:gd name="connsiteY2" fmla="*/ 131009 h 414035"/>
                  <a:gd name="connsiteX3" fmla="*/ 1748971 w 1748971"/>
                  <a:gd name="connsiteY3" fmla="*/ 414035 h 414035"/>
                  <a:gd name="connsiteX4" fmla="*/ 0 w 1748971"/>
                  <a:gd name="connsiteY4" fmla="*/ 414035 h 414035"/>
                  <a:gd name="connsiteX5" fmla="*/ 0 w 1748971"/>
                  <a:gd name="connsiteY5" fmla="*/ 131009 h 414035"/>
                  <a:gd name="connsiteX6" fmla="*/ 131009 w 1748971"/>
                  <a:gd name="connsiteY6" fmla="*/ 0 h 414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8971" h="414035">
                    <a:moveTo>
                      <a:pt x="131009" y="0"/>
                    </a:moveTo>
                    <a:lnTo>
                      <a:pt x="1617962" y="0"/>
                    </a:lnTo>
                    <a:cubicBezTo>
                      <a:pt x="1690316" y="0"/>
                      <a:pt x="1748971" y="58655"/>
                      <a:pt x="1748971" y="131009"/>
                    </a:cubicBezTo>
                    <a:lnTo>
                      <a:pt x="1748971" y="414035"/>
                    </a:lnTo>
                    <a:lnTo>
                      <a:pt x="0" y="414035"/>
                    </a:lnTo>
                    <a:lnTo>
                      <a:pt x="0" y="131009"/>
                    </a:lnTo>
                    <a:cubicBezTo>
                      <a:pt x="0" y="58655"/>
                      <a:pt x="58655" y="0"/>
                      <a:pt x="131009" y="0"/>
                    </a:cubicBez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SG" dirty="0"/>
              </a:p>
            </p:txBody>
          </p:sp>
          <p:sp>
            <p:nvSpPr>
              <p:cNvPr id="44" name="TextBox 43">
                <a:extLst>
                  <a:ext uri="{FF2B5EF4-FFF2-40B4-BE49-F238E27FC236}">
                    <a16:creationId xmlns:a16="http://schemas.microsoft.com/office/drawing/2014/main" id="{6D23883F-0875-AB66-0BD0-F38D0CFDA8FA}"/>
                  </a:ext>
                </a:extLst>
              </p:cNvPr>
              <p:cNvSpPr txBox="1"/>
              <p:nvPr/>
            </p:nvSpPr>
            <p:spPr>
              <a:xfrm>
                <a:off x="184953" y="950200"/>
                <a:ext cx="1003487" cy="225151"/>
              </a:xfrm>
              <a:prstGeom prst="rect">
                <a:avLst/>
              </a:prstGeom>
              <a:noFill/>
            </p:spPr>
            <p:txBody>
              <a:bodyPr wrap="square" rtlCol="0">
                <a:spAutoFit/>
              </a:bodyPr>
              <a:lstStyle/>
              <a:p>
                <a:pPr algn="ctr"/>
                <a:r>
                  <a:rPr lang="en-SG" sz="1600" b="1" dirty="0"/>
                  <a:t>Park-wide Filters</a:t>
                </a:r>
                <a:endParaRPr lang="en-SG" sz="2000" b="1" dirty="0"/>
              </a:p>
            </p:txBody>
          </p:sp>
        </p:grpSp>
        <p:pic>
          <p:nvPicPr>
            <p:cNvPr id="193" name="Picture 192" descr="A blue arrow pointing to the left&#10;&#10;AI-generated content may be incorrect.">
              <a:extLst>
                <a:ext uri="{FF2B5EF4-FFF2-40B4-BE49-F238E27FC236}">
                  <a16:creationId xmlns:a16="http://schemas.microsoft.com/office/drawing/2014/main" id="{1B7EA531-1C8B-4EE2-189C-8F5C931674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2620909" y="6549677"/>
              <a:ext cx="177977" cy="223406"/>
            </a:xfrm>
            <a:prstGeom prst="rect">
              <a:avLst/>
            </a:prstGeom>
          </p:spPr>
        </p:pic>
        <p:pic>
          <p:nvPicPr>
            <p:cNvPr id="194" name="Picture 193" descr="A blue arrow pointing to the left&#10;&#10;AI-generated content may be incorrect.">
              <a:extLst>
                <a:ext uri="{FF2B5EF4-FFF2-40B4-BE49-F238E27FC236}">
                  <a16:creationId xmlns:a16="http://schemas.microsoft.com/office/drawing/2014/main" id="{A432B6C0-BE08-ED09-3641-6681DC7DF2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95928" y="6549676"/>
              <a:ext cx="177977" cy="223406"/>
            </a:xfrm>
            <a:prstGeom prst="rect">
              <a:avLst/>
            </a:prstGeom>
          </p:spPr>
        </p:pic>
      </p:grpSp>
      <p:grpSp>
        <p:nvGrpSpPr>
          <p:cNvPr id="24" name="Group 23">
            <a:extLst>
              <a:ext uri="{FF2B5EF4-FFF2-40B4-BE49-F238E27FC236}">
                <a16:creationId xmlns:a16="http://schemas.microsoft.com/office/drawing/2014/main" id="{C32B9698-737A-C7AC-D0F2-C44DB98F3BF4}"/>
              </a:ext>
            </a:extLst>
          </p:cNvPr>
          <p:cNvGrpSpPr/>
          <p:nvPr/>
        </p:nvGrpSpPr>
        <p:grpSpPr>
          <a:xfrm>
            <a:off x="9128154" y="5213782"/>
            <a:ext cx="3032154" cy="1639075"/>
            <a:chOff x="6086425" y="5218925"/>
            <a:chExt cx="3032154" cy="1639075"/>
          </a:xfrm>
        </p:grpSpPr>
        <p:sp>
          <p:nvSpPr>
            <p:cNvPr id="25" name="Rectangle 24">
              <a:extLst>
                <a:ext uri="{FF2B5EF4-FFF2-40B4-BE49-F238E27FC236}">
                  <a16:creationId xmlns:a16="http://schemas.microsoft.com/office/drawing/2014/main" id="{DEF4E93F-A16B-00AF-06AF-526F6D8007E8}"/>
                </a:ext>
              </a:extLst>
            </p:cNvPr>
            <p:cNvSpPr/>
            <p:nvPr/>
          </p:nvSpPr>
          <p:spPr>
            <a:xfrm>
              <a:off x="6086425" y="5218925"/>
              <a:ext cx="3032154" cy="1639075"/>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Rectangle 25">
              <a:extLst>
                <a:ext uri="{FF2B5EF4-FFF2-40B4-BE49-F238E27FC236}">
                  <a16:creationId xmlns:a16="http://schemas.microsoft.com/office/drawing/2014/main" id="{4A3E48A7-7767-78E2-7E69-AB68F46393B4}"/>
                </a:ext>
              </a:extLst>
            </p:cNvPr>
            <p:cNvSpPr/>
            <p:nvPr/>
          </p:nvSpPr>
          <p:spPr>
            <a:xfrm>
              <a:off x="6086425" y="5218925"/>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Shows</a:t>
              </a:r>
              <a:endParaRPr lang="en-SG" sz="2400" b="1" dirty="0">
                <a:solidFill>
                  <a:schemeClr val="tx1"/>
                </a:solidFill>
                <a:latin typeface="+mj-lt"/>
              </a:endParaRPr>
            </a:p>
          </p:txBody>
        </p:sp>
      </p:grpSp>
      <p:grpSp>
        <p:nvGrpSpPr>
          <p:cNvPr id="41" name="Group 40">
            <a:extLst>
              <a:ext uri="{FF2B5EF4-FFF2-40B4-BE49-F238E27FC236}">
                <a16:creationId xmlns:a16="http://schemas.microsoft.com/office/drawing/2014/main" id="{664458BB-24EA-3638-D19F-A1229A0651E1}"/>
              </a:ext>
            </a:extLst>
          </p:cNvPr>
          <p:cNvGrpSpPr/>
          <p:nvPr/>
        </p:nvGrpSpPr>
        <p:grpSpPr>
          <a:xfrm>
            <a:off x="11764989" y="5258644"/>
            <a:ext cx="223406" cy="301925"/>
            <a:chOff x="11376962" y="5313252"/>
            <a:chExt cx="223406" cy="301925"/>
          </a:xfrm>
        </p:grpSpPr>
        <p:pic>
          <p:nvPicPr>
            <p:cNvPr id="39" name="Picture 38" descr="A blue arrow pointing to the left&#10;&#10;AI-generated content may be incorrect.">
              <a:extLst>
                <a:ext uri="{FF2B5EF4-FFF2-40B4-BE49-F238E27FC236}">
                  <a16:creationId xmlns:a16="http://schemas.microsoft.com/office/drawing/2014/main" id="{730DC258-721F-BD96-CFB4-7F3BE69CC2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1399676" y="5414486"/>
              <a:ext cx="177977" cy="223406"/>
            </a:xfrm>
            <a:prstGeom prst="rect">
              <a:avLst/>
            </a:prstGeom>
          </p:spPr>
        </p:pic>
        <p:pic>
          <p:nvPicPr>
            <p:cNvPr id="40" name="Picture 39" descr="A blue arrow pointing to the left&#10;&#10;AI-generated content may be incorrect.">
              <a:extLst>
                <a:ext uri="{FF2B5EF4-FFF2-40B4-BE49-F238E27FC236}">
                  <a16:creationId xmlns:a16="http://schemas.microsoft.com/office/drawing/2014/main" id="{DE521D8F-2479-9D16-2D36-3B0FD357F5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1399676" y="5290538"/>
              <a:ext cx="177977" cy="223406"/>
            </a:xfrm>
            <a:prstGeom prst="rect">
              <a:avLst/>
            </a:prstGeom>
          </p:spPr>
        </p:pic>
      </p:grpSp>
      <p:grpSp>
        <p:nvGrpSpPr>
          <p:cNvPr id="67" name="Group 66">
            <a:extLst>
              <a:ext uri="{FF2B5EF4-FFF2-40B4-BE49-F238E27FC236}">
                <a16:creationId xmlns:a16="http://schemas.microsoft.com/office/drawing/2014/main" id="{6E038250-23D5-0881-3F89-1B152FEEE945}"/>
              </a:ext>
            </a:extLst>
          </p:cNvPr>
          <p:cNvGrpSpPr/>
          <p:nvPr/>
        </p:nvGrpSpPr>
        <p:grpSpPr>
          <a:xfrm>
            <a:off x="9222081" y="5687771"/>
            <a:ext cx="1263591" cy="355440"/>
            <a:chOff x="6730152" y="4568823"/>
            <a:chExt cx="1263591" cy="355440"/>
          </a:xfrm>
        </p:grpSpPr>
        <p:sp>
          <p:nvSpPr>
            <p:cNvPr id="68" name="Rectangle: Rounded Corners 67">
              <a:extLst>
                <a:ext uri="{FF2B5EF4-FFF2-40B4-BE49-F238E27FC236}">
                  <a16:creationId xmlns:a16="http://schemas.microsoft.com/office/drawing/2014/main" id="{A9F8D006-13C9-043A-F515-583ED633E5F5}"/>
                </a:ext>
              </a:extLst>
            </p:cNvPr>
            <p:cNvSpPr/>
            <p:nvPr/>
          </p:nvSpPr>
          <p:spPr>
            <a:xfrm>
              <a:off x="6730152" y="4568823"/>
              <a:ext cx="1263591"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Start Time</a:t>
              </a:r>
            </a:p>
          </p:txBody>
        </p:sp>
        <p:pic>
          <p:nvPicPr>
            <p:cNvPr id="69" name="Picture 68" descr="A blue and black logo&#10;&#10;AI-generated content may be incorrect.">
              <a:extLst>
                <a:ext uri="{FF2B5EF4-FFF2-40B4-BE49-F238E27FC236}">
                  <a16:creationId xmlns:a16="http://schemas.microsoft.com/office/drawing/2014/main" id="{D2B83C39-050A-A4ED-7828-CBCC7DB563A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63787" y="4627732"/>
              <a:ext cx="247926" cy="247926"/>
            </a:xfrm>
            <a:prstGeom prst="rect">
              <a:avLst/>
            </a:prstGeom>
          </p:spPr>
        </p:pic>
      </p:grpSp>
      <p:grpSp>
        <p:nvGrpSpPr>
          <p:cNvPr id="70" name="Group 69">
            <a:extLst>
              <a:ext uri="{FF2B5EF4-FFF2-40B4-BE49-F238E27FC236}">
                <a16:creationId xmlns:a16="http://schemas.microsoft.com/office/drawing/2014/main" id="{6CAC8CFA-D6E8-572A-B55F-2E8297C14BAD}"/>
              </a:ext>
            </a:extLst>
          </p:cNvPr>
          <p:cNvGrpSpPr/>
          <p:nvPr/>
        </p:nvGrpSpPr>
        <p:grpSpPr>
          <a:xfrm>
            <a:off x="10565623" y="5685357"/>
            <a:ext cx="1105437" cy="355440"/>
            <a:chOff x="6601649" y="3697637"/>
            <a:chExt cx="1105437" cy="355440"/>
          </a:xfrm>
        </p:grpSpPr>
        <p:sp>
          <p:nvSpPr>
            <p:cNvPr id="71" name="Rectangle: Rounded Corners 70">
              <a:extLst>
                <a:ext uri="{FF2B5EF4-FFF2-40B4-BE49-F238E27FC236}">
                  <a16:creationId xmlns:a16="http://schemas.microsoft.com/office/drawing/2014/main" id="{D8FFB8BD-D5A5-B030-5741-A675BCFF2EE0}"/>
                </a:ext>
              </a:extLst>
            </p:cNvPr>
            <p:cNvSpPr/>
            <p:nvPr/>
          </p:nvSpPr>
          <p:spPr>
            <a:xfrm>
              <a:off x="6601649" y="3697637"/>
              <a:ext cx="1105437"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Duration</a:t>
              </a:r>
            </a:p>
          </p:txBody>
        </p:sp>
        <p:pic>
          <p:nvPicPr>
            <p:cNvPr id="72" name="Picture 71" descr="A blue hourglass on a black background&#10;&#10;AI-generated content may be incorrect.">
              <a:extLst>
                <a:ext uri="{FF2B5EF4-FFF2-40B4-BE49-F238E27FC236}">
                  <a16:creationId xmlns:a16="http://schemas.microsoft.com/office/drawing/2014/main" id="{F34FA73E-C6D7-6B68-5502-D5884AD99C5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50983" y="3777343"/>
              <a:ext cx="204057" cy="204057"/>
            </a:xfrm>
            <a:prstGeom prst="rect">
              <a:avLst/>
            </a:prstGeom>
          </p:spPr>
        </p:pic>
      </p:grpSp>
      <p:sp>
        <p:nvSpPr>
          <p:cNvPr id="176" name="Rectangle 175">
            <a:extLst>
              <a:ext uri="{FF2B5EF4-FFF2-40B4-BE49-F238E27FC236}">
                <a16:creationId xmlns:a16="http://schemas.microsoft.com/office/drawing/2014/main" id="{2D550F29-2F85-B91A-8941-3F2B4DD7353F}"/>
              </a:ext>
            </a:extLst>
          </p:cNvPr>
          <p:cNvSpPr/>
          <p:nvPr/>
        </p:nvSpPr>
        <p:spPr>
          <a:xfrm>
            <a:off x="3059293" y="6564025"/>
            <a:ext cx="3032154" cy="1514903"/>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95" name="TextBox 194">
            <a:extLst>
              <a:ext uri="{FF2B5EF4-FFF2-40B4-BE49-F238E27FC236}">
                <a16:creationId xmlns:a16="http://schemas.microsoft.com/office/drawing/2014/main" id="{06E1C15C-3DA7-F134-D74D-15874EFE1573}"/>
              </a:ext>
            </a:extLst>
          </p:cNvPr>
          <p:cNvSpPr txBox="1"/>
          <p:nvPr/>
        </p:nvSpPr>
        <p:spPr>
          <a:xfrm>
            <a:off x="9980903" y="5984793"/>
            <a:ext cx="1244283" cy="646331"/>
          </a:xfrm>
          <a:prstGeom prst="rect">
            <a:avLst/>
          </a:prstGeom>
          <a:noFill/>
        </p:spPr>
        <p:txBody>
          <a:bodyPr wrap="square" rtlCol="0">
            <a:spAutoFit/>
          </a:bodyPr>
          <a:lstStyle/>
          <a:p>
            <a:pPr algn="ctr"/>
            <a:r>
              <a:rPr lang="en-SG" sz="3600" dirty="0"/>
              <a:t>…</a:t>
            </a:r>
          </a:p>
        </p:txBody>
      </p:sp>
      <p:grpSp>
        <p:nvGrpSpPr>
          <p:cNvPr id="107" name="Group 106">
            <a:extLst>
              <a:ext uri="{FF2B5EF4-FFF2-40B4-BE49-F238E27FC236}">
                <a16:creationId xmlns:a16="http://schemas.microsoft.com/office/drawing/2014/main" id="{DF9FB3E5-9F32-6415-2856-AB0284D1E0A2}"/>
              </a:ext>
            </a:extLst>
          </p:cNvPr>
          <p:cNvGrpSpPr/>
          <p:nvPr/>
        </p:nvGrpSpPr>
        <p:grpSpPr>
          <a:xfrm>
            <a:off x="8754678" y="1482286"/>
            <a:ext cx="3418023" cy="1868302"/>
            <a:chOff x="8426551" y="2626546"/>
            <a:chExt cx="3418023" cy="1868302"/>
          </a:xfrm>
        </p:grpSpPr>
        <p:grpSp>
          <p:nvGrpSpPr>
            <p:cNvPr id="76" name="Group 75">
              <a:extLst>
                <a:ext uri="{FF2B5EF4-FFF2-40B4-BE49-F238E27FC236}">
                  <a16:creationId xmlns:a16="http://schemas.microsoft.com/office/drawing/2014/main" id="{2B6C4140-1C35-B341-A4D8-1E58EA42F6C6}"/>
                </a:ext>
              </a:extLst>
            </p:cNvPr>
            <p:cNvGrpSpPr/>
            <p:nvPr/>
          </p:nvGrpSpPr>
          <p:grpSpPr>
            <a:xfrm>
              <a:off x="8426551" y="2626546"/>
              <a:ext cx="3323596" cy="1868302"/>
              <a:chOff x="2882588" y="4652740"/>
              <a:chExt cx="3323596" cy="1868302"/>
            </a:xfrm>
          </p:grpSpPr>
          <p:grpSp>
            <p:nvGrpSpPr>
              <p:cNvPr id="85" name="Group 84">
                <a:extLst>
                  <a:ext uri="{FF2B5EF4-FFF2-40B4-BE49-F238E27FC236}">
                    <a16:creationId xmlns:a16="http://schemas.microsoft.com/office/drawing/2014/main" id="{D35F4B8E-AC4D-7C51-2DE2-04E3AFB6E7D6}"/>
                  </a:ext>
                </a:extLst>
              </p:cNvPr>
              <p:cNvGrpSpPr/>
              <p:nvPr/>
            </p:nvGrpSpPr>
            <p:grpSpPr>
              <a:xfrm>
                <a:off x="3090954" y="4870159"/>
                <a:ext cx="3115230" cy="1650883"/>
                <a:chOff x="3225800" y="2071914"/>
                <a:chExt cx="5740399" cy="2714172"/>
              </a:xfrm>
            </p:grpSpPr>
            <p:grpSp>
              <p:nvGrpSpPr>
                <p:cNvPr id="88" name="Group 87">
                  <a:extLst>
                    <a:ext uri="{FF2B5EF4-FFF2-40B4-BE49-F238E27FC236}">
                      <a16:creationId xmlns:a16="http://schemas.microsoft.com/office/drawing/2014/main" id="{127073EF-89E2-88C2-C189-72BED309E104}"/>
                    </a:ext>
                  </a:extLst>
                </p:cNvPr>
                <p:cNvGrpSpPr/>
                <p:nvPr/>
              </p:nvGrpSpPr>
              <p:grpSpPr>
                <a:xfrm>
                  <a:off x="3225800" y="2071914"/>
                  <a:ext cx="5740399" cy="2714172"/>
                  <a:chOff x="3225800" y="2071914"/>
                  <a:chExt cx="5740399" cy="2714172"/>
                </a:xfrm>
              </p:grpSpPr>
              <p:sp>
                <p:nvSpPr>
                  <p:cNvPr id="98" name="Rectangle: Rounded Corners 97">
                    <a:extLst>
                      <a:ext uri="{FF2B5EF4-FFF2-40B4-BE49-F238E27FC236}">
                        <a16:creationId xmlns:a16="http://schemas.microsoft.com/office/drawing/2014/main" id="{C78FBD42-9ABC-F670-6298-DB784AE464FF}"/>
                      </a:ext>
                    </a:extLst>
                  </p:cNvPr>
                  <p:cNvSpPr/>
                  <p:nvPr/>
                </p:nvSpPr>
                <p:spPr>
                  <a:xfrm>
                    <a:off x="3225800" y="2071914"/>
                    <a:ext cx="5740399" cy="2714172"/>
                  </a:xfrm>
                  <a:prstGeom prst="round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3" name="Rectangle: Rounded Corners 102">
                    <a:extLst>
                      <a:ext uri="{FF2B5EF4-FFF2-40B4-BE49-F238E27FC236}">
                        <a16:creationId xmlns:a16="http://schemas.microsoft.com/office/drawing/2014/main" id="{53D8BCAD-5EAD-2314-6B90-623FADEC6DE2}"/>
                      </a:ext>
                    </a:extLst>
                  </p:cNvPr>
                  <p:cNvSpPr/>
                  <p:nvPr/>
                </p:nvSpPr>
                <p:spPr>
                  <a:xfrm>
                    <a:off x="3360056" y="2184398"/>
                    <a:ext cx="5477121" cy="2489201"/>
                  </a:xfrm>
                  <a:prstGeom prst="roundRect">
                    <a:avLst/>
                  </a:prstGeom>
                  <a:solidFill>
                    <a:schemeClr val="accent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97" name="TextBox 96">
                  <a:extLst>
                    <a:ext uri="{FF2B5EF4-FFF2-40B4-BE49-F238E27FC236}">
                      <a16:creationId xmlns:a16="http://schemas.microsoft.com/office/drawing/2014/main" id="{7DE70DE3-587A-0FD4-128F-01A191682B60}"/>
                    </a:ext>
                  </a:extLst>
                </p:cNvPr>
                <p:cNvSpPr txBox="1"/>
                <p:nvPr/>
              </p:nvSpPr>
              <p:spPr>
                <a:xfrm>
                  <a:off x="3849989" y="2645028"/>
                  <a:ext cx="4615543" cy="607209"/>
                </a:xfrm>
                <a:prstGeom prst="rect">
                  <a:avLst/>
                </a:prstGeom>
                <a:noFill/>
              </p:spPr>
              <p:txBody>
                <a:bodyPr wrap="square" rtlCol="0">
                  <a:spAutoFit/>
                </a:bodyPr>
                <a:lstStyle/>
                <a:p>
                  <a:pPr algn="ctr"/>
                  <a:r>
                    <a:rPr lang="en-SG" b="1" dirty="0">
                      <a:solidFill>
                        <a:schemeClr val="bg1"/>
                      </a:solidFill>
                    </a:rPr>
                    <a:t>Plan 2 created!</a:t>
                  </a:r>
                </a:p>
              </p:txBody>
            </p:sp>
          </p:grpSp>
          <p:grpSp>
            <p:nvGrpSpPr>
              <p:cNvPr id="79" name="Group 78">
                <a:extLst>
                  <a:ext uri="{FF2B5EF4-FFF2-40B4-BE49-F238E27FC236}">
                    <a16:creationId xmlns:a16="http://schemas.microsoft.com/office/drawing/2014/main" id="{CD5990B4-7C0E-49D4-3606-D26FF90EC7E2}"/>
                  </a:ext>
                </a:extLst>
              </p:cNvPr>
              <p:cNvGrpSpPr/>
              <p:nvPr/>
            </p:nvGrpSpPr>
            <p:grpSpPr>
              <a:xfrm>
                <a:off x="2882588" y="4652740"/>
                <a:ext cx="668656" cy="668656"/>
                <a:chOff x="1661247" y="4746583"/>
                <a:chExt cx="757233" cy="757233"/>
              </a:xfrm>
            </p:grpSpPr>
            <p:pic>
              <p:nvPicPr>
                <p:cNvPr id="83" name="Picture 82" descr="A green circle with a white check mark&#10;&#10;AI-generated content may be incorrect.">
                  <a:extLst>
                    <a:ext uri="{FF2B5EF4-FFF2-40B4-BE49-F238E27FC236}">
                      <a16:creationId xmlns:a16="http://schemas.microsoft.com/office/drawing/2014/main" id="{DDB74C74-DDA6-724C-1719-3764CB5747F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61248" y="4746583"/>
                  <a:ext cx="757232" cy="757232"/>
                </a:xfrm>
                <a:prstGeom prst="rect">
                  <a:avLst/>
                </a:prstGeom>
              </p:spPr>
            </p:pic>
            <p:sp>
              <p:nvSpPr>
                <p:cNvPr id="84" name="Oval 83">
                  <a:extLst>
                    <a:ext uri="{FF2B5EF4-FFF2-40B4-BE49-F238E27FC236}">
                      <a16:creationId xmlns:a16="http://schemas.microsoft.com/office/drawing/2014/main" id="{230F10E4-B545-68EC-5E77-1896EB04E44F}"/>
                    </a:ext>
                  </a:extLst>
                </p:cNvPr>
                <p:cNvSpPr/>
                <p:nvPr/>
              </p:nvSpPr>
              <p:spPr>
                <a:xfrm>
                  <a:off x="1661247" y="4746583"/>
                  <a:ext cx="757233" cy="757233"/>
                </a:xfrm>
                <a:prstGeom prst="ellipse">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82" name="Rectangle: Rounded Corners 81">
                <a:extLst>
                  <a:ext uri="{FF2B5EF4-FFF2-40B4-BE49-F238E27FC236}">
                    <a16:creationId xmlns:a16="http://schemas.microsoft.com/office/drawing/2014/main" id="{2A9EFF29-705A-6DE7-0224-AD2FC0A480B8}"/>
                  </a:ext>
                </a:extLst>
              </p:cNvPr>
              <p:cNvSpPr/>
              <p:nvPr/>
            </p:nvSpPr>
            <p:spPr>
              <a:xfrm>
                <a:off x="3973690" y="5786469"/>
                <a:ext cx="1443346" cy="479800"/>
              </a:xfrm>
              <a:prstGeom prst="roundRect">
                <a:avLst>
                  <a:gd name="adj" fmla="val 18237"/>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b="1" dirty="0">
                    <a:solidFill>
                      <a:schemeClr val="bg1"/>
                    </a:solidFill>
                    <a:latin typeface="+mj-lt"/>
                  </a:rPr>
                  <a:t>OK</a:t>
                </a:r>
              </a:p>
            </p:txBody>
          </p:sp>
        </p:grpSp>
        <p:sp>
          <p:nvSpPr>
            <p:cNvPr id="106" name="Rectangle: Rounded Corners 105">
              <a:extLst>
                <a:ext uri="{FF2B5EF4-FFF2-40B4-BE49-F238E27FC236}">
                  <a16:creationId xmlns:a16="http://schemas.microsoft.com/office/drawing/2014/main" id="{403E0D02-8436-D123-50D7-D9C936F7A714}"/>
                </a:ext>
              </a:extLst>
            </p:cNvPr>
            <p:cNvSpPr/>
            <p:nvPr/>
          </p:nvSpPr>
          <p:spPr>
            <a:xfrm>
              <a:off x="10831384" y="2748352"/>
              <a:ext cx="1013190" cy="384534"/>
            </a:xfrm>
            <a:prstGeom prst="roundRect">
              <a:avLst>
                <a:gd name="adj" fmla="val 50000"/>
              </a:avLst>
            </a:prstGeom>
            <a:solidFill>
              <a:srgbClr val="FE38A5"/>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To: Jane</a:t>
              </a:r>
            </a:p>
          </p:txBody>
        </p:sp>
      </p:grpSp>
      <p:grpSp>
        <p:nvGrpSpPr>
          <p:cNvPr id="93" name="Group 92">
            <a:extLst>
              <a:ext uri="{FF2B5EF4-FFF2-40B4-BE49-F238E27FC236}">
                <a16:creationId xmlns:a16="http://schemas.microsoft.com/office/drawing/2014/main" id="{BEB4AAB5-CB01-6541-A112-D2A19A4B7C1A}"/>
              </a:ext>
            </a:extLst>
          </p:cNvPr>
          <p:cNvGrpSpPr/>
          <p:nvPr/>
        </p:nvGrpSpPr>
        <p:grpSpPr>
          <a:xfrm>
            <a:off x="10032211" y="2779196"/>
            <a:ext cx="1270695" cy="835392"/>
            <a:chOff x="7965126" y="2560353"/>
            <a:chExt cx="1270695" cy="835392"/>
          </a:xfrm>
        </p:grpSpPr>
        <p:pic>
          <p:nvPicPr>
            <p:cNvPr id="89" name="Picture 88" descr="A pink mouse cursor with a black background&#10;&#10;AI-generated content may be incorrect.">
              <a:extLst>
                <a:ext uri="{FF2B5EF4-FFF2-40B4-BE49-F238E27FC236}">
                  <a16:creationId xmlns:a16="http://schemas.microsoft.com/office/drawing/2014/main" id="{4A98088C-8B7B-C776-F8A2-247F10FA850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965126" y="2560353"/>
              <a:ext cx="835392" cy="835392"/>
            </a:xfrm>
            <a:prstGeom prst="rect">
              <a:avLst/>
            </a:prstGeom>
          </p:spPr>
        </p:pic>
        <p:sp>
          <p:nvSpPr>
            <p:cNvPr id="92" name="Rectangle: Rounded Corners 91">
              <a:extLst>
                <a:ext uri="{FF2B5EF4-FFF2-40B4-BE49-F238E27FC236}">
                  <a16:creationId xmlns:a16="http://schemas.microsoft.com/office/drawing/2014/main" id="{70E37BC4-E102-087A-8708-01FE39B6874D}"/>
                </a:ext>
              </a:extLst>
            </p:cNvPr>
            <p:cNvSpPr/>
            <p:nvPr/>
          </p:nvSpPr>
          <p:spPr>
            <a:xfrm>
              <a:off x="8561323" y="2978049"/>
              <a:ext cx="674498" cy="255991"/>
            </a:xfrm>
            <a:prstGeom prst="roundRect">
              <a:avLst>
                <a:gd name="adj" fmla="val 50000"/>
              </a:avLst>
            </a:prstGeom>
            <a:solidFill>
              <a:srgbClr val="FE38A5"/>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Jane</a:t>
              </a:r>
            </a:p>
          </p:txBody>
        </p:sp>
      </p:grpSp>
      <p:sp>
        <p:nvSpPr>
          <p:cNvPr id="109" name="TextBox 108">
            <a:hlinkClick r:id="rId10" action="ppaction://hlinksldjump"/>
            <a:extLst>
              <a:ext uri="{FF2B5EF4-FFF2-40B4-BE49-F238E27FC236}">
                <a16:creationId xmlns:a16="http://schemas.microsoft.com/office/drawing/2014/main" id="{F907180A-9AB2-9D58-DAB6-9E6CB440699E}"/>
              </a:ext>
            </a:extLst>
          </p:cNvPr>
          <p:cNvSpPr txBox="1"/>
          <p:nvPr/>
        </p:nvSpPr>
        <p:spPr>
          <a:xfrm>
            <a:off x="7380116" y="3478896"/>
            <a:ext cx="1233363" cy="369332"/>
          </a:xfrm>
          <a:prstGeom prst="rect">
            <a:avLst/>
          </a:prstGeom>
          <a:solidFill>
            <a:schemeClr val="bg1"/>
          </a:solidFill>
          <a:ln w="25400">
            <a:solidFill>
              <a:schemeClr val="accent5"/>
            </a:solidFill>
          </a:ln>
        </p:spPr>
        <p:txBody>
          <a:bodyPr wrap="square" rtlCol="0">
            <a:spAutoFit/>
          </a:bodyPr>
          <a:lstStyle/>
          <a:p>
            <a:pPr algn="just"/>
            <a:r>
              <a:rPr lang="en-US" b="1" dirty="0">
                <a:solidFill>
                  <a:srgbClr val="000000"/>
                </a:solidFill>
                <a:latin typeface="Arial" panose="020B0604020202020204" pitchFamily="34" charset="0"/>
                <a:cs typeface="Arial" panose="020B0604020202020204" pitchFamily="34" charset="0"/>
              </a:rPr>
              <a:t>Continue</a:t>
            </a:r>
            <a:endParaRPr lang="en-US" sz="1600" dirty="0">
              <a:solidFill>
                <a:srgbClr val="000000"/>
              </a:solidFill>
              <a:latin typeface="Arial" panose="020B0604020202020204" pitchFamily="34" charset="0"/>
              <a:cs typeface="Arial" panose="020B0604020202020204" pitchFamily="34" charset="0"/>
            </a:endParaRPr>
          </a:p>
        </p:txBody>
      </p:sp>
      <p:pic>
        <p:nvPicPr>
          <p:cNvPr id="128" name="Picture 127">
            <a:extLst>
              <a:ext uri="{FF2B5EF4-FFF2-40B4-BE49-F238E27FC236}">
                <a16:creationId xmlns:a16="http://schemas.microsoft.com/office/drawing/2014/main" id="{CC164FC8-F5F1-50E0-569C-FDE545BD3766}"/>
              </a:ext>
            </a:extLst>
          </p:cNvPr>
          <p:cNvPicPr>
            <a:picLocks noChangeAspect="1"/>
          </p:cNvPicPr>
          <p:nvPr/>
        </p:nvPicPr>
        <p:blipFill>
          <a:blip r:embed="rId11"/>
          <a:stretch>
            <a:fillRect/>
          </a:stretch>
        </p:blipFill>
        <p:spPr>
          <a:xfrm>
            <a:off x="7129262" y="3101250"/>
            <a:ext cx="555159" cy="555159"/>
          </a:xfrm>
          <a:prstGeom prst="rect">
            <a:avLst/>
          </a:prstGeom>
        </p:spPr>
      </p:pic>
      <p:pic>
        <p:nvPicPr>
          <p:cNvPr id="150" name="Picture 149" descr="A yellow hand pointing up&#10;&#10;AI-generated content may be incorrect.">
            <a:extLst>
              <a:ext uri="{FF2B5EF4-FFF2-40B4-BE49-F238E27FC236}">
                <a16:creationId xmlns:a16="http://schemas.microsoft.com/office/drawing/2014/main" id="{4CA44C4D-16D9-7AD5-F67A-9E0C1A90B87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426551" y="3614588"/>
            <a:ext cx="663866" cy="663866"/>
          </a:xfrm>
          <a:prstGeom prst="rect">
            <a:avLst/>
          </a:prstGeom>
        </p:spPr>
      </p:pic>
      <p:sp>
        <p:nvSpPr>
          <p:cNvPr id="155" name="Rectangle: Rounded Corners 154">
            <a:extLst>
              <a:ext uri="{FF2B5EF4-FFF2-40B4-BE49-F238E27FC236}">
                <a16:creationId xmlns:a16="http://schemas.microsoft.com/office/drawing/2014/main" id="{8E134E94-0DC9-F59A-FA34-D7537B7F7B3A}"/>
              </a:ext>
            </a:extLst>
          </p:cNvPr>
          <p:cNvSpPr/>
          <p:nvPr/>
        </p:nvSpPr>
        <p:spPr>
          <a:xfrm>
            <a:off x="10401709" y="797901"/>
            <a:ext cx="674498" cy="255991"/>
          </a:xfrm>
          <a:prstGeom prst="roundRect">
            <a:avLst>
              <a:gd name="adj" fmla="val 50000"/>
            </a:avLst>
          </a:prstGeom>
          <a:solidFill>
            <a:srgbClr val="FEE438"/>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rgbClr val="000000"/>
                </a:solidFill>
                <a:latin typeface="+mj-lt"/>
              </a:rPr>
              <a:t>John</a:t>
            </a:r>
          </a:p>
        </p:txBody>
      </p:sp>
      <p:sp>
        <p:nvSpPr>
          <p:cNvPr id="157" name="TextBox 156">
            <a:extLst>
              <a:ext uri="{FF2B5EF4-FFF2-40B4-BE49-F238E27FC236}">
                <a16:creationId xmlns:a16="http://schemas.microsoft.com/office/drawing/2014/main" id="{A85B2242-24B3-E300-E85A-338DFFA666F6}"/>
              </a:ext>
            </a:extLst>
          </p:cNvPr>
          <p:cNvSpPr txBox="1"/>
          <p:nvPr/>
        </p:nvSpPr>
        <p:spPr>
          <a:xfrm>
            <a:off x="8866471" y="1206653"/>
            <a:ext cx="1302176" cy="307777"/>
          </a:xfrm>
          <a:prstGeom prst="rect">
            <a:avLst/>
          </a:prstGeom>
          <a:noFill/>
          <a:ln w="28575">
            <a:solidFill>
              <a:srgbClr val="FEE438"/>
            </a:solidFill>
          </a:ln>
        </p:spPr>
        <p:txBody>
          <a:bodyPr wrap="square" rtlCol="0">
            <a:spAutoFit/>
          </a:bodyPr>
          <a:lstStyle/>
          <a:p>
            <a:pPr algn="ctr"/>
            <a:r>
              <a:rPr lang="en-SG" sz="1400" b="1" dirty="0">
                <a:solidFill>
                  <a:schemeClr val="tx2">
                    <a:lumMod val="50000"/>
                  </a:schemeClr>
                </a:solidFill>
              </a:rPr>
              <a:t>Dragon Roller</a:t>
            </a:r>
          </a:p>
        </p:txBody>
      </p:sp>
      <p:sp>
        <p:nvSpPr>
          <p:cNvPr id="175" name="Freeform: Shape 174">
            <a:extLst>
              <a:ext uri="{FF2B5EF4-FFF2-40B4-BE49-F238E27FC236}">
                <a16:creationId xmlns:a16="http://schemas.microsoft.com/office/drawing/2014/main" id="{5EBD00D0-95F4-14CF-071F-FEEE56DD3F86}"/>
              </a:ext>
            </a:extLst>
          </p:cNvPr>
          <p:cNvSpPr/>
          <p:nvPr/>
        </p:nvSpPr>
        <p:spPr>
          <a:xfrm>
            <a:off x="2595304" y="3506736"/>
            <a:ext cx="3522251" cy="597913"/>
          </a:xfrm>
          <a:custGeom>
            <a:avLst/>
            <a:gdLst>
              <a:gd name="connsiteX0" fmla="*/ 1763485 w 1763485"/>
              <a:gd name="connsiteY0" fmla="*/ 206829 h 299357"/>
              <a:gd name="connsiteX1" fmla="*/ 1540328 w 1763485"/>
              <a:gd name="connsiteY1" fmla="*/ 299357 h 299357"/>
              <a:gd name="connsiteX2" fmla="*/ 1409700 w 1763485"/>
              <a:gd name="connsiteY2" fmla="*/ 272143 h 299357"/>
              <a:gd name="connsiteX3" fmla="*/ 1322614 w 1763485"/>
              <a:gd name="connsiteY3" fmla="*/ 190500 h 299357"/>
              <a:gd name="connsiteX4" fmla="*/ 1306285 w 1763485"/>
              <a:gd name="connsiteY4" fmla="*/ 157843 h 299357"/>
              <a:gd name="connsiteX5" fmla="*/ 1284514 w 1763485"/>
              <a:gd name="connsiteY5" fmla="*/ 130629 h 299357"/>
              <a:gd name="connsiteX6" fmla="*/ 1273628 w 1763485"/>
              <a:gd name="connsiteY6" fmla="*/ 92529 h 299357"/>
              <a:gd name="connsiteX7" fmla="*/ 1268185 w 1763485"/>
              <a:gd name="connsiteY7" fmla="*/ 76200 h 299357"/>
              <a:gd name="connsiteX8" fmla="*/ 1191985 w 1763485"/>
              <a:gd name="connsiteY8" fmla="*/ 16329 h 299357"/>
              <a:gd name="connsiteX9" fmla="*/ 1028700 w 1763485"/>
              <a:gd name="connsiteY9" fmla="*/ 0 h 299357"/>
              <a:gd name="connsiteX10" fmla="*/ 849085 w 1763485"/>
              <a:gd name="connsiteY10" fmla="*/ 10886 h 299357"/>
              <a:gd name="connsiteX11" fmla="*/ 800100 w 1763485"/>
              <a:gd name="connsiteY11" fmla="*/ 43543 h 299357"/>
              <a:gd name="connsiteX12" fmla="*/ 685800 w 1763485"/>
              <a:gd name="connsiteY12" fmla="*/ 119743 h 299357"/>
              <a:gd name="connsiteX13" fmla="*/ 658585 w 1763485"/>
              <a:gd name="connsiteY13" fmla="*/ 136071 h 299357"/>
              <a:gd name="connsiteX14" fmla="*/ 544285 w 1763485"/>
              <a:gd name="connsiteY14" fmla="*/ 163286 h 299357"/>
              <a:gd name="connsiteX15" fmla="*/ 511628 w 1763485"/>
              <a:gd name="connsiteY15" fmla="*/ 174171 h 299357"/>
              <a:gd name="connsiteX16" fmla="*/ 255814 w 1763485"/>
              <a:gd name="connsiteY16" fmla="*/ 130629 h 299357"/>
              <a:gd name="connsiteX17" fmla="*/ 239485 w 1763485"/>
              <a:gd name="connsiteY17" fmla="*/ 119743 h 299357"/>
              <a:gd name="connsiteX18" fmla="*/ 217714 w 1763485"/>
              <a:gd name="connsiteY18" fmla="*/ 114300 h 299357"/>
              <a:gd name="connsiteX19" fmla="*/ 168728 w 1763485"/>
              <a:gd name="connsiteY19" fmla="*/ 76200 h 299357"/>
              <a:gd name="connsiteX20" fmla="*/ 54428 w 1763485"/>
              <a:gd name="connsiteY20" fmla="*/ 43543 h 299357"/>
              <a:gd name="connsiteX21" fmla="*/ 0 w 1763485"/>
              <a:gd name="connsiteY21" fmla="*/ 43543 h 29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3485" h="299357">
                <a:moveTo>
                  <a:pt x="1763485" y="206829"/>
                </a:moveTo>
                <a:cubicBezTo>
                  <a:pt x="1614475" y="277785"/>
                  <a:pt x="1689015" y="247316"/>
                  <a:pt x="1540328" y="299357"/>
                </a:cubicBezTo>
                <a:cubicBezTo>
                  <a:pt x="1496785" y="290286"/>
                  <a:pt x="1452266" y="285042"/>
                  <a:pt x="1409700" y="272143"/>
                </a:cubicBezTo>
                <a:cubicBezTo>
                  <a:pt x="1360103" y="257114"/>
                  <a:pt x="1349198" y="233034"/>
                  <a:pt x="1322614" y="190500"/>
                </a:cubicBezTo>
                <a:cubicBezTo>
                  <a:pt x="1316164" y="180179"/>
                  <a:pt x="1312819" y="168111"/>
                  <a:pt x="1306285" y="157843"/>
                </a:cubicBezTo>
                <a:cubicBezTo>
                  <a:pt x="1300048" y="148042"/>
                  <a:pt x="1291771" y="139700"/>
                  <a:pt x="1284514" y="130629"/>
                </a:cubicBezTo>
                <a:cubicBezTo>
                  <a:pt x="1280885" y="117929"/>
                  <a:pt x="1277423" y="105180"/>
                  <a:pt x="1273628" y="92529"/>
                </a:cubicBezTo>
                <a:cubicBezTo>
                  <a:pt x="1271979" y="87034"/>
                  <a:pt x="1271858" y="80608"/>
                  <a:pt x="1268185" y="76200"/>
                </a:cubicBezTo>
                <a:cubicBezTo>
                  <a:pt x="1250833" y="55378"/>
                  <a:pt x="1224333" y="20950"/>
                  <a:pt x="1191985" y="16329"/>
                </a:cubicBezTo>
                <a:cubicBezTo>
                  <a:pt x="1137835" y="8593"/>
                  <a:pt x="1028700" y="0"/>
                  <a:pt x="1028700" y="0"/>
                </a:cubicBezTo>
                <a:cubicBezTo>
                  <a:pt x="968828" y="3629"/>
                  <a:pt x="908007" y="-337"/>
                  <a:pt x="849085" y="10886"/>
                </a:cubicBezTo>
                <a:cubicBezTo>
                  <a:pt x="829807" y="14558"/>
                  <a:pt x="817184" y="33887"/>
                  <a:pt x="800100" y="43543"/>
                </a:cubicBezTo>
                <a:cubicBezTo>
                  <a:pt x="628196" y="140706"/>
                  <a:pt x="794349" y="29288"/>
                  <a:pt x="685800" y="119743"/>
                </a:cubicBezTo>
                <a:cubicBezTo>
                  <a:pt x="677673" y="126516"/>
                  <a:pt x="668445" y="132237"/>
                  <a:pt x="658585" y="136071"/>
                </a:cubicBezTo>
                <a:cubicBezTo>
                  <a:pt x="599918" y="158886"/>
                  <a:pt x="596861" y="156714"/>
                  <a:pt x="544285" y="163286"/>
                </a:cubicBezTo>
                <a:cubicBezTo>
                  <a:pt x="533399" y="166914"/>
                  <a:pt x="523087" y="174759"/>
                  <a:pt x="511628" y="174171"/>
                </a:cubicBezTo>
                <a:cubicBezTo>
                  <a:pt x="367189" y="166764"/>
                  <a:pt x="363109" y="161284"/>
                  <a:pt x="255814" y="130629"/>
                </a:cubicBezTo>
                <a:cubicBezTo>
                  <a:pt x="250371" y="127000"/>
                  <a:pt x="245498" y="122320"/>
                  <a:pt x="239485" y="119743"/>
                </a:cubicBezTo>
                <a:cubicBezTo>
                  <a:pt x="232609" y="116796"/>
                  <a:pt x="223003" y="119589"/>
                  <a:pt x="217714" y="114300"/>
                </a:cubicBezTo>
                <a:cubicBezTo>
                  <a:pt x="170934" y="67520"/>
                  <a:pt x="236527" y="87500"/>
                  <a:pt x="168728" y="76200"/>
                </a:cubicBezTo>
                <a:cubicBezTo>
                  <a:pt x="117113" y="55554"/>
                  <a:pt x="111054" y="48936"/>
                  <a:pt x="54428" y="43543"/>
                </a:cubicBezTo>
                <a:cubicBezTo>
                  <a:pt x="36367" y="41823"/>
                  <a:pt x="18143" y="43543"/>
                  <a:pt x="0" y="43543"/>
                </a:cubicBezTo>
              </a:path>
            </a:pathLst>
          </a:custGeom>
          <a:noFill/>
          <a:ln w="85725">
            <a:solidFill>
              <a:srgbClr val="FEE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67" name="Picture 166">
            <a:extLst>
              <a:ext uri="{FF2B5EF4-FFF2-40B4-BE49-F238E27FC236}">
                <a16:creationId xmlns:a16="http://schemas.microsoft.com/office/drawing/2014/main" id="{CF2AAFF8-13E0-7591-2575-3A579A5FFFC9}"/>
              </a:ext>
            </a:extLst>
          </p:cNvPr>
          <p:cNvPicPr>
            <a:picLocks noChangeAspect="1"/>
          </p:cNvPicPr>
          <p:nvPr/>
        </p:nvPicPr>
        <p:blipFill>
          <a:blip r:embed="rId13"/>
          <a:stretch>
            <a:fillRect/>
          </a:stretch>
        </p:blipFill>
        <p:spPr>
          <a:xfrm>
            <a:off x="1040804" y="2853691"/>
            <a:ext cx="1554500" cy="780157"/>
          </a:xfrm>
          <a:prstGeom prst="rect">
            <a:avLst/>
          </a:prstGeom>
          <a:ln>
            <a:noFill/>
          </a:ln>
        </p:spPr>
      </p:pic>
      <p:sp>
        <p:nvSpPr>
          <p:cNvPr id="171" name="TextBox 170">
            <a:extLst>
              <a:ext uri="{FF2B5EF4-FFF2-40B4-BE49-F238E27FC236}">
                <a16:creationId xmlns:a16="http://schemas.microsoft.com/office/drawing/2014/main" id="{E98B3AFB-3C5C-05D1-1C0B-96D4F021106B}"/>
              </a:ext>
            </a:extLst>
          </p:cNvPr>
          <p:cNvSpPr txBox="1"/>
          <p:nvPr/>
        </p:nvSpPr>
        <p:spPr>
          <a:xfrm>
            <a:off x="542059" y="3628677"/>
            <a:ext cx="2427740" cy="338554"/>
          </a:xfrm>
          <a:prstGeom prst="rect">
            <a:avLst/>
          </a:prstGeom>
          <a:noFill/>
          <a:ln>
            <a:noFill/>
          </a:ln>
        </p:spPr>
        <p:txBody>
          <a:bodyPr wrap="square" rtlCol="0">
            <a:spAutoFit/>
          </a:bodyPr>
          <a:lstStyle/>
          <a:p>
            <a:pPr algn="ctr"/>
            <a:r>
              <a:rPr lang="en-SG" sz="1600" b="1" dirty="0">
                <a:solidFill>
                  <a:schemeClr val="tx2"/>
                </a:solidFill>
              </a:rPr>
              <a:t>Dragon Roller</a:t>
            </a:r>
          </a:p>
        </p:txBody>
      </p:sp>
      <p:grpSp>
        <p:nvGrpSpPr>
          <p:cNvPr id="33" name="Group 32">
            <a:extLst>
              <a:ext uri="{FF2B5EF4-FFF2-40B4-BE49-F238E27FC236}">
                <a16:creationId xmlns:a16="http://schemas.microsoft.com/office/drawing/2014/main" id="{2C79CC6C-55EC-15AC-0FB5-13D38FBB8CFB}"/>
              </a:ext>
            </a:extLst>
          </p:cNvPr>
          <p:cNvGrpSpPr/>
          <p:nvPr/>
        </p:nvGrpSpPr>
        <p:grpSpPr>
          <a:xfrm>
            <a:off x="3059293" y="4099187"/>
            <a:ext cx="3032154" cy="2753670"/>
            <a:chOff x="3063846" y="3701938"/>
            <a:chExt cx="3032154" cy="2753670"/>
          </a:xfrm>
        </p:grpSpPr>
        <p:grpSp>
          <p:nvGrpSpPr>
            <p:cNvPr id="21" name="Group 20">
              <a:extLst>
                <a:ext uri="{FF2B5EF4-FFF2-40B4-BE49-F238E27FC236}">
                  <a16:creationId xmlns:a16="http://schemas.microsoft.com/office/drawing/2014/main" id="{B06D4D13-2EB4-4F48-D3C4-630F84FF8FAB}"/>
                </a:ext>
              </a:extLst>
            </p:cNvPr>
            <p:cNvGrpSpPr/>
            <p:nvPr/>
          </p:nvGrpSpPr>
          <p:grpSpPr>
            <a:xfrm>
              <a:off x="3063846" y="3701938"/>
              <a:ext cx="3032154" cy="2753670"/>
              <a:chOff x="0" y="4104330"/>
              <a:chExt cx="3032154" cy="2753670"/>
            </a:xfrm>
          </p:grpSpPr>
          <p:sp>
            <p:nvSpPr>
              <p:cNvPr id="22" name="Rectangle 21">
                <a:extLst>
                  <a:ext uri="{FF2B5EF4-FFF2-40B4-BE49-F238E27FC236}">
                    <a16:creationId xmlns:a16="http://schemas.microsoft.com/office/drawing/2014/main" id="{4A477B30-073E-3A3C-3CCB-AFD62C6F2F20}"/>
                  </a:ext>
                </a:extLst>
              </p:cNvPr>
              <p:cNvSpPr/>
              <p:nvPr/>
            </p:nvSpPr>
            <p:spPr>
              <a:xfrm>
                <a:off x="0" y="4104330"/>
                <a:ext cx="3032154" cy="2753670"/>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3" name="Rectangle 22">
                <a:extLst>
                  <a:ext uri="{FF2B5EF4-FFF2-40B4-BE49-F238E27FC236}">
                    <a16:creationId xmlns:a16="http://schemas.microsoft.com/office/drawing/2014/main" id="{290B9786-DA74-DBDD-1320-47BB4FB1E9D0}"/>
                  </a:ext>
                </a:extLst>
              </p:cNvPr>
              <p:cNvSpPr/>
              <p:nvPr/>
            </p:nvSpPr>
            <p:spPr>
              <a:xfrm>
                <a:off x="0" y="4108267"/>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Rides</a:t>
                </a:r>
                <a:endParaRPr lang="en-SG" sz="2400" b="1" dirty="0">
                  <a:solidFill>
                    <a:schemeClr val="tx1"/>
                  </a:solidFill>
                  <a:latin typeface="+mj-lt"/>
                </a:endParaRPr>
              </a:p>
            </p:txBody>
          </p:sp>
        </p:grpSp>
        <p:grpSp>
          <p:nvGrpSpPr>
            <p:cNvPr id="30" name="Group 29">
              <a:extLst>
                <a:ext uri="{FF2B5EF4-FFF2-40B4-BE49-F238E27FC236}">
                  <a16:creationId xmlns:a16="http://schemas.microsoft.com/office/drawing/2014/main" id="{7D31E552-A498-0B42-D5F9-8D31367FC2CE}"/>
                </a:ext>
              </a:extLst>
            </p:cNvPr>
            <p:cNvGrpSpPr/>
            <p:nvPr/>
          </p:nvGrpSpPr>
          <p:grpSpPr>
            <a:xfrm>
              <a:off x="5714080" y="3750737"/>
              <a:ext cx="223406" cy="301925"/>
              <a:chOff x="5714080" y="6513889"/>
              <a:chExt cx="223406" cy="301925"/>
            </a:xfrm>
          </p:grpSpPr>
          <p:pic>
            <p:nvPicPr>
              <p:cNvPr id="31" name="Picture 30" descr="A blue arrow pointing to the left&#10;&#10;AI-generated content may be incorrect.">
                <a:extLst>
                  <a:ext uri="{FF2B5EF4-FFF2-40B4-BE49-F238E27FC236}">
                    <a16:creationId xmlns:a16="http://schemas.microsoft.com/office/drawing/2014/main" id="{A7DCFB82-85F0-9A58-F59F-F9E60BBF06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32" name="Picture 31" descr="A blue arrow pointing to the left&#10;&#10;AI-generated content may be incorrect.">
                <a:extLst>
                  <a:ext uri="{FF2B5EF4-FFF2-40B4-BE49-F238E27FC236}">
                    <a16:creationId xmlns:a16="http://schemas.microsoft.com/office/drawing/2014/main" id="{2DE14DB6-602B-0990-2814-5E83195308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grpSp>
      <p:grpSp>
        <p:nvGrpSpPr>
          <p:cNvPr id="54" name="Group 53">
            <a:extLst>
              <a:ext uri="{FF2B5EF4-FFF2-40B4-BE49-F238E27FC236}">
                <a16:creationId xmlns:a16="http://schemas.microsoft.com/office/drawing/2014/main" id="{8EFD3DB7-8522-E4E8-CE26-89FC1586F2C9}"/>
              </a:ext>
            </a:extLst>
          </p:cNvPr>
          <p:cNvGrpSpPr/>
          <p:nvPr/>
        </p:nvGrpSpPr>
        <p:grpSpPr>
          <a:xfrm>
            <a:off x="3142729" y="4597065"/>
            <a:ext cx="1106593" cy="355440"/>
            <a:chOff x="91537" y="4571571"/>
            <a:chExt cx="1106593" cy="355440"/>
          </a:xfrm>
        </p:grpSpPr>
        <p:sp>
          <p:nvSpPr>
            <p:cNvPr id="55" name="Rectangle: Rounded Corners 54">
              <a:extLst>
                <a:ext uri="{FF2B5EF4-FFF2-40B4-BE49-F238E27FC236}">
                  <a16:creationId xmlns:a16="http://schemas.microsoft.com/office/drawing/2014/main" id="{C86F9F32-1082-10F1-6A18-2DBE273F67E8}"/>
                </a:ext>
              </a:extLst>
            </p:cNvPr>
            <p:cNvSpPr/>
            <p:nvPr/>
          </p:nvSpPr>
          <p:spPr>
            <a:xfrm>
              <a:off x="91537" y="4571571"/>
              <a:ext cx="1106593"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Height</a:t>
              </a:r>
            </a:p>
          </p:txBody>
        </p:sp>
        <p:pic>
          <p:nvPicPr>
            <p:cNvPr id="56" name="Picture 55">
              <a:extLst>
                <a:ext uri="{FF2B5EF4-FFF2-40B4-BE49-F238E27FC236}">
                  <a16:creationId xmlns:a16="http://schemas.microsoft.com/office/drawing/2014/main" id="{38B224ED-F5DB-4C7E-513F-E171FF3C2D9F}"/>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94512" y="4609245"/>
              <a:ext cx="284254" cy="284254"/>
            </a:xfrm>
            <a:prstGeom prst="rect">
              <a:avLst/>
            </a:prstGeom>
            <a:solidFill>
              <a:schemeClr val="bg1"/>
            </a:solidFill>
          </p:spPr>
        </p:pic>
      </p:grpSp>
      <p:grpSp>
        <p:nvGrpSpPr>
          <p:cNvPr id="57" name="Group 56">
            <a:extLst>
              <a:ext uri="{FF2B5EF4-FFF2-40B4-BE49-F238E27FC236}">
                <a16:creationId xmlns:a16="http://schemas.microsoft.com/office/drawing/2014/main" id="{06D0F36C-B15E-EFD9-BCAA-DF2641F17CEE}"/>
              </a:ext>
            </a:extLst>
          </p:cNvPr>
          <p:cNvGrpSpPr/>
          <p:nvPr/>
        </p:nvGrpSpPr>
        <p:grpSpPr>
          <a:xfrm>
            <a:off x="4346644" y="4597065"/>
            <a:ext cx="972578" cy="355440"/>
            <a:chOff x="4441252" y="3681492"/>
            <a:chExt cx="972578" cy="355440"/>
          </a:xfrm>
        </p:grpSpPr>
        <p:sp>
          <p:nvSpPr>
            <p:cNvPr id="58" name="Rectangle: Rounded Corners 57">
              <a:extLst>
                <a:ext uri="{FF2B5EF4-FFF2-40B4-BE49-F238E27FC236}">
                  <a16:creationId xmlns:a16="http://schemas.microsoft.com/office/drawing/2014/main" id="{17DA4049-E004-3987-1F34-64E22A8651F2}"/>
                </a:ext>
              </a:extLst>
            </p:cNvPr>
            <p:cNvSpPr/>
            <p:nvPr/>
          </p:nvSpPr>
          <p:spPr>
            <a:xfrm>
              <a:off x="4441252" y="3681492"/>
              <a:ext cx="972578"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Thrill</a:t>
              </a:r>
            </a:p>
          </p:txBody>
        </p:sp>
        <p:pic>
          <p:nvPicPr>
            <p:cNvPr id="59" name="Picture 58" descr="A blue face with black dots&#10;&#10;AI-generated content may be incorrect.">
              <a:extLst>
                <a:ext uri="{FF2B5EF4-FFF2-40B4-BE49-F238E27FC236}">
                  <a16:creationId xmlns:a16="http://schemas.microsoft.com/office/drawing/2014/main" id="{F0BCE830-D768-B55A-E28E-1B881A6DA1CE}"/>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053956" y="3727352"/>
              <a:ext cx="258227" cy="258227"/>
            </a:xfrm>
            <a:prstGeom prst="rect">
              <a:avLst/>
            </a:prstGeom>
          </p:spPr>
        </p:pic>
      </p:grpSp>
      <p:sp>
        <p:nvSpPr>
          <p:cNvPr id="60" name="Rectangle: Rounded Corners 59">
            <a:extLst>
              <a:ext uri="{FF2B5EF4-FFF2-40B4-BE49-F238E27FC236}">
                <a16:creationId xmlns:a16="http://schemas.microsoft.com/office/drawing/2014/main" id="{F7A98560-9C63-5110-DD19-738A49F745BC}"/>
              </a:ext>
            </a:extLst>
          </p:cNvPr>
          <p:cNvSpPr/>
          <p:nvPr/>
        </p:nvSpPr>
        <p:spPr>
          <a:xfrm>
            <a:off x="5417502" y="4594318"/>
            <a:ext cx="877433" cy="355440"/>
          </a:xfrm>
          <a:prstGeom prst="roundRect">
            <a:avLst>
              <a:gd name="adj" fmla="val 22906"/>
            </a:avLst>
          </a:prstGeom>
          <a:gradFill flip="none" rotWithShape="1">
            <a:gsLst>
              <a:gs pos="60000">
                <a:schemeClr val="accent1">
                  <a:lumMod val="5000"/>
                  <a:lumOff val="95000"/>
                </a:schemeClr>
              </a:gs>
              <a:gs pos="92000">
                <a:srgbClr val="0034A8"/>
              </a:gs>
            </a:gsLst>
            <a:lin ang="0" scaled="1"/>
            <a:tileRect/>
          </a:gra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Wet</a:t>
            </a:r>
          </a:p>
        </p:txBody>
      </p:sp>
      <p:sp>
        <p:nvSpPr>
          <p:cNvPr id="102" name="Rectangle 101">
            <a:extLst>
              <a:ext uri="{FF2B5EF4-FFF2-40B4-BE49-F238E27FC236}">
                <a16:creationId xmlns:a16="http://schemas.microsoft.com/office/drawing/2014/main" id="{A731C11E-A01B-B0FD-6CB6-AB8B7E178E19}"/>
              </a:ext>
            </a:extLst>
          </p:cNvPr>
          <p:cNvSpPr/>
          <p:nvPr/>
        </p:nvSpPr>
        <p:spPr>
          <a:xfrm>
            <a:off x="3059293" y="5043828"/>
            <a:ext cx="3032154" cy="1514903"/>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4" name="TextBox 103">
            <a:extLst>
              <a:ext uri="{FF2B5EF4-FFF2-40B4-BE49-F238E27FC236}">
                <a16:creationId xmlns:a16="http://schemas.microsoft.com/office/drawing/2014/main" id="{0E48A09B-D217-5B94-FF2E-F6FA3E311A62}"/>
              </a:ext>
            </a:extLst>
          </p:cNvPr>
          <p:cNvSpPr txBox="1"/>
          <p:nvPr/>
        </p:nvSpPr>
        <p:spPr>
          <a:xfrm>
            <a:off x="3121579" y="5374714"/>
            <a:ext cx="1203827" cy="520247"/>
          </a:xfrm>
          <a:prstGeom prst="rect">
            <a:avLst/>
          </a:prstGeom>
          <a:noFill/>
          <a:ln>
            <a:solidFill>
              <a:srgbClr val="2F3C7E"/>
            </a:solidFill>
          </a:ln>
        </p:spPr>
        <p:txBody>
          <a:bodyPr wrap="square" rtlCol="0">
            <a:spAutoFit/>
          </a:bodyPr>
          <a:lstStyle/>
          <a:p>
            <a:endParaRPr lang="en-SG" dirty="0"/>
          </a:p>
        </p:txBody>
      </p:sp>
      <p:sp>
        <p:nvSpPr>
          <p:cNvPr id="105" name="TextBox 104">
            <a:extLst>
              <a:ext uri="{FF2B5EF4-FFF2-40B4-BE49-F238E27FC236}">
                <a16:creationId xmlns:a16="http://schemas.microsoft.com/office/drawing/2014/main" id="{92C58AFC-8FBD-4F6D-AE4F-AABEDF41951E}"/>
              </a:ext>
            </a:extLst>
          </p:cNvPr>
          <p:cNvSpPr txBox="1"/>
          <p:nvPr/>
        </p:nvSpPr>
        <p:spPr>
          <a:xfrm>
            <a:off x="3032444" y="5062700"/>
            <a:ext cx="1596366" cy="307777"/>
          </a:xfrm>
          <a:prstGeom prst="rect">
            <a:avLst/>
          </a:prstGeom>
          <a:noFill/>
        </p:spPr>
        <p:txBody>
          <a:bodyPr wrap="square" rtlCol="0">
            <a:spAutoFit/>
          </a:bodyPr>
          <a:lstStyle/>
          <a:p>
            <a:r>
              <a:rPr lang="en-SG" sz="1400" b="1" dirty="0">
                <a:solidFill>
                  <a:schemeClr val="tx2">
                    <a:lumMod val="50000"/>
                  </a:schemeClr>
                </a:solidFill>
              </a:rPr>
              <a:t>Dragon Roller</a:t>
            </a:r>
          </a:p>
        </p:txBody>
      </p:sp>
      <p:pic>
        <p:nvPicPr>
          <p:cNvPr id="125" name="Picture 124">
            <a:extLst>
              <a:ext uri="{FF2B5EF4-FFF2-40B4-BE49-F238E27FC236}">
                <a16:creationId xmlns:a16="http://schemas.microsoft.com/office/drawing/2014/main" id="{19C63C58-0E96-19EC-E6D1-00664E157C67}"/>
              </a:ext>
            </a:extLst>
          </p:cNvPr>
          <p:cNvPicPr>
            <a:picLocks noChangeAspect="1"/>
          </p:cNvPicPr>
          <p:nvPr/>
        </p:nvPicPr>
        <p:blipFill>
          <a:blip r:embed="rId13"/>
          <a:stretch>
            <a:fillRect/>
          </a:stretch>
        </p:blipFill>
        <p:spPr>
          <a:xfrm>
            <a:off x="3261995" y="5435586"/>
            <a:ext cx="911201" cy="457305"/>
          </a:xfrm>
          <a:prstGeom prst="rect">
            <a:avLst/>
          </a:prstGeom>
          <a:ln>
            <a:noFill/>
          </a:ln>
        </p:spPr>
      </p:pic>
      <p:sp>
        <p:nvSpPr>
          <p:cNvPr id="127" name="TextBox 126">
            <a:extLst>
              <a:ext uri="{FF2B5EF4-FFF2-40B4-BE49-F238E27FC236}">
                <a16:creationId xmlns:a16="http://schemas.microsoft.com/office/drawing/2014/main" id="{573B6EDF-6B57-1D88-03E6-0D7063056D19}"/>
              </a:ext>
            </a:extLst>
          </p:cNvPr>
          <p:cNvSpPr txBox="1"/>
          <p:nvPr/>
        </p:nvSpPr>
        <p:spPr>
          <a:xfrm>
            <a:off x="4507636" y="5070772"/>
            <a:ext cx="1596366" cy="307777"/>
          </a:xfrm>
          <a:prstGeom prst="rect">
            <a:avLst/>
          </a:prstGeom>
          <a:noFill/>
        </p:spPr>
        <p:txBody>
          <a:bodyPr wrap="square" rtlCol="0">
            <a:spAutoFit/>
          </a:bodyPr>
          <a:lstStyle/>
          <a:p>
            <a:r>
              <a:rPr lang="en-SG" sz="1400" dirty="0"/>
              <a:t>5.0</a:t>
            </a:r>
          </a:p>
        </p:txBody>
      </p:sp>
      <p:sp>
        <p:nvSpPr>
          <p:cNvPr id="136" name="Star: 5 Points 135">
            <a:extLst>
              <a:ext uri="{FF2B5EF4-FFF2-40B4-BE49-F238E27FC236}">
                <a16:creationId xmlns:a16="http://schemas.microsoft.com/office/drawing/2014/main" id="{66223114-C171-B5C4-622D-742E39B1CCAD}"/>
              </a:ext>
            </a:extLst>
          </p:cNvPr>
          <p:cNvSpPr/>
          <p:nvPr/>
        </p:nvSpPr>
        <p:spPr>
          <a:xfrm>
            <a:off x="4930924"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7" name="Star: 5 Points 136">
            <a:extLst>
              <a:ext uri="{FF2B5EF4-FFF2-40B4-BE49-F238E27FC236}">
                <a16:creationId xmlns:a16="http://schemas.microsoft.com/office/drawing/2014/main" id="{55941A2B-EF58-2697-303F-CFABA59E2A52}"/>
              </a:ext>
            </a:extLst>
          </p:cNvPr>
          <p:cNvSpPr/>
          <p:nvPr/>
        </p:nvSpPr>
        <p:spPr>
          <a:xfrm>
            <a:off x="5141093"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8" name="Star: 5 Points 137">
            <a:extLst>
              <a:ext uri="{FF2B5EF4-FFF2-40B4-BE49-F238E27FC236}">
                <a16:creationId xmlns:a16="http://schemas.microsoft.com/office/drawing/2014/main" id="{C372EF81-0309-A4D7-E875-E586C5E1BEBA}"/>
              </a:ext>
            </a:extLst>
          </p:cNvPr>
          <p:cNvSpPr/>
          <p:nvPr/>
        </p:nvSpPr>
        <p:spPr>
          <a:xfrm>
            <a:off x="5566968"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9" name="Star: 5 Points 138">
            <a:extLst>
              <a:ext uri="{FF2B5EF4-FFF2-40B4-BE49-F238E27FC236}">
                <a16:creationId xmlns:a16="http://schemas.microsoft.com/office/drawing/2014/main" id="{C196E6C8-8B10-974F-77FD-DB37FDD86523}"/>
              </a:ext>
            </a:extLst>
          </p:cNvPr>
          <p:cNvSpPr/>
          <p:nvPr/>
        </p:nvSpPr>
        <p:spPr>
          <a:xfrm>
            <a:off x="5351262"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40" name="Star: 5 Points 139">
            <a:extLst>
              <a:ext uri="{FF2B5EF4-FFF2-40B4-BE49-F238E27FC236}">
                <a16:creationId xmlns:a16="http://schemas.microsoft.com/office/drawing/2014/main" id="{C7A71AE4-5794-FE45-3FA6-804519A3DC78}"/>
              </a:ext>
            </a:extLst>
          </p:cNvPr>
          <p:cNvSpPr/>
          <p:nvPr/>
        </p:nvSpPr>
        <p:spPr>
          <a:xfrm>
            <a:off x="5782674"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51" name="Rectangle: Rounded Corners 150">
            <a:extLst>
              <a:ext uri="{FF2B5EF4-FFF2-40B4-BE49-F238E27FC236}">
                <a16:creationId xmlns:a16="http://schemas.microsoft.com/office/drawing/2014/main" id="{BD31D7E5-D947-4844-F5CD-8E20EB8AB561}"/>
              </a:ext>
            </a:extLst>
          </p:cNvPr>
          <p:cNvSpPr/>
          <p:nvPr/>
        </p:nvSpPr>
        <p:spPr>
          <a:xfrm>
            <a:off x="3222067" y="6191435"/>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More Details</a:t>
            </a:r>
          </a:p>
        </p:txBody>
      </p:sp>
      <p:pic>
        <p:nvPicPr>
          <p:cNvPr id="160" name="Picture 159" descr="A red person silhouette on a black background&#10;&#10;AI-generated content may be incorrect.">
            <a:extLst>
              <a:ext uri="{FF2B5EF4-FFF2-40B4-BE49-F238E27FC236}">
                <a16:creationId xmlns:a16="http://schemas.microsoft.com/office/drawing/2014/main" id="{2BAC2BA5-56F2-B5AB-6C9D-7169888A61FC}"/>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476374" y="5564496"/>
            <a:ext cx="275789" cy="275789"/>
          </a:xfrm>
          <a:prstGeom prst="rect">
            <a:avLst/>
          </a:prstGeom>
        </p:spPr>
      </p:pic>
      <p:sp>
        <p:nvSpPr>
          <p:cNvPr id="161" name="TextBox 160">
            <a:extLst>
              <a:ext uri="{FF2B5EF4-FFF2-40B4-BE49-F238E27FC236}">
                <a16:creationId xmlns:a16="http://schemas.microsoft.com/office/drawing/2014/main" id="{B495C713-E6E4-C01B-EEE9-2C500F14A3CC}"/>
              </a:ext>
            </a:extLst>
          </p:cNvPr>
          <p:cNvSpPr txBox="1"/>
          <p:nvPr/>
        </p:nvSpPr>
        <p:spPr>
          <a:xfrm>
            <a:off x="4317962" y="5321488"/>
            <a:ext cx="922713" cy="276999"/>
          </a:xfrm>
          <a:prstGeom prst="rect">
            <a:avLst/>
          </a:prstGeom>
          <a:noFill/>
        </p:spPr>
        <p:txBody>
          <a:bodyPr wrap="square" rtlCol="0">
            <a:spAutoFit/>
          </a:bodyPr>
          <a:lstStyle/>
          <a:p>
            <a:r>
              <a:rPr lang="en-SG" sz="1200" dirty="0">
                <a:solidFill>
                  <a:schemeClr val="tx2">
                    <a:lumMod val="50000"/>
                  </a:schemeClr>
                </a:solidFill>
              </a:rPr>
              <a:t>Queue</a:t>
            </a:r>
            <a:endParaRPr lang="en-SG" sz="1400" dirty="0">
              <a:solidFill>
                <a:schemeClr val="tx2">
                  <a:lumMod val="50000"/>
                </a:schemeClr>
              </a:solidFill>
            </a:endParaRPr>
          </a:p>
        </p:txBody>
      </p:sp>
      <p:pic>
        <p:nvPicPr>
          <p:cNvPr id="162" name="Picture 161" descr="A red person silhouette on a black background&#10;&#10;AI-generated content may be incorrect.">
            <a:extLst>
              <a:ext uri="{FF2B5EF4-FFF2-40B4-BE49-F238E27FC236}">
                <a16:creationId xmlns:a16="http://schemas.microsoft.com/office/drawing/2014/main" id="{F3E0C253-0410-1F57-28FC-A95DFEF08F0E}"/>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336122" y="5561700"/>
            <a:ext cx="275789" cy="275789"/>
          </a:xfrm>
          <a:prstGeom prst="rect">
            <a:avLst/>
          </a:prstGeom>
        </p:spPr>
      </p:pic>
      <p:pic>
        <p:nvPicPr>
          <p:cNvPr id="163" name="Picture 162" descr="A red person silhouette on a black background&#10;&#10;AI-generated content may be incorrect.">
            <a:extLst>
              <a:ext uri="{FF2B5EF4-FFF2-40B4-BE49-F238E27FC236}">
                <a16:creationId xmlns:a16="http://schemas.microsoft.com/office/drawing/2014/main" id="{12C27BDA-08DA-D153-8D74-51D1D2F9062E}"/>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611946" y="5560136"/>
            <a:ext cx="275789" cy="275789"/>
          </a:xfrm>
          <a:prstGeom prst="rect">
            <a:avLst/>
          </a:prstGeom>
        </p:spPr>
      </p:pic>
      <p:pic>
        <p:nvPicPr>
          <p:cNvPr id="164" name="Picture 163" descr="A red person silhouette on a black background&#10;&#10;AI-generated content may be incorrect.">
            <a:extLst>
              <a:ext uri="{FF2B5EF4-FFF2-40B4-BE49-F238E27FC236}">
                <a16:creationId xmlns:a16="http://schemas.microsoft.com/office/drawing/2014/main" id="{EB53C9D2-0CB1-B69D-1F8B-A88530EC0CC9}"/>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743246" y="5559657"/>
            <a:ext cx="275789" cy="275789"/>
          </a:xfrm>
          <a:prstGeom prst="rect">
            <a:avLst/>
          </a:prstGeom>
        </p:spPr>
      </p:pic>
      <p:pic>
        <p:nvPicPr>
          <p:cNvPr id="165" name="Picture 164" descr="A red person silhouette on a black background&#10;&#10;AI-generated content may be incorrect.">
            <a:extLst>
              <a:ext uri="{FF2B5EF4-FFF2-40B4-BE49-F238E27FC236}">
                <a16:creationId xmlns:a16="http://schemas.microsoft.com/office/drawing/2014/main" id="{756E06BE-FABD-86E6-DB6C-6F2470F188E0}"/>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875839" y="5559178"/>
            <a:ext cx="275789" cy="275789"/>
          </a:xfrm>
          <a:prstGeom prst="rect">
            <a:avLst/>
          </a:prstGeom>
        </p:spPr>
      </p:pic>
      <p:sp>
        <p:nvSpPr>
          <p:cNvPr id="166" name="TextBox 165">
            <a:extLst>
              <a:ext uri="{FF2B5EF4-FFF2-40B4-BE49-F238E27FC236}">
                <a16:creationId xmlns:a16="http://schemas.microsoft.com/office/drawing/2014/main" id="{AB3FBEB6-4FA7-E110-3C29-D40A305A94C6}"/>
              </a:ext>
            </a:extLst>
          </p:cNvPr>
          <p:cNvSpPr txBox="1"/>
          <p:nvPr/>
        </p:nvSpPr>
        <p:spPr>
          <a:xfrm>
            <a:off x="5061572" y="5333287"/>
            <a:ext cx="1055983" cy="276999"/>
          </a:xfrm>
          <a:prstGeom prst="rect">
            <a:avLst/>
          </a:prstGeom>
          <a:noFill/>
        </p:spPr>
        <p:txBody>
          <a:bodyPr wrap="square" rtlCol="0">
            <a:spAutoFit/>
          </a:bodyPr>
          <a:lstStyle/>
          <a:p>
            <a:r>
              <a:rPr lang="en-SG" sz="1200" dirty="0">
                <a:solidFill>
                  <a:schemeClr val="tx2">
                    <a:lumMod val="50000"/>
                  </a:schemeClr>
                </a:solidFill>
              </a:rPr>
              <a:t>Current Wait</a:t>
            </a:r>
            <a:endParaRPr lang="en-SG" sz="1400" dirty="0">
              <a:solidFill>
                <a:schemeClr val="tx2">
                  <a:lumMod val="50000"/>
                </a:schemeClr>
              </a:solidFill>
            </a:endParaRPr>
          </a:p>
        </p:txBody>
      </p:sp>
      <p:sp>
        <p:nvSpPr>
          <p:cNvPr id="169" name="TextBox 168">
            <a:extLst>
              <a:ext uri="{FF2B5EF4-FFF2-40B4-BE49-F238E27FC236}">
                <a16:creationId xmlns:a16="http://schemas.microsoft.com/office/drawing/2014/main" id="{EF5F9482-6940-4C85-B499-7C2C1978D183}"/>
              </a:ext>
            </a:extLst>
          </p:cNvPr>
          <p:cNvSpPr txBox="1"/>
          <p:nvPr/>
        </p:nvSpPr>
        <p:spPr>
          <a:xfrm>
            <a:off x="5094219" y="5566531"/>
            <a:ext cx="922713" cy="276999"/>
          </a:xfrm>
          <a:prstGeom prst="rect">
            <a:avLst/>
          </a:prstGeom>
          <a:noFill/>
        </p:spPr>
        <p:txBody>
          <a:bodyPr wrap="square" rtlCol="0">
            <a:spAutoFit/>
          </a:bodyPr>
          <a:lstStyle/>
          <a:p>
            <a:r>
              <a:rPr lang="en-SG" sz="1200" dirty="0">
                <a:solidFill>
                  <a:schemeClr val="accent4"/>
                </a:solidFill>
              </a:rPr>
              <a:t>&gt; 50 mins</a:t>
            </a:r>
            <a:endParaRPr lang="en-SG" sz="1400" dirty="0">
              <a:solidFill>
                <a:schemeClr val="accent4"/>
              </a:solidFill>
            </a:endParaRPr>
          </a:p>
        </p:txBody>
      </p:sp>
      <p:sp>
        <p:nvSpPr>
          <p:cNvPr id="170" name="TextBox 169">
            <a:extLst>
              <a:ext uri="{FF2B5EF4-FFF2-40B4-BE49-F238E27FC236}">
                <a16:creationId xmlns:a16="http://schemas.microsoft.com/office/drawing/2014/main" id="{F1F3D66E-C350-352A-99C2-F262C360387F}"/>
              </a:ext>
            </a:extLst>
          </p:cNvPr>
          <p:cNvSpPr txBox="1"/>
          <p:nvPr/>
        </p:nvSpPr>
        <p:spPr>
          <a:xfrm>
            <a:off x="4313612" y="5870643"/>
            <a:ext cx="922713" cy="276999"/>
          </a:xfrm>
          <a:prstGeom prst="rect">
            <a:avLst/>
          </a:prstGeom>
          <a:noFill/>
        </p:spPr>
        <p:txBody>
          <a:bodyPr wrap="square" rtlCol="0">
            <a:spAutoFit/>
          </a:bodyPr>
          <a:lstStyle/>
          <a:p>
            <a:r>
              <a:rPr lang="en-SG" sz="1200" dirty="0">
                <a:solidFill>
                  <a:schemeClr val="tx2">
                    <a:lumMod val="50000"/>
                  </a:schemeClr>
                </a:solidFill>
              </a:rPr>
              <a:t>From here: </a:t>
            </a:r>
            <a:endParaRPr lang="en-SG" sz="1400" dirty="0">
              <a:solidFill>
                <a:schemeClr val="tx2">
                  <a:lumMod val="50000"/>
                </a:schemeClr>
              </a:solidFill>
            </a:endParaRPr>
          </a:p>
        </p:txBody>
      </p:sp>
      <p:sp>
        <p:nvSpPr>
          <p:cNvPr id="172" name="TextBox 171">
            <a:extLst>
              <a:ext uri="{FF2B5EF4-FFF2-40B4-BE49-F238E27FC236}">
                <a16:creationId xmlns:a16="http://schemas.microsoft.com/office/drawing/2014/main" id="{0057BE90-93D1-AF11-88ED-75DD273FFF44}"/>
              </a:ext>
            </a:extLst>
          </p:cNvPr>
          <p:cNvSpPr txBox="1"/>
          <p:nvPr/>
        </p:nvSpPr>
        <p:spPr>
          <a:xfrm>
            <a:off x="5073068" y="5865772"/>
            <a:ext cx="922713" cy="276999"/>
          </a:xfrm>
          <a:prstGeom prst="rect">
            <a:avLst/>
          </a:prstGeom>
          <a:noFill/>
        </p:spPr>
        <p:txBody>
          <a:bodyPr wrap="square" rtlCol="0">
            <a:spAutoFit/>
          </a:bodyPr>
          <a:lstStyle/>
          <a:p>
            <a:r>
              <a:rPr lang="en-SG" sz="1200" dirty="0">
                <a:solidFill>
                  <a:schemeClr val="tx2">
                    <a:lumMod val="50000"/>
                  </a:schemeClr>
                </a:solidFill>
              </a:rPr>
              <a:t>20 mins</a:t>
            </a:r>
            <a:endParaRPr lang="en-SG" sz="1400" dirty="0">
              <a:solidFill>
                <a:schemeClr val="tx2">
                  <a:lumMod val="50000"/>
                </a:schemeClr>
              </a:solidFill>
            </a:endParaRPr>
          </a:p>
        </p:txBody>
      </p:sp>
      <p:pic>
        <p:nvPicPr>
          <p:cNvPr id="173" name="Picture 172" descr="A person walking on a black background&#10;&#10;AI-generated content may be incorrect.">
            <a:extLst>
              <a:ext uri="{FF2B5EF4-FFF2-40B4-BE49-F238E27FC236}">
                <a16:creationId xmlns:a16="http://schemas.microsoft.com/office/drawing/2014/main" id="{77077C7C-EE38-9BB4-4715-5A5B8CE2338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97746" y="5901393"/>
            <a:ext cx="162491" cy="162491"/>
          </a:xfrm>
          <a:prstGeom prst="rect">
            <a:avLst/>
          </a:prstGeom>
        </p:spPr>
      </p:pic>
      <p:sp>
        <p:nvSpPr>
          <p:cNvPr id="174" name="Rectangle: Rounded Corners 173">
            <a:extLst>
              <a:ext uri="{FF2B5EF4-FFF2-40B4-BE49-F238E27FC236}">
                <a16:creationId xmlns:a16="http://schemas.microsoft.com/office/drawing/2014/main" id="{2E35BCF0-6952-3AFC-C3F7-EDC0BC809035}"/>
              </a:ext>
            </a:extLst>
          </p:cNvPr>
          <p:cNvSpPr/>
          <p:nvPr/>
        </p:nvSpPr>
        <p:spPr>
          <a:xfrm>
            <a:off x="4658359" y="6188739"/>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Add to Plan</a:t>
            </a:r>
          </a:p>
        </p:txBody>
      </p:sp>
      <p:sp>
        <p:nvSpPr>
          <p:cNvPr id="190" name="TextBox 189">
            <a:extLst>
              <a:ext uri="{FF2B5EF4-FFF2-40B4-BE49-F238E27FC236}">
                <a16:creationId xmlns:a16="http://schemas.microsoft.com/office/drawing/2014/main" id="{F7319266-79E9-B3FE-5023-45309BE19CB8}"/>
              </a:ext>
            </a:extLst>
          </p:cNvPr>
          <p:cNvSpPr txBox="1"/>
          <p:nvPr/>
        </p:nvSpPr>
        <p:spPr>
          <a:xfrm>
            <a:off x="3912761" y="6372391"/>
            <a:ext cx="1244283" cy="646331"/>
          </a:xfrm>
          <a:prstGeom prst="rect">
            <a:avLst/>
          </a:prstGeom>
          <a:noFill/>
        </p:spPr>
        <p:txBody>
          <a:bodyPr wrap="square" rtlCol="0">
            <a:spAutoFit/>
          </a:bodyPr>
          <a:lstStyle/>
          <a:p>
            <a:pPr algn="ctr"/>
            <a:r>
              <a:rPr lang="en-SG" sz="3600" dirty="0"/>
              <a:t>…</a:t>
            </a:r>
          </a:p>
        </p:txBody>
      </p:sp>
      <p:sp>
        <p:nvSpPr>
          <p:cNvPr id="196" name="Rectangle: Rounded Corners 195">
            <a:extLst>
              <a:ext uri="{FF2B5EF4-FFF2-40B4-BE49-F238E27FC236}">
                <a16:creationId xmlns:a16="http://schemas.microsoft.com/office/drawing/2014/main" id="{C65AAD8D-7B9C-5775-0B37-3025BF4EAC8C}"/>
              </a:ext>
            </a:extLst>
          </p:cNvPr>
          <p:cNvSpPr/>
          <p:nvPr/>
        </p:nvSpPr>
        <p:spPr>
          <a:xfrm>
            <a:off x="3184702" y="4980400"/>
            <a:ext cx="446983"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97" name="Rectangle: Rounded Corners 196">
            <a:extLst>
              <a:ext uri="{FF2B5EF4-FFF2-40B4-BE49-F238E27FC236}">
                <a16:creationId xmlns:a16="http://schemas.microsoft.com/office/drawing/2014/main" id="{F34C17D4-28A2-7C7A-131B-32386F9747B8}"/>
              </a:ext>
            </a:extLst>
          </p:cNvPr>
          <p:cNvSpPr/>
          <p:nvPr/>
        </p:nvSpPr>
        <p:spPr>
          <a:xfrm rot="5400000">
            <a:off x="5761864" y="5318378"/>
            <a:ext cx="556075" cy="4594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grpSp>
        <p:nvGrpSpPr>
          <p:cNvPr id="37" name="Group 36">
            <a:extLst>
              <a:ext uri="{FF2B5EF4-FFF2-40B4-BE49-F238E27FC236}">
                <a16:creationId xmlns:a16="http://schemas.microsoft.com/office/drawing/2014/main" id="{99A3CEF2-2CEE-3083-0B35-DF3B64589281}"/>
              </a:ext>
            </a:extLst>
          </p:cNvPr>
          <p:cNvGrpSpPr/>
          <p:nvPr/>
        </p:nvGrpSpPr>
        <p:grpSpPr>
          <a:xfrm>
            <a:off x="6096000" y="4365171"/>
            <a:ext cx="3032154" cy="2487686"/>
            <a:chOff x="6096000" y="4102998"/>
            <a:chExt cx="3032154" cy="2352610"/>
          </a:xfrm>
        </p:grpSpPr>
        <p:grpSp>
          <p:nvGrpSpPr>
            <p:cNvPr id="27" name="Group 26">
              <a:extLst>
                <a:ext uri="{FF2B5EF4-FFF2-40B4-BE49-F238E27FC236}">
                  <a16:creationId xmlns:a16="http://schemas.microsoft.com/office/drawing/2014/main" id="{9D4EB29E-44B6-6F10-D9AE-C6095F3BB675}"/>
                </a:ext>
              </a:extLst>
            </p:cNvPr>
            <p:cNvGrpSpPr/>
            <p:nvPr/>
          </p:nvGrpSpPr>
          <p:grpSpPr>
            <a:xfrm>
              <a:off x="6096000" y="4102998"/>
              <a:ext cx="3032154" cy="2352610"/>
              <a:chOff x="8802914" y="4187644"/>
              <a:chExt cx="3389086" cy="2670353"/>
            </a:xfrm>
          </p:grpSpPr>
          <p:sp>
            <p:nvSpPr>
              <p:cNvPr id="28" name="Rectangle 27">
                <a:extLst>
                  <a:ext uri="{FF2B5EF4-FFF2-40B4-BE49-F238E27FC236}">
                    <a16:creationId xmlns:a16="http://schemas.microsoft.com/office/drawing/2014/main" id="{75729774-8728-A8DA-8D78-9B099B2CC108}"/>
                  </a:ext>
                </a:extLst>
              </p:cNvPr>
              <p:cNvSpPr/>
              <p:nvPr/>
            </p:nvSpPr>
            <p:spPr>
              <a:xfrm>
                <a:off x="8802914" y="4194627"/>
                <a:ext cx="3389086" cy="2663370"/>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9" name="Rectangle 28">
                <a:extLst>
                  <a:ext uri="{FF2B5EF4-FFF2-40B4-BE49-F238E27FC236}">
                    <a16:creationId xmlns:a16="http://schemas.microsoft.com/office/drawing/2014/main" id="{9FC3FD93-0685-3106-29CF-3B64C8445E19}"/>
                  </a:ext>
                </a:extLst>
              </p:cNvPr>
              <p:cNvSpPr/>
              <p:nvPr/>
            </p:nvSpPr>
            <p:spPr>
              <a:xfrm>
                <a:off x="8802914" y="4187644"/>
                <a:ext cx="3389086" cy="477123"/>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Food</a:t>
                </a:r>
                <a:endParaRPr lang="en-SG" sz="2400" b="1" dirty="0">
                  <a:solidFill>
                    <a:schemeClr val="tx1"/>
                  </a:solidFill>
                  <a:latin typeface="+mj-lt"/>
                </a:endParaRPr>
              </a:p>
            </p:txBody>
          </p:sp>
        </p:grpSp>
        <p:grpSp>
          <p:nvGrpSpPr>
            <p:cNvPr id="34" name="Group 33">
              <a:extLst>
                <a:ext uri="{FF2B5EF4-FFF2-40B4-BE49-F238E27FC236}">
                  <a16:creationId xmlns:a16="http://schemas.microsoft.com/office/drawing/2014/main" id="{2408F991-9E8A-10E0-0DBA-88FAA4D11010}"/>
                </a:ext>
              </a:extLst>
            </p:cNvPr>
            <p:cNvGrpSpPr/>
            <p:nvPr/>
          </p:nvGrpSpPr>
          <p:grpSpPr>
            <a:xfrm>
              <a:off x="8746232" y="4168364"/>
              <a:ext cx="223406" cy="301925"/>
              <a:chOff x="5714080" y="6513889"/>
              <a:chExt cx="223406" cy="301925"/>
            </a:xfrm>
          </p:grpSpPr>
          <p:pic>
            <p:nvPicPr>
              <p:cNvPr id="35" name="Picture 34" descr="A blue arrow pointing to the left&#10;&#10;AI-generated content may be incorrect.">
                <a:extLst>
                  <a:ext uri="{FF2B5EF4-FFF2-40B4-BE49-F238E27FC236}">
                    <a16:creationId xmlns:a16="http://schemas.microsoft.com/office/drawing/2014/main" id="{1C026599-7E77-2196-88D8-B9BD594B15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36" name="Picture 35" descr="A blue arrow pointing to the left&#10;&#10;AI-generated content may be incorrect.">
                <a:extLst>
                  <a:ext uri="{FF2B5EF4-FFF2-40B4-BE49-F238E27FC236}">
                    <a16:creationId xmlns:a16="http://schemas.microsoft.com/office/drawing/2014/main" id="{2217BBE2-0611-96CA-72EE-BEC62A42296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grpSp>
      <p:grpSp>
        <p:nvGrpSpPr>
          <p:cNvPr id="61" name="Group 60">
            <a:extLst>
              <a:ext uri="{FF2B5EF4-FFF2-40B4-BE49-F238E27FC236}">
                <a16:creationId xmlns:a16="http://schemas.microsoft.com/office/drawing/2014/main" id="{3230ECB7-FEE2-DD01-7734-6C0E2947D0D8}"/>
              </a:ext>
            </a:extLst>
          </p:cNvPr>
          <p:cNvGrpSpPr/>
          <p:nvPr/>
        </p:nvGrpSpPr>
        <p:grpSpPr>
          <a:xfrm>
            <a:off x="6209420" y="4882236"/>
            <a:ext cx="1040822" cy="355440"/>
            <a:chOff x="4989407" y="3628142"/>
            <a:chExt cx="1106593" cy="355440"/>
          </a:xfrm>
        </p:grpSpPr>
        <p:sp>
          <p:nvSpPr>
            <p:cNvPr id="62" name="Rectangle: Rounded Corners 61">
              <a:extLst>
                <a:ext uri="{FF2B5EF4-FFF2-40B4-BE49-F238E27FC236}">
                  <a16:creationId xmlns:a16="http://schemas.microsoft.com/office/drawing/2014/main" id="{A5086238-4BFB-A843-D08A-494694426E29}"/>
                </a:ext>
              </a:extLst>
            </p:cNvPr>
            <p:cNvSpPr/>
            <p:nvPr/>
          </p:nvSpPr>
          <p:spPr>
            <a:xfrm>
              <a:off x="4989407" y="3628142"/>
              <a:ext cx="1106593"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Ratings</a:t>
              </a:r>
            </a:p>
          </p:txBody>
        </p:sp>
        <p:sp>
          <p:nvSpPr>
            <p:cNvPr id="63" name="Star: 5 Points 62">
              <a:extLst>
                <a:ext uri="{FF2B5EF4-FFF2-40B4-BE49-F238E27FC236}">
                  <a16:creationId xmlns:a16="http://schemas.microsoft.com/office/drawing/2014/main" id="{F7187C8E-D744-B1DF-B722-98CBABA4E73E}"/>
                </a:ext>
              </a:extLst>
            </p:cNvPr>
            <p:cNvSpPr/>
            <p:nvPr/>
          </p:nvSpPr>
          <p:spPr>
            <a:xfrm>
              <a:off x="5846628" y="3704771"/>
              <a:ext cx="181890" cy="181890"/>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grpSp>
        <p:nvGrpSpPr>
          <p:cNvPr id="64" name="Group 63">
            <a:extLst>
              <a:ext uri="{FF2B5EF4-FFF2-40B4-BE49-F238E27FC236}">
                <a16:creationId xmlns:a16="http://schemas.microsoft.com/office/drawing/2014/main" id="{5ACD79A1-0124-B263-B2CC-20DF1113A73B}"/>
              </a:ext>
            </a:extLst>
          </p:cNvPr>
          <p:cNvGrpSpPr/>
          <p:nvPr/>
        </p:nvGrpSpPr>
        <p:grpSpPr>
          <a:xfrm>
            <a:off x="7346416" y="4882236"/>
            <a:ext cx="978092" cy="355440"/>
            <a:chOff x="6152052" y="3822684"/>
            <a:chExt cx="978092" cy="355440"/>
          </a:xfrm>
        </p:grpSpPr>
        <p:sp>
          <p:nvSpPr>
            <p:cNvPr id="65" name="Rectangle: Rounded Corners 64">
              <a:extLst>
                <a:ext uri="{FF2B5EF4-FFF2-40B4-BE49-F238E27FC236}">
                  <a16:creationId xmlns:a16="http://schemas.microsoft.com/office/drawing/2014/main" id="{EA59584C-E5DE-D661-E9F0-0E86B41E63CE}"/>
                </a:ext>
              </a:extLst>
            </p:cNvPr>
            <p:cNvSpPr/>
            <p:nvPr/>
          </p:nvSpPr>
          <p:spPr>
            <a:xfrm>
              <a:off x="6152052" y="3822684"/>
              <a:ext cx="978092"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Hours</a:t>
              </a:r>
            </a:p>
          </p:txBody>
        </p:sp>
        <p:pic>
          <p:nvPicPr>
            <p:cNvPr id="66" name="Picture 65" descr="A blue clock with a black hand&#10;&#10;AI-generated content may be incorrect.">
              <a:extLst>
                <a:ext uri="{FF2B5EF4-FFF2-40B4-BE49-F238E27FC236}">
                  <a16:creationId xmlns:a16="http://schemas.microsoft.com/office/drawing/2014/main" id="{201D64DC-776B-1FCA-996F-2A754AF683FC}"/>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6814408" y="3897628"/>
              <a:ext cx="219562" cy="219562"/>
            </a:xfrm>
            <a:prstGeom prst="rect">
              <a:avLst/>
            </a:prstGeom>
          </p:spPr>
        </p:pic>
      </p:grpSp>
      <p:sp>
        <p:nvSpPr>
          <p:cNvPr id="10" name="Rectangle 9">
            <a:extLst>
              <a:ext uri="{FF2B5EF4-FFF2-40B4-BE49-F238E27FC236}">
                <a16:creationId xmlns:a16="http://schemas.microsoft.com/office/drawing/2014/main" id="{CFCB4C3A-EDC9-CAD4-9F71-7A8C5D40257D}"/>
              </a:ext>
            </a:extLst>
          </p:cNvPr>
          <p:cNvSpPr/>
          <p:nvPr/>
        </p:nvSpPr>
        <p:spPr>
          <a:xfrm>
            <a:off x="6099574" y="5333287"/>
            <a:ext cx="3032154" cy="1514903"/>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1" name="TextBox 10">
            <a:extLst>
              <a:ext uri="{FF2B5EF4-FFF2-40B4-BE49-F238E27FC236}">
                <a16:creationId xmlns:a16="http://schemas.microsoft.com/office/drawing/2014/main" id="{3E39E528-4B54-4B47-DFCD-F4B771F48C07}"/>
              </a:ext>
            </a:extLst>
          </p:cNvPr>
          <p:cNvSpPr txBox="1"/>
          <p:nvPr/>
        </p:nvSpPr>
        <p:spPr>
          <a:xfrm>
            <a:off x="6161860" y="5664173"/>
            <a:ext cx="1203827" cy="520247"/>
          </a:xfrm>
          <a:prstGeom prst="rect">
            <a:avLst/>
          </a:prstGeom>
          <a:noFill/>
          <a:ln>
            <a:solidFill>
              <a:srgbClr val="2F3C7E"/>
            </a:solidFill>
          </a:ln>
        </p:spPr>
        <p:txBody>
          <a:bodyPr wrap="square" rtlCol="0">
            <a:spAutoFit/>
          </a:bodyPr>
          <a:lstStyle/>
          <a:p>
            <a:endParaRPr lang="en-SG" dirty="0"/>
          </a:p>
        </p:txBody>
      </p:sp>
      <p:sp>
        <p:nvSpPr>
          <p:cNvPr id="14" name="TextBox 13">
            <a:extLst>
              <a:ext uri="{FF2B5EF4-FFF2-40B4-BE49-F238E27FC236}">
                <a16:creationId xmlns:a16="http://schemas.microsoft.com/office/drawing/2014/main" id="{54AB1B77-2D8C-B1D3-BD15-AF4AFC57DBAD}"/>
              </a:ext>
            </a:extLst>
          </p:cNvPr>
          <p:cNvSpPr txBox="1"/>
          <p:nvPr/>
        </p:nvSpPr>
        <p:spPr>
          <a:xfrm>
            <a:off x="7547917" y="5360231"/>
            <a:ext cx="1596366" cy="307777"/>
          </a:xfrm>
          <a:prstGeom prst="rect">
            <a:avLst/>
          </a:prstGeom>
          <a:noFill/>
        </p:spPr>
        <p:txBody>
          <a:bodyPr wrap="square" rtlCol="0">
            <a:spAutoFit/>
          </a:bodyPr>
          <a:lstStyle/>
          <a:p>
            <a:r>
              <a:rPr lang="en-SG" sz="1400" dirty="0"/>
              <a:t>5.0</a:t>
            </a:r>
          </a:p>
        </p:txBody>
      </p:sp>
      <p:sp>
        <p:nvSpPr>
          <p:cNvPr id="15" name="Star: 5 Points 14">
            <a:extLst>
              <a:ext uri="{FF2B5EF4-FFF2-40B4-BE49-F238E27FC236}">
                <a16:creationId xmlns:a16="http://schemas.microsoft.com/office/drawing/2014/main" id="{5FAD4C16-2B99-403E-DB30-68A4CB08A7B8}"/>
              </a:ext>
            </a:extLst>
          </p:cNvPr>
          <p:cNvSpPr/>
          <p:nvPr/>
        </p:nvSpPr>
        <p:spPr>
          <a:xfrm>
            <a:off x="7971205"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6" name="Star: 5 Points 15">
            <a:extLst>
              <a:ext uri="{FF2B5EF4-FFF2-40B4-BE49-F238E27FC236}">
                <a16:creationId xmlns:a16="http://schemas.microsoft.com/office/drawing/2014/main" id="{5278390D-B1BF-8042-0A41-5C8261B7481E}"/>
              </a:ext>
            </a:extLst>
          </p:cNvPr>
          <p:cNvSpPr/>
          <p:nvPr/>
        </p:nvSpPr>
        <p:spPr>
          <a:xfrm>
            <a:off x="8181374"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9" name="Star: 5 Points 18">
            <a:extLst>
              <a:ext uri="{FF2B5EF4-FFF2-40B4-BE49-F238E27FC236}">
                <a16:creationId xmlns:a16="http://schemas.microsoft.com/office/drawing/2014/main" id="{45A73300-B96E-51CF-9009-55D63599490E}"/>
              </a:ext>
            </a:extLst>
          </p:cNvPr>
          <p:cNvSpPr/>
          <p:nvPr/>
        </p:nvSpPr>
        <p:spPr>
          <a:xfrm>
            <a:off x="8607249"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0" name="Star: 5 Points 19">
            <a:extLst>
              <a:ext uri="{FF2B5EF4-FFF2-40B4-BE49-F238E27FC236}">
                <a16:creationId xmlns:a16="http://schemas.microsoft.com/office/drawing/2014/main" id="{70AF0B80-B94B-81BB-9871-3952274FB0DA}"/>
              </a:ext>
            </a:extLst>
          </p:cNvPr>
          <p:cNvSpPr/>
          <p:nvPr/>
        </p:nvSpPr>
        <p:spPr>
          <a:xfrm>
            <a:off x="8391543"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8" name="Star: 5 Points 37">
            <a:extLst>
              <a:ext uri="{FF2B5EF4-FFF2-40B4-BE49-F238E27FC236}">
                <a16:creationId xmlns:a16="http://schemas.microsoft.com/office/drawing/2014/main" id="{8E0DA9ED-070E-369D-670C-B2A210C053FE}"/>
              </a:ext>
            </a:extLst>
          </p:cNvPr>
          <p:cNvSpPr/>
          <p:nvPr/>
        </p:nvSpPr>
        <p:spPr>
          <a:xfrm>
            <a:off x="8822955"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2" name="Rectangle: Rounded Corners 41">
            <a:extLst>
              <a:ext uri="{FF2B5EF4-FFF2-40B4-BE49-F238E27FC236}">
                <a16:creationId xmlns:a16="http://schemas.microsoft.com/office/drawing/2014/main" id="{2D3021B9-1851-F603-CAD2-53A6191843E7}"/>
              </a:ext>
            </a:extLst>
          </p:cNvPr>
          <p:cNvSpPr/>
          <p:nvPr/>
        </p:nvSpPr>
        <p:spPr>
          <a:xfrm>
            <a:off x="6262348" y="6480894"/>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More Details</a:t>
            </a:r>
          </a:p>
        </p:txBody>
      </p:sp>
      <p:pic>
        <p:nvPicPr>
          <p:cNvPr id="45" name="Picture 44" descr="A red person silhouette on a black background&#10;&#10;AI-generated content may be incorrect.">
            <a:extLst>
              <a:ext uri="{FF2B5EF4-FFF2-40B4-BE49-F238E27FC236}">
                <a16:creationId xmlns:a16="http://schemas.microsoft.com/office/drawing/2014/main" id="{23B733A2-AC95-9C83-AF02-2D901ADD69C4}"/>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7516655" y="5853955"/>
            <a:ext cx="275789" cy="275789"/>
          </a:xfrm>
          <a:prstGeom prst="rect">
            <a:avLst/>
          </a:prstGeom>
        </p:spPr>
      </p:pic>
      <p:sp>
        <p:nvSpPr>
          <p:cNvPr id="46" name="TextBox 45">
            <a:extLst>
              <a:ext uri="{FF2B5EF4-FFF2-40B4-BE49-F238E27FC236}">
                <a16:creationId xmlns:a16="http://schemas.microsoft.com/office/drawing/2014/main" id="{65469417-41D2-24C9-53F7-C9DB884F7DE8}"/>
              </a:ext>
            </a:extLst>
          </p:cNvPr>
          <p:cNvSpPr txBox="1"/>
          <p:nvPr/>
        </p:nvSpPr>
        <p:spPr>
          <a:xfrm>
            <a:off x="7358243" y="5610947"/>
            <a:ext cx="922713" cy="276999"/>
          </a:xfrm>
          <a:prstGeom prst="rect">
            <a:avLst/>
          </a:prstGeom>
          <a:noFill/>
        </p:spPr>
        <p:txBody>
          <a:bodyPr wrap="square" rtlCol="0">
            <a:spAutoFit/>
          </a:bodyPr>
          <a:lstStyle/>
          <a:p>
            <a:r>
              <a:rPr lang="en-SG" sz="1200" dirty="0">
                <a:solidFill>
                  <a:schemeClr val="tx2">
                    <a:lumMod val="50000"/>
                  </a:schemeClr>
                </a:solidFill>
              </a:rPr>
              <a:t>Queue</a:t>
            </a:r>
            <a:endParaRPr lang="en-SG" sz="1400" dirty="0">
              <a:solidFill>
                <a:schemeClr val="tx2">
                  <a:lumMod val="50000"/>
                </a:schemeClr>
              </a:solidFill>
            </a:endParaRPr>
          </a:p>
        </p:txBody>
      </p:sp>
      <p:pic>
        <p:nvPicPr>
          <p:cNvPr id="47" name="Picture 46" descr="A red person silhouette on a black background&#10;&#10;AI-generated content may be incorrect.">
            <a:extLst>
              <a:ext uri="{FF2B5EF4-FFF2-40B4-BE49-F238E27FC236}">
                <a16:creationId xmlns:a16="http://schemas.microsoft.com/office/drawing/2014/main" id="{44ACEB87-EAFE-240D-61D0-BF46A134C1CC}"/>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7376403" y="5851159"/>
            <a:ext cx="275789" cy="275789"/>
          </a:xfrm>
          <a:prstGeom prst="rect">
            <a:avLst/>
          </a:prstGeom>
        </p:spPr>
      </p:pic>
      <p:pic>
        <p:nvPicPr>
          <p:cNvPr id="48" name="Picture 47" descr="A red person silhouette on a black background&#10;&#10;AI-generated content may be incorrect.">
            <a:extLst>
              <a:ext uri="{FF2B5EF4-FFF2-40B4-BE49-F238E27FC236}">
                <a16:creationId xmlns:a16="http://schemas.microsoft.com/office/drawing/2014/main" id="{C0E0BD92-A6AF-E7D1-E8A1-0DB47C7EE524}"/>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7652227" y="5849595"/>
            <a:ext cx="275789" cy="275789"/>
          </a:xfrm>
          <a:prstGeom prst="rect">
            <a:avLst/>
          </a:prstGeom>
        </p:spPr>
      </p:pic>
      <p:pic>
        <p:nvPicPr>
          <p:cNvPr id="49" name="Picture 48" descr="A red person silhouette on a black background&#10;&#10;AI-generated content may be incorrect.">
            <a:extLst>
              <a:ext uri="{FF2B5EF4-FFF2-40B4-BE49-F238E27FC236}">
                <a16:creationId xmlns:a16="http://schemas.microsoft.com/office/drawing/2014/main" id="{EBCD9346-4DC7-7D0D-741B-6D5741FC1F27}"/>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7783527" y="5849116"/>
            <a:ext cx="275789" cy="275789"/>
          </a:xfrm>
          <a:prstGeom prst="rect">
            <a:avLst/>
          </a:prstGeom>
        </p:spPr>
      </p:pic>
      <p:pic>
        <p:nvPicPr>
          <p:cNvPr id="50" name="Picture 49" descr="A red person silhouette on a black background&#10;&#10;AI-generated content may be incorrect.">
            <a:extLst>
              <a:ext uri="{FF2B5EF4-FFF2-40B4-BE49-F238E27FC236}">
                <a16:creationId xmlns:a16="http://schemas.microsoft.com/office/drawing/2014/main" id="{5433B65A-1C3A-A96C-AFF5-70FCDC056DC0}"/>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7916120" y="5848637"/>
            <a:ext cx="275789" cy="275789"/>
          </a:xfrm>
          <a:prstGeom prst="rect">
            <a:avLst/>
          </a:prstGeom>
        </p:spPr>
      </p:pic>
      <p:sp>
        <p:nvSpPr>
          <p:cNvPr id="51" name="TextBox 50">
            <a:extLst>
              <a:ext uri="{FF2B5EF4-FFF2-40B4-BE49-F238E27FC236}">
                <a16:creationId xmlns:a16="http://schemas.microsoft.com/office/drawing/2014/main" id="{F07FC11F-18A0-8086-5C48-6A325C88D60E}"/>
              </a:ext>
            </a:extLst>
          </p:cNvPr>
          <p:cNvSpPr txBox="1"/>
          <p:nvPr/>
        </p:nvSpPr>
        <p:spPr>
          <a:xfrm>
            <a:off x="8101853" y="5622746"/>
            <a:ext cx="1055983" cy="276999"/>
          </a:xfrm>
          <a:prstGeom prst="rect">
            <a:avLst/>
          </a:prstGeom>
          <a:noFill/>
        </p:spPr>
        <p:txBody>
          <a:bodyPr wrap="square" rtlCol="0">
            <a:spAutoFit/>
          </a:bodyPr>
          <a:lstStyle/>
          <a:p>
            <a:r>
              <a:rPr lang="en-SG" sz="1200" dirty="0">
                <a:solidFill>
                  <a:schemeClr val="tx2">
                    <a:lumMod val="50000"/>
                  </a:schemeClr>
                </a:solidFill>
              </a:rPr>
              <a:t>Current Wait</a:t>
            </a:r>
            <a:endParaRPr lang="en-SG" sz="1400" dirty="0">
              <a:solidFill>
                <a:schemeClr val="tx2">
                  <a:lumMod val="50000"/>
                </a:schemeClr>
              </a:solidFill>
            </a:endParaRPr>
          </a:p>
        </p:txBody>
      </p:sp>
      <p:sp>
        <p:nvSpPr>
          <p:cNvPr id="52" name="TextBox 51">
            <a:extLst>
              <a:ext uri="{FF2B5EF4-FFF2-40B4-BE49-F238E27FC236}">
                <a16:creationId xmlns:a16="http://schemas.microsoft.com/office/drawing/2014/main" id="{B7B8ECBB-4A15-3134-0933-79F37A6B8EF6}"/>
              </a:ext>
            </a:extLst>
          </p:cNvPr>
          <p:cNvSpPr txBox="1"/>
          <p:nvPr/>
        </p:nvSpPr>
        <p:spPr>
          <a:xfrm>
            <a:off x="8134500" y="5855990"/>
            <a:ext cx="922713" cy="276999"/>
          </a:xfrm>
          <a:prstGeom prst="rect">
            <a:avLst/>
          </a:prstGeom>
          <a:noFill/>
        </p:spPr>
        <p:txBody>
          <a:bodyPr wrap="square" rtlCol="0">
            <a:spAutoFit/>
          </a:bodyPr>
          <a:lstStyle/>
          <a:p>
            <a:r>
              <a:rPr lang="en-SG" sz="1200" dirty="0">
                <a:solidFill>
                  <a:schemeClr val="accent4"/>
                </a:solidFill>
              </a:rPr>
              <a:t>&gt; 50 mins</a:t>
            </a:r>
            <a:endParaRPr lang="en-SG" sz="1400" dirty="0">
              <a:solidFill>
                <a:schemeClr val="accent4"/>
              </a:solidFill>
            </a:endParaRPr>
          </a:p>
        </p:txBody>
      </p:sp>
      <p:sp>
        <p:nvSpPr>
          <p:cNvPr id="53" name="TextBox 52">
            <a:extLst>
              <a:ext uri="{FF2B5EF4-FFF2-40B4-BE49-F238E27FC236}">
                <a16:creationId xmlns:a16="http://schemas.microsoft.com/office/drawing/2014/main" id="{04E4C9A5-B549-A9FA-C0C8-210260E040D1}"/>
              </a:ext>
            </a:extLst>
          </p:cNvPr>
          <p:cNvSpPr txBox="1"/>
          <p:nvPr/>
        </p:nvSpPr>
        <p:spPr>
          <a:xfrm>
            <a:off x="7353893" y="6160102"/>
            <a:ext cx="922713" cy="276999"/>
          </a:xfrm>
          <a:prstGeom prst="rect">
            <a:avLst/>
          </a:prstGeom>
          <a:noFill/>
        </p:spPr>
        <p:txBody>
          <a:bodyPr wrap="square" rtlCol="0">
            <a:spAutoFit/>
          </a:bodyPr>
          <a:lstStyle/>
          <a:p>
            <a:r>
              <a:rPr lang="en-SG" sz="1200" dirty="0">
                <a:solidFill>
                  <a:schemeClr val="tx2">
                    <a:lumMod val="50000"/>
                  </a:schemeClr>
                </a:solidFill>
              </a:rPr>
              <a:t>From here: </a:t>
            </a:r>
            <a:endParaRPr lang="en-SG" sz="1400" dirty="0">
              <a:solidFill>
                <a:schemeClr val="tx2">
                  <a:lumMod val="50000"/>
                </a:schemeClr>
              </a:solidFill>
            </a:endParaRPr>
          </a:p>
        </p:txBody>
      </p:sp>
      <p:sp>
        <p:nvSpPr>
          <p:cNvPr id="73" name="TextBox 72">
            <a:extLst>
              <a:ext uri="{FF2B5EF4-FFF2-40B4-BE49-F238E27FC236}">
                <a16:creationId xmlns:a16="http://schemas.microsoft.com/office/drawing/2014/main" id="{A20765FD-CCF3-AA9B-936C-AF24717A1BE1}"/>
              </a:ext>
            </a:extLst>
          </p:cNvPr>
          <p:cNvSpPr txBox="1"/>
          <p:nvPr/>
        </p:nvSpPr>
        <p:spPr>
          <a:xfrm>
            <a:off x="8113349" y="6155231"/>
            <a:ext cx="922713" cy="276999"/>
          </a:xfrm>
          <a:prstGeom prst="rect">
            <a:avLst/>
          </a:prstGeom>
          <a:noFill/>
        </p:spPr>
        <p:txBody>
          <a:bodyPr wrap="square" rtlCol="0">
            <a:spAutoFit/>
          </a:bodyPr>
          <a:lstStyle/>
          <a:p>
            <a:r>
              <a:rPr lang="en-SG" sz="1200" dirty="0">
                <a:solidFill>
                  <a:schemeClr val="tx2">
                    <a:lumMod val="50000"/>
                  </a:schemeClr>
                </a:solidFill>
              </a:rPr>
              <a:t>2 mins</a:t>
            </a:r>
            <a:endParaRPr lang="en-SG" sz="1400" dirty="0">
              <a:solidFill>
                <a:schemeClr val="tx2">
                  <a:lumMod val="50000"/>
                </a:schemeClr>
              </a:solidFill>
            </a:endParaRPr>
          </a:p>
        </p:txBody>
      </p:sp>
      <p:pic>
        <p:nvPicPr>
          <p:cNvPr id="74" name="Picture 73" descr="A person walking on a black background&#10;&#10;AI-generated content may be incorrect.">
            <a:extLst>
              <a:ext uri="{FF2B5EF4-FFF2-40B4-BE49-F238E27FC236}">
                <a16:creationId xmlns:a16="http://schemas.microsoft.com/office/drawing/2014/main" id="{231FF81F-1C76-5915-D2BB-E520DFA3F799}"/>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8638027" y="6190852"/>
            <a:ext cx="162491" cy="162491"/>
          </a:xfrm>
          <a:prstGeom prst="rect">
            <a:avLst/>
          </a:prstGeom>
        </p:spPr>
      </p:pic>
      <p:sp>
        <p:nvSpPr>
          <p:cNvPr id="75" name="Rectangle: Rounded Corners 74">
            <a:extLst>
              <a:ext uri="{FF2B5EF4-FFF2-40B4-BE49-F238E27FC236}">
                <a16:creationId xmlns:a16="http://schemas.microsoft.com/office/drawing/2014/main" id="{EF75B1E7-3F24-D858-0043-665E499D84D8}"/>
              </a:ext>
            </a:extLst>
          </p:cNvPr>
          <p:cNvSpPr/>
          <p:nvPr/>
        </p:nvSpPr>
        <p:spPr>
          <a:xfrm>
            <a:off x="7698640" y="6478198"/>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Add to Plan</a:t>
            </a:r>
          </a:p>
        </p:txBody>
      </p:sp>
      <p:sp>
        <p:nvSpPr>
          <p:cNvPr id="78" name="Rectangle: Rounded Corners 77">
            <a:extLst>
              <a:ext uri="{FF2B5EF4-FFF2-40B4-BE49-F238E27FC236}">
                <a16:creationId xmlns:a16="http://schemas.microsoft.com/office/drawing/2014/main" id="{5A42F937-308D-E671-27C6-9308C5E09A88}"/>
              </a:ext>
            </a:extLst>
          </p:cNvPr>
          <p:cNvSpPr/>
          <p:nvPr/>
        </p:nvSpPr>
        <p:spPr>
          <a:xfrm rot="5400000">
            <a:off x="8802145" y="5607837"/>
            <a:ext cx="556075" cy="4594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58" name="TextBox 157">
            <a:extLst>
              <a:ext uri="{FF2B5EF4-FFF2-40B4-BE49-F238E27FC236}">
                <a16:creationId xmlns:a16="http://schemas.microsoft.com/office/drawing/2014/main" id="{085EF0DC-479F-3F58-D109-EC71649EDAAE}"/>
              </a:ext>
            </a:extLst>
          </p:cNvPr>
          <p:cNvSpPr txBox="1"/>
          <p:nvPr/>
        </p:nvSpPr>
        <p:spPr>
          <a:xfrm>
            <a:off x="6072725" y="5352159"/>
            <a:ext cx="1596366" cy="307777"/>
          </a:xfrm>
          <a:prstGeom prst="rect">
            <a:avLst/>
          </a:prstGeom>
          <a:noFill/>
        </p:spPr>
        <p:txBody>
          <a:bodyPr wrap="square" rtlCol="0">
            <a:spAutoFit/>
          </a:bodyPr>
          <a:lstStyle/>
          <a:p>
            <a:r>
              <a:rPr lang="en-SG" sz="1400" b="1" dirty="0">
                <a:solidFill>
                  <a:schemeClr val="tx2">
                    <a:lumMod val="50000"/>
                  </a:schemeClr>
                </a:solidFill>
              </a:rPr>
              <a:t>Jake &amp; Marks</a:t>
            </a:r>
          </a:p>
        </p:txBody>
      </p:sp>
      <p:pic>
        <p:nvPicPr>
          <p:cNvPr id="159" name="Picture 158">
            <a:extLst>
              <a:ext uri="{FF2B5EF4-FFF2-40B4-BE49-F238E27FC236}">
                <a16:creationId xmlns:a16="http://schemas.microsoft.com/office/drawing/2014/main" id="{98B92F36-67A7-158A-2523-9C7E960A9AEA}"/>
              </a:ext>
            </a:extLst>
          </p:cNvPr>
          <p:cNvPicPr>
            <a:picLocks noChangeAspect="1"/>
          </p:cNvPicPr>
          <p:nvPr/>
        </p:nvPicPr>
        <p:blipFill>
          <a:blip r:embed="rId19"/>
          <a:stretch>
            <a:fillRect/>
          </a:stretch>
        </p:blipFill>
        <p:spPr>
          <a:xfrm>
            <a:off x="6525917" y="5748501"/>
            <a:ext cx="454361" cy="454361"/>
          </a:xfrm>
          <a:prstGeom prst="rect">
            <a:avLst/>
          </a:prstGeom>
        </p:spPr>
      </p:pic>
      <p:grpSp>
        <p:nvGrpSpPr>
          <p:cNvPr id="9" name="Group 8">
            <a:extLst>
              <a:ext uri="{FF2B5EF4-FFF2-40B4-BE49-F238E27FC236}">
                <a16:creationId xmlns:a16="http://schemas.microsoft.com/office/drawing/2014/main" id="{29022E53-D5B1-E9FA-263B-F78B7A9D60AC}"/>
              </a:ext>
            </a:extLst>
          </p:cNvPr>
          <p:cNvGrpSpPr/>
          <p:nvPr/>
        </p:nvGrpSpPr>
        <p:grpSpPr>
          <a:xfrm>
            <a:off x="2853021" y="4812923"/>
            <a:ext cx="3341541" cy="1868302"/>
            <a:chOff x="2882588" y="4652740"/>
            <a:chExt cx="3341541" cy="1868302"/>
          </a:xfrm>
        </p:grpSpPr>
        <p:grpSp>
          <p:nvGrpSpPr>
            <p:cNvPr id="131" name="Group 130">
              <a:extLst>
                <a:ext uri="{FF2B5EF4-FFF2-40B4-BE49-F238E27FC236}">
                  <a16:creationId xmlns:a16="http://schemas.microsoft.com/office/drawing/2014/main" id="{97AD417B-A958-0F06-9D5C-970E0CBF8286}"/>
                </a:ext>
              </a:extLst>
            </p:cNvPr>
            <p:cNvGrpSpPr/>
            <p:nvPr/>
          </p:nvGrpSpPr>
          <p:grpSpPr>
            <a:xfrm>
              <a:off x="3090954" y="4774881"/>
              <a:ext cx="3133175" cy="1746161"/>
              <a:chOff x="2377062" y="4155232"/>
              <a:chExt cx="3133175" cy="1746161"/>
            </a:xfrm>
          </p:grpSpPr>
          <p:grpSp>
            <p:nvGrpSpPr>
              <p:cNvPr id="142" name="Group 141">
                <a:extLst>
                  <a:ext uri="{FF2B5EF4-FFF2-40B4-BE49-F238E27FC236}">
                    <a16:creationId xmlns:a16="http://schemas.microsoft.com/office/drawing/2014/main" id="{1D2F72A9-0FB8-03AA-D042-26336FBD0A49}"/>
                  </a:ext>
                </a:extLst>
              </p:cNvPr>
              <p:cNvGrpSpPr/>
              <p:nvPr/>
            </p:nvGrpSpPr>
            <p:grpSpPr>
              <a:xfrm>
                <a:off x="2377062" y="4250510"/>
                <a:ext cx="3115230" cy="1650883"/>
                <a:chOff x="3225800" y="2071914"/>
                <a:chExt cx="5740399" cy="2714172"/>
              </a:xfrm>
            </p:grpSpPr>
            <p:grpSp>
              <p:nvGrpSpPr>
                <p:cNvPr id="145" name="Group 144">
                  <a:extLst>
                    <a:ext uri="{FF2B5EF4-FFF2-40B4-BE49-F238E27FC236}">
                      <a16:creationId xmlns:a16="http://schemas.microsoft.com/office/drawing/2014/main" id="{8A8BF803-8334-B023-9408-04AB2BCBCCCD}"/>
                    </a:ext>
                  </a:extLst>
                </p:cNvPr>
                <p:cNvGrpSpPr/>
                <p:nvPr/>
              </p:nvGrpSpPr>
              <p:grpSpPr>
                <a:xfrm>
                  <a:off x="3225800" y="2071914"/>
                  <a:ext cx="5740399" cy="2714172"/>
                  <a:chOff x="3225800" y="2071914"/>
                  <a:chExt cx="5740399" cy="2714172"/>
                </a:xfrm>
              </p:grpSpPr>
              <p:sp>
                <p:nvSpPr>
                  <p:cNvPr id="148" name="Rectangle: Rounded Corners 147">
                    <a:extLst>
                      <a:ext uri="{FF2B5EF4-FFF2-40B4-BE49-F238E27FC236}">
                        <a16:creationId xmlns:a16="http://schemas.microsoft.com/office/drawing/2014/main" id="{47435D91-50D7-5C97-0E95-43B73A593847}"/>
                      </a:ext>
                    </a:extLst>
                  </p:cNvPr>
                  <p:cNvSpPr/>
                  <p:nvPr/>
                </p:nvSpPr>
                <p:spPr>
                  <a:xfrm>
                    <a:off x="3225800" y="2071914"/>
                    <a:ext cx="5740399" cy="2714172"/>
                  </a:xfrm>
                  <a:prstGeom prst="round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9" name="Rectangle: Rounded Corners 148">
                    <a:extLst>
                      <a:ext uri="{FF2B5EF4-FFF2-40B4-BE49-F238E27FC236}">
                        <a16:creationId xmlns:a16="http://schemas.microsoft.com/office/drawing/2014/main" id="{5444B267-5EEB-20A3-6D8D-38254B922793}"/>
                      </a:ext>
                    </a:extLst>
                  </p:cNvPr>
                  <p:cNvSpPr/>
                  <p:nvPr/>
                </p:nvSpPr>
                <p:spPr>
                  <a:xfrm>
                    <a:off x="3360056" y="2184399"/>
                    <a:ext cx="5477122" cy="2489200"/>
                  </a:xfrm>
                  <a:prstGeom prst="roundRect">
                    <a:avLst/>
                  </a:prstGeom>
                  <a:solidFill>
                    <a:schemeClr val="accent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147" name="TextBox 146">
                  <a:extLst>
                    <a:ext uri="{FF2B5EF4-FFF2-40B4-BE49-F238E27FC236}">
                      <a16:creationId xmlns:a16="http://schemas.microsoft.com/office/drawing/2014/main" id="{7EA6BB64-A076-1031-B31B-FAFE230432A0}"/>
                    </a:ext>
                  </a:extLst>
                </p:cNvPr>
                <p:cNvSpPr txBox="1"/>
                <p:nvPr/>
              </p:nvSpPr>
              <p:spPr>
                <a:xfrm>
                  <a:off x="3849989" y="2645028"/>
                  <a:ext cx="4615543" cy="607209"/>
                </a:xfrm>
                <a:prstGeom prst="rect">
                  <a:avLst/>
                </a:prstGeom>
                <a:noFill/>
              </p:spPr>
              <p:txBody>
                <a:bodyPr wrap="square" rtlCol="0">
                  <a:spAutoFit/>
                </a:bodyPr>
                <a:lstStyle/>
                <a:p>
                  <a:pPr algn="ctr"/>
                  <a:r>
                    <a:rPr lang="en-SG" b="1" dirty="0">
                      <a:solidFill>
                        <a:schemeClr val="bg1"/>
                      </a:solidFill>
                    </a:rPr>
                    <a:t>Added to Plan 1!</a:t>
                  </a:r>
                </a:p>
              </p:txBody>
            </p:sp>
          </p:grpSp>
          <p:sp>
            <p:nvSpPr>
              <p:cNvPr id="134" name="Rectangle: Rounded Corners 133">
                <a:extLst>
                  <a:ext uri="{FF2B5EF4-FFF2-40B4-BE49-F238E27FC236}">
                    <a16:creationId xmlns:a16="http://schemas.microsoft.com/office/drawing/2014/main" id="{21098D6B-70CA-7BB7-E797-5BA17C372A1D}"/>
                  </a:ext>
                </a:extLst>
              </p:cNvPr>
              <p:cNvSpPr/>
              <p:nvPr/>
            </p:nvSpPr>
            <p:spPr>
              <a:xfrm>
                <a:off x="4497047" y="4155232"/>
                <a:ext cx="1013190" cy="384534"/>
              </a:xfrm>
              <a:prstGeom prst="roundRect">
                <a:avLst>
                  <a:gd name="adj" fmla="val 50000"/>
                </a:avLst>
              </a:prstGeom>
              <a:solidFill>
                <a:srgbClr val="FEE438"/>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rgbClr val="000000"/>
                    </a:solidFill>
                    <a:latin typeface="+mj-lt"/>
                  </a:rPr>
                  <a:t>To: John</a:t>
                </a:r>
              </a:p>
            </p:txBody>
          </p:sp>
        </p:grpSp>
        <p:grpSp>
          <p:nvGrpSpPr>
            <p:cNvPr id="7" name="Group 6">
              <a:extLst>
                <a:ext uri="{FF2B5EF4-FFF2-40B4-BE49-F238E27FC236}">
                  <a16:creationId xmlns:a16="http://schemas.microsoft.com/office/drawing/2014/main" id="{BADE0369-561F-A004-9564-B07E7461F3D3}"/>
                </a:ext>
              </a:extLst>
            </p:cNvPr>
            <p:cNvGrpSpPr/>
            <p:nvPr/>
          </p:nvGrpSpPr>
          <p:grpSpPr>
            <a:xfrm>
              <a:off x="2882588" y="4652740"/>
              <a:ext cx="668656" cy="668656"/>
              <a:chOff x="1661247" y="4746583"/>
              <a:chExt cx="757233" cy="757233"/>
            </a:xfrm>
          </p:grpSpPr>
          <p:pic>
            <p:nvPicPr>
              <p:cNvPr id="5" name="Picture 4" descr="A green circle with a white check mark&#10;&#10;AI-generated content may be incorrect.">
                <a:extLst>
                  <a:ext uri="{FF2B5EF4-FFF2-40B4-BE49-F238E27FC236}">
                    <a16:creationId xmlns:a16="http://schemas.microsoft.com/office/drawing/2014/main" id="{D1697ADD-BDEE-AB03-F145-9F443C47B31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61248" y="4746583"/>
                <a:ext cx="757232" cy="757232"/>
              </a:xfrm>
              <a:prstGeom prst="rect">
                <a:avLst/>
              </a:prstGeom>
            </p:spPr>
          </p:pic>
          <p:sp>
            <p:nvSpPr>
              <p:cNvPr id="6" name="Oval 5">
                <a:extLst>
                  <a:ext uri="{FF2B5EF4-FFF2-40B4-BE49-F238E27FC236}">
                    <a16:creationId xmlns:a16="http://schemas.microsoft.com/office/drawing/2014/main" id="{F3CFBBB6-18AF-70B6-506B-CF3A0F1E9DAD}"/>
                  </a:ext>
                </a:extLst>
              </p:cNvPr>
              <p:cNvSpPr/>
              <p:nvPr/>
            </p:nvSpPr>
            <p:spPr>
              <a:xfrm>
                <a:off x="1661247" y="4746583"/>
                <a:ext cx="757233" cy="757233"/>
              </a:xfrm>
              <a:prstGeom prst="ellipse">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8" name="Rectangle: Rounded Corners 7">
              <a:extLst>
                <a:ext uri="{FF2B5EF4-FFF2-40B4-BE49-F238E27FC236}">
                  <a16:creationId xmlns:a16="http://schemas.microsoft.com/office/drawing/2014/main" id="{471E460D-DDA2-BCF1-A55F-BAF12D4CB18F}"/>
                </a:ext>
              </a:extLst>
            </p:cNvPr>
            <p:cNvSpPr/>
            <p:nvPr/>
          </p:nvSpPr>
          <p:spPr>
            <a:xfrm>
              <a:off x="3973690" y="5786469"/>
              <a:ext cx="1443346" cy="479800"/>
            </a:xfrm>
            <a:prstGeom prst="roundRect">
              <a:avLst>
                <a:gd name="adj" fmla="val 18237"/>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b="1" dirty="0">
                  <a:solidFill>
                    <a:schemeClr val="bg1"/>
                  </a:solidFill>
                  <a:latin typeface="+mj-lt"/>
                </a:rPr>
                <a:t>OK</a:t>
              </a:r>
            </a:p>
          </p:txBody>
        </p:sp>
      </p:grpSp>
      <p:grpSp>
        <p:nvGrpSpPr>
          <p:cNvPr id="177" name="Group 176">
            <a:extLst>
              <a:ext uri="{FF2B5EF4-FFF2-40B4-BE49-F238E27FC236}">
                <a16:creationId xmlns:a16="http://schemas.microsoft.com/office/drawing/2014/main" id="{32FED3E9-561C-D4E5-0904-342CE6CF173F}"/>
              </a:ext>
            </a:extLst>
          </p:cNvPr>
          <p:cNvGrpSpPr/>
          <p:nvPr/>
        </p:nvGrpSpPr>
        <p:grpSpPr>
          <a:xfrm>
            <a:off x="3929375" y="3264938"/>
            <a:ext cx="1352180" cy="580876"/>
            <a:chOff x="4579693" y="5139808"/>
            <a:chExt cx="776731" cy="333672"/>
          </a:xfrm>
        </p:grpSpPr>
        <p:sp>
          <p:nvSpPr>
            <p:cNvPr id="178" name="Rectangle: Rounded Corners 177">
              <a:extLst>
                <a:ext uri="{FF2B5EF4-FFF2-40B4-BE49-F238E27FC236}">
                  <a16:creationId xmlns:a16="http://schemas.microsoft.com/office/drawing/2014/main" id="{119B53E2-7B99-E6C5-EB62-F531EDE1C97F}"/>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200" b="1" dirty="0">
                  <a:solidFill>
                    <a:schemeClr val="tx2"/>
                  </a:solidFill>
                  <a:latin typeface="+mj-lt"/>
                </a:rPr>
                <a:t>2.4 KM</a:t>
              </a:r>
            </a:p>
          </p:txBody>
        </p:sp>
        <p:grpSp>
          <p:nvGrpSpPr>
            <p:cNvPr id="179" name="Group 178">
              <a:extLst>
                <a:ext uri="{FF2B5EF4-FFF2-40B4-BE49-F238E27FC236}">
                  <a16:creationId xmlns:a16="http://schemas.microsoft.com/office/drawing/2014/main" id="{1D30AA77-DE07-8968-463B-AAC8104EEE7E}"/>
                </a:ext>
              </a:extLst>
            </p:cNvPr>
            <p:cNvGrpSpPr/>
            <p:nvPr/>
          </p:nvGrpSpPr>
          <p:grpSpPr>
            <a:xfrm>
              <a:off x="4579693" y="5287690"/>
              <a:ext cx="776731" cy="185790"/>
              <a:chOff x="4622782" y="5567706"/>
              <a:chExt cx="776731" cy="185790"/>
            </a:xfrm>
          </p:grpSpPr>
          <p:sp>
            <p:nvSpPr>
              <p:cNvPr id="180" name="TextBox 179">
                <a:extLst>
                  <a:ext uri="{FF2B5EF4-FFF2-40B4-BE49-F238E27FC236}">
                    <a16:creationId xmlns:a16="http://schemas.microsoft.com/office/drawing/2014/main" id="{94EAEF05-A188-08B6-8F03-8C898584F2DA}"/>
                  </a:ext>
                </a:extLst>
              </p:cNvPr>
              <p:cNvSpPr txBox="1"/>
              <p:nvPr/>
            </p:nvSpPr>
            <p:spPr>
              <a:xfrm>
                <a:off x="4622782" y="5567706"/>
                <a:ext cx="726297" cy="176796"/>
              </a:xfrm>
              <a:prstGeom prst="rect">
                <a:avLst/>
              </a:prstGeom>
              <a:noFill/>
              <a:ln>
                <a:noFill/>
              </a:ln>
            </p:spPr>
            <p:txBody>
              <a:bodyPr wrap="square" rtlCol="0">
                <a:spAutoFit/>
              </a:bodyPr>
              <a:lstStyle/>
              <a:p>
                <a:pPr algn="ctr"/>
                <a:r>
                  <a:rPr lang="en-SG" sz="1400" dirty="0">
                    <a:solidFill>
                      <a:schemeClr val="tx2"/>
                    </a:solidFill>
                  </a:rPr>
                  <a:t>~ 20 mins</a:t>
                </a:r>
                <a:endParaRPr lang="en-SG" sz="1400" dirty="0">
                  <a:solidFill>
                    <a:schemeClr val="tx2"/>
                  </a:solidFill>
                  <a:latin typeface="+mn-lt"/>
                </a:endParaRPr>
              </a:p>
            </p:txBody>
          </p:sp>
          <p:pic>
            <p:nvPicPr>
              <p:cNvPr id="181" name="Picture 180" descr="A person walking on a black background&#10;&#10;AI-generated content may be incorrect.">
                <a:extLst>
                  <a:ext uri="{FF2B5EF4-FFF2-40B4-BE49-F238E27FC236}">
                    <a16:creationId xmlns:a16="http://schemas.microsoft.com/office/drawing/2014/main" id="{BFD8FF21-BD3B-3AD1-384F-0A0AA417E823}"/>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grpSp>
        <p:nvGrpSpPr>
          <p:cNvPr id="91" name="Group 90">
            <a:extLst>
              <a:ext uri="{FF2B5EF4-FFF2-40B4-BE49-F238E27FC236}">
                <a16:creationId xmlns:a16="http://schemas.microsoft.com/office/drawing/2014/main" id="{31118943-6BB6-5CAD-AE56-6796CA9E528B}"/>
              </a:ext>
            </a:extLst>
          </p:cNvPr>
          <p:cNvGrpSpPr/>
          <p:nvPr/>
        </p:nvGrpSpPr>
        <p:grpSpPr>
          <a:xfrm>
            <a:off x="4691311" y="6052739"/>
            <a:ext cx="1259844" cy="805261"/>
            <a:chOff x="6105843" y="3645873"/>
            <a:chExt cx="1259844" cy="805261"/>
          </a:xfrm>
        </p:grpSpPr>
        <p:pic>
          <p:nvPicPr>
            <p:cNvPr id="87" name="Picture 86">
              <a:extLst>
                <a:ext uri="{FF2B5EF4-FFF2-40B4-BE49-F238E27FC236}">
                  <a16:creationId xmlns:a16="http://schemas.microsoft.com/office/drawing/2014/main" id="{9133DC9E-0B03-5DCB-768A-8ABFF580DEC9}"/>
                </a:ext>
              </a:extLst>
            </p:cNvPr>
            <p:cNvPicPr>
              <a:picLocks noChangeAspect="1"/>
            </p:cNvPicPr>
            <p:nvPr/>
          </p:nvPicPr>
          <p:blipFill>
            <a:blip r:embed="rId20"/>
            <a:stretch>
              <a:fillRect/>
            </a:stretch>
          </p:blipFill>
          <p:spPr>
            <a:xfrm>
              <a:off x="6105843" y="3645873"/>
              <a:ext cx="805261" cy="805261"/>
            </a:xfrm>
            <a:prstGeom prst="rect">
              <a:avLst/>
            </a:prstGeom>
          </p:spPr>
        </p:pic>
        <p:sp>
          <p:nvSpPr>
            <p:cNvPr id="90" name="Rectangle: Rounded Corners 89">
              <a:extLst>
                <a:ext uri="{FF2B5EF4-FFF2-40B4-BE49-F238E27FC236}">
                  <a16:creationId xmlns:a16="http://schemas.microsoft.com/office/drawing/2014/main" id="{535A5F2C-5666-4C2D-E642-F3CF90821938}"/>
                </a:ext>
              </a:extLst>
            </p:cNvPr>
            <p:cNvSpPr/>
            <p:nvPr/>
          </p:nvSpPr>
          <p:spPr>
            <a:xfrm>
              <a:off x="6691189" y="4048503"/>
              <a:ext cx="674498" cy="255991"/>
            </a:xfrm>
            <a:prstGeom prst="roundRect">
              <a:avLst>
                <a:gd name="adj" fmla="val 50000"/>
              </a:avLst>
            </a:prstGeom>
            <a:solidFill>
              <a:srgbClr val="FEE438"/>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rgbClr val="000000"/>
                  </a:solidFill>
                  <a:latin typeface="+mj-lt"/>
                </a:rPr>
                <a:t>John</a:t>
              </a:r>
            </a:p>
          </p:txBody>
        </p:sp>
      </p:grpSp>
      <p:sp>
        <p:nvSpPr>
          <p:cNvPr id="80" name="TextBox 79">
            <a:extLst>
              <a:ext uri="{FF2B5EF4-FFF2-40B4-BE49-F238E27FC236}">
                <a16:creationId xmlns:a16="http://schemas.microsoft.com/office/drawing/2014/main" id="{C21591E7-233B-09BC-308D-156C5943BD14}"/>
              </a:ext>
            </a:extLst>
          </p:cNvPr>
          <p:cNvSpPr txBox="1"/>
          <p:nvPr/>
        </p:nvSpPr>
        <p:spPr>
          <a:xfrm>
            <a:off x="264481" y="1029265"/>
            <a:ext cx="4121657" cy="2585323"/>
          </a:xfrm>
          <a:prstGeom prst="rect">
            <a:avLst/>
          </a:prstGeom>
          <a:solidFill>
            <a:schemeClr val="bg1"/>
          </a:solidFill>
          <a:ln w="25400">
            <a:solidFill>
              <a:schemeClr val="accent5"/>
            </a:solidFill>
          </a:ln>
        </p:spPr>
        <p:txBody>
          <a:bodyPr wrap="square" rtlCol="0">
            <a:spAutoFit/>
          </a:bodyPr>
          <a:lstStyle/>
          <a:p>
            <a:pPr algn="just"/>
            <a:r>
              <a:rPr lang="en-US" b="1" dirty="0">
                <a:solidFill>
                  <a:srgbClr val="000000"/>
                </a:solidFill>
                <a:latin typeface="Arial" panose="020B0604020202020204" pitchFamily="34" charset="0"/>
                <a:cs typeface="Arial" panose="020B0604020202020204" pitchFamily="34" charset="0"/>
              </a:rPr>
              <a:t>Scenario Demonstration</a:t>
            </a:r>
          </a:p>
          <a:p>
            <a:pPr algn="just"/>
            <a:r>
              <a:rPr lang="en-US" sz="1600" dirty="0">
                <a:solidFill>
                  <a:srgbClr val="000000"/>
                </a:solidFill>
                <a:latin typeface="Arial" panose="020B0604020202020204" pitchFamily="34" charset="0"/>
                <a:cs typeface="Arial" panose="020B0604020202020204" pitchFamily="34" charset="0"/>
              </a:rPr>
              <a:t>In this scenario, there are 2 concurrent users, John and Jane. John will first begin by adding a destination to Plan 1. </a:t>
            </a:r>
          </a:p>
          <a:p>
            <a:pPr algn="just"/>
            <a:endParaRPr lang="en-US" sz="1600" dirty="0">
              <a:solidFill>
                <a:srgbClr val="000000"/>
              </a:solidFill>
              <a:latin typeface="Arial" panose="020B0604020202020204" pitchFamily="34" charset="0"/>
              <a:cs typeface="Arial" panose="020B0604020202020204" pitchFamily="34" charset="0"/>
            </a:endParaRPr>
          </a:p>
          <a:p>
            <a:pPr algn="just"/>
            <a:r>
              <a:rPr lang="en-US" sz="1600" dirty="0">
                <a:solidFill>
                  <a:srgbClr val="000000"/>
                </a:solidFill>
                <a:latin typeface="Arial" panose="020B0604020202020204" pitchFamily="34" charset="0"/>
                <a:cs typeface="Arial" panose="020B0604020202020204" pitchFamily="34" charset="0"/>
              </a:rPr>
              <a:t>At the same time, Jane will create a new Plan, demonstrating the system’s capabilities to handle concurrent users, as well as providing user feedback on their actions.</a:t>
            </a:r>
          </a:p>
        </p:txBody>
      </p:sp>
      <p:pic>
        <p:nvPicPr>
          <p:cNvPr id="81" name="Picture 80">
            <a:extLst>
              <a:ext uri="{FF2B5EF4-FFF2-40B4-BE49-F238E27FC236}">
                <a16:creationId xmlns:a16="http://schemas.microsoft.com/office/drawing/2014/main" id="{ECBC1B73-5C3F-EE82-E793-D15F4DB9A04B}"/>
              </a:ext>
            </a:extLst>
          </p:cNvPr>
          <p:cNvPicPr>
            <a:picLocks noChangeAspect="1"/>
          </p:cNvPicPr>
          <p:nvPr/>
        </p:nvPicPr>
        <p:blipFill>
          <a:blip r:embed="rId11"/>
          <a:stretch>
            <a:fillRect/>
          </a:stretch>
        </p:blipFill>
        <p:spPr>
          <a:xfrm>
            <a:off x="-13100" y="734547"/>
            <a:ext cx="555159" cy="555159"/>
          </a:xfrm>
          <a:prstGeom prst="rect">
            <a:avLst/>
          </a:prstGeom>
        </p:spPr>
      </p:pic>
    </p:spTree>
    <p:extLst>
      <p:ext uri="{BB962C8B-B14F-4D97-AF65-F5344CB8AC3E}">
        <p14:creationId xmlns:p14="http://schemas.microsoft.com/office/powerpoint/2010/main" val="951589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fade">
                                      <p:cBhvr>
                                        <p:cTn id="7" dur="1000"/>
                                        <p:tgtEl>
                                          <p:spTgt spid="93"/>
                                        </p:tgtEl>
                                      </p:cBhvr>
                                    </p:animEffect>
                                    <p:anim calcmode="lin" valueType="num">
                                      <p:cBhvr>
                                        <p:cTn id="8" dur="1000" fill="hold"/>
                                        <p:tgtEl>
                                          <p:spTgt spid="93"/>
                                        </p:tgtEl>
                                        <p:attrNameLst>
                                          <p:attrName>ppt_x</p:attrName>
                                        </p:attrNameLst>
                                      </p:cBhvr>
                                      <p:tavLst>
                                        <p:tav tm="0">
                                          <p:val>
                                            <p:strVal val="#ppt_x"/>
                                          </p:val>
                                        </p:tav>
                                        <p:tav tm="100000">
                                          <p:val>
                                            <p:strVal val="#ppt_x"/>
                                          </p:val>
                                        </p:tav>
                                      </p:tavLst>
                                    </p:anim>
                                    <p:anim calcmode="lin" valueType="num">
                                      <p:cBhvr>
                                        <p:cTn id="9" dur="1000" fill="hold"/>
                                        <p:tgtEl>
                                          <p:spTgt spid="9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1"/>
                                        </p:tgtEl>
                                        <p:attrNameLst>
                                          <p:attrName>style.visibility</p:attrName>
                                        </p:attrNameLst>
                                      </p:cBhvr>
                                      <p:to>
                                        <p:strVal val="visible"/>
                                      </p:to>
                                    </p:set>
                                    <p:animEffect transition="in" filter="fade">
                                      <p:cBhvr>
                                        <p:cTn id="12" dur="1000"/>
                                        <p:tgtEl>
                                          <p:spTgt spid="91"/>
                                        </p:tgtEl>
                                      </p:cBhvr>
                                    </p:animEffect>
                                    <p:anim calcmode="lin" valueType="num">
                                      <p:cBhvr>
                                        <p:cTn id="13" dur="1000" fill="hold"/>
                                        <p:tgtEl>
                                          <p:spTgt spid="91"/>
                                        </p:tgtEl>
                                        <p:attrNameLst>
                                          <p:attrName>ppt_x</p:attrName>
                                        </p:attrNameLst>
                                      </p:cBhvr>
                                      <p:tavLst>
                                        <p:tav tm="0">
                                          <p:val>
                                            <p:strVal val="#ppt_x"/>
                                          </p:val>
                                        </p:tav>
                                        <p:tav tm="100000">
                                          <p:val>
                                            <p:strVal val="#ppt_x"/>
                                          </p:val>
                                        </p:tav>
                                      </p:tavLst>
                                    </p:anim>
                                    <p:anim calcmode="lin" valueType="num">
                                      <p:cBhvr>
                                        <p:cTn id="14" dur="1000" fill="hold"/>
                                        <p:tgtEl>
                                          <p:spTgt spid="91"/>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10" presetClass="entr" presetSubtype="0" fill="hold" nodeType="afterEffect">
                                  <p:stCondLst>
                                    <p:cond delay="500"/>
                                  </p:stCondLst>
                                  <p:childTnLst>
                                    <p:set>
                                      <p:cBhvr>
                                        <p:cTn id="17" dur="1" fill="hold">
                                          <p:stCondLst>
                                            <p:cond delay="0"/>
                                          </p:stCondLst>
                                        </p:cTn>
                                        <p:tgtEl>
                                          <p:spTgt spid="128"/>
                                        </p:tgtEl>
                                        <p:attrNameLst>
                                          <p:attrName>style.visibility</p:attrName>
                                        </p:attrNameLst>
                                      </p:cBhvr>
                                      <p:to>
                                        <p:strVal val="visible"/>
                                      </p:to>
                                    </p:set>
                                    <p:animEffect transition="in" filter="fade">
                                      <p:cBhvr>
                                        <p:cTn id="18" dur="500"/>
                                        <p:tgtEl>
                                          <p:spTgt spid="128"/>
                                        </p:tgtEl>
                                      </p:cBhvr>
                                    </p:animEffect>
                                  </p:childTnLst>
                                </p:cTn>
                              </p:par>
                              <p:par>
                                <p:cTn id="19" presetID="10" presetClass="entr" presetSubtype="0" fill="hold" grpId="0" nodeType="withEffect">
                                  <p:stCondLst>
                                    <p:cond delay="500"/>
                                  </p:stCondLst>
                                  <p:childTnLst>
                                    <p:set>
                                      <p:cBhvr>
                                        <p:cTn id="20" dur="1" fill="hold">
                                          <p:stCondLst>
                                            <p:cond delay="0"/>
                                          </p:stCondLst>
                                        </p:cTn>
                                        <p:tgtEl>
                                          <p:spTgt spid="109"/>
                                        </p:tgtEl>
                                        <p:attrNameLst>
                                          <p:attrName>style.visibility</p:attrName>
                                        </p:attrNameLst>
                                      </p:cBhvr>
                                      <p:to>
                                        <p:strVal val="visible"/>
                                      </p:to>
                                    </p:set>
                                    <p:animEffect transition="in" filter="fade">
                                      <p:cBhvr>
                                        <p:cTn id="21" dur="500"/>
                                        <p:tgtEl>
                                          <p:spTgt spid="109"/>
                                        </p:tgtEl>
                                      </p:cBhvr>
                                    </p:animEffect>
                                  </p:childTnLst>
                                </p:cTn>
                              </p:par>
                              <p:par>
                                <p:cTn id="22" presetID="10" presetClass="entr" presetSubtype="0" fill="hold" nodeType="withEffect">
                                  <p:stCondLst>
                                    <p:cond delay="500"/>
                                  </p:stCondLst>
                                  <p:childTnLst>
                                    <p:set>
                                      <p:cBhvr>
                                        <p:cTn id="23" dur="1" fill="hold">
                                          <p:stCondLst>
                                            <p:cond delay="0"/>
                                          </p:stCondLst>
                                        </p:cTn>
                                        <p:tgtEl>
                                          <p:spTgt spid="150"/>
                                        </p:tgtEl>
                                        <p:attrNameLst>
                                          <p:attrName>style.visibility</p:attrName>
                                        </p:attrNameLst>
                                      </p:cBhvr>
                                      <p:to>
                                        <p:strVal val="visible"/>
                                      </p:to>
                                    </p:set>
                                    <p:animEffect transition="in" filter="fade">
                                      <p:cBhvr>
                                        <p:cTn id="24" dur="500"/>
                                        <p:tgtEl>
                                          <p:spTgt spid="150"/>
                                        </p:tgtEl>
                                      </p:cBhvr>
                                    </p:animEffect>
                                  </p:childTnLst>
                                </p:cTn>
                              </p:par>
                              <p:par>
                                <p:cTn id="25" presetID="32" presetClass="emph" presetSubtype="0" fill="hold" nodeType="withEffect">
                                  <p:stCondLst>
                                    <p:cond delay="500"/>
                                  </p:stCondLst>
                                  <p:childTnLst>
                                    <p:animRot by="120000">
                                      <p:cBhvr>
                                        <p:cTn id="26" dur="100" fill="hold">
                                          <p:stCondLst>
                                            <p:cond delay="0"/>
                                          </p:stCondLst>
                                        </p:cTn>
                                        <p:tgtEl>
                                          <p:spTgt spid="150"/>
                                        </p:tgtEl>
                                        <p:attrNameLst>
                                          <p:attrName>r</p:attrName>
                                        </p:attrNameLst>
                                      </p:cBhvr>
                                    </p:animRot>
                                    <p:animRot by="-240000">
                                      <p:cBhvr>
                                        <p:cTn id="27" dur="200" fill="hold">
                                          <p:stCondLst>
                                            <p:cond delay="200"/>
                                          </p:stCondLst>
                                        </p:cTn>
                                        <p:tgtEl>
                                          <p:spTgt spid="150"/>
                                        </p:tgtEl>
                                        <p:attrNameLst>
                                          <p:attrName>r</p:attrName>
                                        </p:attrNameLst>
                                      </p:cBhvr>
                                    </p:animRot>
                                    <p:animRot by="240000">
                                      <p:cBhvr>
                                        <p:cTn id="28" dur="200" fill="hold">
                                          <p:stCondLst>
                                            <p:cond delay="400"/>
                                          </p:stCondLst>
                                        </p:cTn>
                                        <p:tgtEl>
                                          <p:spTgt spid="150"/>
                                        </p:tgtEl>
                                        <p:attrNameLst>
                                          <p:attrName>r</p:attrName>
                                        </p:attrNameLst>
                                      </p:cBhvr>
                                    </p:animRot>
                                    <p:animRot by="-240000">
                                      <p:cBhvr>
                                        <p:cTn id="29" dur="200" fill="hold">
                                          <p:stCondLst>
                                            <p:cond delay="600"/>
                                          </p:stCondLst>
                                        </p:cTn>
                                        <p:tgtEl>
                                          <p:spTgt spid="150"/>
                                        </p:tgtEl>
                                        <p:attrNameLst>
                                          <p:attrName>r</p:attrName>
                                        </p:attrNameLst>
                                      </p:cBhvr>
                                    </p:animRot>
                                    <p:animRot by="120000">
                                      <p:cBhvr>
                                        <p:cTn id="30" dur="200" fill="hold">
                                          <p:stCondLst>
                                            <p:cond delay="800"/>
                                          </p:stCondLst>
                                        </p:cTn>
                                        <p:tgtEl>
                                          <p:spTgt spid="15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CDBDB-AB9E-541D-7AD6-7E1BCCE230E6}"/>
            </a:ext>
          </a:extLst>
        </p:cNvPr>
        <p:cNvGrpSpPr/>
        <p:nvPr/>
      </p:nvGrpSpPr>
      <p:grpSpPr>
        <a:xfrm>
          <a:off x="0" y="0"/>
          <a:ext cx="0" cy="0"/>
          <a:chOff x="0" y="0"/>
          <a:chExt cx="0" cy="0"/>
        </a:xfrm>
      </p:grpSpPr>
    </p:spTree>
    <p:extLst>
      <p:ext uri="{BB962C8B-B14F-4D97-AF65-F5344CB8AC3E}">
        <p14:creationId xmlns:p14="http://schemas.microsoft.com/office/powerpoint/2010/main" val="3559366354"/>
      </p:ext>
    </p:extLst>
  </p:cSld>
  <p:clrMapOvr>
    <a:masterClrMapping/>
  </p:clrMapOvr>
  <mc:AlternateContent xmlns:mc="http://schemas.openxmlformats.org/markup-compatibility/2006" xmlns:p14="http://schemas.microsoft.com/office/powerpoint/2010/main">
    <mc:Choice Requires="p14">
      <p:transition spd="slow" p14:dur="2000" advClick="0" advTm="750"/>
    </mc:Choice>
    <mc:Fallback xmlns="">
      <p:transition spd="slow" advClick="0" advTm="75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173EF-2DD1-5075-C562-6800669C959C}"/>
            </a:ext>
          </a:extLst>
        </p:cNvPr>
        <p:cNvGrpSpPr/>
        <p:nvPr/>
      </p:nvGrpSpPr>
      <p:grpSpPr>
        <a:xfrm>
          <a:off x="0" y="0"/>
          <a:ext cx="0" cy="0"/>
          <a:chOff x="0" y="0"/>
          <a:chExt cx="0" cy="0"/>
        </a:xfrm>
      </p:grpSpPr>
      <p:grpSp>
        <p:nvGrpSpPr>
          <p:cNvPr id="168" name="Group 167">
            <a:extLst>
              <a:ext uri="{FF2B5EF4-FFF2-40B4-BE49-F238E27FC236}">
                <a16:creationId xmlns:a16="http://schemas.microsoft.com/office/drawing/2014/main" id="{BC780DA1-310C-AB99-5B71-AF1585F798A8}"/>
              </a:ext>
            </a:extLst>
          </p:cNvPr>
          <p:cNvGrpSpPr/>
          <p:nvPr/>
        </p:nvGrpSpPr>
        <p:grpSpPr>
          <a:xfrm>
            <a:off x="0" y="696239"/>
            <a:ext cx="12211718" cy="5611720"/>
            <a:chOff x="3216648" y="4211669"/>
            <a:chExt cx="5758704" cy="2646330"/>
          </a:xfrm>
        </p:grpSpPr>
        <p:sp>
          <p:nvSpPr>
            <p:cNvPr id="99" name="Rectangle 98">
              <a:extLst>
                <a:ext uri="{FF2B5EF4-FFF2-40B4-BE49-F238E27FC236}">
                  <a16:creationId xmlns:a16="http://schemas.microsoft.com/office/drawing/2014/main" id="{1F35EB27-4964-7DE3-CAD5-75176C43C20E}"/>
                </a:ext>
              </a:extLst>
            </p:cNvPr>
            <p:cNvSpPr/>
            <p:nvPr/>
          </p:nvSpPr>
          <p:spPr>
            <a:xfrm>
              <a:off x="3216648" y="421166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1" name="Freeform: Shape 100">
              <a:extLst>
                <a:ext uri="{FF2B5EF4-FFF2-40B4-BE49-F238E27FC236}">
                  <a16:creationId xmlns:a16="http://schemas.microsoft.com/office/drawing/2014/main" id="{89437CA9-E9E8-043E-CAB3-2C502BA4EE74}"/>
                </a:ext>
              </a:extLst>
            </p:cNvPr>
            <p:cNvSpPr/>
            <p:nvPr/>
          </p:nvSpPr>
          <p:spPr>
            <a:xfrm>
              <a:off x="3230991" y="423128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08" name="Picture 107">
              <a:extLst>
                <a:ext uri="{FF2B5EF4-FFF2-40B4-BE49-F238E27FC236}">
                  <a16:creationId xmlns:a16="http://schemas.microsoft.com/office/drawing/2014/main" id="{8F52CF32-1BF1-713F-94FA-891468F1A40C}"/>
                </a:ext>
              </a:extLst>
            </p:cNvPr>
            <p:cNvPicPr>
              <a:picLocks noChangeAspect="1"/>
            </p:cNvPicPr>
            <p:nvPr/>
          </p:nvPicPr>
          <p:blipFill>
            <a:blip r:embed="rId3"/>
            <a:srcRect l="16117" r="13552"/>
            <a:stretch>
              <a:fillRect/>
            </a:stretch>
          </p:blipFill>
          <p:spPr>
            <a:xfrm>
              <a:off x="5948005" y="5268685"/>
              <a:ext cx="334895" cy="476171"/>
            </a:xfrm>
            <a:prstGeom prst="rect">
              <a:avLst/>
            </a:prstGeom>
          </p:spPr>
        </p:pic>
        <p:grpSp>
          <p:nvGrpSpPr>
            <p:cNvPr id="114" name="Group 113">
              <a:extLst>
                <a:ext uri="{FF2B5EF4-FFF2-40B4-BE49-F238E27FC236}">
                  <a16:creationId xmlns:a16="http://schemas.microsoft.com/office/drawing/2014/main" id="{6E3D1244-82AA-3009-6E45-76E6B6000940}"/>
                </a:ext>
              </a:extLst>
            </p:cNvPr>
            <p:cNvGrpSpPr/>
            <p:nvPr/>
          </p:nvGrpSpPr>
          <p:grpSpPr>
            <a:xfrm>
              <a:off x="7620370" y="4729264"/>
              <a:ext cx="1014010" cy="693309"/>
              <a:chOff x="7620370" y="4729264"/>
              <a:chExt cx="1014010" cy="693309"/>
            </a:xfrm>
          </p:grpSpPr>
          <p:pic>
            <p:nvPicPr>
              <p:cNvPr id="115" name="Picture 114">
                <a:extLst>
                  <a:ext uri="{FF2B5EF4-FFF2-40B4-BE49-F238E27FC236}">
                    <a16:creationId xmlns:a16="http://schemas.microsoft.com/office/drawing/2014/main" id="{6091FD42-D8EF-47C9-C5B5-3FDA6B2DEF46}"/>
                  </a:ext>
                </a:extLst>
              </p:cNvPr>
              <p:cNvPicPr>
                <a:picLocks noChangeAspect="1"/>
              </p:cNvPicPr>
              <p:nvPr/>
            </p:nvPicPr>
            <p:blipFill>
              <a:blip r:embed="rId4"/>
              <a:stretch>
                <a:fillRect/>
              </a:stretch>
            </p:blipFill>
            <p:spPr>
              <a:xfrm>
                <a:off x="7884122" y="4729264"/>
                <a:ext cx="446487" cy="446487"/>
              </a:xfrm>
              <a:prstGeom prst="rect">
                <a:avLst/>
              </a:prstGeom>
            </p:spPr>
          </p:pic>
          <p:sp>
            <p:nvSpPr>
              <p:cNvPr id="116" name="TextBox 115">
                <a:extLst>
                  <a:ext uri="{FF2B5EF4-FFF2-40B4-BE49-F238E27FC236}">
                    <a16:creationId xmlns:a16="http://schemas.microsoft.com/office/drawing/2014/main" id="{886764BF-77B7-8F0B-169E-E1106241896C}"/>
                  </a:ext>
                </a:extLst>
              </p:cNvPr>
              <p:cNvSpPr txBox="1"/>
              <p:nvPr/>
            </p:nvSpPr>
            <p:spPr>
              <a:xfrm>
                <a:off x="7620370" y="5114796"/>
                <a:ext cx="1014010" cy="307777"/>
              </a:xfrm>
              <a:prstGeom prst="rect">
                <a:avLst/>
              </a:prstGeom>
              <a:noFill/>
              <a:ln>
                <a:noFill/>
              </a:ln>
            </p:spPr>
            <p:txBody>
              <a:bodyPr wrap="square" rtlCol="0">
                <a:spAutoFit/>
              </a:bodyPr>
              <a:lstStyle/>
              <a:p>
                <a:pPr algn="ctr"/>
                <a:r>
                  <a:rPr lang="en-SG" sz="1400" b="1" dirty="0">
                    <a:solidFill>
                      <a:schemeClr val="tx2"/>
                    </a:solidFill>
                    <a:latin typeface="+mn-lt"/>
                  </a:rPr>
                  <a:t>Entrance</a:t>
                </a:r>
              </a:p>
            </p:txBody>
          </p:sp>
        </p:grpSp>
        <p:sp>
          <p:nvSpPr>
            <p:cNvPr id="117" name="Rectangle: Rounded Corners 116">
              <a:extLst>
                <a:ext uri="{FF2B5EF4-FFF2-40B4-BE49-F238E27FC236}">
                  <a16:creationId xmlns:a16="http://schemas.microsoft.com/office/drawing/2014/main" id="{A60E0466-9A30-90E1-6492-56C4F87C7BE7}"/>
                </a:ext>
              </a:extLst>
            </p:cNvPr>
            <p:cNvSpPr/>
            <p:nvPr/>
          </p:nvSpPr>
          <p:spPr>
            <a:xfrm>
              <a:off x="5478219" y="4975182"/>
              <a:ext cx="1274465" cy="292399"/>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bg1"/>
                  </a:solidFill>
                  <a:latin typeface="+mj-lt"/>
                </a:rPr>
                <a:t>You Are Here</a:t>
              </a:r>
            </a:p>
          </p:txBody>
        </p:sp>
      </p:grpSp>
      <p:sp>
        <p:nvSpPr>
          <p:cNvPr id="2" name="TextBox 1">
            <a:extLst>
              <a:ext uri="{FF2B5EF4-FFF2-40B4-BE49-F238E27FC236}">
                <a16:creationId xmlns:a16="http://schemas.microsoft.com/office/drawing/2014/main" id="{B8C192DA-013B-FE76-7055-D88203015CC8}"/>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17" name="Rectangle 16">
            <a:extLst>
              <a:ext uri="{FF2B5EF4-FFF2-40B4-BE49-F238E27FC236}">
                <a16:creationId xmlns:a16="http://schemas.microsoft.com/office/drawing/2014/main" id="{DAF4F2F3-0804-AB75-A04C-0022748EFC2F}"/>
              </a:ext>
            </a:extLst>
          </p:cNvPr>
          <p:cNvSpPr/>
          <p:nvPr/>
        </p:nvSpPr>
        <p:spPr>
          <a:xfrm>
            <a:off x="8694057" y="696240"/>
            <a:ext cx="3497944" cy="157041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Rectangle 17">
            <a:extLst>
              <a:ext uri="{FF2B5EF4-FFF2-40B4-BE49-F238E27FC236}">
                <a16:creationId xmlns:a16="http://schemas.microsoft.com/office/drawing/2014/main" id="{7DD9AAB6-5A2D-7B58-F22A-679935C0ADD8}"/>
              </a:ext>
            </a:extLst>
          </p:cNvPr>
          <p:cNvSpPr/>
          <p:nvPr/>
        </p:nvSpPr>
        <p:spPr>
          <a:xfrm>
            <a:off x="10292443" y="696239"/>
            <a:ext cx="1899557" cy="459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44" name="TextBox 143">
            <a:extLst>
              <a:ext uri="{FF2B5EF4-FFF2-40B4-BE49-F238E27FC236}">
                <a16:creationId xmlns:a16="http://schemas.microsoft.com/office/drawing/2014/main" id="{E38D67B8-26B3-04B1-45D5-9D38F73521F2}"/>
              </a:ext>
            </a:extLst>
          </p:cNvPr>
          <p:cNvSpPr txBox="1"/>
          <p:nvPr/>
        </p:nvSpPr>
        <p:spPr>
          <a:xfrm>
            <a:off x="8802914" y="734547"/>
            <a:ext cx="1121512" cy="461665"/>
          </a:xfrm>
          <a:prstGeom prst="rect">
            <a:avLst/>
          </a:prstGeom>
          <a:noFill/>
        </p:spPr>
        <p:txBody>
          <a:bodyPr wrap="square" rtlCol="0">
            <a:spAutoFit/>
          </a:bodyPr>
          <a:lstStyle/>
          <a:p>
            <a:r>
              <a:rPr lang="en-SG" sz="2400" b="1" dirty="0"/>
              <a:t>Plan 1</a:t>
            </a:r>
          </a:p>
        </p:txBody>
      </p:sp>
      <p:sp>
        <p:nvSpPr>
          <p:cNvPr id="146" name="Rectangle 145">
            <a:hlinkClick r:id="rId5" action="ppaction://hlinksldjump"/>
            <a:extLst>
              <a:ext uri="{FF2B5EF4-FFF2-40B4-BE49-F238E27FC236}">
                <a16:creationId xmlns:a16="http://schemas.microsoft.com/office/drawing/2014/main" id="{8A82C5B5-730B-A0DF-2756-07D484C4FFCE}"/>
              </a:ext>
            </a:extLst>
          </p:cNvPr>
          <p:cNvSpPr/>
          <p:nvPr/>
        </p:nvSpPr>
        <p:spPr>
          <a:xfrm>
            <a:off x="11070489" y="1890871"/>
            <a:ext cx="1121512" cy="375779"/>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SG" sz="2000" b="1" dirty="0">
                <a:solidFill>
                  <a:schemeClr val="tx1"/>
                </a:solidFill>
                <a:latin typeface="+mj-lt"/>
              </a:rPr>
              <a:t>Confirm</a:t>
            </a:r>
            <a:endParaRPr lang="en-SG" sz="2000" b="1" spc="0" dirty="0">
              <a:solidFill>
                <a:schemeClr val="tx1"/>
              </a:solidFill>
              <a:latin typeface="+mj-lt"/>
            </a:endParaRPr>
          </a:p>
        </p:txBody>
      </p:sp>
      <p:grpSp>
        <p:nvGrpSpPr>
          <p:cNvPr id="3" name="Group 2">
            <a:extLst>
              <a:ext uri="{FF2B5EF4-FFF2-40B4-BE49-F238E27FC236}">
                <a16:creationId xmlns:a16="http://schemas.microsoft.com/office/drawing/2014/main" id="{9F4F9F8A-36B0-6DA0-03B3-7042EBB71AEC}"/>
              </a:ext>
            </a:extLst>
          </p:cNvPr>
          <p:cNvGrpSpPr/>
          <p:nvPr/>
        </p:nvGrpSpPr>
        <p:grpSpPr>
          <a:xfrm>
            <a:off x="53496" y="6455931"/>
            <a:ext cx="2887824" cy="402070"/>
            <a:chOff x="53496" y="6455931"/>
            <a:chExt cx="2887824" cy="402070"/>
          </a:xfrm>
        </p:grpSpPr>
        <p:grpSp>
          <p:nvGrpSpPr>
            <p:cNvPr id="100" name="Group 99">
              <a:extLst>
                <a:ext uri="{FF2B5EF4-FFF2-40B4-BE49-F238E27FC236}">
                  <a16:creationId xmlns:a16="http://schemas.microsoft.com/office/drawing/2014/main" id="{AFAC68B4-DCBD-C891-BC60-FCC4FC6ECF5E}"/>
                </a:ext>
              </a:extLst>
            </p:cNvPr>
            <p:cNvGrpSpPr/>
            <p:nvPr/>
          </p:nvGrpSpPr>
          <p:grpSpPr>
            <a:xfrm>
              <a:off x="53496" y="6455931"/>
              <a:ext cx="2887824" cy="402070"/>
              <a:chOff x="107022" y="932757"/>
              <a:chExt cx="1159349" cy="267392"/>
            </a:xfrm>
          </p:grpSpPr>
          <p:sp>
            <p:nvSpPr>
              <p:cNvPr id="43" name="Freeform: Shape 42">
                <a:extLst>
                  <a:ext uri="{FF2B5EF4-FFF2-40B4-BE49-F238E27FC236}">
                    <a16:creationId xmlns:a16="http://schemas.microsoft.com/office/drawing/2014/main" id="{4961769A-16B1-7355-5795-D81A40F571BD}"/>
                  </a:ext>
                </a:extLst>
              </p:cNvPr>
              <p:cNvSpPr/>
              <p:nvPr/>
            </p:nvSpPr>
            <p:spPr>
              <a:xfrm>
                <a:off x="107022" y="932757"/>
                <a:ext cx="1159349" cy="267392"/>
              </a:xfrm>
              <a:custGeom>
                <a:avLst/>
                <a:gdLst>
                  <a:gd name="connsiteX0" fmla="*/ 131009 w 1748971"/>
                  <a:gd name="connsiteY0" fmla="*/ 0 h 414035"/>
                  <a:gd name="connsiteX1" fmla="*/ 1617962 w 1748971"/>
                  <a:gd name="connsiteY1" fmla="*/ 0 h 414035"/>
                  <a:gd name="connsiteX2" fmla="*/ 1748971 w 1748971"/>
                  <a:gd name="connsiteY2" fmla="*/ 131009 h 414035"/>
                  <a:gd name="connsiteX3" fmla="*/ 1748971 w 1748971"/>
                  <a:gd name="connsiteY3" fmla="*/ 414035 h 414035"/>
                  <a:gd name="connsiteX4" fmla="*/ 0 w 1748971"/>
                  <a:gd name="connsiteY4" fmla="*/ 414035 h 414035"/>
                  <a:gd name="connsiteX5" fmla="*/ 0 w 1748971"/>
                  <a:gd name="connsiteY5" fmla="*/ 131009 h 414035"/>
                  <a:gd name="connsiteX6" fmla="*/ 131009 w 1748971"/>
                  <a:gd name="connsiteY6" fmla="*/ 0 h 414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8971" h="414035">
                    <a:moveTo>
                      <a:pt x="131009" y="0"/>
                    </a:moveTo>
                    <a:lnTo>
                      <a:pt x="1617962" y="0"/>
                    </a:lnTo>
                    <a:cubicBezTo>
                      <a:pt x="1690316" y="0"/>
                      <a:pt x="1748971" y="58655"/>
                      <a:pt x="1748971" y="131009"/>
                    </a:cubicBezTo>
                    <a:lnTo>
                      <a:pt x="1748971" y="414035"/>
                    </a:lnTo>
                    <a:lnTo>
                      <a:pt x="0" y="414035"/>
                    </a:lnTo>
                    <a:lnTo>
                      <a:pt x="0" y="131009"/>
                    </a:lnTo>
                    <a:cubicBezTo>
                      <a:pt x="0" y="58655"/>
                      <a:pt x="58655" y="0"/>
                      <a:pt x="131009" y="0"/>
                    </a:cubicBez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SG" dirty="0"/>
              </a:p>
            </p:txBody>
          </p:sp>
          <p:sp>
            <p:nvSpPr>
              <p:cNvPr id="44" name="TextBox 43">
                <a:extLst>
                  <a:ext uri="{FF2B5EF4-FFF2-40B4-BE49-F238E27FC236}">
                    <a16:creationId xmlns:a16="http://schemas.microsoft.com/office/drawing/2014/main" id="{8E0ACC2B-F8CF-2D8B-1328-01EB33830140}"/>
                  </a:ext>
                </a:extLst>
              </p:cNvPr>
              <p:cNvSpPr txBox="1"/>
              <p:nvPr/>
            </p:nvSpPr>
            <p:spPr>
              <a:xfrm>
                <a:off x="184953" y="950200"/>
                <a:ext cx="1003487" cy="225151"/>
              </a:xfrm>
              <a:prstGeom prst="rect">
                <a:avLst/>
              </a:prstGeom>
              <a:noFill/>
            </p:spPr>
            <p:txBody>
              <a:bodyPr wrap="square" rtlCol="0">
                <a:spAutoFit/>
              </a:bodyPr>
              <a:lstStyle/>
              <a:p>
                <a:pPr algn="ctr"/>
                <a:r>
                  <a:rPr lang="en-SG" sz="1600" b="1" dirty="0"/>
                  <a:t>Park-wide Filters</a:t>
                </a:r>
                <a:endParaRPr lang="en-SG" sz="2000" b="1" dirty="0"/>
              </a:p>
            </p:txBody>
          </p:sp>
        </p:grpSp>
        <p:pic>
          <p:nvPicPr>
            <p:cNvPr id="193" name="Picture 192" descr="A blue arrow pointing to the left&#10;&#10;AI-generated content may be incorrect.">
              <a:extLst>
                <a:ext uri="{FF2B5EF4-FFF2-40B4-BE49-F238E27FC236}">
                  <a16:creationId xmlns:a16="http://schemas.microsoft.com/office/drawing/2014/main" id="{95EE81E6-3FD6-9CE7-10F5-D0A904DA14F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2620909" y="6549677"/>
              <a:ext cx="177977" cy="223406"/>
            </a:xfrm>
            <a:prstGeom prst="rect">
              <a:avLst/>
            </a:prstGeom>
          </p:spPr>
        </p:pic>
        <p:pic>
          <p:nvPicPr>
            <p:cNvPr id="194" name="Picture 193" descr="A blue arrow pointing to the left&#10;&#10;AI-generated content may be incorrect.">
              <a:extLst>
                <a:ext uri="{FF2B5EF4-FFF2-40B4-BE49-F238E27FC236}">
                  <a16:creationId xmlns:a16="http://schemas.microsoft.com/office/drawing/2014/main" id="{8D1ECE23-E50B-D0C7-4CCD-BF3819BFEF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195928" y="6549676"/>
              <a:ext cx="177977" cy="223406"/>
            </a:xfrm>
            <a:prstGeom prst="rect">
              <a:avLst/>
            </a:prstGeom>
          </p:spPr>
        </p:pic>
      </p:grpSp>
      <p:grpSp>
        <p:nvGrpSpPr>
          <p:cNvPr id="24" name="Group 23">
            <a:extLst>
              <a:ext uri="{FF2B5EF4-FFF2-40B4-BE49-F238E27FC236}">
                <a16:creationId xmlns:a16="http://schemas.microsoft.com/office/drawing/2014/main" id="{2B98A88E-84BF-6303-13B5-357C9122FA81}"/>
              </a:ext>
            </a:extLst>
          </p:cNvPr>
          <p:cNvGrpSpPr/>
          <p:nvPr/>
        </p:nvGrpSpPr>
        <p:grpSpPr>
          <a:xfrm>
            <a:off x="9128154" y="5213782"/>
            <a:ext cx="3032154" cy="1639075"/>
            <a:chOff x="6086425" y="5218925"/>
            <a:chExt cx="3032154" cy="1639075"/>
          </a:xfrm>
        </p:grpSpPr>
        <p:sp>
          <p:nvSpPr>
            <p:cNvPr id="25" name="Rectangle 24">
              <a:extLst>
                <a:ext uri="{FF2B5EF4-FFF2-40B4-BE49-F238E27FC236}">
                  <a16:creationId xmlns:a16="http://schemas.microsoft.com/office/drawing/2014/main" id="{3F899AC1-C98D-B7F0-9E96-6DA0480F712D}"/>
                </a:ext>
              </a:extLst>
            </p:cNvPr>
            <p:cNvSpPr/>
            <p:nvPr/>
          </p:nvSpPr>
          <p:spPr>
            <a:xfrm>
              <a:off x="6086425" y="5218925"/>
              <a:ext cx="3032154" cy="1639075"/>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Rectangle 25">
              <a:extLst>
                <a:ext uri="{FF2B5EF4-FFF2-40B4-BE49-F238E27FC236}">
                  <a16:creationId xmlns:a16="http://schemas.microsoft.com/office/drawing/2014/main" id="{FE2EC279-6F2E-84FF-3540-BB9DD2548E8D}"/>
                </a:ext>
              </a:extLst>
            </p:cNvPr>
            <p:cNvSpPr/>
            <p:nvPr/>
          </p:nvSpPr>
          <p:spPr>
            <a:xfrm>
              <a:off x="6086425" y="5218925"/>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Shows</a:t>
              </a:r>
              <a:endParaRPr lang="en-SG" sz="2400" b="1" dirty="0">
                <a:solidFill>
                  <a:schemeClr val="tx1"/>
                </a:solidFill>
                <a:latin typeface="+mj-lt"/>
              </a:endParaRPr>
            </a:p>
          </p:txBody>
        </p:sp>
      </p:grpSp>
      <p:grpSp>
        <p:nvGrpSpPr>
          <p:cNvPr id="41" name="Group 40">
            <a:extLst>
              <a:ext uri="{FF2B5EF4-FFF2-40B4-BE49-F238E27FC236}">
                <a16:creationId xmlns:a16="http://schemas.microsoft.com/office/drawing/2014/main" id="{64B54AC5-7CD7-14B7-9DE7-F444FDD1488D}"/>
              </a:ext>
            </a:extLst>
          </p:cNvPr>
          <p:cNvGrpSpPr/>
          <p:nvPr/>
        </p:nvGrpSpPr>
        <p:grpSpPr>
          <a:xfrm>
            <a:off x="11764989" y="5258644"/>
            <a:ext cx="223406" cy="301925"/>
            <a:chOff x="11376962" y="5313252"/>
            <a:chExt cx="223406" cy="301925"/>
          </a:xfrm>
        </p:grpSpPr>
        <p:pic>
          <p:nvPicPr>
            <p:cNvPr id="39" name="Picture 38" descr="A blue arrow pointing to the left&#10;&#10;AI-generated content may be incorrect.">
              <a:extLst>
                <a:ext uri="{FF2B5EF4-FFF2-40B4-BE49-F238E27FC236}">
                  <a16:creationId xmlns:a16="http://schemas.microsoft.com/office/drawing/2014/main" id="{7EA3A14D-11D9-AB70-769D-D3724F6BB1E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11399676" y="5414486"/>
              <a:ext cx="177977" cy="223406"/>
            </a:xfrm>
            <a:prstGeom prst="rect">
              <a:avLst/>
            </a:prstGeom>
          </p:spPr>
        </p:pic>
        <p:pic>
          <p:nvPicPr>
            <p:cNvPr id="40" name="Picture 39" descr="A blue arrow pointing to the left&#10;&#10;AI-generated content may be incorrect.">
              <a:extLst>
                <a:ext uri="{FF2B5EF4-FFF2-40B4-BE49-F238E27FC236}">
                  <a16:creationId xmlns:a16="http://schemas.microsoft.com/office/drawing/2014/main" id="{FFFADC26-A9A4-52F4-35A0-736B6F72691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11399676" y="5290538"/>
              <a:ext cx="177977" cy="223406"/>
            </a:xfrm>
            <a:prstGeom prst="rect">
              <a:avLst/>
            </a:prstGeom>
          </p:spPr>
        </p:pic>
      </p:grpSp>
      <p:grpSp>
        <p:nvGrpSpPr>
          <p:cNvPr id="67" name="Group 66">
            <a:extLst>
              <a:ext uri="{FF2B5EF4-FFF2-40B4-BE49-F238E27FC236}">
                <a16:creationId xmlns:a16="http://schemas.microsoft.com/office/drawing/2014/main" id="{97AF39C9-3B07-40C8-CEC5-24AE6CC3983A}"/>
              </a:ext>
            </a:extLst>
          </p:cNvPr>
          <p:cNvGrpSpPr/>
          <p:nvPr/>
        </p:nvGrpSpPr>
        <p:grpSpPr>
          <a:xfrm>
            <a:off x="9222081" y="5687771"/>
            <a:ext cx="1263591" cy="355440"/>
            <a:chOff x="6730152" y="4568823"/>
            <a:chExt cx="1263591" cy="355440"/>
          </a:xfrm>
        </p:grpSpPr>
        <p:sp>
          <p:nvSpPr>
            <p:cNvPr id="68" name="Rectangle: Rounded Corners 67">
              <a:extLst>
                <a:ext uri="{FF2B5EF4-FFF2-40B4-BE49-F238E27FC236}">
                  <a16:creationId xmlns:a16="http://schemas.microsoft.com/office/drawing/2014/main" id="{D0EB99AB-81A2-B513-1FA1-7D3082782067}"/>
                </a:ext>
              </a:extLst>
            </p:cNvPr>
            <p:cNvSpPr/>
            <p:nvPr/>
          </p:nvSpPr>
          <p:spPr>
            <a:xfrm>
              <a:off x="6730152" y="4568823"/>
              <a:ext cx="1263591"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Start Time</a:t>
              </a:r>
            </a:p>
          </p:txBody>
        </p:sp>
        <p:pic>
          <p:nvPicPr>
            <p:cNvPr id="69" name="Picture 68" descr="A blue and black logo&#10;&#10;AI-generated content may be incorrect.">
              <a:extLst>
                <a:ext uri="{FF2B5EF4-FFF2-40B4-BE49-F238E27FC236}">
                  <a16:creationId xmlns:a16="http://schemas.microsoft.com/office/drawing/2014/main" id="{94F50CA7-796B-68F0-B882-BA8C86540D8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63787" y="4627732"/>
              <a:ext cx="247926" cy="247926"/>
            </a:xfrm>
            <a:prstGeom prst="rect">
              <a:avLst/>
            </a:prstGeom>
          </p:spPr>
        </p:pic>
      </p:grpSp>
      <p:grpSp>
        <p:nvGrpSpPr>
          <p:cNvPr id="70" name="Group 69">
            <a:extLst>
              <a:ext uri="{FF2B5EF4-FFF2-40B4-BE49-F238E27FC236}">
                <a16:creationId xmlns:a16="http://schemas.microsoft.com/office/drawing/2014/main" id="{E4434FED-BC9E-C083-CB3A-EFFE5017C8F6}"/>
              </a:ext>
            </a:extLst>
          </p:cNvPr>
          <p:cNvGrpSpPr/>
          <p:nvPr/>
        </p:nvGrpSpPr>
        <p:grpSpPr>
          <a:xfrm>
            <a:off x="10565623" y="5685357"/>
            <a:ext cx="1105437" cy="355440"/>
            <a:chOff x="6601649" y="3697637"/>
            <a:chExt cx="1105437" cy="355440"/>
          </a:xfrm>
        </p:grpSpPr>
        <p:sp>
          <p:nvSpPr>
            <p:cNvPr id="71" name="Rectangle: Rounded Corners 70">
              <a:extLst>
                <a:ext uri="{FF2B5EF4-FFF2-40B4-BE49-F238E27FC236}">
                  <a16:creationId xmlns:a16="http://schemas.microsoft.com/office/drawing/2014/main" id="{DF37218D-2EB9-5F51-050F-6E2B05095D04}"/>
                </a:ext>
              </a:extLst>
            </p:cNvPr>
            <p:cNvSpPr/>
            <p:nvPr/>
          </p:nvSpPr>
          <p:spPr>
            <a:xfrm>
              <a:off x="6601649" y="3697637"/>
              <a:ext cx="1105437"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Duration</a:t>
              </a:r>
            </a:p>
          </p:txBody>
        </p:sp>
        <p:pic>
          <p:nvPicPr>
            <p:cNvPr id="72" name="Picture 71" descr="A blue hourglass on a black background&#10;&#10;AI-generated content may be incorrect.">
              <a:extLst>
                <a:ext uri="{FF2B5EF4-FFF2-40B4-BE49-F238E27FC236}">
                  <a16:creationId xmlns:a16="http://schemas.microsoft.com/office/drawing/2014/main" id="{EB42AE8E-C547-4C55-E9F4-0DE36F5E88F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50983" y="3777343"/>
              <a:ext cx="204057" cy="204057"/>
            </a:xfrm>
            <a:prstGeom prst="rect">
              <a:avLst/>
            </a:prstGeom>
          </p:spPr>
        </p:pic>
      </p:grpSp>
      <p:sp>
        <p:nvSpPr>
          <p:cNvPr id="176" name="Rectangle 175">
            <a:extLst>
              <a:ext uri="{FF2B5EF4-FFF2-40B4-BE49-F238E27FC236}">
                <a16:creationId xmlns:a16="http://schemas.microsoft.com/office/drawing/2014/main" id="{0492823B-7068-2DC1-479D-25102F7B1D11}"/>
              </a:ext>
            </a:extLst>
          </p:cNvPr>
          <p:cNvSpPr/>
          <p:nvPr/>
        </p:nvSpPr>
        <p:spPr>
          <a:xfrm>
            <a:off x="3059293" y="6564025"/>
            <a:ext cx="3032154" cy="1514903"/>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95" name="TextBox 194">
            <a:extLst>
              <a:ext uri="{FF2B5EF4-FFF2-40B4-BE49-F238E27FC236}">
                <a16:creationId xmlns:a16="http://schemas.microsoft.com/office/drawing/2014/main" id="{BED4EF35-5681-F658-2A33-CF14454012B4}"/>
              </a:ext>
            </a:extLst>
          </p:cNvPr>
          <p:cNvSpPr txBox="1"/>
          <p:nvPr/>
        </p:nvSpPr>
        <p:spPr>
          <a:xfrm>
            <a:off x="9980903" y="5984793"/>
            <a:ext cx="1244283" cy="646331"/>
          </a:xfrm>
          <a:prstGeom prst="rect">
            <a:avLst/>
          </a:prstGeom>
          <a:noFill/>
        </p:spPr>
        <p:txBody>
          <a:bodyPr wrap="square" rtlCol="0">
            <a:spAutoFit/>
          </a:bodyPr>
          <a:lstStyle/>
          <a:p>
            <a:pPr algn="ctr"/>
            <a:r>
              <a:rPr lang="en-SG" sz="3600" dirty="0"/>
              <a:t>…</a:t>
            </a:r>
          </a:p>
        </p:txBody>
      </p:sp>
      <p:sp>
        <p:nvSpPr>
          <p:cNvPr id="155" name="Rectangle: Rounded Corners 154">
            <a:extLst>
              <a:ext uri="{FF2B5EF4-FFF2-40B4-BE49-F238E27FC236}">
                <a16:creationId xmlns:a16="http://schemas.microsoft.com/office/drawing/2014/main" id="{42B53A11-056B-965B-8FCE-F4F8FFBB7E58}"/>
              </a:ext>
            </a:extLst>
          </p:cNvPr>
          <p:cNvSpPr/>
          <p:nvPr/>
        </p:nvSpPr>
        <p:spPr>
          <a:xfrm>
            <a:off x="10401709" y="797901"/>
            <a:ext cx="674498" cy="255991"/>
          </a:xfrm>
          <a:prstGeom prst="roundRect">
            <a:avLst>
              <a:gd name="adj" fmla="val 50000"/>
            </a:avLst>
          </a:prstGeom>
          <a:solidFill>
            <a:srgbClr val="FEE438"/>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rgbClr val="000000"/>
                </a:solidFill>
                <a:latin typeface="+mj-lt"/>
              </a:rPr>
              <a:t>John</a:t>
            </a:r>
          </a:p>
        </p:txBody>
      </p:sp>
      <p:sp>
        <p:nvSpPr>
          <p:cNvPr id="157" name="TextBox 156">
            <a:extLst>
              <a:ext uri="{FF2B5EF4-FFF2-40B4-BE49-F238E27FC236}">
                <a16:creationId xmlns:a16="http://schemas.microsoft.com/office/drawing/2014/main" id="{8F33E23F-A35A-7F26-4333-7083776CFE2A}"/>
              </a:ext>
            </a:extLst>
          </p:cNvPr>
          <p:cNvSpPr txBox="1"/>
          <p:nvPr/>
        </p:nvSpPr>
        <p:spPr>
          <a:xfrm>
            <a:off x="8866471" y="1206653"/>
            <a:ext cx="1302176" cy="307777"/>
          </a:xfrm>
          <a:prstGeom prst="rect">
            <a:avLst/>
          </a:prstGeom>
          <a:noFill/>
          <a:ln w="28575">
            <a:solidFill>
              <a:srgbClr val="FEE438"/>
            </a:solidFill>
          </a:ln>
        </p:spPr>
        <p:txBody>
          <a:bodyPr wrap="square" rtlCol="0">
            <a:spAutoFit/>
          </a:bodyPr>
          <a:lstStyle/>
          <a:p>
            <a:pPr algn="ctr"/>
            <a:r>
              <a:rPr lang="en-SG" sz="1400" b="1" dirty="0">
                <a:solidFill>
                  <a:schemeClr val="tx2">
                    <a:lumMod val="50000"/>
                  </a:schemeClr>
                </a:solidFill>
              </a:rPr>
              <a:t>Dragon Roller</a:t>
            </a:r>
          </a:p>
        </p:txBody>
      </p:sp>
      <p:sp>
        <p:nvSpPr>
          <p:cNvPr id="175" name="Freeform: Shape 174">
            <a:extLst>
              <a:ext uri="{FF2B5EF4-FFF2-40B4-BE49-F238E27FC236}">
                <a16:creationId xmlns:a16="http://schemas.microsoft.com/office/drawing/2014/main" id="{4BDB8B51-D8B1-F58F-E955-231F8F790AED}"/>
              </a:ext>
            </a:extLst>
          </p:cNvPr>
          <p:cNvSpPr/>
          <p:nvPr/>
        </p:nvSpPr>
        <p:spPr>
          <a:xfrm>
            <a:off x="2595304" y="3506736"/>
            <a:ext cx="3522251" cy="597913"/>
          </a:xfrm>
          <a:custGeom>
            <a:avLst/>
            <a:gdLst>
              <a:gd name="connsiteX0" fmla="*/ 1763485 w 1763485"/>
              <a:gd name="connsiteY0" fmla="*/ 206829 h 299357"/>
              <a:gd name="connsiteX1" fmla="*/ 1540328 w 1763485"/>
              <a:gd name="connsiteY1" fmla="*/ 299357 h 299357"/>
              <a:gd name="connsiteX2" fmla="*/ 1409700 w 1763485"/>
              <a:gd name="connsiteY2" fmla="*/ 272143 h 299357"/>
              <a:gd name="connsiteX3" fmla="*/ 1322614 w 1763485"/>
              <a:gd name="connsiteY3" fmla="*/ 190500 h 299357"/>
              <a:gd name="connsiteX4" fmla="*/ 1306285 w 1763485"/>
              <a:gd name="connsiteY4" fmla="*/ 157843 h 299357"/>
              <a:gd name="connsiteX5" fmla="*/ 1284514 w 1763485"/>
              <a:gd name="connsiteY5" fmla="*/ 130629 h 299357"/>
              <a:gd name="connsiteX6" fmla="*/ 1273628 w 1763485"/>
              <a:gd name="connsiteY6" fmla="*/ 92529 h 299357"/>
              <a:gd name="connsiteX7" fmla="*/ 1268185 w 1763485"/>
              <a:gd name="connsiteY7" fmla="*/ 76200 h 299357"/>
              <a:gd name="connsiteX8" fmla="*/ 1191985 w 1763485"/>
              <a:gd name="connsiteY8" fmla="*/ 16329 h 299357"/>
              <a:gd name="connsiteX9" fmla="*/ 1028700 w 1763485"/>
              <a:gd name="connsiteY9" fmla="*/ 0 h 299357"/>
              <a:gd name="connsiteX10" fmla="*/ 849085 w 1763485"/>
              <a:gd name="connsiteY10" fmla="*/ 10886 h 299357"/>
              <a:gd name="connsiteX11" fmla="*/ 800100 w 1763485"/>
              <a:gd name="connsiteY11" fmla="*/ 43543 h 299357"/>
              <a:gd name="connsiteX12" fmla="*/ 685800 w 1763485"/>
              <a:gd name="connsiteY12" fmla="*/ 119743 h 299357"/>
              <a:gd name="connsiteX13" fmla="*/ 658585 w 1763485"/>
              <a:gd name="connsiteY13" fmla="*/ 136071 h 299357"/>
              <a:gd name="connsiteX14" fmla="*/ 544285 w 1763485"/>
              <a:gd name="connsiteY14" fmla="*/ 163286 h 299357"/>
              <a:gd name="connsiteX15" fmla="*/ 511628 w 1763485"/>
              <a:gd name="connsiteY15" fmla="*/ 174171 h 299357"/>
              <a:gd name="connsiteX16" fmla="*/ 255814 w 1763485"/>
              <a:gd name="connsiteY16" fmla="*/ 130629 h 299357"/>
              <a:gd name="connsiteX17" fmla="*/ 239485 w 1763485"/>
              <a:gd name="connsiteY17" fmla="*/ 119743 h 299357"/>
              <a:gd name="connsiteX18" fmla="*/ 217714 w 1763485"/>
              <a:gd name="connsiteY18" fmla="*/ 114300 h 299357"/>
              <a:gd name="connsiteX19" fmla="*/ 168728 w 1763485"/>
              <a:gd name="connsiteY19" fmla="*/ 76200 h 299357"/>
              <a:gd name="connsiteX20" fmla="*/ 54428 w 1763485"/>
              <a:gd name="connsiteY20" fmla="*/ 43543 h 299357"/>
              <a:gd name="connsiteX21" fmla="*/ 0 w 1763485"/>
              <a:gd name="connsiteY21" fmla="*/ 43543 h 29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3485" h="299357">
                <a:moveTo>
                  <a:pt x="1763485" y="206829"/>
                </a:moveTo>
                <a:cubicBezTo>
                  <a:pt x="1614475" y="277785"/>
                  <a:pt x="1689015" y="247316"/>
                  <a:pt x="1540328" y="299357"/>
                </a:cubicBezTo>
                <a:cubicBezTo>
                  <a:pt x="1496785" y="290286"/>
                  <a:pt x="1452266" y="285042"/>
                  <a:pt x="1409700" y="272143"/>
                </a:cubicBezTo>
                <a:cubicBezTo>
                  <a:pt x="1360103" y="257114"/>
                  <a:pt x="1349198" y="233034"/>
                  <a:pt x="1322614" y="190500"/>
                </a:cubicBezTo>
                <a:cubicBezTo>
                  <a:pt x="1316164" y="180179"/>
                  <a:pt x="1312819" y="168111"/>
                  <a:pt x="1306285" y="157843"/>
                </a:cubicBezTo>
                <a:cubicBezTo>
                  <a:pt x="1300048" y="148042"/>
                  <a:pt x="1291771" y="139700"/>
                  <a:pt x="1284514" y="130629"/>
                </a:cubicBezTo>
                <a:cubicBezTo>
                  <a:pt x="1280885" y="117929"/>
                  <a:pt x="1277423" y="105180"/>
                  <a:pt x="1273628" y="92529"/>
                </a:cubicBezTo>
                <a:cubicBezTo>
                  <a:pt x="1271979" y="87034"/>
                  <a:pt x="1271858" y="80608"/>
                  <a:pt x="1268185" y="76200"/>
                </a:cubicBezTo>
                <a:cubicBezTo>
                  <a:pt x="1250833" y="55378"/>
                  <a:pt x="1224333" y="20950"/>
                  <a:pt x="1191985" y="16329"/>
                </a:cubicBezTo>
                <a:cubicBezTo>
                  <a:pt x="1137835" y="8593"/>
                  <a:pt x="1028700" y="0"/>
                  <a:pt x="1028700" y="0"/>
                </a:cubicBezTo>
                <a:cubicBezTo>
                  <a:pt x="968828" y="3629"/>
                  <a:pt x="908007" y="-337"/>
                  <a:pt x="849085" y="10886"/>
                </a:cubicBezTo>
                <a:cubicBezTo>
                  <a:pt x="829807" y="14558"/>
                  <a:pt x="817184" y="33887"/>
                  <a:pt x="800100" y="43543"/>
                </a:cubicBezTo>
                <a:cubicBezTo>
                  <a:pt x="628196" y="140706"/>
                  <a:pt x="794349" y="29288"/>
                  <a:pt x="685800" y="119743"/>
                </a:cubicBezTo>
                <a:cubicBezTo>
                  <a:pt x="677673" y="126516"/>
                  <a:pt x="668445" y="132237"/>
                  <a:pt x="658585" y="136071"/>
                </a:cubicBezTo>
                <a:cubicBezTo>
                  <a:pt x="599918" y="158886"/>
                  <a:pt x="596861" y="156714"/>
                  <a:pt x="544285" y="163286"/>
                </a:cubicBezTo>
                <a:cubicBezTo>
                  <a:pt x="533399" y="166914"/>
                  <a:pt x="523087" y="174759"/>
                  <a:pt x="511628" y="174171"/>
                </a:cubicBezTo>
                <a:cubicBezTo>
                  <a:pt x="367189" y="166764"/>
                  <a:pt x="363109" y="161284"/>
                  <a:pt x="255814" y="130629"/>
                </a:cubicBezTo>
                <a:cubicBezTo>
                  <a:pt x="250371" y="127000"/>
                  <a:pt x="245498" y="122320"/>
                  <a:pt x="239485" y="119743"/>
                </a:cubicBezTo>
                <a:cubicBezTo>
                  <a:pt x="232609" y="116796"/>
                  <a:pt x="223003" y="119589"/>
                  <a:pt x="217714" y="114300"/>
                </a:cubicBezTo>
                <a:cubicBezTo>
                  <a:pt x="170934" y="67520"/>
                  <a:pt x="236527" y="87500"/>
                  <a:pt x="168728" y="76200"/>
                </a:cubicBezTo>
                <a:cubicBezTo>
                  <a:pt x="117113" y="55554"/>
                  <a:pt x="111054" y="48936"/>
                  <a:pt x="54428" y="43543"/>
                </a:cubicBezTo>
                <a:cubicBezTo>
                  <a:pt x="36367" y="41823"/>
                  <a:pt x="18143" y="43543"/>
                  <a:pt x="0" y="43543"/>
                </a:cubicBezTo>
              </a:path>
            </a:pathLst>
          </a:custGeom>
          <a:noFill/>
          <a:ln w="85725">
            <a:solidFill>
              <a:srgbClr val="FEE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67" name="Picture 166">
            <a:extLst>
              <a:ext uri="{FF2B5EF4-FFF2-40B4-BE49-F238E27FC236}">
                <a16:creationId xmlns:a16="http://schemas.microsoft.com/office/drawing/2014/main" id="{E1E56FAE-C99A-FE6A-E575-C29ACBAC63D3}"/>
              </a:ext>
            </a:extLst>
          </p:cNvPr>
          <p:cNvPicPr>
            <a:picLocks noChangeAspect="1"/>
          </p:cNvPicPr>
          <p:nvPr/>
        </p:nvPicPr>
        <p:blipFill>
          <a:blip r:embed="rId9"/>
          <a:stretch>
            <a:fillRect/>
          </a:stretch>
        </p:blipFill>
        <p:spPr>
          <a:xfrm>
            <a:off x="1040804" y="2853691"/>
            <a:ext cx="1554500" cy="780157"/>
          </a:xfrm>
          <a:prstGeom prst="rect">
            <a:avLst/>
          </a:prstGeom>
          <a:ln>
            <a:noFill/>
          </a:ln>
        </p:spPr>
      </p:pic>
      <p:sp>
        <p:nvSpPr>
          <p:cNvPr id="171" name="TextBox 170">
            <a:extLst>
              <a:ext uri="{FF2B5EF4-FFF2-40B4-BE49-F238E27FC236}">
                <a16:creationId xmlns:a16="http://schemas.microsoft.com/office/drawing/2014/main" id="{7CFA7CA6-4C2F-885E-05A8-A2B5CABA625B}"/>
              </a:ext>
            </a:extLst>
          </p:cNvPr>
          <p:cNvSpPr txBox="1"/>
          <p:nvPr/>
        </p:nvSpPr>
        <p:spPr>
          <a:xfrm>
            <a:off x="542059" y="3628677"/>
            <a:ext cx="2427740" cy="338554"/>
          </a:xfrm>
          <a:prstGeom prst="rect">
            <a:avLst/>
          </a:prstGeom>
          <a:noFill/>
          <a:ln>
            <a:noFill/>
          </a:ln>
        </p:spPr>
        <p:txBody>
          <a:bodyPr wrap="square" rtlCol="0">
            <a:spAutoFit/>
          </a:bodyPr>
          <a:lstStyle/>
          <a:p>
            <a:pPr algn="ctr"/>
            <a:r>
              <a:rPr lang="en-SG" sz="1600" b="1" dirty="0">
                <a:solidFill>
                  <a:schemeClr val="tx2"/>
                </a:solidFill>
              </a:rPr>
              <a:t>Dragon Roller</a:t>
            </a:r>
          </a:p>
        </p:txBody>
      </p:sp>
      <p:grpSp>
        <p:nvGrpSpPr>
          <p:cNvPr id="33" name="Group 32">
            <a:extLst>
              <a:ext uri="{FF2B5EF4-FFF2-40B4-BE49-F238E27FC236}">
                <a16:creationId xmlns:a16="http://schemas.microsoft.com/office/drawing/2014/main" id="{FEA4EE07-2E7A-BC50-96A4-C2057DDD7541}"/>
              </a:ext>
            </a:extLst>
          </p:cNvPr>
          <p:cNvGrpSpPr/>
          <p:nvPr/>
        </p:nvGrpSpPr>
        <p:grpSpPr>
          <a:xfrm>
            <a:off x="3059293" y="4099187"/>
            <a:ext cx="3032154" cy="2753670"/>
            <a:chOff x="3063846" y="3701938"/>
            <a:chExt cx="3032154" cy="2753670"/>
          </a:xfrm>
        </p:grpSpPr>
        <p:grpSp>
          <p:nvGrpSpPr>
            <p:cNvPr id="21" name="Group 20">
              <a:extLst>
                <a:ext uri="{FF2B5EF4-FFF2-40B4-BE49-F238E27FC236}">
                  <a16:creationId xmlns:a16="http://schemas.microsoft.com/office/drawing/2014/main" id="{CEE0FAFF-3692-0756-049E-C86831C6523A}"/>
                </a:ext>
              </a:extLst>
            </p:cNvPr>
            <p:cNvGrpSpPr/>
            <p:nvPr/>
          </p:nvGrpSpPr>
          <p:grpSpPr>
            <a:xfrm>
              <a:off x="3063846" y="3701938"/>
              <a:ext cx="3032154" cy="2753670"/>
              <a:chOff x="0" y="4104330"/>
              <a:chExt cx="3032154" cy="2753670"/>
            </a:xfrm>
          </p:grpSpPr>
          <p:sp>
            <p:nvSpPr>
              <p:cNvPr id="22" name="Rectangle 21">
                <a:extLst>
                  <a:ext uri="{FF2B5EF4-FFF2-40B4-BE49-F238E27FC236}">
                    <a16:creationId xmlns:a16="http://schemas.microsoft.com/office/drawing/2014/main" id="{8B815D31-AB2E-D69E-EB02-C91B99299C80}"/>
                  </a:ext>
                </a:extLst>
              </p:cNvPr>
              <p:cNvSpPr/>
              <p:nvPr/>
            </p:nvSpPr>
            <p:spPr>
              <a:xfrm>
                <a:off x="0" y="4104330"/>
                <a:ext cx="3032154" cy="2753670"/>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3" name="Rectangle 22">
                <a:extLst>
                  <a:ext uri="{FF2B5EF4-FFF2-40B4-BE49-F238E27FC236}">
                    <a16:creationId xmlns:a16="http://schemas.microsoft.com/office/drawing/2014/main" id="{CEEA3C0F-5DAC-AC3E-ABCD-CACE66BDD092}"/>
                  </a:ext>
                </a:extLst>
              </p:cNvPr>
              <p:cNvSpPr/>
              <p:nvPr/>
            </p:nvSpPr>
            <p:spPr>
              <a:xfrm>
                <a:off x="0" y="4108267"/>
                <a:ext cx="3032154" cy="391651"/>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Rides</a:t>
                </a:r>
                <a:endParaRPr lang="en-SG" sz="2400" b="1" dirty="0">
                  <a:solidFill>
                    <a:schemeClr val="tx1"/>
                  </a:solidFill>
                  <a:latin typeface="+mj-lt"/>
                </a:endParaRPr>
              </a:p>
            </p:txBody>
          </p:sp>
        </p:grpSp>
        <p:grpSp>
          <p:nvGrpSpPr>
            <p:cNvPr id="30" name="Group 29">
              <a:extLst>
                <a:ext uri="{FF2B5EF4-FFF2-40B4-BE49-F238E27FC236}">
                  <a16:creationId xmlns:a16="http://schemas.microsoft.com/office/drawing/2014/main" id="{A42A5E4D-273E-BAF2-AD2D-FE184CAF8AD1}"/>
                </a:ext>
              </a:extLst>
            </p:cNvPr>
            <p:cNvGrpSpPr/>
            <p:nvPr/>
          </p:nvGrpSpPr>
          <p:grpSpPr>
            <a:xfrm>
              <a:off x="5714080" y="3750737"/>
              <a:ext cx="223406" cy="301925"/>
              <a:chOff x="5714080" y="6513889"/>
              <a:chExt cx="223406" cy="301925"/>
            </a:xfrm>
          </p:grpSpPr>
          <p:pic>
            <p:nvPicPr>
              <p:cNvPr id="31" name="Picture 30" descr="A blue arrow pointing to the left&#10;&#10;AI-generated content may be incorrect.">
                <a:extLst>
                  <a:ext uri="{FF2B5EF4-FFF2-40B4-BE49-F238E27FC236}">
                    <a16:creationId xmlns:a16="http://schemas.microsoft.com/office/drawing/2014/main" id="{54D06283-FC42-26FA-E6C4-073DC5944BE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32" name="Picture 31" descr="A blue arrow pointing to the left&#10;&#10;AI-generated content may be incorrect.">
                <a:extLst>
                  <a:ext uri="{FF2B5EF4-FFF2-40B4-BE49-F238E27FC236}">
                    <a16:creationId xmlns:a16="http://schemas.microsoft.com/office/drawing/2014/main" id="{78351089-7B94-0DFA-1273-E9F615DEACB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grpSp>
      <p:grpSp>
        <p:nvGrpSpPr>
          <p:cNvPr id="54" name="Group 53">
            <a:extLst>
              <a:ext uri="{FF2B5EF4-FFF2-40B4-BE49-F238E27FC236}">
                <a16:creationId xmlns:a16="http://schemas.microsoft.com/office/drawing/2014/main" id="{01B589E6-4201-F0B4-3B6B-C58955B18F1A}"/>
              </a:ext>
            </a:extLst>
          </p:cNvPr>
          <p:cNvGrpSpPr/>
          <p:nvPr/>
        </p:nvGrpSpPr>
        <p:grpSpPr>
          <a:xfrm>
            <a:off x="3142729" y="4597065"/>
            <a:ext cx="1106593" cy="355440"/>
            <a:chOff x="91537" y="4571571"/>
            <a:chExt cx="1106593" cy="355440"/>
          </a:xfrm>
        </p:grpSpPr>
        <p:sp>
          <p:nvSpPr>
            <p:cNvPr id="55" name="Rectangle: Rounded Corners 54">
              <a:extLst>
                <a:ext uri="{FF2B5EF4-FFF2-40B4-BE49-F238E27FC236}">
                  <a16:creationId xmlns:a16="http://schemas.microsoft.com/office/drawing/2014/main" id="{E0DBC68F-73BA-FC68-012D-77B3C12C1D8E}"/>
                </a:ext>
              </a:extLst>
            </p:cNvPr>
            <p:cNvSpPr/>
            <p:nvPr/>
          </p:nvSpPr>
          <p:spPr>
            <a:xfrm>
              <a:off x="91537" y="4571571"/>
              <a:ext cx="1106593"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Height</a:t>
              </a:r>
            </a:p>
          </p:txBody>
        </p:sp>
        <p:pic>
          <p:nvPicPr>
            <p:cNvPr id="56" name="Picture 55">
              <a:extLst>
                <a:ext uri="{FF2B5EF4-FFF2-40B4-BE49-F238E27FC236}">
                  <a16:creationId xmlns:a16="http://schemas.microsoft.com/office/drawing/2014/main" id="{D1E8FB30-E983-766B-6257-960C57DB661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94512" y="4609245"/>
              <a:ext cx="284254" cy="284254"/>
            </a:xfrm>
            <a:prstGeom prst="rect">
              <a:avLst/>
            </a:prstGeom>
            <a:solidFill>
              <a:schemeClr val="bg1"/>
            </a:solidFill>
          </p:spPr>
        </p:pic>
      </p:grpSp>
      <p:grpSp>
        <p:nvGrpSpPr>
          <p:cNvPr id="57" name="Group 56">
            <a:extLst>
              <a:ext uri="{FF2B5EF4-FFF2-40B4-BE49-F238E27FC236}">
                <a16:creationId xmlns:a16="http://schemas.microsoft.com/office/drawing/2014/main" id="{8C368317-4015-B209-8383-9A70912BE0C4}"/>
              </a:ext>
            </a:extLst>
          </p:cNvPr>
          <p:cNvGrpSpPr/>
          <p:nvPr/>
        </p:nvGrpSpPr>
        <p:grpSpPr>
          <a:xfrm>
            <a:off x="4346644" y="4597065"/>
            <a:ext cx="972578" cy="355440"/>
            <a:chOff x="4441252" y="3681492"/>
            <a:chExt cx="972578" cy="355440"/>
          </a:xfrm>
        </p:grpSpPr>
        <p:sp>
          <p:nvSpPr>
            <p:cNvPr id="58" name="Rectangle: Rounded Corners 57">
              <a:extLst>
                <a:ext uri="{FF2B5EF4-FFF2-40B4-BE49-F238E27FC236}">
                  <a16:creationId xmlns:a16="http://schemas.microsoft.com/office/drawing/2014/main" id="{FC1349C2-83D9-6BE1-0FB0-47AE7ABC5957}"/>
                </a:ext>
              </a:extLst>
            </p:cNvPr>
            <p:cNvSpPr/>
            <p:nvPr/>
          </p:nvSpPr>
          <p:spPr>
            <a:xfrm>
              <a:off x="4441252" y="3681492"/>
              <a:ext cx="972578"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Thrill</a:t>
              </a:r>
            </a:p>
          </p:txBody>
        </p:sp>
        <p:pic>
          <p:nvPicPr>
            <p:cNvPr id="59" name="Picture 58" descr="A blue face with black dots&#10;&#10;AI-generated content may be incorrect.">
              <a:extLst>
                <a:ext uri="{FF2B5EF4-FFF2-40B4-BE49-F238E27FC236}">
                  <a16:creationId xmlns:a16="http://schemas.microsoft.com/office/drawing/2014/main" id="{55030BF5-5C15-16BC-91C6-D99FF5C4C94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053956" y="3727352"/>
              <a:ext cx="258227" cy="258227"/>
            </a:xfrm>
            <a:prstGeom prst="rect">
              <a:avLst/>
            </a:prstGeom>
          </p:spPr>
        </p:pic>
      </p:grpSp>
      <p:sp>
        <p:nvSpPr>
          <p:cNvPr id="60" name="Rectangle: Rounded Corners 59">
            <a:extLst>
              <a:ext uri="{FF2B5EF4-FFF2-40B4-BE49-F238E27FC236}">
                <a16:creationId xmlns:a16="http://schemas.microsoft.com/office/drawing/2014/main" id="{B2833E3A-96C9-7FC2-FFF5-3066712DD82C}"/>
              </a:ext>
            </a:extLst>
          </p:cNvPr>
          <p:cNvSpPr/>
          <p:nvPr/>
        </p:nvSpPr>
        <p:spPr>
          <a:xfrm>
            <a:off x="5417502" y="4594318"/>
            <a:ext cx="877433" cy="355440"/>
          </a:xfrm>
          <a:prstGeom prst="roundRect">
            <a:avLst>
              <a:gd name="adj" fmla="val 22906"/>
            </a:avLst>
          </a:prstGeom>
          <a:gradFill flip="none" rotWithShape="1">
            <a:gsLst>
              <a:gs pos="60000">
                <a:schemeClr val="accent1">
                  <a:lumMod val="5000"/>
                  <a:lumOff val="95000"/>
                </a:schemeClr>
              </a:gs>
              <a:gs pos="92000">
                <a:srgbClr val="0034A8"/>
              </a:gs>
            </a:gsLst>
            <a:lin ang="0" scaled="1"/>
            <a:tileRect/>
          </a:gra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Wet</a:t>
            </a:r>
          </a:p>
        </p:txBody>
      </p:sp>
      <p:sp>
        <p:nvSpPr>
          <p:cNvPr id="102" name="Rectangle 101">
            <a:extLst>
              <a:ext uri="{FF2B5EF4-FFF2-40B4-BE49-F238E27FC236}">
                <a16:creationId xmlns:a16="http://schemas.microsoft.com/office/drawing/2014/main" id="{1FBAEBE5-4A37-79A1-1DD4-E13E696D5AA4}"/>
              </a:ext>
            </a:extLst>
          </p:cNvPr>
          <p:cNvSpPr/>
          <p:nvPr/>
        </p:nvSpPr>
        <p:spPr>
          <a:xfrm>
            <a:off x="3059293" y="5043828"/>
            <a:ext cx="3032154" cy="1514903"/>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4" name="TextBox 103">
            <a:extLst>
              <a:ext uri="{FF2B5EF4-FFF2-40B4-BE49-F238E27FC236}">
                <a16:creationId xmlns:a16="http://schemas.microsoft.com/office/drawing/2014/main" id="{6BD61D6E-3E91-A183-1A9B-2EC6299F7D3C}"/>
              </a:ext>
            </a:extLst>
          </p:cNvPr>
          <p:cNvSpPr txBox="1"/>
          <p:nvPr/>
        </p:nvSpPr>
        <p:spPr>
          <a:xfrm>
            <a:off x="3121579" y="5374714"/>
            <a:ext cx="1203827" cy="520247"/>
          </a:xfrm>
          <a:prstGeom prst="rect">
            <a:avLst/>
          </a:prstGeom>
          <a:noFill/>
          <a:ln>
            <a:solidFill>
              <a:srgbClr val="2F3C7E"/>
            </a:solidFill>
          </a:ln>
        </p:spPr>
        <p:txBody>
          <a:bodyPr wrap="square" rtlCol="0">
            <a:spAutoFit/>
          </a:bodyPr>
          <a:lstStyle/>
          <a:p>
            <a:endParaRPr lang="en-SG" dirty="0"/>
          </a:p>
        </p:txBody>
      </p:sp>
      <p:sp>
        <p:nvSpPr>
          <p:cNvPr id="105" name="TextBox 104">
            <a:extLst>
              <a:ext uri="{FF2B5EF4-FFF2-40B4-BE49-F238E27FC236}">
                <a16:creationId xmlns:a16="http://schemas.microsoft.com/office/drawing/2014/main" id="{E3054B58-D6A6-FA51-A27F-EF4A4CC43D5A}"/>
              </a:ext>
            </a:extLst>
          </p:cNvPr>
          <p:cNvSpPr txBox="1"/>
          <p:nvPr/>
        </p:nvSpPr>
        <p:spPr>
          <a:xfrm>
            <a:off x="3032444" y="5062700"/>
            <a:ext cx="1596366" cy="307777"/>
          </a:xfrm>
          <a:prstGeom prst="rect">
            <a:avLst/>
          </a:prstGeom>
          <a:noFill/>
        </p:spPr>
        <p:txBody>
          <a:bodyPr wrap="square" rtlCol="0">
            <a:spAutoFit/>
          </a:bodyPr>
          <a:lstStyle/>
          <a:p>
            <a:r>
              <a:rPr lang="en-SG" sz="1400" b="1" dirty="0">
                <a:solidFill>
                  <a:schemeClr val="tx2">
                    <a:lumMod val="50000"/>
                  </a:schemeClr>
                </a:solidFill>
              </a:rPr>
              <a:t>Dragon Roller</a:t>
            </a:r>
          </a:p>
        </p:txBody>
      </p:sp>
      <p:pic>
        <p:nvPicPr>
          <p:cNvPr id="125" name="Picture 124">
            <a:extLst>
              <a:ext uri="{FF2B5EF4-FFF2-40B4-BE49-F238E27FC236}">
                <a16:creationId xmlns:a16="http://schemas.microsoft.com/office/drawing/2014/main" id="{3FDE9CEC-D030-290A-AE6A-EAE3F817A86D}"/>
              </a:ext>
            </a:extLst>
          </p:cNvPr>
          <p:cNvPicPr>
            <a:picLocks noChangeAspect="1"/>
          </p:cNvPicPr>
          <p:nvPr/>
        </p:nvPicPr>
        <p:blipFill>
          <a:blip r:embed="rId9"/>
          <a:stretch>
            <a:fillRect/>
          </a:stretch>
        </p:blipFill>
        <p:spPr>
          <a:xfrm>
            <a:off x="3261995" y="5435586"/>
            <a:ext cx="911201" cy="457305"/>
          </a:xfrm>
          <a:prstGeom prst="rect">
            <a:avLst/>
          </a:prstGeom>
          <a:ln>
            <a:noFill/>
          </a:ln>
        </p:spPr>
      </p:pic>
      <p:sp>
        <p:nvSpPr>
          <p:cNvPr id="127" name="TextBox 126">
            <a:extLst>
              <a:ext uri="{FF2B5EF4-FFF2-40B4-BE49-F238E27FC236}">
                <a16:creationId xmlns:a16="http://schemas.microsoft.com/office/drawing/2014/main" id="{514962E6-35BC-2FF2-3A11-9DFE016756DF}"/>
              </a:ext>
            </a:extLst>
          </p:cNvPr>
          <p:cNvSpPr txBox="1"/>
          <p:nvPr/>
        </p:nvSpPr>
        <p:spPr>
          <a:xfrm>
            <a:off x="4507636" y="5070772"/>
            <a:ext cx="1596366" cy="307777"/>
          </a:xfrm>
          <a:prstGeom prst="rect">
            <a:avLst/>
          </a:prstGeom>
          <a:noFill/>
        </p:spPr>
        <p:txBody>
          <a:bodyPr wrap="square" rtlCol="0">
            <a:spAutoFit/>
          </a:bodyPr>
          <a:lstStyle/>
          <a:p>
            <a:r>
              <a:rPr lang="en-SG" sz="1400" dirty="0"/>
              <a:t>5.0</a:t>
            </a:r>
          </a:p>
        </p:txBody>
      </p:sp>
      <p:sp>
        <p:nvSpPr>
          <p:cNvPr id="136" name="Star: 5 Points 135">
            <a:extLst>
              <a:ext uri="{FF2B5EF4-FFF2-40B4-BE49-F238E27FC236}">
                <a16:creationId xmlns:a16="http://schemas.microsoft.com/office/drawing/2014/main" id="{21692C45-0755-AAA2-07B9-9F4597252224}"/>
              </a:ext>
            </a:extLst>
          </p:cNvPr>
          <p:cNvSpPr/>
          <p:nvPr/>
        </p:nvSpPr>
        <p:spPr>
          <a:xfrm>
            <a:off x="4930924"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7" name="Star: 5 Points 136">
            <a:extLst>
              <a:ext uri="{FF2B5EF4-FFF2-40B4-BE49-F238E27FC236}">
                <a16:creationId xmlns:a16="http://schemas.microsoft.com/office/drawing/2014/main" id="{E1B14358-0582-F677-2CFB-05C50EF82290}"/>
              </a:ext>
            </a:extLst>
          </p:cNvPr>
          <p:cNvSpPr/>
          <p:nvPr/>
        </p:nvSpPr>
        <p:spPr>
          <a:xfrm>
            <a:off x="5141093"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8" name="Star: 5 Points 137">
            <a:extLst>
              <a:ext uri="{FF2B5EF4-FFF2-40B4-BE49-F238E27FC236}">
                <a16:creationId xmlns:a16="http://schemas.microsoft.com/office/drawing/2014/main" id="{DCE27870-0611-6507-BEDB-54980D056B1B}"/>
              </a:ext>
            </a:extLst>
          </p:cNvPr>
          <p:cNvSpPr/>
          <p:nvPr/>
        </p:nvSpPr>
        <p:spPr>
          <a:xfrm>
            <a:off x="5566968"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39" name="Star: 5 Points 138">
            <a:extLst>
              <a:ext uri="{FF2B5EF4-FFF2-40B4-BE49-F238E27FC236}">
                <a16:creationId xmlns:a16="http://schemas.microsoft.com/office/drawing/2014/main" id="{550D0809-0DBF-A892-C41B-45C2FA189F6F}"/>
              </a:ext>
            </a:extLst>
          </p:cNvPr>
          <p:cNvSpPr/>
          <p:nvPr/>
        </p:nvSpPr>
        <p:spPr>
          <a:xfrm>
            <a:off x="5351262"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40" name="Star: 5 Points 139">
            <a:extLst>
              <a:ext uri="{FF2B5EF4-FFF2-40B4-BE49-F238E27FC236}">
                <a16:creationId xmlns:a16="http://schemas.microsoft.com/office/drawing/2014/main" id="{345B7CB2-B4AC-08D4-A683-A0C05A3FEDE9}"/>
              </a:ext>
            </a:extLst>
          </p:cNvPr>
          <p:cNvSpPr/>
          <p:nvPr/>
        </p:nvSpPr>
        <p:spPr>
          <a:xfrm>
            <a:off x="5782674" y="5143310"/>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51" name="Rectangle: Rounded Corners 150">
            <a:extLst>
              <a:ext uri="{FF2B5EF4-FFF2-40B4-BE49-F238E27FC236}">
                <a16:creationId xmlns:a16="http://schemas.microsoft.com/office/drawing/2014/main" id="{183CFC57-3ED3-D78D-94C8-7DA4800B16B2}"/>
              </a:ext>
            </a:extLst>
          </p:cNvPr>
          <p:cNvSpPr/>
          <p:nvPr/>
        </p:nvSpPr>
        <p:spPr>
          <a:xfrm>
            <a:off x="3222067" y="6191435"/>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More Details</a:t>
            </a:r>
          </a:p>
        </p:txBody>
      </p:sp>
      <p:pic>
        <p:nvPicPr>
          <p:cNvPr id="160" name="Picture 159" descr="A red person silhouette on a black background&#10;&#10;AI-generated content may be incorrect.">
            <a:extLst>
              <a:ext uri="{FF2B5EF4-FFF2-40B4-BE49-F238E27FC236}">
                <a16:creationId xmlns:a16="http://schemas.microsoft.com/office/drawing/2014/main" id="{9F004FF7-BCF3-BF5E-393A-E6753DB519C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476374" y="5564496"/>
            <a:ext cx="275789" cy="275789"/>
          </a:xfrm>
          <a:prstGeom prst="rect">
            <a:avLst/>
          </a:prstGeom>
        </p:spPr>
      </p:pic>
      <p:sp>
        <p:nvSpPr>
          <p:cNvPr id="161" name="TextBox 160">
            <a:extLst>
              <a:ext uri="{FF2B5EF4-FFF2-40B4-BE49-F238E27FC236}">
                <a16:creationId xmlns:a16="http://schemas.microsoft.com/office/drawing/2014/main" id="{583F897A-37E0-5530-21C0-3CC336A10060}"/>
              </a:ext>
            </a:extLst>
          </p:cNvPr>
          <p:cNvSpPr txBox="1"/>
          <p:nvPr/>
        </p:nvSpPr>
        <p:spPr>
          <a:xfrm>
            <a:off x="4317962" y="5321488"/>
            <a:ext cx="922713" cy="276999"/>
          </a:xfrm>
          <a:prstGeom prst="rect">
            <a:avLst/>
          </a:prstGeom>
          <a:noFill/>
        </p:spPr>
        <p:txBody>
          <a:bodyPr wrap="square" rtlCol="0">
            <a:spAutoFit/>
          </a:bodyPr>
          <a:lstStyle/>
          <a:p>
            <a:r>
              <a:rPr lang="en-SG" sz="1200" dirty="0">
                <a:solidFill>
                  <a:schemeClr val="tx2">
                    <a:lumMod val="50000"/>
                  </a:schemeClr>
                </a:solidFill>
              </a:rPr>
              <a:t>Queue</a:t>
            </a:r>
            <a:endParaRPr lang="en-SG" sz="1400" dirty="0">
              <a:solidFill>
                <a:schemeClr val="tx2">
                  <a:lumMod val="50000"/>
                </a:schemeClr>
              </a:solidFill>
            </a:endParaRPr>
          </a:p>
        </p:txBody>
      </p:sp>
      <p:pic>
        <p:nvPicPr>
          <p:cNvPr id="162" name="Picture 161" descr="A red person silhouette on a black background&#10;&#10;AI-generated content may be incorrect.">
            <a:extLst>
              <a:ext uri="{FF2B5EF4-FFF2-40B4-BE49-F238E27FC236}">
                <a16:creationId xmlns:a16="http://schemas.microsoft.com/office/drawing/2014/main" id="{327DA9FB-80A1-605C-B001-AAAA2512484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336122" y="5561700"/>
            <a:ext cx="275789" cy="275789"/>
          </a:xfrm>
          <a:prstGeom prst="rect">
            <a:avLst/>
          </a:prstGeom>
        </p:spPr>
      </p:pic>
      <p:pic>
        <p:nvPicPr>
          <p:cNvPr id="163" name="Picture 162" descr="A red person silhouette on a black background&#10;&#10;AI-generated content may be incorrect.">
            <a:extLst>
              <a:ext uri="{FF2B5EF4-FFF2-40B4-BE49-F238E27FC236}">
                <a16:creationId xmlns:a16="http://schemas.microsoft.com/office/drawing/2014/main" id="{8099478E-8729-C345-87C6-D44DB73C2F1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611946" y="5560136"/>
            <a:ext cx="275789" cy="275789"/>
          </a:xfrm>
          <a:prstGeom prst="rect">
            <a:avLst/>
          </a:prstGeom>
        </p:spPr>
      </p:pic>
      <p:pic>
        <p:nvPicPr>
          <p:cNvPr id="164" name="Picture 163" descr="A red person silhouette on a black background&#10;&#10;AI-generated content may be incorrect.">
            <a:extLst>
              <a:ext uri="{FF2B5EF4-FFF2-40B4-BE49-F238E27FC236}">
                <a16:creationId xmlns:a16="http://schemas.microsoft.com/office/drawing/2014/main" id="{E7B03EB9-7410-3D99-8837-BA550A90B35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743246" y="5559657"/>
            <a:ext cx="275789" cy="275789"/>
          </a:xfrm>
          <a:prstGeom prst="rect">
            <a:avLst/>
          </a:prstGeom>
        </p:spPr>
      </p:pic>
      <p:pic>
        <p:nvPicPr>
          <p:cNvPr id="165" name="Picture 164" descr="A red person silhouette on a black background&#10;&#10;AI-generated content may be incorrect.">
            <a:extLst>
              <a:ext uri="{FF2B5EF4-FFF2-40B4-BE49-F238E27FC236}">
                <a16:creationId xmlns:a16="http://schemas.microsoft.com/office/drawing/2014/main" id="{1F123A18-3118-BD8A-FCE3-6B6E2526626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875839" y="5559178"/>
            <a:ext cx="275789" cy="275789"/>
          </a:xfrm>
          <a:prstGeom prst="rect">
            <a:avLst/>
          </a:prstGeom>
        </p:spPr>
      </p:pic>
      <p:sp>
        <p:nvSpPr>
          <p:cNvPr id="166" name="TextBox 165">
            <a:extLst>
              <a:ext uri="{FF2B5EF4-FFF2-40B4-BE49-F238E27FC236}">
                <a16:creationId xmlns:a16="http://schemas.microsoft.com/office/drawing/2014/main" id="{DC5AAE3D-5A78-0282-E2E6-B95E439D7F8A}"/>
              </a:ext>
            </a:extLst>
          </p:cNvPr>
          <p:cNvSpPr txBox="1"/>
          <p:nvPr/>
        </p:nvSpPr>
        <p:spPr>
          <a:xfrm>
            <a:off x="5061572" y="5333287"/>
            <a:ext cx="1055983" cy="276999"/>
          </a:xfrm>
          <a:prstGeom prst="rect">
            <a:avLst/>
          </a:prstGeom>
          <a:noFill/>
        </p:spPr>
        <p:txBody>
          <a:bodyPr wrap="square" rtlCol="0">
            <a:spAutoFit/>
          </a:bodyPr>
          <a:lstStyle/>
          <a:p>
            <a:r>
              <a:rPr lang="en-SG" sz="1200" dirty="0">
                <a:solidFill>
                  <a:schemeClr val="tx2">
                    <a:lumMod val="50000"/>
                  </a:schemeClr>
                </a:solidFill>
              </a:rPr>
              <a:t>Current Wait</a:t>
            </a:r>
            <a:endParaRPr lang="en-SG" sz="1400" dirty="0">
              <a:solidFill>
                <a:schemeClr val="tx2">
                  <a:lumMod val="50000"/>
                </a:schemeClr>
              </a:solidFill>
            </a:endParaRPr>
          </a:p>
        </p:txBody>
      </p:sp>
      <p:sp>
        <p:nvSpPr>
          <p:cNvPr id="169" name="TextBox 168">
            <a:extLst>
              <a:ext uri="{FF2B5EF4-FFF2-40B4-BE49-F238E27FC236}">
                <a16:creationId xmlns:a16="http://schemas.microsoft.com/office/drawing/2014/main" id="{BC5ED452-BDA7-4A25-BD4B-74E03218F24D}"/>
              </a:ext>
            </a:extLst>
          </p:cNvPr>
          <p:cNvSpPr txBox="1"/>
          <p:nvPr/>
        </p:nvSpPr>
        <p:spPr>
          <a:xfrm>
            <a:off x="5094219" y="5566531"/>
            <a:ext cx="922713" cy="276999"/>
          </a:xfrm>
          <a:prstGeom prst="rect">
            <a:avLst/>
          </a:prstGeom>
          <a:noFill/>
        </p:spPr>
        <p:txBody>
          <a:bodyPr wrap="square" rtlCol="0">
            <a:spAutoFit/>
          </a:bodyPr>
          <a:lstStyle/>
          <a:p>
            <a:r>
              <a:rPr lang="en-SG" sz="1200" dirty="0">
                <a:solidFill>
                  <a:schemeClr val="accent4"/>
                </a:solidFill>
              </a:rPr>
              <a:t>&gt; 50 mins</a:t>
            </a:r>
            <a:endParaRPr lang="en-SG" sz="1400" dirty="0">
              <a:solidFill>
                <a:schemeClr val="accent4"/>
              </a:solidFill>
            </a:endParaRPr>
          </a:p>
        </p:txBody>
      </p:sp>
      <p:sp>
        <p:nvSpPr>
          <p:cNvPr id="170" name="TextBox 169">
            <a:extLst>
              <a:ext uri="{FF2B5EF4-FFF2-40B4-BE49-F238E27FC236}">
                <a16:creationId xmlns:a16="http://schemas.microsoft.com/office/drawing/2014/main" id="{0E74C502-B853-ACEB-658C-B5977F974409}"/>
              </a:ext>
            </a:extLst>
          </p:cNvPr>
          <p:cNvSpPr txBox="1"/>
          <p:nvPr/>
        </p:nvSpPr>
        <p:spPr>
          <a:xfrm>
            <a:off x="4313612" y="5870643"/>
            <a:ext cx="922713" cy="276999"/>
          </a:xfrm>
          <a:prstGeom prst="rect">
            <a:avLst/>
          </a:prstGeom>
          <a:noFill/>
        </p:spPr>
        <p:txBody>
          <a:bodyPr wrap="square" rtlCol="0">
            <a:spAutoFit/>
          </a:bodyPr>
          <a:lstStyle/>
          <a:p>
            <a:r>
              <a:rPr lang="en-SG" sz="1200" dirty="0">
                <a:solidFill>
                  <a:schemeClr val="tx2">
                    <a:lumMod val="50000"/>
                  </a:schemeClr>
                </a:solidFill>
              </a:rPr>
              <a:t>From here: </a:t>
            </a:r>
            <a:endParaRPr lang="en-SG" sz="1400" dirty="0">
              <a:solidFill>
                <a:schemeClr val="tx2">
                  <a:lumMod val="50000"/>
                </a:schemeClr>
              </a:solidFill>
            </a:endParaRPr>
          </a:p>
        </p:txBody>
      </p:sp>
      <p:sp>
        <p:nvSpPr>
          <p:cNvPr id="172" name="TextBox 171">
            <a:extLst>
              <a:ext uri="{FF2B5EF4-FFF2-40B4-BE49-F238E27FC236}">
                <a16:creationId xmlns:a16="http://schemas.microsoft.com/office/drawing/2014/main" id="{D158B02E-B088-6768-DCB7-120B3AF91833}"/>
              </a:ext>
            </a:extLst>
          </p:cNvPr>
          <p:cNvSpPr txBox="1"/>
          <p:nvPr/>
        </p:nvSpPr>
        <p:spPr>
          <a:xfrm>
            <a:off x="5073068" y="5865772"/>
            <a:ext cx="922713" cy="276999"/>
          </a:xfrm>
          <a:prstGeom prst="rect">
            <a:avLst/>
          </a:prstGeom>
          <a:noFill/>
        </p:spPr>
        <p:txBody>
          <a:bodyPr wrap="square" rtlCol="0">
            <a:spAutoFit/>
          </a:bodyPr>
          <a:lstStyle/>
          <a:p>
            <a:r>
              <a:rPr lang="en-SG" sz="1200" dirty="0">
                <a:solidFill>
                  <a:schemeClr val="tx2">
                    <a:lumMod val="50000"/>
                  </a:schemeClr>
                </a:solidFill>
              </a:rPr>
              <a:t>20 mins</a:t>
            </a:r>
            <a:endParaRPr lang="en-SG" sz="1400" dirty="0">
              <a:solidFill>
                <a:schemeClr val="tx2">
                  <a:lumMod val="50000"/>
                </a:schemeClr>
              </a:solidFill>
            </a:endParaRPr>
          </a:p>
        </p:txBody>
      </p:sp>
      <p:pic>
        <p:nvPicPr>
          <p:cNvPr id="173" name="Picture 172" descr="A person walking on a black background&#10;&#10;AI-generated content may be incorrect.">
            <a:extLst>
              <a:ext uri="{FF2B5EF4-FFF2-40B4-BE49-F238E27FC236}">
                <a16:creationId xmlns:a16="http://schemas.microsoft.com/office/drawing/2014/main" id="{E407686E-E9DE-F785-90D5-2781CD4065C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597746" y="5901393"/>
            <a:ext cx="162491" cy="162491"/>
          </a:xfrm>
          <a:prstGeom prst="rect">
            <a:avLst/>
          </a:prstGeom>
        </p:spPr>
      </p:pic>
      <p:sp>
        <p:nvSpPr>
          <p:cNvPr id="174" name="Rectangle: Rounded Corners 173">
            <a:extLst>
              <a:ext uri="{FF2B5EF4-FFF2-40B4-BE49-F238E27FC236}">
                <a16:creationId xmlns:a16="http://schemas.microsoft.com/office/drawing/2014/main" id="{EBE9BAA6-230C-1FC0-A0CD-77A4C2470408}"/>
              </a:ext>
            </a:extLst>
          </p:cNvPr>
          <p:cNvSpPr/>
          <p:nvPr/>
        </p:nvSpPr>
        <p:spPr>
          <a:xfrm>
            <a:off x="4658359" y="6188739"/>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Add to Plan</a:t>
            </a:r>
          </a:p>
        </p:txBody>
      </p:sp>
      <p:sp>
        <p:nvSpPr>
          <p:cNvPr id="190" name="TextBox 189">
            <a:extLst>
              <a:ext uri="{FF2B5EF4-FFF2-40B4-BE49-F238E27FC236}">
                <a16:creationId xmlns:a16="http://schemas.microsoft.com/office/drawing/2014/main" id="{9E9F5A1F-2E55-7252-02CE-5A7481F0C08D}"/>
              </a:ext>
            </a:extLst>
          </p:cNvPr>
          <p:cNvSpPr txBox="1"/>
          <p:nvPr/>
        </p:nvSpPr>
        <p:spPr>
          <a:xfrm>
            <a:off x="3912761" y="6372391"/>
            <a:ext cx="1244283" cy="646331"/>
          </a:xfrm>
          <a:prstGeom prst="rect">
            <a:avLst/>
          </a:prstGeom>
          <a:noFill/>
        </p:spPr>
        <p:txBody>
          <a:bodyPr wrap="square" rtlCol="0">
            <a:spAutoFit/>
          </a:bodyPr>
          <a:lstStyle/>
          <a:p>
            <a:pPr algn="ctr"/>
            <a:r>
              <a:rPr lang="en-SG" sz="3600" dirty="0"/>
              <a:t>…</a:t>
            </a:r>
          </a:p>
        </p:txBody>
      </p:sp>
      <p:sp>
        <p:nvSpPr>
          <p:cNvPr id="196" name="Rectangle: Rounded Corners 195">
            <a:extLst>
              <a:ext uri="{FF2B5EF4-FFF2-40B4-BE49-F238E27FC236}">
                <a16:creationId xmlns:a16="http://schemas.microsoft.com/office/drawing/2014/main" id="{90B2391B-902B-F16B-1E04-23EF2C22D067}"/>
              </a:ext>
            </a:extLst>
          </p:cNvPr>
          <p:cNvSpPr/>
          <p:nvPr/>
        </p:nvSpPr>
        <p:spPr>
          <a:xfrm>
            <a:off x="3184702" y="4980400"/>
            <a:ext cx="446983" cy="45719"/>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97" name="Rectangle: Rounded Corners 196">
            <a:extLst>
              <a:ext uri="{FF2B5EF4-FFF2-40B4-BE49-F238E27FC236}">
                <a16:creationId xmlns:a16="http://schemas.microsoft.com/office/drawing/2014/main" id="{1B598011-11A9-EEEA-B3E2-0C14AC3D2B21}"/>
              </a:ext>
            </a:extLst>
          </p:cNvPr>
          <p:cNvSpPr/>
          <p:nvPr/>
        </p:nvSpPr>
        <p:spPr>
          <a:xfrm rot="5400000">
            <a:off x="5761864" y="5318378"/>
            <a:ext cx="556075" cy="4594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grpSp>
        <p:nvGrpSpPr>
          <p:cNvPr id="37" name="Group 36">
            <a:extLst>
              <a:ext uri="{FF2B5EF4-FFF2-40B4-BE49-F238E27FC236}">
                <a16:creationId xmlns:a16="http://schemas.microsoft.com/office/drawing/2014/main" id="{432D64CB-FEB7-3416-894C-694DFB453B02}"/>
              </a:ext>
            </a:extLst>
          </p:cNvPr>
          <p:cNvGrpSpPr/>
          <p:nvPr/>
        </p:nvGrpSpPr>
        <p:grpSpPr>
          <a:xfrm>
            <a:off x="6096000" y="4365171"/>
            <a:ext cx="3032154" cy="2487686"/>
            <a:chOff x="6096000" y="4102998"/>
            <a:chExt cx="3032154" cy="2352610"/>
          </a:xfrm>
        </p:grpSpPr>
        <p:grpSp>
          <p:nvGrpSpPr>
            <p:cNvPr id="27" name="Group 26">
              <a:extLst>
                <a:ext uri="{FF2B5EF4-FFF2-40B4-BE49-F238E27FC236}">
                  <a16:creationId xmlns:a16="http://schemas.microsoft.com/office/drawing/2014/main" id="{0B1E4662-8E7C-8336-0F36-D53880382B2D}"/>
                </a:ext>
              </a:extLst>
            </p:cNvPr>
            <p:cNvGrpSpPr/>
            <p:nvPr/>
          </p:nvGrpSpPr>
          <p:grpSpPr>
            <a:xfrm>
              <a:off x="6096000" y="4102998"/>
              <a:ext cx="3032154" cy="2352610"/>
              <a:chOff x="8802914" y="4187644"/>
              <a:chExt cx="3389086" cy="2670353"/>
            </a:xfrm>
          </p:grpSpPr>
          <p:sp>
            <p:nvSpPr>
              <p:cNvPr id="28" name="Rectangle 27">
                <a:extLst>
                  <a:ext uri="{FF2B5EF4-FFF2-40B4-BE49-F238E27FC236}">
                    <a16:creationId xmlns:a16="http://schemas.microsoft.com/office/drawing/2014/main" id="{ED99C0B6-A95E-34BB-60AB-F41D25DD2E7D}"/>
                  </a:ext>
                </a:extLst>
              </p:cNvPr>
              <p:cNvSpPr/>
              <p:nvPr/>
            </p:nvSpPr>
            <p:spPr>
              <a:xfrm>
                <a:off x="8802914" y="4194627"/>
                <a:ext cx="3389086" cy="2663370"/>
              </a:xfrm>
              <a:prstGeom prst="rect">
                <a:avLst/>
              </a:prstGeom>
              <a:solidFill>
                <a:schemeClr val="bg1"/>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9" name="Rectangle 28">
                <a:extLst>
                  <a:ext uri="{FF2B5EF4-FFF2-40B4-BE49-F238E27FC236}">
                    <a16:creationId xmlns:a16="http://schemas.microsoft.com/office/drawing/2014/main" id="{951F0D7A-522F-C771-94CA-491CA96E1CDF}"/>
                  </a:ext>
                </a:extLst>
              </p:cNvPr>
              <p:cNvSpPr/>
              <p:nvPr/>
            </p:nvSpPr>
            <p:spPr>
              <a:xfrm>
                <a:off x="8802914" y="4187644"/>
                <a:ext cx="3389086" cy="477123"/>
              </a:xfrm>
              <a:prstGeom prst="rect">
                <a:avLst/>
              </a:prstGeom>
              <a:gradFill>
                <a:gsLst>
                  <a:gs pos="85000">
                    <a:schemeClr val="accent5">
                      <a:lumMod val="5000"/>
                      <a:lumOff val="95000"/>
                    </a:schemeClr>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a:ln w="190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b="1" dirty="0">
                    <a:solidFill>
                      <a:schemeClr val="tx1"/>
                    </a:solidFill>
                    <a:latin typeface="+mj-lt"/>
                  </a:rPr>
                  <a:t>Food</a:t>
                </a:r>
                <a:endParaRPr lang="en-SG" sz="2400" b="1" dirty="0">
                  <a:solidFill>
                    <a:schemeClr val="tx1"/>
                  </a:solidFill>
                  <a:latin typeface="+mj-lt"/>
                </a:endParaRPr>
              </a:p>
            </p:txBody>
          </p:sp>
        </p:grpSp>
        <p:grpSp>
          <p:nvGrpSpPr>
            <p:cNvPr id="34" name="Group 33">
              <a:extLst>
                <a:ext uri="{FF2B5EF4-FFF2-40B4-BE49-F238E27FC236}">
                  <a16:creationId xmlns:a16="http://schemas.microsoft.com/office/drawing/2014/main" id="{150CB8B4-2049-1CD4-667D-6E697659F341}"/>
                </a:ext>
              </a:extLst>
            </p:cNvPr>
            <p:cNvGrpSpPr/>
            <p:nvPr/>
          </p:nvGrpSpPr>
          <p:grpSpPr>
            <a:xfrm>
              <a:off x="8746232" y="4168364"/>
              <a:ext cx="223406" cy="301925"/>
              <a:chOff x="5714080" y="6513889"/>
              <a:chExt cx="223406" cy="301925"/>
            </a:xfrm>
          </p:grpSpPr>
          <p:pic>
            <p:nvPicPr>
              <p:cNvPr id="35" name="Picture 34" descr="A blue arrow pointing to the left&#10;&#10;AI-generated content may be incorrect.">
                <a:extLst>
                  <a:ext uri="{FF2B5EF4-FFF2-40B4-BE49-F238E27FC236}">
                    <a16:creationId xmlns:a16="http://schemas.microsoft.com/office/drawing/2014/main" id="{A30652BD-A060-DC2B-6A42-3BEC01D3268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5736794" y="6615123"/>
                <a:ext cx="177977" cy="223406"/>
              </a:xfrm>
              <a:prstGeom prst="rect">
                <a:avLst/>
              </a:prstGeom>
            </p:spPr>
          </p:pic>
          <p:pic>
            <p:nvPicPr>
              <p:cNvPr id="36" name="Picture 35" descr="A blue arrow pointing to the left&#10;&#10;AI-generated content may be incorrect.">
                <a:extLst>
                  <a:ext uri="{FF2B5EF4-FFF2-40B4-BE49-F238E27FC236}">
                    <a16:creationId xmlns:a16="http://schemas.microsoft.com/office/drawing/2014/main" id="{18AF14E4-C593-137B-981B-D9B5C65B885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5736794" y="6491175"/>
                <a:ext cx="177977" cy="223406"/>
              </a:xfrm>
              <a:prstGeom prst="rect">
                <a:avLst/>
              </a:prstGeom>
            </p:spPr>
          </p:pic>
        </p:grpSp>
      </p:grpSp>
      <p:grpSp>
        <p:nvGrpSpPr>
          <p:cNvPr id="61" name="Group 60">
            <a:extLst>
              <a:ext uri="{FF2B5EF4-FFF2-40B4-BE49-F238E27FC236}">
                <a16:creationId xmlns:a16="http://schemas.microsoft.com/office/drawing/2014/main" id="{5F4FD359-03B3-78E0-923E-9E8DE3C7E38A}"/>
              </a:ext>
            </a:extLst>
          </p:cNvPr>
          <p:cNvGrpSpPr/>
          <p:nvPr/>
        </p:nvGrpSpPr>
        <p:grpSpPr>
          <a:xfrm>
            <a:off x="6209420" y="4882236"/>
            <a:ext cx="1040822" cy="355440"/>
            <a:chOff x="4989407" y="3628142"/>
            <a:chExt cx="1106593" cy="355440"/>
          </a:xfrm>
        </p:grpSpPr>
        <p:sp>
          <p:nvSpPr>
            <p:cNvPr id="62" name="Rectangle: Rounded Corners 61">
              <a:extLst>
                <a:ext uri="{FF2B5EF4-FFF2-40B4-BE49-F238E27FC236}">
                  <a16:creationId xmlns:a16="http://schemas.microsoft.com/office/drawing/2014/main" id="{E073B822-04C0-F2A4-5E6D-B0A75E38669F}"/>
                </a:ext>
              </a:extLst>
            </p:cNvPr>
            <p:cNvSpPr/>
            <p:nvPr/>
          </p:nvSpPr>
          <p:spPr>
            <a:xfrm>
              <a:off x="4989407" y="3628142"/>
              <a:ext cx="1106593"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Ratings</a:t>
              </a:r>
            </a:p>
          </p:txBody>
        </p:sp>
        <p:sp>
          <p:nvSpPr>
            <p:cNvPr id="63" name="Star: 5 Points 62">
              <a:extLst>
                <a:ext uri="{FF2B5EF4-FFF2-40B4-BE49-F238E27FC236}">
                  <a16:creationId xmlns:a16="http://schemas.microsoft.com/office/drawing/2014/main" id="{E24ADDEB-B9E3-5E47-579F-675BA9C03355}"/>
                </a:ext>
              </a:extLst>
            </p:cNvPr>
            <p:cNvSpPr/>
            <p:nvPr/>
          </p:nvSpPr>
          <p:spPr>
            <a:xfrm>
              <a:off x="5846628" y="3704771"/>
              <a:ext cx="181890" cy="181890"/>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grpSp>
        <p:nvGrpSpPr>
          <p:cNvPr id="64" name="Group 63">
            <a:extLst>
              <a:ext uri="{FF2B5EF4-FFF2-40B4-BE49-F238E27FC236}">
                <a16:creationId xmlns:a16="http://schemas.microsoft.com/office/drawing/2014/main" id="{D8DC6641-3C3F-2868-E7C1-A0F0EA63150A}"/>
              </a:ext>
            </a:extLst>
          </p:cNvPr>
          <p:cNvGrpSpPr/>
          <p:nvPr/>
        </p:nvGrpSpPr>
        <p:grpSpPr>
          <a:xfrm>
            <a:off x="7346416" y="4882236"/>
            <a:ext cx="978092" cy="355440"/>
            <a:chOff x="6152052" y="3822684"/>
            <a:chExt cx="978092" cy="355440"/>
          </a:xfrm>
        </p:grpSpPr>
        <p:sp>
          <p:nvSpPr>
            <p:cNvPr id="65" name="Rectangle: Rounded Corners 64">
              <a:extLst>
                <a:ext uri="{FF2B5EF4-FFF2-40B4-BE49-F238E27FC236}">
                  <a16:creationId xmlns:a16="http://schemas.microsoft.com/office/drawing/2014/main" id="{AB1A57D5-C9F6-592D-B8F0-693670EADC92}"/>
                </a:ext>
              </a:extLst>
            </p:cNvPr>
            <p:cNvSpPr/>
            <p:nvPr/>
          </p:nvSpPr>
          <p:spPr>
            <a:xfrm>
              <a:off x="6152052" y="3822684"/>
              <a:ext cx="978092" cy="355440"/>
            </a:xfrm>
            <a:prstGeom prst="roundRect">
              <a:avLst>
                <a:gd name="adj" fmla="val 2290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1400" b="1" dirty="0">
                  <a:solidFill>
                    <a:schemeClr val="tx1"/>
                  </a:solidFill>
                  <a:latin typeface="+mj-lt"/>
                </a:rPr>
                <a:t>Hours</a:t>
              </a:r>
            </a:p>
          </p:txBody>
        </p:sp>
        <p:pic>
          <p:nvPicPr>
            <p:cNvPr id="66" name="Picture 65" descr="A blue clock with a black hand&#10;&#10;AI-generated content may be incorrect.">
              <a:extLst>
                <a:ext uri="{FF2B5EF4-FFF2-40B4-BE49-F238E27FC236}">
                  <a16:creationId xmlns:a16="http://schemas.microsoft.com/office/drawing/2014/main" id="{5CCA7AC1-7C25-3AEE-85D8-833B4F73E9FD}"/>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814408" y="3897628"/>
              <a:ext cx="219562" cy="219562"/>
            </a:xfrm>
            <a:prstGeom prst="rect">
              <a:avLst/>
            </a:prstGeom>
          </p:spPr>
        </p:pic>
      </p:grpSp>
      <p:sp>
        <p:nvSpPr>
          <p:cNvPr id="10" name="Rectangle 9">
            <a:extLst>
              <a:ext uri="{FF2B5EF4-FFF2-40B4-BE49-F238E27FC236}">
                <a16:creationId xmlns:a16="http://schemas.microsoft.com/office/drawing/2014/main" id="{6C4269F1-F623-685E-C0C8-FAACCDAC4DC9}"/>
              </a:ext>
            </a:extLst>
          </p:cNvPr>
          <p:cNvSpPr/>
          <p:nvPr/>
        </p:nvSpPr>
        <p:spPr>
          <a:xfrm>
            <a:off x="6099574" y="5333287"/>
            <a:ext cx="3032154" cy="1514903"/>
          </a:xfrm>
          <a:prstGeom prst="rect">
            <a:avLst/>
          </a:prstGeom>
          <a:solidFill>
            <a:srgbClr val="F7FAFF"/>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1" name="TextBox 10">
            <a:extLst>
              <a:ext uri="{FF2B5EF4-FFF2-40B4-BE49-F238E27FC236}">
                <a16:creationId xmlns:a16="http://schemas.microsoft.com/office/drawing/2014/main" id="{5ACF39EB-315C-268B-2428-9A2BE668C629}"/>
              </a:ext>
            </a:extLst>
          </p:cNvPr>
          <p:cNvSpPr txBox="1"/>
          <p:nvPr/>
        </p:nvSpPr>
        <p:spPr>
          <a:xfrm>
            <a:off x="6161860" y="5664173"/>
            <a:ext cx="1203827" cy="520247"/>
          </a:xfrm>
          <a:prstGeom prst="rect">
            <a:avLst/>
          </a:prstGeom>
          <a:noFill/>
          <a:ln>
            <a:solidFill>
              <a:srgbClr val="2F3C7E"/>
            </a:solidFill>
          </a:ln>
        </p:spPr>
        <p:txBody>
          <a:bodyPr wrap="square" rtlCol="0">
            <a:spAutoFit/>
          </a:bodyPr>
          <a:lstStyle/>
          <a:p>
            <a:endParaRPr lang="en-SG" dirty="0"/>
          </a:p>
        </p:txBody>
      </p:sp>
      <p:sp>
        <p:nvSpPr>
          <p:cNvPr id="14" name="TextBox 13">
            <a:extLst>
              <a:ext uri="{FF2B5EF4-FFF2-40B4-BE49-F238E27FC236}">
                <a16:creationId xmlns:a16="http://schemas.microsoft.com/office/drawing/2014/main" id="{386EE963-8F0F-2801-CB82-053FECD71B08}"/>
              </a:ext>
            </a:extLst>
          </p:cNvPr>
          <p:cNvSpPr txBox="1"/>
          <p:nvPr/>
        </p:nvSpPr>
        <p:spPr>
          <a:xfrm>
            <a:off x="7547917" y="5360231"/>
            <a:ext cx="1596366" cy="307777"/>
          </a:xfrm>
          <a:prstGeom prst="rect">
            <a:avLst/>
          </a:prstGeom>
          <a:noFill/>
        </p:spPr>
        <p:txBody>
          <a:bodyPr wrap="square" rtlCol="0">
            <a:spAutoFit/>
          </a:bodyPr>
          <a:lstStyle/>
          <a:p>
            <a:r>
              <a:rPr lang="en-SG" sz="1400" dirty="0"/>
              <a:t>5.0</a:t>
            </a:r>
          </a:p>
        </p:txBody>
      </p:sp>
      <p:sp>
        <p:nvSpPr>
          <p:cNvPr id="15" name="Star: 5 Points 14">
            <a:extLst>
              <a:ext uri="{FF2B5EF4-FFF2-40B4-BE49-F238E27FC236}">
                <a16:creationId xmlns:a16="http://schemas.microsoft.com/office/drawing/2014/main" id="{E6850104-B131-E024-463D-30894A25059F}"/>
              </a:ext>
            </a:extLst>
          </p:cNvPr>
          <p:cNvSpPr/>
          <p:nvPr/>
        </p:nvSpPr>
        <p:spPr>
          <a:xfrm>
            <a:off x="7971205"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6" name="Star: 5 Points 15">
            <a:extLst>
              <a:ext uri="{FF2B5EF4-FFF2-40B4-BE49-F238E27FC236}">
                <a16:creationId xmlns:a16="http://schemas.microsoft.com/office/drawing/2014/main" id="{D7DFE4E0-F70B-2521-9A84-495DE318EF39}"/>
              </a:ext>
            </a:extLst>
          </p:cNvPr>
          <p:cNvSpPr/>
          <p:nvPr/>
        </p:nvSpPr>
        <p:spPr>
          <a:xfrm>
            <a:off x="8181374"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9" name="Star: 5 Points 18">
            <a:extLst>
              <a:ext uri="{FF2B5EF4-FFF2-40B4-BE49-F238E27FC236}">
                <a16:creationId xmlns:a16="http://schemas.microsoft.com/office/drawing/2014/main" id="{B9D11925-9BD3-15FE-014C-64EA548D1166}"/>
              </a:ext>
            </a:extLst>
          </p:cNvPr>
          <p:cNvSpPr/>
          <p:nvPr/>
        </p:nvSpPr>
        <p:spPr>
          <a:xfrm>
            <a:off x="8607249"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0" name="Star: 5 Points 19">
            <a:extLst>
              <a:ext uri="{FF2B5EF4-FFF2-40B4-BE49-F238E27FC236}">
                <a16:creationId xmlns:a16="http://schemas.microsoft.com/office/drawing/2014/main" id="{0DB8DDCD-DD6E-0B69-A4D3-941967DF2F21}"/>
              </a:ext>
            </a:extLst>
          </p:cNvPr>
          <p:cNvSpPr/>
          <p:nvPr/>
        </p:nvSpPr>
        <p:spPr>
          <a:xfrm>
            <a:off x="8391543"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8" name="Star: 5 Points 37">
            <a:extLst>
              <a:ext uri="{FF2B5EF4-FFF2-40B4-BE49-F238E27FC236}">
                <a16:creationId xmlns:a16="http://schemas.microsoft.com/office/drawing/2014/main" id="{6F40EB67-51B3-6069-0597-682ADBAE317F}"/>
              </a:ext>
            </a:extLst>
          </p:cNvPr>
          <p:cNvSpPr/>
          <p:nvPr/>
        </p:nvSpPr>
        <p:spPr>
          <a:xfrm>
            <a:off x="8822955" y="5432769"/>
            <a:ext cx="151235" cy="160792"/>
          </a:xfrm>
          <a:prstGeom prst="star5">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2" name="Rectangle: Rounded Corners 41">
            <a:extLst>
              <a:ext uri="{FF2B5EF4-FFF2-40B4-BE49-F238E27FC236}">
                <a16:creationId xmlns:a16="http://schemas.microsoft.com/office/drawing/2014/main" id="{FE0F92E9-45E1-8F83-6E57-4696B1A659D0}"/>
              </a:ext>
            </a:extLst>
          </p:cNvPr>
          <p:cNvSpPr/>
          <p:nvPr/>
        </p:nvSpPr>
        <p:spPr>
          <a:xfrm>
            <a:off x="6262348" y="6480894"/>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More Details</a:t>
            </a:r>
          </a:p>
        </p:txBody>
      </p:sp>
      <p:pic>
        <p:nvPicPr>
          <p:cNvPr id="45" name="Picture 44" descr="A red person silhouette on a black background&#10;&#10;AI-generated content may be incorrect.">
            <a:extLst>
              <a:ext uri="{FF2B5EF4-FFF2-40B4-BE49-F238E27FC236}">
                <a16:creationId xmlns:a16="http://schemas.microsoft.com/office/drawing/2014/main" id="{8A26BA33-587A-E81E-F2E0-E3D5B3B2165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516655" y="5853955"/>
            <a:ext cx="275789" cy="275789"/>
          </a:xfrm>
          <a:prstGeom prst="rect">
            <a:avLst/>
          </a:prstGeom>
        </p:spPr>
      </p:pic>
      <p:sp>
        <p:nvSpPr>
          <p:cNvPr id="46" name="TextBox 45">
            <a:extLst>
              <a:ext uri="{FF2B5EF4-FFF2-40B4-BE49-F238E27FC236}">
                <a16:creationId xmlns:a16="http://schemas.microsoft.com/office/drawing/2014/main" id="{6CD52DE7-6ADF-A7FD-83BC-6EB56CF52C97}"/>
              </a:ext>
            </a:extLst>
          </p:cNvPr>
          <p:cNvSpPr txBox="1"/>
          <p:nvPr/>
        </p:nvSpPr>
        <p:spPr>
          <a:xfrm>
            <a:off x="7358243" y="5610947"/>
            <a:ext cx="922713" cy="276999"/>
          </a:xfrm>
          <a:prstGeom prst="rect">
            <a:avLst/>
          </a:prstGeom>
          <a:noFill/>
        </p:spPr>
        <p:txBody>
          <a:bodyPr wrap="square" rtlCol="0">
            <a:spAutoFit/>
          </a:bodyPr>
          <a:lstStyle/>
          <a:p>
            <a:r>
              <a:rPr lang="en-SG" sz="1200" dirty="0">
                <a:solidFill>
                  <a:schemeClr val="tx2">
                    <a:lumMod val="50000"/>
                  </a:schemeClr>
                </a:solidFill>
              </a:rPr>
              <a:t>Queue</a:t>
            </a:r>
            <a:endParaRPr lang="en-SG" sz="1400" dirty="0">
              <a:solidFill>
                <a:schemeClr val="tx2">
                  <a:lumMod val="50000"/>
                </a:schemeClr>
              </a:solidFill>
            </a:endParaRPr>
          </a:p>
        </p:txBody>
      </p:sp>
      <p:pic>
        <p:nvPicPr>
          <p:cNvPr id="47" name="Picture 46" descr="A red person silhouette on a black background&#10;&#10;AI-generated content may be incorrect.">
            <a:extLst>
              <a:ext uri="{FF2B5EF4-FFF2-40B4-BE49-F238E27FC236}">
                <a16:creationId xmlns:a16="http://schemas.microsoft.com/office/drawing/2014/main" id="{A5A7CDEF-7752-9131-A95B-C9E21E7188A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376403" y="5851159"/>
            <a:ext cx="275789" cy="275789"/>
          </a:xfrm>
          <a:prstGeom prst="rect">
            <a:avLst/>
          </a:prstGeom>
        </p:spPr>
      </p:pic>
      <p:pic>
        <p:nvPicPr>
          <p:cNvPr id="48" name="Picture 47" descr="A red person silhouette on a black background&#10;&#10;AI-generated content may be incorrect.">
            <a:extLst>
              <a:ext uri="{FF2B5EF4-FFF2-40B4-BE49-F238E27FC236}">
                <a16:creationId xmlns:a16="http://schemas.microsoft.com/office/drawing/2014/main" id="{536EB8F7-B5B0-F931-8552-B3C130FC79A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652227" y="5849595"/>
            <a:ext cx="275789" cy="275789"/>
          </a:xfrm>
          <a:prstGeom prst="rect">
            <a:avLst/>
          </a:prstGeom>
        </p:spPr>
      </p:pic>
      <p:pic>
        <p:nvPicPr>
          <p:cNvPr id="49" name="Picture 48" descr="A red person silhouette on a black background&#10;&#10;AI-generated content may be incorrect.">
            <a:extLst>
              <a:ext uri="{FF2B5EF4-FFF2-40B4-BE49-F238E27FC236}">
                <a16:creationId xmlns:a16="http://schemas.microsoft.com/office/drawing/2014/main" id="{CC04CD5F-82BA-4FBB-4620-22D5AE2DA21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783527" y="5849116"/>
            <a:ext cx="275789" cy="275789"/>
          </a:xfrm>
          <a:prstGeom prst="rect">
            <a:avLst/>
          </a:prstGeom>
        </p:spPr>
      </p:pic>
      <p:pic>
        <p:nvPicPr>
          <p:cNvPr id="50" name="Picture 49" descr="A red person silhouette on a black background&#10;&#10;AI-generated content may be incorrect.">
            <a:extLst>
              <a:ext uri="{FF2B5EF4-FFF2-40B4-BE49-F238E27FC236}">
                <a16:creationId xmlns:a16="http://schemas.microsoft.com/office/drawing/2014/main" id="{5C4CDADF-39D3-0735-A22B-93B148669285}"/>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916120" y="5848637"/>
            <a:ext cx="275789" cy="275789"/>
          </a:xfrm>
          <a:prstGeom prst="rect">
            <a:avLst/>
          </a:prstGeom>
        </p:spPr>
      </p:pic>
      <p:sp>
        <p:nvSpPr>
          <p:cNvPr id="51" name="TextBox 50">
            <a:extLst>
              <a:ext uri="{FF2B5EF4-FFF2-40B4-BE49-F238E27FC236}">
                <a16:creationId xmlns:a16="http://schemas.microsoft.com/office/drawing/2014/main" id="{70A80118-57D5-FE69-08BA-CB9C55ACF92A}"/>
              </a:ext>
            </a:extLst>
          </p:cNvPr>
          <p:cNvSpPr txBox="1"/>
          <p:nvPr/>
        </p:nvSpPr>
        <p:spPr>
          <a:xfrm>
            <a:off x="8101853" y="5622746"/>
            <a:ext cx="1055983" cy="276999"/>
          </a:xfrm>
          <a:prstGeom prst="rect">
            <a:avLst/>
          </a:prstGeom>
          <a:noFill/>
        </p:spPr>
        <p:txBody>
          <a:bodyPr wrap="square" rtlCol="0">
            <a:spAutoFit/>
          </a:bodyPr>
          <a:lstStyle/>
          <a:p>
            <a:r>
              <a:rPr lang="en-SG" sz="1200" dirty="0">
                <a:solidFill>
                  <a:schemeClr val="tx2">
                    <a:lumMod val="50000"/>
                  </a:schemeClr>
                </a:solidFill>
              </a:rPr>
              <a:t>Current Wait</a:t>
            </a:r>
            <a:endParaRPr lang="en-SG" sz="1400" dirty="0">
              <a:solidFill>
                <a:schemeClr val="tx2">
                  <a:lumMod val="50000"/>
                </a:schemeClr>
              </a:solidFill>
            </a:endParaRPr>
          </a:p>
        </p:txBody>
      </p:sp>
      <p:sp>
        <p:nvSpPr>
          <p:cNvPr id="52" name="TextBox 51">
            <a:extLst>
              <a:ext uri="{FF2B5EF4-FFF2-40B4-BE49-F238E27FC236}">
                <a16:creationId xmlns:a16="http://schemas.microsoft.com/office/drawing/2014/main" id="{33136820-B5E0-E192-DA91-2253B57CF8C5}"/>
              </a:ext>
            </a:extLst>
          </p:cNvPr>
          <p:cNvSpPr txBox="1"/>
          <p:nvPr/>
        </p:nvSpPr>
        <p:spPr>
          <a:xfrm>
            <a:off x="8134500" y="5855990"/>
            <a:ext cx="922713" cy="276999"/>
          </a:xfrm>
          <a:prstGeom prst="rect">
            <a:avLst/>
          </a:prstGeom>
          <a:noFill/>
        </p:spPr>
        <p:txBody>
          <a:bodyPr wrap="square" rtlCol="0">
            <a:spAutoFit/>
          </a:bodyPr>
          <a:lstStyle/>
          <a:p>
            <a:r>
              <a:rPr lang="en-SG" sz="1200" dirty="0">
                <a:solidFill>
                  <a:schemeClr val="accent4"/>
                </a:solidFill>
              </a:rPr>
              <a:t>&gt; 50 mins</a:t>
            </a:r>
            <a:endParaRPr lang="en-SG" sz="1400" dirty="0">
              <a:solidFill>
                <a:schemeClr val="accent4"/>
              </a:solidFill>
            </a:endParaRPr>
          </a:p>
        </p:txBody>
      </p:sp>
      <p:sp>
        <p:nvSpPr>
          <p:cNvPr id="53" name="TextBox 52">
            <a:extLst>
              <a:ext uri="{FF2B5EF4-FFF2-40B4-BE49-F238E27FC236}">
                <a16:creationId xmlns:a16="http://schemas.microsoft.com/office/drawing/2014/main" id="{72F49B8A-35A0-E916-503F-3BF77D5249D2}"/>
              </a:ext>
            </a:extLst>
          </p:cNvPr>
          <p:cNvSpPr txBox="1"/>
          <p:nvPr/>
        </p:nvSpPr>
        <p:spPr>
          <a:xfrm>
            <a:off x="7353893" y="6160102"/>
            <a:ext cx="922713" cy="276999"/>
          </a:xfrm>
          <a:prstGeom prst="rect">
            <a:avLst/>
          </a:prstGeom>
          <a:noFill/>
        </p:spPr>
        <p:txBody>
          <a:bodyPr wrap="square" rtlCol="0">
            <a:spAutoFit/>
          </a:bodyPr>
          <a:lstStyle/>
          <a:p>
            <a:r>
              <a:rPr lang="en-SG" sz="1200" dirty="0">
                <a:solidFill>
                  <a:schemeClr val="tx2">
                    <a:lumMod val="50000"/>
                  </a:schemeClr>
                </a:solidFill>
              </a:rPr>
              <a:t>From here: </a:t>
            </a:r>
            <a:endParaRPr lang="en-SG" sz="1400" dirty="0">
              <a:solidFill>
                <a:schemeClr val="tx2">
                  <a:lumMod val="50000"/>
                </a:schemeClr>
              </a:solidFill>
            </a:endParaRPr>
          </a:p>
        </p:txBody>
      </p:sp>
      <p:sp>
        <p:nvSpPr>
          <p:cNvPr id="73" name="TextBox 72">
            <a:extLst>
              <a:ext uri="{FF2B5EF4-FFF2-40B4-BE49-F238E27FC236}">
                <a16:creationId xmlns:a16="http://schemas.microsoft.com/office/drawing/2014/main" id="{E8B8F90D-9952-C626-CC8F-93734103F0A4}"/>
              </a:ext>
            </a:extLst>
          </p:cNvPr>
          <p:cNvSpPr txBox="1"/>
          <p:nvPr/>
        </p:nvSpPr>
        <p:spPr>
          <a:xfrm>
            <a:off x="8113349" y="6155231"/>
            <a:ext cx="922713" cy="276999"/>
          </a:xfrm>
          <a:prstGeom prst="rect">
            <a:avLst/>
          </a:prstGeom>
          <a:noFill/>
        </p:spPr>
        <p:txBody>
          <a:bodyPr wrap="square" rtlCol="0">
            <a:spAutoFit/>
          </a:bodyPr>
          <a:lstStyle/>
          <a:p>
            <a:r>
              <a:rPr lang="en-SG" sz="1200" dirty="0">
                <a:solidFill>
                  <a:schemeClr val="tx2">
                    <a:lumMod val="50000"/>
                  </a:schemeClr>
                </a:solidFill>
              </a:rPr>
              <a:t>2 mins</a:t>
            </a:r>
            <a:endParaRPr lang="en-SG" sz="1400" dirty="0">
              <a:solidFill>
                <a:schemeClr val="tx2">
                  <a:lumMod val="50000"/>
                </a:schemeClr>
              </a:solidFill>
            </a:endParaRPr>
          </a:p>
        </p:txBody>
      </p:sp>
      <p:pic>
        <p:nvPicPr>
          <p:cNvPr id="74" name="Picture 73" descr="A person walking on a black background&#10;&#10;AI-generated content may be incorrect.">
            <a:extLst>
              <a:ext uri="{FF2B5EF4-FFF2-40B4-BE49-F238E27FC236}">
                <a16:creationId xmlns:a16="http://schemas.microsoft.com/office/drawing/2014/main" id="{3111E250-A9F4-325B-FB6D-C167D87895D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638027" y="6190852"/>
            <a:ext cx="162491" cy="162491"/>
          </a:xfrm>
          <a:prstGeom prst="rect">
            <a:avLst/>
          </a:prstGeom>
        </p:spPr>
      </p:pic>
      <p:sp>
        <p:nvSpPr>
          <p:cNvPr id="75" name="Rectangle: Rounded Corners 74">
            <a:extLst>
              <a:ext uri="{FF2B5EF4-FFF2-40B4-BE49-F238E27FC236}">
                <a16:creationId xmlns:a16="http://schemas.microsoft.com/office/drawing/2014/main" id="{DADCBD12-225E-7F83-5B60-B548C720E9A7}"/>
              </a:ext>
            </a:extLst>
          </p:cNvPr>
          <p:cNvSpPr/>
          <p:nvPr/>
        </p:nvSpPr>
        <p:spPr>
          <a:xfrm>
            <a:off x="7698640" y="6478198"/>
            <a:ext cx="1302331" cy="33230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t>Add to Plan</a:t>
            </a:r>
          </a:p>
        </p:txBody>
      </p:sp>
      <p:sp>
        <p:nvSpPr>
          <p:cNvPr id="78" name="Rectangle: Rounded Corners 77">
            <a:extLst>
              <a:ext uri="{FF2B5EF4-FFF2-40B4-BE49-F238E27FC236}">
                <a16:creationId xmlns:a16="http://schemas.microsoft.com/office/drawing/2014/main" id="{0CC86137-0F03-8B01-798B-2BB43FDA3CBA}"/>
              </a:ext>
            </a:extLst>
          </p:cNvPr>
          <p:cNvSpPr/>
          <p:nvPr/>
        </p:nvSpPr>
        <p:spPr>
          <a:xfrm rot="5400000">
            <a:off x="8802145" y="5607837"/>
            <a:ext cx="556075" cy="4594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158" name="TextBox 157">
            <a:extLst>
              <a:ext uri="{FF2B5EF4-FFF2-40B4-BE49-F238E27FC236}">
                <a16:creationId xmlns:a16="http://schemas.microsoft.com/office/drawing/2014/main" id="{AE0D7F1F-3D75-EE05-6584-DE17185E920D}"/>
              </a:ext>
            </a:extLst>
          </p:cNvPr>
          <p:cNvSpPr txBox="1"/>
          <p:nvPr/>
        </p:nvSpPr>
        <p:spPr>
          <a:xfrm>
            <a:off x="6072725" y="5352159"/>
            <a:ext cx="1596366" cy="307777"/>
          </a:xfrm>
          <a:prstGeom prst="rect">
            <a:avLst/>
          </a:prstGeom>
          <a:noFill/>
        </p:spPr>
        <p:txBody>
          <a:bodyPr wrap="square" rtlCol="0">
            <a:spAutoFit/>
          </a:bodyPr>
          <a:lstStyle/>
          <a:p>
            <a:r>
              <a:rPr lang="en-SG" sz="1400" b="1" dirty="0">
                <a:solidFill>
                  <a:schemeClr val="tx2">
                    <a:lumMod val="50000"/>
                  </a:schemeClr>
                </a:solidFill>
              </a:rPr>
              <a:t>Jake &amp; Marks</a:t>
            </a:r>
          </a:p>
        </p:txBody>
      </p:sp>
      <p:pic>
        <p:nvPicPr>
          <p:cNvPr id="159" name="Picture 158">
            <a:extLst>
              <a:ext uri="{FF2B5EF4-FFF2-40B4-BE49-F238E27FC236}">
                <a16:creationId xmlns:a16="http://schemas.microsoft.com/office/drawing/2014/main" id="{7B629789-9071-B542-BDCF-A7FDA6EE5225}"/>
              </a:ext>
            </a:extLst>
          </p:cNvPr>
          <p:cNvPicPr>
            <a:picLocks noChangeAspect="1"/>
          </p:cNvPicPr>
          <p:nvPr/>
        </p:nvPicPr>
        <p:blipFill>
          <a:blip r:embed="rId15"/>
          <a:stretch>
            <a:fillRect/>
          </a:stretch>
        </p:blipFill>
        <p:spPr>
          <a:xfrm>
            <a:off x="6525917" y="5748501"/>
            <a:ext cx="454361" cy="454361"/>
          </a:xfrm>
          <a:prstGeom prst="rect">
            <a:avLst/>
          </a:prstGeom>
        </p:spPr>
      </p:pic>
      <p:grpSp>
        <p:nvGrpSpPr>
          <p:cNvPr id="177" name="Group 176">
            <a:extLst>
              <a:ext uri="{FF2B5EF4-FFF2-40B4-BE49-F238E27FC236}">
                <a16:creationId xmlns:a16="http://schemas.microsoft.com/office/drawing/2014/main" id="{61FD3203-4FDB-D941-5C73-5ABDCACDA132}"/>
              </a:ext>
            </a:extLst>
          </p:cNvPr>
          <p:cNvGrpSpPr/>
          <p:nvPr/>
        </p:nvGrpSpPr>
        <p:grpSpPr>
          <a:xfrm>
            <a:off x="3929375" y="3264938"/>
            <a:ext cx="1352180" cy="580876"/>
            <a:chOff x="4579693" y="5139808"/>
            <a:chExt cx="776731" cy="333672"/>
          </a:xfrm>
        </p:grpSpPr>
        <p:sp>
          <p:nvSpPr>
            <p:cNvPr id="178" name="Rectangle: Rounded Corners 177">
              <a:extLst>
                <a:ext uri="{FF2B5EF4-FFF2-40B4-BE49-F238E27FC236}">
                  <a16:creationId xmlns:a16="http://schemas.microsoft.com/office/drawing/2014/main" id="{CB37C216-6654-C932-8BE0-32613571B1DD}"/>
                </a:ext>
              </a:extLst>
            </p:cNvPr>
            <p:cNvSpPr/>
            <p:nvPr/>
          </p:nvSpPr>
          <p:spPr>
            <a:xfrm>
              <a:off x="4672329" y="5139808"/>
              <a:ext cx="621475" cy="165557"/>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200" b="1" dirty="0">
                  <a:solidFill>
                    <a:schemeClr val="tx2"/>
                  </a:solidFill>
                  <a:latin typeface="+mj-lt"/>
                </a:rPr>
                <a:t>2.4 KM</a:t>
              </a:r>
            </a:p>
          </p:txBody>
        </p:sp>
        <p:grpSp>
          <p:nvGrpSpPr>
            <p:cNvPr id="179" name="Group 178">
              <a:extLst>
                <a:ext uri="{FF2B5EF4-FFF2-40B4-BE49-F238E27FC236}">
                  <a16:creationId xmlns:a16="http://schemas.microsoft.com/office/drawing/2014/main" id="{4E3427FA-CB66-B308-E92A-9CDA6FA00334}"/>
                </a:ext>
              </a:extLst>
            </p:cNvPr>
            <p:cNvGrpSpPr/>
            <p:nvPr/>
          </p:nvGrpSpPr>
          <p:grpSpPr>
            <a:xfrm>
              <a:off x="4579693" y="5287690"/>
              <a:ext cx="776731" cy="185790"/>
              <a:chOff x="4622782" y="5567706"/>
              <a:chExt cx="776731" cy="185790"/>
            </a:xfrm>
          </p:grpSpPr>
          <p:sp>
            <p:nvSpPr>
              <p:cNvPr id="180" name="TextBox 179">
                <a:extLst>
                  <a:ext uri="{FF2B5EF4-FFF2-40B4-BE49-F238E27FC236}">
                    <a16:creationId xmlns:a16="http://schemas.microsoft.com/office/drawing/2014/main" id="{2BF1D05F-0FE6-95C3-6139-2F097C2E3C65}"/>
                  </a:ext>
                </a:extLst>
              </p:cNvPr>
              <p:cNvSpPr txBox="1"/>
              <p:nvPr/>
            </p:nvSpPr>
            <p:spPr>
              <a:xfrm>
                <a:off x="4622782" y="5567706"/>
                <a:ext cx="726297" cy="176796"/>
              </a:xfrm>
              <a:prstGeom prst="rect">
                <a:avLst/>
              </a:prstGeom>
              <a:noFill/>
              <a:ln>
                <a:noFill/>
              </a:ln>
            </p:spPr>
            <p:txBody>
              <a:bodyPr wrap="square" rtlCol="0">
                <a:spAutoFit/>
              </a:bodyPr>
              <a:lstStyle/>
              <a:p>
                <a:pPr algn="ctr"/>
                <a:r>
                  <a:rPr lang="en-SG" sz="1400" dirty="0">
                    <a:solidFill>
                      <a:schemeClr val="tx2"/>
                    </a:solidFill>
                  </a:rPr>
                  <a:t>~ 20 mins</a:t>
                </a:r>
                <a:endParaRPr lang="en-SG" sz="1400" dirty="0">
                  <a:solidFill>
                    <a:schemeClr val="tx2"/>
                  </a:solidFill>
                  <a:latin typeface="+mn-lt"/>
                </a:endParaRPr>
              </a:p>
            </p:txBody>
          </p:sp>
          <p:pic>
            <p:nvPicPr>
              <p:cNvPr id="181" name="Picture 180" descr="A person walking on a black background&#10;&#10;AI-generated content may be incorrect.">
                <a:extLst>
                  <a:ext uri="{FF2B5EF4-FFF2-40B4-BE49-F238E27FC236}">
                    <a16:creationId xmlns:a16="http://schemas.microsoft.com/office/drawing/2014/main" id="{A7F4DACF-86E0-087D-8916-186AD28A7EE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237022" y="5591005"/>
                <a:ext cx="162491" cy="162491"/>
              </a:xfrm>
              <a:prstGeom prst="rect">
                <a:avLst/>
              </a:prstGeom>
            </p:spPr>
          </p:pic>
        </p:grpSp>
      </p:grpSp>
      <p:sp>
        <p:nvSpPr>
          <p:cNvPr id="4" name="Rectangle 3">
            <a:extLst>
              <a:ext uri="{FF2B5EF4-FFF2-40B4-BE49-F238E27FC236}">
                <a16:creationId xmlns:a16="http://schemas.microsoft.com/office/drawing/2014/main" id="{B6E77958-EDE5-433C-2F57-6C356FADCA0D}"/>
              </a:ext>
            </a:extLst>
          </p:cNvPr>
          <p:cNvSpPr/>
          <p:nvPr/>
        </p:nvSpPr>
        <p:spPr>
          <a:xfrm>
            <a:off x="8691660" y="2269695"/>
            <a:ext cx="3497944" cy="81648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52" name="Group 151">
            <a:extLst>
              <a:ext uri="{FF2B5EF4-FFF2-40B4-BE49-F238E27FC236}">
                <a16:creationId xmlns:a16="http://schemas.microsoft.com/office/drawing/2014/main" id="{3393C211-8E88-CD16-8978-052FDFA917FE}"/>
              </a:ext>
            </a:extLst>
          </p:cNvPr>
          <p:cNvGrpSpPr/>
          <p:nvPr/>
        </p:nvGrpSpPr>
        <p:grpSpPr>
          <a:xfrm>
            <a:off x="10288455" y="2947144"/>
            <a:ext cx="304354" cy="304354"/>
            <a:chOff x="5097805" y="3334561"/>
            <a:chExt cx="188877" cy="188877"/>
          </a:xfrm>
        </p:grpSpPr>
        <p:sp>
          <p:nvSpPr>
            <p:cNvPr id="153" name="Oval 152">
              <a:extLst>
                <a:ext uri="{FF2B5EF4-FFF2-40B4-BE49-F238E27FC236}">
                  <a16:creationId xmlns:a16="http://schemas.microsoft.com/office/drawing/2014/main" id="{8F977228-F8FB-07DD-C916-5E4323242EEF}"/>
                </a:ext>
              </a:extLst>
            </p:cNvPr>
            <p:cNvSpPr/>
            <p:nvPr/>
          </p:nvSpPr>
          <p:spPr>
            <a:xfrm>
              <a:off x="5097805" y="3334561"/>
              <a:ext cx="188877" cy="18887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54" name="Plus Sign 153">
              <a:extLst>
                <a:ext uri="{FF2B5EF4-FFF2-40B4-BE49-F238E27FC236}">
                  <a16:creationId xmlns:a16="http://schemas.microsoft.com/office/drawing/2014/main" id="{BA5A6E7E-A592-33CB-BF66-CEA3B2A3C2AB}"/>
                </a:ext>
              </a:extLst>
            </p:cNvPr>
            <p:cNvSpPr/>
            <p:nvPr/>
          </p:nvSpPr>
          <p:spPr>
            <a:xfrm>
              <a:off x="5126715" y="3362860"/>
              <a:ext cx="131055" cy="131055"/>
            </a:xfrm>
            <a:prstGeom prst="mathPlus">
              <a:avLst>
                <a:gd name="adj1" fmla="val 210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13" name="Rectangle: Rounded Corners 12">
            <a:extLst>
              <a:ext uri="{FF2B5EF4-FFF2-40B4-BE49-F238E27FC236}">
                <a16:creationId xmlns:a16="http://schemas.microsoft.com/office/drawing/2014/main" id="{0CCF2F29-7B1F-ECB1-ACD8-A0AAA24A8D40}"/>
              </a:ext>
            </a:extLst>
          </p:cNvPr>
          <p:cNvSpPr/>
          <p:nvPr/>
        </p:nvSpPr>
        <p:spPr>
          <a:xfrm rot="5400000">
            <a:off x="8499510" y="2177837"/>
            <a:ext cx="556075" cy="4594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77" name="TextBox 76">
            <a:extLst>
              <a:ext uri="{FF2B5EF4-FFF2-40B4-BE49-F238E27FC236}">
                <a16:creationId xmlns:a16="http://schemas.microsoft.com/office/drawing/2014/main" id="{3CAB95AF-4049-E8CF-E28F-EDDCECD20D67}"/>
              </a:ext>
            </a:extLst>
          </p:cNvPr>
          <p:cNvSpPr txBox="1"/>
          <p:nvPr/>
        </p:nvSpPr>
        <p:spPr>
          <a:xfrm>
            <a:off x="8802914" y="2240987"/>
            <a:ext cx="1121512" cy="461665"/>
          </a:xfrm>
          <a:prstGeom prst="rect">
            <a:avLst/>
          </a:prstGeom>
          <a:noFill/>
        </p:spPr>
        <p:txBody>
          <a:bodyPr wrap="square" rtlCol="0">
            <a:spAutoFit/>
          </a:bodyPr>
          <a:lstStyle/>
          <a:p>
            <a:r>
              <a:rPr lang="en-SG" sz="2400" b="1" dirty="0"/>
              <a:t>Plan 2</a:t>
            </a:r>
          </a:p>
        </p:txBody>
      </p:sp>
      <p:sp>
        <p:nvSpPr>
          <p:cNvPr id="86" name="Rectangle 85">
            <a:extLst>
              <a:ext uri="{FF2B5EF4-FFF2-40B4-BE49-F238E27FC236}">
                <a16:creationId xmlns:a16="http://schemas.microsoft.com/office/drawing/2014/main" id="{93102DDB-12B6-0880-AE48-124718DB9849}"/>
              </a:ext>
            </a:extLst>
          </p:cNvPr>
          <p:cNvSpPr/>
          <p:nvPr/>
        </p:nvSpPr>
        <p:spPr>
          <a:xfrm>
            <a:off x="10292443" y="2266650"/>
            <a:ext cx="1899557" cy="4593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50" name="Picture 149" descr="A yellow hand pointing up&#10;&#10;AI-generated content may be incorrect.">
            <a:extLst>
              <a:ext uri="{FF2B5EF4-FFF2-40B4-BE49-F238E27FC236}">
                <a16:creationId xmlns:a16="http://schemas.microsoft.com/office/drawing/2014/main" id="{F5099D5A-61BC-2055-5CCE-1E5CBFE801AA}"/>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1358665" y="2078760"/>
            <a:ext cx="663866" cy="663866"/>
          </a:xfrm>
          <a:prstGeom prst="rect">
            <a:avLst/>
          </a:prstGeom>
        </p:spPr>
      </p:pic>
      <p:sp>
        <p:nvSpPr>
          <p:cNvPr id="94" name="TextBox 93">
            <a:extLst>
              <a:ext uri="{FF2B5EF4-FFF2-40B4-BE49-F238E27FC236}">
                <a16:creationId xmlns:a16="http://schemas.microsoft.com/office/drawing/2014/main" id="{F26E6F7B-BBD0-BC23-A7DC-43D7EAB41961}"/>
              </a:ext>
            </a:extLst>
          </p:cNvPr>
          <p:cNvSpPr txBox="1"/>
          <p:nvPr/>
        </p:nvSpPr>
        <p:spPr>
          <a:xfrm>
            <a:off x="10122159" y="2815156"/>
            <a:ext cx="1827414" cy="584775"/>
          </a:xfrm>
          <a:prstGeom prst="rect">
            <a:avLst/>
          </a:prstGeom>
          <a:solidFill>
            <a:schemeClr val="bg1"/>
          </a:solidFill>
          <a:ln w="25400">
            <a:solidFill>
              <a:schemeClr val="accent5"/>
            </a:solidFill>
          </a:ln>
        </p:spPr>
        <p:txBody>
          <a:bodyPr wrap="square" rtlCol="0">
            <a:spAutoFit/>
          </a:bodyPr>
          <a:lstStyle/>
          <a:p>
            <a:pPr algn="just"/>
            <a:r>
              <a:rPr lang="en-US" sz="1600" b="1" dirty="0">
                <a:solidFill>
                  <a:srgbClr val="000000"/>
                </a:solidFill>
                <a:latin typeface="Arial" panose="020B0604020202020204" pitchFamily="34" charset="0"/>
                <a:cs typeface="Arial" panose="020B0604020202020204" pitchFamily="34" charset="0"/>
              </a:rPr>
              <a:t>Continue to Plan Scheduling</a:t>
            </a:r>
          </a:p>
        </p:txBody>
      </p:sp>
      <p:pic>
        <p:nvPicPr>
          <p:cNvPr id="95" name="Picture 94">
            <a:extLst>
              <a:ext uri="{FF2B5EF4-FFF2-40B4-BE49-F238E27FC236}">
                <a16:creationId xmlns:a16="http://schemas.microsoft.com/office/drawing/2014/main" id="{A63FEEDE-2B95-72F8-A3EF-8610BA818B74}"/>
              </a:ext>
            </a:extLst>
          </p:cNvPr>
          <p:cNvPicPr>
            <a:picLocks noChangeAspect="1"/>
          </p:cNvPicPr>
          <p:nvPr/>
        </p:nvPicPr>
        <p:blipFill>
          <a:blip r:embed="rId17"/>
          <a:stretch>
            <a:fillRect/>
          </a:stretch>
        </p:blipFill>
        <p:spPr>
          <a:xfrm>
            <a:off x="9844577" y="2520439"/>
            <a:ext cx="555159" cy="555159"/>
          </a:xfrm>
          <a:prstGeom prst="rect">
            <a:avLst/>
          </a:prstGeom>
        </p:spPr>
      </p:pic>
      <p:sp>
        <p:nvSpPr>
          <p:cNvPr id="96" name="TextBox 95">
            <a:extLst>
              <a:ext uri="{FF2B5EF4-FFF2-40B4-BE49-F238E27FC236}">
                <a16:creationId xmlns:a16="http://schemas.microsoft.com/office/drawing/2014/main" id="{78CB33C1-8369-774D-290E-32924D7748BB}"/>
              </a:ext>
            </a:extLst>
          </p:cNvPr>
          <p:cNvSpPr txBox="1"/>
          <p:nvPr/>
        </p:nvSpPr>
        <p:spPr>
          <a:xfrm>
            <a:off x="1856396" y="2240987"/>
            <a:ext cx="2432197" cy="830997"/>
          </a:xfrm>
          <a:prstGeom prst="rect">
            <a:avLst/>
          </a:prstGeom>
          <a:solidFill>
            <a:schemeClr val="bg1"/>
          </a:solidFill>
          <a:ln w="25400">
            <a:solidFill>
              <a:schemeClr val="accent5"/>
            </a:solidFill>
          </a:ln>
        </p:spPr>
        <p:txBody>
          <a:bodyPr wrap="square" rtlCol="0">
            <a:spAutoFit/>
          </a:bodyPr>
          <a:lstStyle/>
          <a:p>
            <a:pPr algn="just"/>
            <a:r>
              <a:rPr lang="en-US" sz="1600" dirty="0">
                <a:solidFill>
                  <a:srgbClr val="000000"/>
                </a:solidFill>
                <a:latin typeface="Arial" panose="020B0604020202020204" pitchFamily="34" charset="0"/>
                <a:cs typeface="Arial" panose="020B0604020202020204" pitchFamily="34" charset="0"/>
              </a:rPr>
              <a:t>Destinations added into a plan also have their paths highlighted</a:t>
            </a:r>
          </a:p>
        </p:txBody>
      </p:sp>
      <p:pic>
        <p:nvPicPr>
          <p:cNvPr id="110" name="Picture 109">
            <a:extLst>
              <a:ext uri="{FF2B5EF4-FFF2-40B4-BE49-F238E27FC236}">
                <a16:creationId xmlns:a16="http://schemas.microsoft.com/office/drawing/2014/main" id="{9E1FC077-E902-531A-BFB7-C01B4C7A723E}"/>
              </a:ext>
            </a:extLst>
          </p:cNvPr>
          <p:cNvPicPr>
            <a:picLocks noChangeAspect="1"/>
          </p:cNvPicPr>
          <p:nvPr/>
        </p:nvPicPr>
        <p:blipFill>
          <a:blip r:embed="rId17"/>
          <a:stretch>
            <a:fillRect/>
          </a:stretch>
        </p:blipFill>
        <p:spPr>
          <a:xfrm>
            <a:off x="1578815" y="1946270"/>
            <a:ext cx="555159" cy="555159"/>
          </a:xfrm>
          <a:prstGeom prst="rect">
            <a:avLst/>
          </a:prstGeom>
        </p:spPr>
      </p:pic>
    </p:spTree>
    <p:extLst>
      <p:ext uri="{BB962C8B-B14F-4D97-AF65-F5344CB8AC3E}">
        <p14:creationId xmlns:p14="http://schemas.microsoft.com/office/powerpoint/2010/main" val="20294082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500"/>
                                  </p:stCondLst>
                                  <p:childTnLst>
                                    <p:set>
                                      <p:cBhvr>
                                        <p:cTn id="6" dur="1" fill="hold">
                                          <p:stCondLst>
                                            <p:cond delay="0"/>
                                          </p:stCondLst>
                                        </p:cTn>
                                        <p:tgtEl>
                                          <p:spTgt spid="96"/>
                                        </p:tgtEl>
                                        <p:attrNameLst>
                                          <p:attrName>style.visibility</p:attrName>
                                        </p:attrNameLst>
                                      </p:cBhvr>
                                      <p:to>
                                        <p:strVal val="visible"/>
                                      </p:to>
                                    </p:set>
                                  </p:childTnLst>
                                </p:cTn>
                              </p:par>
                              <p:par>
                                <p:cTn id="7" presetID="1" presetClass="entr" presetSubtype="0" fill="hold" nodeType="withEffect">
                                  <p:stCondLst>
                                    <p:cond delay="500"/>
                                  </p:stCondLst>
                                  <p:childTnLst>
                                    <p:set>
                                      <p:cBhvr>
                                        <p:cTn id="8" dur="1" fill="hold">
                                          <p:stCondLst>
                                            <p:cond delay="0"/>
                                          </p:stCondLst>
                                        </p:cTn>
                                        <p:tgtEl>
                                          <p:spTgt spid="110"/>
                                        </p:tgtEl>
                                        <p:attrNameLst>
                                          <p:attrName>style.visibility</p:attrName>
                                        </p:attrNameLst>
                                      </p:cBhvr>
                                      <p:to>
                                        <p:strVal val="visible"/>
                                      </p:to>
                                    </p:set>
                                  </p:childTnLst>
                                </p:cTn>
                              </p:par>
                            </p:childTnLst>
                          </p:cTn>
                        </p:par>
                        <p:par>
                          <p:cTn id="9" fill="hold">
                            <p:stCondLst>
                              <p:cond delay="500"/>
                            </p:stCondLst>
                            <p:childTnLst>
                              <p:par>
                                <p:cTn id="10" presetID="10" presetClass="entr" presetSubtype="0" fill="hold" nodeType="afterEffect">
                                  <p:stCondLst>
                                    <p:cond delay="1000"/>
                                  </p:stCondLst>
                                  <p:childTnLst>
                                    <p:set>
                                      <p:cBhvr>
                                        <p:cTn id="11" dur="1" fill="hold">
                                          <p:stCondLst>
                                            <p:cond delay="0"/>
                                          </p:stCondLst>
                                        </p:cTn>
                                        <p:tgtEl>
                                          <p:spTgt spid="150"/>
                                        </p:tgtEl>
                                        <p:attrNameLst>
                                          <p:attrName>style.visibility</p:attrName>
                                        </p:attrNameLst>
                                      </p:cBhvr>
                                      <p:to>
                                        <p:strVal val="visible"/>
                                      </p:to>
                                    </p:set>
                                    <p:animEffect transition="in" filter="fade">
                                      <p:cBhvr>
                                        <p:cTn id="12" dur="500"/>
                                        <p:tgtEl>
                                          <p:spTgt spid="150"/>
                                        </p:tgtEl>
                                      </p:cBhvr>
                                    </p:animEffect>
                                  </p:childTnLst>
                                </p:cTn>
                              </p:par>
                            </p:childTnLst>
                          </p:cTn>
                        </p:par>
                        <p:par>
                          <p:cTn id="13" fill="hold">
                            <p:stCondLst>
                              <p:cond delay="2000"/>
                            </p:stCondLst>
                            <p:childTnLst>
                              <p:par>
                                <p:cTn id="14" presetID="32" presetClass="emph" presetSubtype="0" fill="hold" nodeType="afterEffect">
                                  <p:stCondLst>
                                    <p:cond delay="0"/>
                                  </p:stCondLst>
                                  <p:childTnLst>
                                    <p:animRot by="120000">
                                      <p:cBhvr>
                                        <p:cTn id="15" dur="100" fill="hold">
                                          <p:stCondLst>
                                            <p:cond delay="0"/>
                                          </p:stCondLst>
                                        </p:cTn>
                                        <p:tgtEl>
                                          <p:spTgt spid="150"/>
                                        </p:tgtEl>
                                        <p:attrNameLst>
                                          <p:attrName>r</p:attrName>
                                        </p:attrNameLst>
                                      </p:cBhvr>
                                    </p:animRot>
                                    <p:animRot by="-240000">
                                      <p:cBhvr>
                                        <p:cTn id="16" dur="200" fill="hold">
                                          <p:stCondLst>
                                            <p:cond delay="200"/>
                                          </p:stCondLst>
                                        </p:cTn>
                                        <p:tgtEl>
                                          <p:spTgt spid="150"/>
                                        </p:tgtEl>
                                        <p:attrNameLst>
                                          <p:attrName>r</p:attrName>
                                        </p:attrNameLst>
                                      </p:cBhvr>
                                    </p:animRot>
                                    <p:animRot by="240000">
                                      <p:cBhvr>
                                        <p:cTn id="17" dur="200" fill="hold">
                                          <p:stCondLst>
                                            <p:cond delay="400"/>
                                          </p:stCondLst>
                                        </p:cTn>
                                        <p:tgtEl>
                                          <p:spTgt spid="150"/>
                                        </p:tgtEl>
                                        <p:attrNameLst>
                                          <p:attrName>r</p:attrName>
                                        </p:attrNameLst>
                                      </p:cBhvr>
                                    </p:animRot>
                                    <p:animRot by="-240000">
                                      <p:cBhvr>
                                        <p:cTn id="18" dur="200" fill="hold">
                                          <p:stCondLst>
                                            <p:cond delay="600"/>
                                          </p:stCondLst>
                                        </p:cTn>
                                        <p:tgtEl>
                                          <p:spTgt spid="150"/>
                                        </p:tgtEl>
                                        <p:attrNameLst>
                                          <p:attrName>r</p:attrName>
                                        </p:attrNameLst>
                                      </p:cBhvr>
                                    </p:animRot>
                                    <p:animRot by="120000">
                                      <p:cBhvr>
                                        <p:cTn id="19" dur="200" fill="hold">
                                          <p:stCondLst>
                                            <p:cond delay="800"/>
                                          </p:stCondLst>
                                        </p:cTn>
                                        <p:tgtEl>
                                          <p:spTgt spid="150"/>
                                        </p:tgtEl>
                                        <p:attrNameLst>
                                          <p:attrName>r</p:attrName>
                                        </p:attrNameLst>
                                      </p:cBhvr>
                                    </p:animRot>
                                  </p:childTnLst>
                                </p:cTn>
                              </p:par>
                              <p:par>
                                <p:cTn id="20" presetID="1" presetClass="entr" presetSubtype="0" fill="hold" grpId="0" nodeType="withEffect">
                                  <p:stCondLst>
                                    <p:cond delay="0"/>
                                  </p:stCondLst>
                                  <p:childTnLst>
                                    <p:set>
                                      <p:cBhvr>
                                        <p:cTn id="21" dur="1" fill="hold">
                                          <p:stCondLst>
                                            <p:cond delay="0"/>
                                          </p:stCondLst>
                                        </p:cTn>
                                        <p:tgtEl>
                                          <p:spTgt spid="94"/>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24E5C-A405-364C-AA39-5F2CD770C30D}"/>
            </a:ext>
          </a:extLst>
        </p:cNvPr>
        <p:cNvGrpSpPr/>
        <p:nvPr/>
      </p:nvGrpSpPr>
      <p:grpSpPr>
        <a:xfrm>
          <a:off x="0" y="0"/>
          <a:ext cx="0" cy="0"/>
          <a:chOff x="0" y="0"/>
          <a:chExt cx="0" cy="0"/>
        </a:xfrm>
      </p:grpSpPr>
    </p:spTree>
    <p:extLst>
      <p:ext uri="{BB962C8B-B14F-4D97-AF65-F5344CB8AC3E}">
        <p14:creationId xmlns:p14="http://schemas.microsoft.com/office/powerpoint/2010/main" val="1461386718"/>
      </p:ext>
    </p:extLst>
  </p:cSld>
  <p:clrMapOvr>
    <a:masterClrMapping/>
  </p:clrMapOvr>
  <mc:AlternateContent xmlns:mc="http://schemas.openxmlformats.org/markup-compatibility/2006" xmlns:p14="http://schemas.microsoft.com/office/powerpoint/2010/main">
    <mc:Choice Requires="p14">
      <p:transition spd="slow" p14:dur="2000" advClick="0" advTm="500"/>
    </mc:Choice>
    <mc:Fallback xmlns="">
      <p:transition spd="slow" advClick="0" advTm="5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2054856"/>
      </p:ext>
    </p:extLst>
  </p:cSld>
  <p:clrMapOvr>
    <a:masterClrMapping/>
  </p:clrMapOvr>
  <mc:AlternateContent xmlns:mc="http://schemas.openxmlformats.org/markup-compatibility/2006" xmlns:p14="http://schemas.microsoft.com/office/powerpoint/2010/main">
    <mc:Choice Requires="p14">
      <p:transition spd="slow" p14:dur="2000" advClick="0" advTm="500"/>
    </mc:Choice>
    <mc:Fallback xmlns="">
      <p:transition spd="slow" advClick="0" advTm="5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2197239"/>
      </p:ext>
    </p:extLst>
  </p:cSld>
  <p:clrMapOvr>
    <a:masterClrMapping/>
  </p:clrMapOvr>
  <mc:AlternateContent xmlns:mc="http://schemas.openxmlformats.org/markup-compatibility/2006" xmlns:p14="http://schemas.microsoft.com/office/powerpoint/2010/main">
    <mc:Choice Requires="p14">
      <p:transition spd="slow" p14:dur="2000" advClick="0" advTm="500"/>
    </mc:Choice>
    <mc:Fallback xmlns="">
      <p:transition spd="slow" advClick="0" advTm="5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26FAC5C-133B-0EE7-BDA9-C8FE17C7D274}"/>
              </a:ext>
            </a:extLst>
          </p:cNvPr>
          <p:cNvSpPr/>
          <p:nvPr/>
        </p:nvSpPr>
        <p:spPr>
          <a:xfrm>
            <a:off x="7817482" y="732916"/>
            <a:ext cx="1765979" cy="524744"/>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b="1" dirty="0">
                <a:solidFill>
                  <a:schemeClr val="tx1"/>
                </a:solidFill>
              </a:rPr>
              <a:t>  Plan 2</a:t>
            </a:r>
          </a:p>
        </p:txBody>
      </p:sp>
      <p:sp>
        <p:nvSpPr>
          <p:cNvPr id="14" name="Rectangle 13">
            <a:extLst>
              <a:ext uri="{FF2B5EF4-FFF2-40B4-BE49-F238E27FC236}">
                <a16:creationId xmlns:a16="http://schemas.microsoft.com/office/drawing/2014/main" id="{0147F4E8-9AAF-B5A2-A5A2-385B1D1F8604}"/>
              </a:ext>
            </a:extLst>
          </p:cNvPr>
          <p:cNvSpPr/>
          <p:nvPr/>
        </p:nvSpPr>
        <p:spPr>
          <a:xfrm>
            <a:off x="7820462" y="1269961"/>
            <a:ext cx="2710150" cy="55945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 name="Rectangle 1">
            <a:extLst>
              <a:ext uri="{FF2B5EF4-FFF2-40B4-BE49-F238E27FC236}">
                <a16:creationId xmlns:a16="http://schemas.microsoft.com/office/drawing/2014/main" id="{EADDD05A-6C2A-874D-CF3F-0EA31B5F0DC1}"/>
              </a:ext>
            </a:extLst>
          </p:cNvPr>
          <p:cNvSpPr/>
          <p:nvPr/>
        </p:nvSpPr>
        <p:spPr>
          <a:xfrm>
            <a:off x="8271481" y="732916"/>
            <a:ext cx="3920519" cy="6125084"/>
          </a:xfrm>
          <a:prstGeom prst="rect">
            <a:avLst/>
          </a:prstGeom>
          <a:solidFill>
            <a:schemeClr val="accent5">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 name="TextBox 2">
            <a:extLst>
              <a:ext uri="{FF2B5EF4-FFF2-40B4-BE49-F238E27FC236}">
                <a16:creationId xmlns:a16="http://schemas.microsoft.com/office/drawing/2014/main" id="{85C472AD-C67E-E723-2182-47649884D59B}"/>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4" name="TextBox 3">
            <a:extLst>
              <a:ext uri="{FF2B5EF4-FFF2-40B4-BE49-F238E27FC236}">
                <a16:creationId xmlns:a16="http://schemas.microsoft.com/office/drawing/2014/main" id="{AF97CDEE-62D3-0BA4-CFEE-357BE67573B4}"/>
              </a:ext>
            </a:extLst>
          </p:cNvPr>
          <p:cNvSpPr txBox="1"/>
          <p:nvPr/>
        </p:nvSpPr>
        <p:spPr>
          <a:xfrm>
            <a:off x="8347099" y="937168"/>
            <a:ext cx="3458268" cy="461665"/>
          </a:xfrm>
          <a:prstGeom prst="rect">
            <a:avLst/>
          </a:prstGeom>
          <a:noFill/>
        </p:spPr>
        <p:txBody>
          <a:bodyPr wrap="square" rtlCol="0">
            <a:spAutoFit/>
          </a:bodyPr>
          <a:lstStyle/>
          <a:p>
            <a:r>
              <a:rPr lang="en-SG" sz="2400" b="1" dirty="0">
                <a:solidFill>
                  <a:schemeClr val="accent2"/>
                </a:solidFill>
                <a:latin typeface="+mj-lt"/>
              </a:rPr>
              <a:t>Confirmed Plans &amp; Users</a:t>
            </a:r>
          </a:p>
        </p:txBody>
      </p:sp>
      <p:sp>
        <p:nvSpPr>
          <p:cNvPr id="5" name="TextBox 4">
            <a:extLst>
              <a:ext uri="{FF2B5EF4-FFF2-40B4-BE49-F238E27FC236}">
                <a16:creationId xmlns:a16="http://schemas.microsoft.com/office/drawing/2014/main" id="{51D2D039-8CB5-DEE0-B004-BBA3B3E53A70}"/>
              </a:ext>
            </a:extLst>
          </p:cNvPr>
          <p:cNvSpPr txBox="1"/>
          <p:nvPr/>
        </p:nvSpPr>
        <p:spPr>
          <a:xfrm>
            <a:off x="8347099" y="3861769"/>
            <a:ext cx="2792061" cy="461665"/>
          </a:xfrm>
          <a:prstGeom prst="rect">
            <a:avLst/>
          </a:prstGeom>
          <a:noFill/>
        </p:spPr>
        <p:txBody>
          <a:bodyPr wrap="square" rtlCol="0">
            <a:spAutoFit/>
          </a:bodyPr>
          <a:lstStyle/>
          <a:p>
            <a:r>
              <a:rPr lang="en-SG" sz="2400" b="1" dirty="0">
                <a:solidFill>
                  <a:schemeClr val="accent4"/>
                </a:solidFill>
                <a:latin typeface="+mj-lt"/>
              </a:rPr>
              <a:t>Cancelled Plans</a:t>
            </a:r>
          </a:p>
        </p:txBody>
      </p:sp>
      <p:grpSp>
        <p:nvGrpSpPr>
          <p:cNvPr id="6" name="Group 5">
            <a:extLst>
              <a:ext uri="{FF2B5EF4-FFF2-40B4-BE49-F238E27FC236}">
                <a16:creationId xmlns:a16="http://schemas.microsoft.com/office/drawing/2014/main" id="{2017A1A0-730E-3DF2-EA19-D49E857CC7C5}"/>
              </a:ext>
            </a:extLst>
          </p:cNvPr>
          <p:cNvGrpSpPr/>
          <p:nvPr/>
        </p:nvGrpSpPr>
        <p:grpSpPr>
          <a:xfrm>
            <a:off x="10414386" y="6305548"/>
            <a:ext cx="1777612" cy="552452"/>
            <a:chOff x="10168773" y="6305548"/>
            <a:chExt cx="2023228" cy="552452"/>
          </a:xfrm>
        </p:grpSpPr>
        <p:sp>
          <p:nvSpPr>
            <p:cNvPr id="7" name="Rectangle 6">
              <a:extLst>
                <a:ext uri="{FF2B5EF4-FFF2-40B4-BE49-F238E27FC236}">
                  <a16:creationId xmlns:a16="http://schemas.microsoft.com/office/drawing/2014/main" id="{EFFE43F8-279E-771C-9B4D-58C90278154F}"/>
                </a:ext>
              </a:extLst>
            </p:cNvPr>
            <p:cNvSpPr/>
            <p:nvPr userDrawn="1"/>
          </p:nvSpPr>
          <p:spPr>
            <a:xfrm>
              <a:off x="10168773" y="6305548"/>
              <a:ext cx="2023228"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SG" sz="2400" b="1" spc="0" dirty="0">
                  <a:solidFill>
                    <a:schemeClr val="tx1"/>
                  </a:solidFill>
                  <a:latin typeface="+mj-lt"/>
                </a:rPr>
                <a:t>Confir</a:t>
              </a:r>
              <a:r>
                <a:rPr lang="en-SG" sz="2400" b="1" dirty="0">
                  <a:solidFill>
                    <a:schemeClr val="tx1"/>
                  </a:solidFill>
                  <a:latin typeface="+mj-lt"/>
                </a:rPr>
                <a:t>m</a:t>
              </a:r>
              <a:endParaRPr lang="en-SG" sz="2000" b="1" spc="0" dirty="0">
                <a:solidFill>
                  <a:schemeClr val="tx1"/>
                </a:solidFill>
                <a:latin typeface="+mj-lt"/>
              </a:endParaRPr>
            </a:p>
          </p:txBody>
        </p:sp>
        <p:pic>
          <p:nvPicPr>
            <p:cNvPr id="8" name="Picture 7" descr="A blue arrow pointing to the left&#10;&#10;AI-generated content may be incorrect.">
              <a:extLst>
                <a:ext uri="{FF2B5EF4-FFF2-40B4-BE49-F238E27FC236}">
                  <a16:creationId xmlns:a16="http://schemas.microsoft.com/office/drawing/2014/main" id="{02CB1DC6-BE70-6045-8505-D5D3AACB9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16420" y="6481328"/>
              <a:ext cx="409049" cy="223406"/>
            </a:xfrm>
            <a:prstGeom prst="rect">
              <a:avLst/>
            </a:prstGeom>
          </p:spPr>
        </p:pic>
        <p:pic>
          <p:nvPicPr>
            <p:cNvPr id="9" name="Picture 8" descr="A blue arrow pointing to the left&#10;&#10;AI-generated content may be incorrect.">
              <a:extLst>
                <a:ext uri="{FF2B5EF4-FFF2-40B4-BE49-F238E27FC236}">
                  <a16:creationId xmlns:a16="http://schemas.microsoft.com/office/drawing/2014/main" id="{93A246E9-001B-67CE-EA4D-B60236867F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51948" y="6481328"/>
              <a:ext cx="409049" cy="223406"/>
            </a:xfrm>
            <a:prstGeom prst="rect">
              <a:avLst/>
            </a:prstGeom>
          </p:spPr>
        </p:pic>
      </p:grpSp>
      <p:grpSp>
        <p:nvGrpSpPr>
          <p:cNvPr id="10" name="Group 9">
            <a:extLst>
              <a:ext uri="{FF2B5EF4-FFF2-40B4-BE49-F238E27FC236}">
                <a16:creationId xmlns:a16="http://schemas.microsoft.com/office/drawing/2014/main" id="{860DF560-1483-F6D4-D4F3-5E6E072DED23}"/>
              </a:ext>
            </a:extLst>
          </p:cNvPr>
          <p:cNvGrpSpPr/>
          <p:nvPr/>
        </p:nvGrpSpPr>
        <p:grpSpPr>
          <a:xfrm>
            <a:off x="8271479" y="6316805"/>
            <a:ext cx="1465462" cy="552452"/>
            <a:chOff x="1" y="0"/>
            <a:chExt cx="1465462" cy="552452"/>
          </a:xfrm>
        </p:grpSpPr>
        <p:sp>
          <p:nvSpPr>
            <p:cNvPr id="11" name="Rectangle 10">
              <a:hlinkClick r:id="rId4" action="ppaction://hlinksldjump" tooltip="Return to previous page"/>
              <a:extLst>
                <a:ext uri="{FF2B5EF4-FFF2-40B4-BE49-F238E27FC236}">
                  <a16:creationId xmlns:a16="http://schemas.microsoft.com/office/drawing/2014/main" id="{72098E36-B674-833A-8DE7-3D84F2A3C4CD}"/>
                </a:ext>
              </a:extLst>
            </p:cNvPr>
            <p:cNvSpPr/>
            <p:nvPr userDrawn="1"/>
          </p:nvSpPr>
          <p:spPr>
            <a:xfrm>
              <a:off x="1" y="0"/>
              <a:ext cx="1465462"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r"/>
              <a:r>
                <a:rPr lang="en-SG" sz="2400" b="1" spc="0" dirty="0">
                  <a:solidFill>
                    <a:schemeClr val="tx1"/>
                  </a:solidFill>
                  <a:latin typeface="+mj-lt"/>
                </a:rPr>
                <a:t>Return</a:t>
              </a:r>
              <a:endParaRPr lang="en-SG" sz="2000" b="1" spc="0" dirty="0">
                <a:solidFill>
                  <a:schemeClr val="tx1"/>
                </a:solidFill>
                <a:latin typeface="+mj-lt"/>
              </a:endParaRPr>
            </a:p>
          </p:txBody>
        </p:sp>
        <p:pic>
          <p:nvPicPr>
            <p:cNvPr id="12" name="Picture 11" descr="A blue arrow pointing to the left&#10;&#10;AI-generated content may be incorrect.">
              <a:extLst>
                <a:ext uri="{FF2B5EF4-FFF2-40B4-BE49-F238E27FC236}">
                  <a16:creationId xmlns:a16="http://schemas.microsoft.com/office/drawing/2014/main" id="{02FFCE0F-A00C-15A0-2219-69F1CA89BB0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76198" y="164523"/>
              <a:ext cx="409049" cy="223406"/>
            </a:xfrm>
            <a:prstGeom prst="rect">
              <a:avLst/>
            </a:prstGeom>
          </p:spPr>
        </p:pic>
      </p:grpSp>
      <p:sp>
        <p:nvSpPr>
          <p:cNvPr id="13" name="Rectangle 12">
            <a:extLst>
              <a:ext uri="{FF2B5EF4-FFF2-40B4-BE49-F238E27FC236}">
                <a16:creationId xmlns:a16="http://schemas.microsoft.com/office/drawing/2014/main" id="{AED56867-C274-B41A-2CB9-D5FE777F8BAF}"/>
              </a:ext>
            </a:extLst>
          </p:cNvPr>
          <p:cNvSpPr/>
          <p:nvPr/>
        </p:nvSpPr>
        <p:spPr>
          <a:xfrm>
            <a:off x="0" y="1263408"/>
            <a:ext cx="4318000" cy="55945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t>%</a:t>
            </a:r>
          </a:p>
        </p:txBody>
      </p:sp>
      <p:sp>
        <p:nvSpPr>
          <p:cNvPr id="16" name="Rectangle 15">
            <a:extLst>
              <a:ext uri="{FF2B5EF4-FFF2-40B4-BE49-F238E27FC236}">
                <a16:creationId xmlns:a16="http://schemas.microsoft.com/office/drawing/2014/main" id="{2AB35D7C-5F58-8947-921C-229DD2035927}"/>
              </a:ext>
            </a:extLst>
          </p:cNvPr>
          <p:cNvSpPr/>
          <p:nvPr/>
        </p:nvSpPr>
        <p:spPr>
          <a:xfrm>
            <a:off x="0" y="712592"/>
            <a:ext cx="1765979" cy="545068"/>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tx1"/>
                </a:solidFill>
              </a:rPr>
              <a:t>Plan 1</a:t>
            </a:r>
          </a:p>
        </p:txBody>
      </p:sp>
      <p:sp>
        <p:nvSpPr>
          <p:cNvPr id="21" name="TextBox 20">
            <a:extLst>
              <a:ext uri="{FF2B5EF4-FFF2-40B4-BE49-F238E27FC236}">
                <a16:creationId xmlns:a16="http://schemas.microsoft.com/office/drawing/2014/main" id="{09936A9F-8786-3805-833B-B74A9B57BB61}"/>
              </a:ext>
            </a:extLst>
          </p:cNvPr>
          <p:cNvSpPr txBox="1"/>
          <p:nvPr/>
        </p:nvSpPr>
        <p:spPr>
          <a:xfrm>
            <a:off x="24204" y="1283250"/>
            <a:ext cx="1272015" cy="400110"/>
          </a:xfrm>
          <a:prstGeom prst="rect">
            <a:avLst/>
          </a:prstGeom>
          <a:noFill/>
        </p:spPr>
        <p:txBody>
          <a:bodyPr wrap="none" rtlCol="0">
            <a:spAutoFit/>
          </a:bodyPr>
          <a:lstStyle/>
          <a:p>
            <a:r>
              <a:rPr lang="en-SG" sz="2000" b="1" dirty="0">
                <a:solidFill>
                  <a:schemeClr val="tx2"/>
                </a:solidFill>
              </a:rPr>
              <a:t>Overview</a:t>
            </a:r>
            <a:endParaRPr lang="en-SG" sz="1600" b="1" dirty="0">
              <a:solidFill>
                <a:schemeClr val="tx2"/>
              </a:solidFill>
            </a:endParaRPr>
          </a:p>
        </p:txBody>
      </p:sp>
      <p:sp>
        <p:nvSpPr>
          <p:cNvPr id="44" name="Arrow: Pentagon 43">
            <a:extLst>
              <a:ext uri="{FF2B5EF4-FFF2-40B4-BE49-F238E27FC236}">
                <a16:creationId xmlns:a16="http://schemas.microsoft.com/office/drawing/2014/main" id="{6B30D4F9-AFA6-FD6D-1FED-07E54AF7E1C1}"/>
              </a:ext>
            </a:extLst>
          </p:cNvPr>
          <p:cNvSpPr/>
          <p:nvPr/>
        </p:nvSpPr>
        <p:spPr>
          <a:xfrm>
            <a:off x="2453580" y="2178264"/>
            <a:ext cx="1280160" cy="404334"/>
          </a:xfrm>
          <a:prstGeom prst="homePlate">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Arrow: Pentagon 26">
            <a:extLst>
              <a:ext uri="{FF2B5EF4-FFF2-40B4-BE49-F238E27FC236}">
                <a16:creationId xmlns:a16="http://schemas.microsoft.com/office/drawing/2014/main" id="{12FBE250-B44B-8F1E-FE1C-07F8CED06EE8}"/>
              </a:ext>
            </a:extLst>
          </p:cNvPr>
          <p:cNvSpPr/>
          <p:nvPr/>
        </p:nvSpPr>
        <p:spPr>
          <a:xfrm>
            <a:off x="1204335" y="2183588"/>
            <a:ext cx="1412972" cy="399011"/>
          </a:xfrm>
          <a:prstGeom prst="homePlate">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Arrow: Pentagon 25">
            <a:extLst>
              <a:ext uri="{FF2B5EF4-FFF2-40B4-BE49-F238E27FC236}">
                <a16:creationId xmlns:a16="http://schemas.microsoft.com/office/drawing/2014/main" id="{D53C65F6-E921-F3B8-A362-7026D4AA7B49}"/>
              </a:ext>
            </a:extLst>
          </p:cNvPr>
          <p:cNvSpPr/>
          <p:nvPr/>
        </p:nvSpPr>
        <p:spPr>
          <a:xfrm>
            <a:off x="87901" y="2183586"/>
            <a:ext cx="1336681" cy="399011"/>
          </a:xfrm>
          <a:prstGeom prst="homePlate">
            <a:avLst/>
          </a:prstGeom>
          <a:solidFill>
            <a:srgbClr val="FEE438"/>
          </a:solidFill>
          <a:ln>
            <a:solidFill>
              <a:srgbClr val="FEE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TextBox 29">
            <a:extLst>
              <a:ext uri="{FF2B5EF4-FFF2-40B4-BE49-F238E27FC236}">
                <a16:creationId xmlns:a16="http://schemas.microsoft.com/office/drawing/2014/main" id="{D8FC8C31-4DE6-DC85-8635-4937AFCC4C6F}"/>
              </a:ext>
            </a:extLst>
          </p:cNvPr>
          <p:cNvSpPr txBox="1"/>
          <p:nvPr/>
        </p:nvSpPr>
        <p:spPr>
          <a:xfrm>
            <a:off x="84301" y="2229202"/>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Dragon Roller</a:t>
            </a:r>
          </a:p>
        </p:txBody>
      </p:sp>
      <p:sp>
        <p:nvSpPr>
          <p:cNvPr id="48" name="Arrow: Pentagon 47">
            <a:extLst>
              <a:ext uri="{FF2B5EF4-FFF2-40B4-BE49-F238E27FC236}">
                <a16:creationId xmlns:a16="http://schemas.microsoft.com/office/drawing/2014/main" id="{CED61E39-0A36-F5D0-9C8E-0977DB156B01}"/>
              </a:ext>
            </a:extLst>
          </p:cNvPr>
          <p:cNvSpPr/>
          <p:nvPr/>
        </p:nvSpPr>
        <p:spPr>
          <a:xfrm rot="5400000">
            <a:off x="3083835" y="2562397"/>
            <a:ext cx="1167280" cy="399011"/>
          </a:xfrm>
          <a:prstGeom prst="homePlate">
            <a:avLst>
              <a:gd name="adj" fmla="val 0"/>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1" name="TextBox 30">
            <a:extLst>
              <a:ext uri="{FF2B5EF4-FFF2-40B4-BE49-F238E27FC236}">
                <a16:creationId xmlns:a16="http://schemas.microsoft.com/office/drawing/2014/main" id="{87A6C728-919E-899E-0D75-CEECD373594D}"/>
              </a:ext>
            </a:extLst>
          </p:cNvPr>
          <p:cNvSpPr txBox="1"/>
          <p:nvPr/>
        </p:nvSpPr>
        <p:spPr>
          <a:xfrm>
            <a:off x="2491686" y="2220215"/>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Musical B’</a:t>
            </a:r>
          </a:p>
        </p:txBody>
      </p:sp>
      <p:sp>
        <p:nvSpPr>
          <p:cNvPr id="49" name="TextBox 48">
            <a:extLst>
              <a:ext uri="{FF2B5EF4-FFF2-40B4-BE49-F238E27FC236}">
                <a16:creationId xmlns:a16="http://schemas.microsoft.com/office/drawing/2014/main" id="{D71D133B-76DB-4D9B-CFE6-12199F76D9C9}"/>
              </a:ext>
            </a:extLst>
          </p:cNvPr>
          <p:cNvSpPr txBox="1"/>
          <p:nvPr/>
        </p:nvSpPr>
        <p:spPr>
          <a:xfrm>
            <a:off x="1259733" y="2229202"/>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Ben’s Place</a:t>
            </a:r>
          </a:p>
        </p:txBody>
      </p:sp>
      <p:sp>
        <p:nvSpPr>
          <p:cNvPr id="50" name="Arrow: Pentagon 49">
            <a:extLst>
              <a:ext uri="{FF2B5EF4-FFF2-40B4-BE49-F238E27FC236}">
                <a16:creationId xmlns:a16="http://schemas.microsoft.com/office/drawing/2014/main" id="{E4D4FE59-C525-1AF8-C016-E7831610F484}"/>
              </a:ext>
            </a:extLst>
          </p:cNvPr>
          <p:cNvSpPr/>
          <p:nvPr/>
        </p:nvSpPr>
        <p:spPr>
          <a:xfrm rot="10800000">
            <a:off x="1515558" y="2943101"/>
            <a:ext cx="1735290" cy="399011"/>
          </a:xfrm>
          <a:prstGeom prst="homePlate">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Arrow: Pentagon 45">
            <a:extLst>
              <a:ext uri="{FF2B5EF4-FFF2-40B4-BE49-F238E27FC236}">
                <a16:creationId xmlns:a16="http://schemas.microsoft.com/office/drawing/2014/main" id="{9071A76A-2846-64A4-9E18-BB506BC3EBB6}"/>
              </a:ext>
            </a:extLst>
          </p:cNvPr>
          <p:cNvSpPr/>
          <p:nvPr/>
        </p:nvSpPr>
        <p:spPr>
          <a:xfrm rot="10800000">
            <a:off x="3064846" y="2946532"/>
            <a:ext cx="399013" cy="399011"/>
          </a:xfrm>
          <a:prstGeom prst="homePlate">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1" name="TextBox 50">
            <a:extLst>
              <a:ext uri="{FF2B5EF4-FFF2-40B4-BE49-F238E27FC236}">
                <a16:creationId xmlns:a16="http://schemas.microsoft.com/office/drawing/2014/main" id="{419633E3-6F28-52A1-97E4-B39FD087AA81}"/>
              </a:ext>
            </a:extLst>
          </p:cNvPr>
          <p:cNvSpPr txBox="1"/>
          <p:nvPr/>
        </p:nvSpPr>
        <p:spPr>
          <a:xfrm>
            <a:off x="1590457" y="2977653"/>
            <a:ext cx="1585493" cy="307777"/>
          </a:xfrm>
          <a:prstGeom prst="rect">
            <a:avLst/>
          </a:prstGeom>
          <a:noFill/>
          <a:ln w="28575">
            <a:noFill/>
          </a:ln>
        </p:spPr>
        <p:txBody>
          <a:bodyPr wrap="square" rtlCol="0">
            <a:spAutoFit/>
          </a:bodyPr>
          <a:lstStyle/>
          <a:p>
            <a:pPr algn="ctr"/>
            <a:r>
              <a:rPr lang="en-SG" sz="1400" b="1" dirty="0">
                <a:solidFill>
                  <a:schemeClr val="tx2">
                    <a:lumMod val="50000"/>
                  </a:schemeClr>
                </a:solidFill>
              </a:rPr>
              <a:t>Cirque Du Luna</a:t>
            </a:r>
          </a:p>
        </p:txBody>
      </p:sp>
      <p:sp>
        <p:nvSpPr>
          <p:cNvPr id="52" name="TextBox 51">
            <a:extLst>
              <a:ext uri="{FF2B5EF4-FFF2-40B4-BE49-F238E27FC236}">
                <a16:creationId xmlns:a16="http://schemas.microsoft.com/office/drawing/2014/main" id="{B89B57BC-77C8-6F8C-D5B0-93F59E5B9356}"/>
              </a:ext>
            </a:extLst>
          </p:cNvPr>
          <p:cNvSpPr txBox="1"/>
          <p:nvPr/>
        </p:nvSpPr>
        <p:spPr>
          <a:xfrm>
            <a:off x="-5957" y="1871315"/>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11:30 AM</a:t>
            </a:r>
          </a:p>
        </p:txBody>
      </p:sp>
      <p:sp>
        <p:nvSpPr>
          <p:cNvPr id="53" name="TextBox 52">
            <a:extLst>
              <a:ext uri="{FF2B5EF4-FFF2-40B4-BE49-F238E27FC236}">
                <a16:creationId xmlns:a16="http://schemas.microsoft.com/office/drawing/2014/main" id="{08F053E0-4BB5-A9D2-F2E7-48997123A5F1}"/>
              </a:ext>
            </a:extLst>
          </p:cNvPr>
          <p:cNvSpPr txBox="1"/>
          <p:nvPr/>
        </p:nvSpPr>
        <p:spPr>
          <a:xfrm>
            <a:off x="1236223" y="1870487"/>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11:50 AM</a:t>
            </a:r>
          </a:p>
        </p:txBody>
      </p:sp>
      <p:sp>
        <p:nvSpPr>
          <p:cNvPr id="54" name="TextBox 53">
            <a:extLst>
              <a:ext uri="{FF2B5EF4-FFF2-40B4-BE49-F238E27FC236}">
                <a16:creationId xmlns:a16="http://schemas.microsoft.com/office/drawing/2014/main" id="{149AF8ED-03F4-483C-BDD4-21619BE57F37}"/>
              </a:ext>
            </a:extLst>
          </p:cNvPr>
          <p:cNvSpPr txBox="1"/>
          <p:nvPr/>
        </p:nvSpPr>
        <p:spPr>
          <a:xfrm>
            <a:off x="2519466" y="1870486"/>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12:30 PM</a:t>
            </a:r>
          </a:p>
        </p:txBody>
      </p:sp>
      <p:sp>
        <p:nvSpPr>
          <p:cNvPr id="55" name="TextBox 54">
            <a:extLst>
              <a:ext uri="{FF2B5EF4-FFF2-40B4-BE49-F238E27FC236}">
                <a16:creationId xmlns:a16="http://schemas.microsoft.com/office/drawing/2014/main" id="{177F6731-7230-10A2-B51A-FA837EDC0246}"/>
              </a:ext>
            </a:extLst>
          </p:cNvPr>
          <p:cNvSpPr txBox="1"/>
          <p:nvPr/>
        </p:nvSpPr>
        <p:spPr>
          <a:xfrm>
            <a:off x="440642" y="2782669"/>
            <a:ext cx="1244283" cy="646331"/>
          </a:xfrm>
          <a:prstGeom prst="rect">
            <a:avLst/>
          </a:prstGeom>
          <a:noFill/>
        </p:spPr>
        <p:txBody>
          <a:bodyPr wrap="square" rtlCol="0">
            <a:spAutoFit/>
          </a:bodyPr>
          <a:lstStyle/>
          <a:p>
            <a:pPr algn="ctr"/>
            <a:r>
              <a:rPr lang="en-SG" sz="3600" dirty="0"/>
              <a:t>…</a:t>
            </a:r>
          </a:p>
        </p:txBody>
      </p:sp>
      <p:sp>
        <p:nvSpPr>
          <p:cNvPr id="56" name="TextBox 55">
            <a:extLst>
              <a:ext uri="{FF2B5EF4-FFF2-40B4-BE49-F238E27FC236}">
                <a16:creationId xmlns:a16="http://schemas.microsoft.com/office/drawing/2014/main" id="{EECCC215-2723-2D5F-F350-08F64F8A8806}"/>
              </a:ext>
            </a:extLst>
          </p:cNvPr>
          <p:cNvSpPr txBox="1"/>
          <p:nvPr/>
        </p:nvSpPr>
        <p:spPr>
          <a:xfrm>
            <a:off x="1740463" y="2672492"/>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1:30 PM</a:t>
            </a:r>
          </a:p>
        </p:txBody>
      </p:sp>
      <p:pic>
        <p:nvPicPr>
          <p:cNvPr id="65" name="Picture 64" descr="A blue arrows pointing to a cross&#10;&#10;AI-generated content may be incorrect.">
            <a:extLst>
              <a:ext uri="{FF2B5EF4-FFF2-40B4-BE49-F238E27FC236}">
                <a16:creationId xmlns:a16="http://schemas.microsoft.com/office/drawing/2014/main" id="{F54D60CA-6545-D4B7-4CB3-C8163405127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6721" y="1305430"/>
            <a:ext cx="588469" cy="588469"/>
          </a:xfrm>
          <a:prstGeom prst="rect">
            <a:avLst/>
          </a:prstGeom>
        </p:spPr>
      </p:pic>
      <p:sp>
        <p:nvSpPr>
          <p:cNvPr id="66" name="TextBox 65">
            <a:extLst>
              <a:ext uri="{FF2B5EF4-FFF2-40B4-BE49-F238E27FC236}">
                <a16:creationId xmlns:a16="http://schemas.microsoft.com/office/drawing/2014/main" id="{493C04C2-F845-7709-4C75-3928A0563467}"/>
              </a:ext>
            </a:extLst>
          </p:cNvPr>
          <p:cNvSpPr txBox="1"/>
          <p:nvPr/>
        </p:nvSpPr>
        <p:spPr>
          <a:xfrm>
            <a:off x="31323" y="1548959"/>
            <a:ext cx="2760949" cy="307777"/>
          </a:xfrm>
          <a:prstGeom prst="rect">
            <a:avLst/>
          </a:prstGeom>
          <a:noFill/>
        </p:spPr>
        <p:txBody>
          <a:bodyPr wrap="none" rtlCol="0">
            <a:spAutoFit/>
          </a:bodyPr>
          <a:lstStyle/>
          <a:p>
            <a:r>
              <a:rPr lang="en-SG" sz="1400" dirty="0">
                <a:solidFill>
                  <a:schemeClr val="tx2"/>
                </a:solidFill>
              </a:rPr>
              <a:t>Expected start time of each event</a:t>
            </a:r>
            <a:endParaRPr lang="en-SG" sz="1100" dirty="0">
              <a:solidFill>
                <a:schemeClr val="tx2"/>
              </a:solidFill>
            </a:endParaRPr>
          </a:p>
        </p:txBody>
      </p:sp>
      <p:grpSp>
        <p:nvGrpSpPr>
          <p:cNvPr id="178" name="Group 177">
            <a:extLst>
              <a:ext uri="{FF2B5EF4-FFF2-40B4-BE49-F238E27FC236}">
                <a16:creationId xmlns:a16="http://schemas.microsoft.com/office/drawing/2014/main" id="{13FFB0F8-46DC-4715-4DBA-D714D746A437}"/>
              </a:ext>
            </a:extLst>
          </p:cNvPr>
          <p:cNvGrpSpPr/>
          <p:nvPr/>
        </p:nvGrpSpPr>
        <p:grpSpPr>
          <a:xfrm>
            <a:off x="0" y="3423252"/>
            <a:ext cx="4316630" cy="1983646"/>
            <a:chOff x="1370" y="3428999"/>
            <a:chExt cx="5758704" cy="2646330"/>
          </a:xfrm>
        </p:grpSpPr>
        <p:sp>
          <p:nvSpPr>
            <p:cNvPr id="104" name="Rectangle 103">
              <a:extLst>
                <a:ext uri="{FF2B5EF4-FFF2-40B4-BE49-F238E27FC236}">
                  <a16:creationId xmlns:a16="http://schemas.microsoft.com/office/drawing/2014/main" id="{EF31E33B-88DB-4BEE-1A0D-5305631E23DD}"/>
                </a:ext>
              </a:extLst>
            </p:cNvPr>
            <p:cNvSpPr/>
            <p:nvPr/>
          </p:nvSpPr>
          <p:spPr>
            <a:xfrm>
              <a:off x="1370" y="342899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5" name="Freeform: Shape 104">
              <a:extLst>
                <a:ext uri="{FF2B5EF4-FFF2-40B4-BE49-F238E27FC236}">
                  <a16:creationId xmlns:a16="http://schemas.microsoft.com/office/drawing/2014/main" id="{9CE3B22C-8B5E-D314-7056-F78209E5244B}"/>
                </a:ext>
              </a:extLst>
            </p:cNvPr>
            <p:cNvSpPr/>
            <p:nvPr/>
          </p:nvSpPr>
          <p:spPr>
            <a:xfrm>
              <a:off x="15713" y="344861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58" name="Group 57">
            <a:extLst>
              <a:ext uri="{FF2B5EF4-FFF2-40B4-BE49-F238E27FC236}">
                <a16:creationId xmlns:a16="http://schemas.microsoft.com/office/drawing/2014/main" id="{7143A796-AAFF-69EE-BBF3-F579D469F2B0}"/>
              </a:ext>
            </a:extLst>
          </p:cNvPr>
          <p:cNvGrpSpPr/>
          <p:nvPr/>
        </p:nvGrpSpPr>
        <p:grpSpPr>
          <a:xfrm>
            <a:off x="1370" y="3423252"/>
            <a:ext cx="767467" cy="436233"/>
            <a:chOff x="3211177" y="4204405"/>
            <a:chExt cx="971932" cy="552452"/>
          </a:xfrm>
        </p:grpSpPr>
        <p:sp>
          <p:nvSpPr>
            <p:cNvPr id="59" name="Rectangle 58">
              <a:extLst>
                <a:ext uri="{FF2B5EF4-FFF2-40B4-BE49-F238E27FC236}">
                  <a16:creationId xmlns:a16="http://schemas.microsoft.com/office/drawing/2014/main" id="{CE67948C-4E34-076E-4E87-8482E70D4BE5}"/>
                </a:ext>
              </a:extLst>
            </p:cNvPr>
            <p:cNvSpPr/>
            <p:nvPr userDrawn="1"/>
          </p:nvSpPr>
          <p:spPr>
            <a:xfrm>
              <a:off x="3211177" y="4204405"/>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60" name="TextBox 59">
              <a:extLst>
                <a:ext uri="{FF2B5EF4-FFF2-40B4-BE49-F238E27FC236}">
                  <a16:creationId xmlns:a16="http://schemas.microsoft.com/office/drawing/2014/main" id="{9659EBD3-1B48-4021-50A6-EE36F20FFA21}"/>
                </a:ext>
              </a:extLst>
            </p:cNvPr>
            <p:cNvSpPr txBox="1"/>
            <p:nvPr userDrawn="1"/>
          </p:nvSpPr>
          <p:spPr>
            <a:xfrm>
              <a:off x="3211177" y="4260295"/>
              <a:ext cx="971930" cy="400110"/>
            </a:xfrm>
            <a:prstGeom prst="rect">
              <a:avLst/>
            </a:prstGeom>
            <a:noFill/>
            <a:ln>
              <a:noFill/>
            </a:ln>
          </p:spPr>
          <p:txBody>
            <a:bodyPr wrap="square" rtlCol="0">
              <a:spAutoFit/>
            </a:bodyPr>
            <a:lstStyle/>
            <a:p>
              <a:pPr algn="ctr"/>
              <a:r>
                <a:rPr lang="en-SG" sz="2000" b="1" dirty="0">
                  <a:solidFill>
                    <a:srgbClr val="2F3C7E"/>
                  </a:solidFill>
                </a:rPr>
                <a:t>MAP</a:t>
              </a:r>
            </a:p>
          </p:txBody>
        </p:sp>
      </p:grpSp>
      <p:pic>
        <p:nvPicPr>
          <p:cNvPr id="179" name="Picture 178">
            <a:extLst>
              <a:ext uri="{FF2B5EF4-FFF2-40B4-BE49-F238E27FC236}">
                <a16:creationId xmlns:a16="http://schemas.microsoft.com/office/drawing/2014/main" id="{8BD1C41C-D9FE-0348-0E35-BB5CB0BB9309}"/>
              </a:ext>
            </a:extLst>
          </p:cNvPr>
          <p:cNvPicPr>
            <a:picLocks noChangeAspect="1"/>
          </p:cNvPicPr>
          <p:nvPr/>
        </p:nvPicPr>
        <p:blipFill>
          <a:blip r:embed="rId6"/>
          <a:stretch>
            <a:fillRect/>
          </a:stretch>
        </p:blipFill>
        <p:spPr>
          <a:xfrm>
            <a:off x="311471" y="4332516"/>
            <a:ext cx="481978" cy="241890"/>
          </a:xfrm>
          <a:prstGeom prst="rect">
            <a:avLst/>
          </a:prstGeom>
          <a:ln>
            <a:noFill/>
          </a:ln>
        </p:spPr>
      </p:pic>
      <p:sp>
        <p:nvSpPr>
          <p:cNvPr id="180" name="TextBox 179">
            <a:extLst>
              <a:ext uri="{FF2B5EF4-FFF2-40B4-BE49-F238E27FC236}">
                <a16:creationId xmlns:a16="http://schemas.microsoft.com/office/drawing/2014/main" id="{39C3ECB7-7F30-46B7-1E57-A10A7D8F735D}"/>
              </a:ext>
            </a:extLst>
          </p:cNvPr>
          <p:cNvSpPr txBox="1"/>
          <p:nvPr/>
        </p:nvSpPr>
        <p:spPr>
          <a:xfrm>
            <a:off x="-55288" y="4517775"/>
            <a:ext cx="1215496" cy="230832"/>
          </a:xfrm>
          <a:prstGeom prst="rect">
            <a:avLst/>
          </a:prstGeom>
          <a:noFill/>
          <a:ln>
            <a:noFill/>
          </a:ln>
        </p:spPr>
        <p:txBody>
          <a:bodyPr wrap="square" rtlCol="0">
            <a:spAutoFit/>
          </a:bodyPr>
          <a:lstStyle/>
          <a:p>
            <a:pPr algn="ctr"/>
            <a:r>
              <a:rPr lang="en-SG" sz="900" b="1" dirty="0">
                <a:solidFill>
                  <a:schemeClr val="tx2"/>
                </a:solidFill>
                <a:latin typeface="+mn-lt"/>
              </a:rPr>
              <a:t>Dragon Roller</a:t>
            </a:r>
          </a:p>
        </p:txBody>
      </p:sp>
      <p:pic>
        <p:nvPicPr>
          <p:cNvPr id="182" name="Picture 181">
            <a:extLst>
              <a:ext uri="{FF2B5EF4-FFF2-40B4-BE49-F238E27FC236}">
                <a16:creationId xmlns:a16="http://schemas.microsoft.com/office/drawing/2014/main" id="{DD5C1EEE-0130-789D-BC29-C9E5DB5E5D8C}"/>
              </a:ext>
            </a:extLst>
          </p:cNvPr>
          <p:cNvPicPr>
            <a:picLocks noChangeAspect="1"/>
          </p:cNvPicPr>
          <p:nvPr/>
        </p:nvPicPr>
        <p:blipFill>
          <a:blip r:embed="rId7"/>
          <a:srcRect l="16117" r="13552"/>
          <a:stretch>
            <a:fillRect/>
          </a:stretch>
        </p:blipFill>
        <p:spPr>
          <a:xfrm>
            <a:off x="333490" y="4117766"/>
            <a:ext cx="334895" cy="476171"/>
          </a:xfrm>
          <a:prstGeom prst="rect">
            <a:avLst/>
          </a:prstGeom>
        </p:spPr>
      </p:pic>
      <p:sp>
        <p:nvSpPr>
          <p:cNvPr id="181" name="Rectangle: Rounded Corners 180">
            <a:extLst>
              <a:ext uri="{FF2B5EF4-FFF2-40B4-BE49-F238E27FC236}">
                <a16:creationId xmlns:a16="http://schemas.microsoft.com/office/drawing/2014/main" id="{A2CAA23E-01EB-9698-979A-A0570641FFDC}"/>
              </a:ext>
            </a:extLst>
          </p:cNvPr>
          <p:cNvSpPr/>
          <p:nvPr/>
        </p:nvSpPr>
        <p:spPr>
          <a:xfrm>
            <a:off x="240605" y="4077528"/>
            <a:ext cx="528230" cy="178826"/>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b="1" dirty="0">
                <a:solidFill>
                  <a:schemeClr val="bg1"/>
                </a:solidFill>
                <a:latin typeface="+mj-lt"/>
              </a:rPr>
              <a:t>Start</a:t>
            </a:r>
            <a:endParaRPr lang="en-SG" sz="1400" b="1" dirty="0">
              <a:solidFill>
                <a:schemeClr val="bg1"/>
              </a:solidFill>
              <a:latin typeface="+mj-lt"/>
            </a:endParaRPr>
          </a:p>
        </p:txBody>
      </p:sp>
      <p:sp>
        <p:nvSpPr>
          <p:cNvPr id="183" name="Freeform: Shape 182">
            <a:extLst>
              <a:ext uri="{FF2B5EF4-FFF2-40B4-BE49-F238E27FC236}">
                <a16:creationId xmlns:a16="http://schemas.microsoft.com/office/drawing/2014/main" id="{8ADA9598-972B-434E-DFD4-61A174271782}"/>
              </a:ext>
            </a:extLst>
          </p:cNvPr>
          <p:cNvSpPr/>
          <p:nvPr/>
        </p:nvSpPr>
        <p:spPr>
          <a:xfrm>
            <a:off x="866009" y="4492657"/>
            <a:ext cx="963149" cy="163498"/>
          </a:xfrm>
          <a:custGeom>
            <a:avLst/>
            <a:gdLst>
              <a:gd name="connsiteX0" fmla="*/ 1763485 w 1763485"/>
              <a:gd name="connsiteY0" fmla="*/ 206829 h 299357"/>
              <a:gd name="connsiteX1" fmla="*/ 1540328 w 1763485"/>
              <a:gd name="connsiteY1" fmla="*/ 299357 h 299357"/>
              <a:gd name="connsiteX2" fmla="*/ 1409700 w 1763485"/>
              <a:gd name="connsiteY2" fmla="*/ 272143 h 299357"/>
              <a:gd name="connsiteX3" fmla="*/ 1322614 w 1763485"/>
              <a:gd name="connsiteY3" fmla="*/ 190500 h 299357"/>
              <a:gd name="connsiteX4" fmla="*/ 1306285 w 1763485"/>
              <a:gd name="connsiteY4" fmla="*/ 157843 h 299357"/>
              <a:gd name="connsiteX5" fmla="*/ 1284514 w 1763485"/>
              <a:gd name="connsiteY5" fmla="*/ 130629 h 299357"/>
              <a:gd name="connsiteX6" fmla="*/ 1273628 w 1763485"/>
              <a:gd name="connsiteY6" fmla="*/ 92529 h 299357"/>
              <a:gd name="connsiteX7" fmla="*/ 1268185 w 1763485"/>
              <a:gd name="connsiteY7" fmla="*/ 76200 h 299357"/>
              <a:gd name="connsiteX8" fmla="*/ 1191985 w 1763485"/>
              <a:gd name="connsiteY8" fmla="*/ 16329 h 299357"/>
              <a:gd name="connsiteX9" fmla="*/ 1028700 w 1763485"/>
              <a:gd name="connsiteY9" fmla="*/ 0 h 299357"/>
              <a:gd name="connsiteX10" fmla="*/ 849085 w 1763485"/>
              <a:gd name="connsiteY10" fmla="*/ 10886 h 299357"/>
              <a:gd name="connsiteX11" fmla="*/ 800100 w 1763485"/>
              <a:gd name="connsiteY11" fmla="*/ 43543 h 299357"/>
              <a:gd name="connsiteX12" fmla="*/ 685800 w 1763485"/>
              <a:gd name="connsiteY12" fmla="*/ 119743 h 299357"/>
              <a:gd name="connsiteX13" fmla="*/ 658585 w 1763485"/>
              <a:gd name="connsiteY13" fmla="*/ 136071 h 299357"/>
              <a:gd name="connsiteX14" fmla="*/ 544285 w 1763485"/>
              <a:gd name="connsiteY14" fmla="*/ 163286 h 299357"/>
              <a:gd name="connsiteX15" fmla="*/ 511628 w 1763485"/>
              <a:gd name="connsiteY15" fmla="*/ 174171 h 299357"/>
              <a:gd name="connsiteX16" fmla="*/ 255814 w 1763485"/>
              <a:gd name="connsiteY16" fmla="*/ 130629 h 299357"/>
              <a:gd name="connsiteX17" fmla="*/ 239485 w 1763485"/>
              <a:gd name="connsiteY17" fmla="*/ 119743 h 299357"/>
              <a:gd name="connsiteX18" fmla="*/ 217714 w 1763485"/>
              <a:gd name="connsiteY18" fmla="*/ 114300 h 299357"/>
              <a:gd name="connsiteX19" fmla="*/ 168728 w 1763485"/>
              <a:gd name="connsiteY19" fmla="*/ 76200 h 299357"/>
              <a:gd name="connsiteX20" fmla="*/ 54428 w 1763485"/>
              <a:gd name="connsiteY20" fmla="*/ 43543 h 299357"/>
              <a:gd name="connsiteX21" fmla="*/ 0 w 1763485"/>
              <a:gd name="connsiteY21" fmla="*/ 43543 h 29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3485" h="299357">
                <a:moveTo>
                  <a:pt x="1763485" y="206829"/>
                </a:moveTo>
                <a:cubicBezTo>
                  <a:pt x="1614475" y="277785"/>
                  <a:pt x="1689015" y="247316"/>
                  <a:pt x="1540328" y="299357"/>
                </a:cubicBezTo>
                <a:cubicBezTo>
                  <a:pt x="1496785" y="290286"/>
                  <a:pt x="1452266" y="285042"/>
                  <a:pt x="1409700" y="272143"/>
                </a:cubicBezTo>
                <a:cubicBezTo>
                  <a:pt x="1360103" y="257114"/>
                  <a:pt x="1349198" y="233034"/>
                  <a:pt x="1322614" y="190500"/>
                </a:cubicBezTo>
                <a:cubicBezTo>
                  <a:pt x="1316164" y="180179"/>
                  <a:pt x="1312819" y="168111"/>
                  <a:pt x="1306285" y="157843"/>
                </a:cubicBezTo>
                <a:cubicBezTo>
                  <a:pt x="1300048" y="148042"/>
                  <a:pt x="1291771" y="139700"/>
                  <a:pt x="1284514" y="130629"/>
                </a:cubicBezTo>
                <a:cubicBezTo>
                  <a:pt x="1280885" y="117929"/>
                  <a:pt x="1277423" y="105180"/>
                  <a:pt x="1273628" y="92529"/>
                </a:cubicBezTo>
                <a:cubicBezTo>
                  <a:pt x="1271979" y="87034"/>
                  <a:pt x="1271858" y="80608"/>
                  <a:pt x="1268185" y="76200"/>
                </a:cubicBezTo>
                <a:cubicBezTo>
                  <a:pt x="1250833" y="55378"/>
                  <a:pt x="1224333" y="20950"/>
                  <a:pt x="1191985" y="16329"/>
                </a:cubicBezTo>
                <a:cubicBezTo>
                  <a:pt x="1137835" y="8593"/>
                  <a:pt x="1028700" y="0"/>
                  <a:pt x="1028700" y="0"/>
                </a:cubicBezTo>
                <a:cubicBezTo>
                  <a:pt x="968828" y="3629"/>
                  <a:pt x="908007" y="-337"/>
                  <a:pt x="849085" y="10886"/>
                </a:cubicBezTo>
                <a:cubicBezTo>
                  <a:pt x="829807" y="14558"/>
                  <a:pt x="817184" y="33887"/>
                  <a:pt x="800100" y="43543"/>
                </a:cubicBezTo>
                <a:cubicBezTo>
                  <a:pt x="628196" y="140706"/>
                  <a:pt x="794349" y="29288"/>
                  <a:pt x="685800" y="119743"/>
                </a:cubicBezTo>
                <a:cubicBezTo>
                  <a:pt x="677673" y="126516"/>
                  <a:pt x="668445" y="132237"/>
                  <a:pt x="658585" y="136071"/>
                </a:cubicBezTo>
                <a:cubicBezTo>
                  <a:pt x="599918" y="158886"/>
                  <a:pt x="596861" y="156714"/>
                  <a:pt x="544285" y="163286"/>
                </a:cubicBezTo>
                <a:cubicBezTo>
                  <a:pt x="533399" y="166914"/>
                  <a:pt x="523087" y="174759"/>
                  <a:pt x="511628" y="174171"/>
                </a:cubicBezTo>
                <a:cubicBezTo>
                  <a:pt x="367189" y="166764"/>
                  <a:pt x="363109" y="161284"/>
                  <a:pt x="255814" y="130629"/>
                </a:cubicBezTo>
                <a:cubicBezTo>
                  <a:pt x="250371" y="127000"/>
                  <a:pt x="245498" y="122320"/>
                  <a:pt x="239485" y="119743"/>
                </a:cubicBezTo>
                <a:cubicBezTo>
                  <a:pt x="232609" y="116796"/>
                  <a:pt x="223003" y="119589"/>
                  <a:pt x="217714" y="114300"/>
                </a:cubicBezTo>
                <a:cubicBezTo>
                  <a:pt x="170934" y="67520"/>
                  <a:pt x="236527" y="87500"/>
                  <a:pt x="168728" y="76200"/>
                </a:cubicBezTo>
                <a:cubicBezTo>
                  <a:pt x="117113" y="55554"/>
                  <a:pt x="111054" y="48936"/>
                  <a:pt x="54428" y="43543"/>
                </a:cubicBezTo>
                <a:cubicBezTo>
                  <a:pt x="36367" y="41823"/>
                  <a:pt x="18143" y="43543"/>
                  <a:pt x="0" y="435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4" name="TextBox 183">
            <a:extLst>
              <a:ext uri="{FF2B5EF4-FFF2-40B4-BE49-F238E27FC236}">
                <a16:creationId xmlns:a16="http://schemas.microsoft.com/office/drawing/2014/main" id="{0936BEBB-0098-CC31-D42D-EE3ABC043963}"/>
              </a:ext>
            </a:extLst>
          </p:cNvPr>
          <p:cNvSpPr txBox="1"/>
          <p:nvPr/>
        </p:nvSpPr>
        <p:spPr>
          <a:xfrm>
            <a:off x="1593259" y="4465991"/>
            <a:ext cx="1215496" cy="230832"/>
          </a:xfrm>
          <a:prstGeom prst="rect">
            <a:avLst/>
          </a:prstGeom>
          <a:noFill/>
          <a:ln>
            <a:noFill/>
          </a:ln>
        </p:spPr>
        <p:txBody>
          <a:bodyPr wrap="square" rtlCol="0">
            <a:spAutoFit/>
          </a:bodyPr>
          <a:lstStyle/>
          <a:p>
            <a:pPr algn="ctr"/>
            <a:r>
              <a:rPr lang="en-SG" sz="900" b="1" dirty="0">
                <a:solidFill>
                  <a:schemeClr val="tx2"/>
                </a:solidFill>
                <a:latin typeface="+mn-lt"/>
              </a:rPr>
              <a:t>Ben’s Place</a:t>
            </a:r>
          </a:p>
        </p:txBody>
      </p:sp>
      <p:pic>
        <p:nvPicPr>
          <p:cNvPr id="185" name="Picture 184">
            <a:extLst>
              <a:ext uri="{FF2B5EF4-FFF2-40B4-BE49-F238E27FC236}">
                <a16:creationId xmlns:a16="http://schemas.microsoft.com/office/drawing/2014/main" id="{DF8DDA9E-9171-47F1-0DBE-674D6DC44832}"/>
              </a:ext>
            </a:extLst>
          </p:cNvPr>
          <p:cNvPicPr>
            <a:picLocks noChangeAspect="1"/>
          </p:cNvPicPr>
          <p:nvPr/>
        </p:nvPicPr>
        <p:blipFill>
          <a:blip r:embed="rId8"/>
          <a:stretch>
            <a:fillRect/>
          </a:stretch>
        </p:blipFill>
        <p:spPr>
          <a:xfrm>
            <a:off x="1987937" y="4089700"/>
            <a:ext cx="395265" cy="395265"/>
          </a:xfrm>
          <a:prstGeom prst="rect">
            <a:avLst/>
          </a:prstGeom>
        </p:spPr>
      </p:pic>
      <p:pic>
        <p:nvPicPr>
          <p:cNvPr id="186" name="Picture 185">
            <a:extLst>
              <a:ext uri="{FF2B5EF4-FFF2-40B4-BE49-F238E27FC236}">
                <a16:creationId xmlns:a16="http://schemas.microsoft.com/office/drawing/2014/main" id="{2A181959-A14D-FCC6-5194-31E1478177BF}"/>
              </a:ext>
            </a:extLst>
          </p:cNvPr>
          <p:cNvPicPr>
            <a:picLocks noChangeAspect="1"/>
          </p:cNvPicPr>
          <p:nvPr/>
        </p:nvPicPr>
        <p:blipFill>
          <a:blip r:embed="rId9"/>
          <a:stretch>
            <a:fillRect/>
          </a:stretch>
        </p:blipFill>
        <p:spPr>
          <a:xfrm>
            <a:off x="3188167" y="4336996"/>
            <a:ext cx="498554" cy="498554"/>
          </a:xfrm>
          <a:prstGeom prst="rect">
            <a:avLst/>
          </a:prstGeom>
        </p:spPr>
      </p:pic>
      <p:pic>
        <p:nvPicPr>
          <p:cNvPr id="187" name="Picture 186" descr="A blue arrows pointing to a cross&#10;&#10;AI-generated content may be incorrect.">
            <a:extLst>
              <a:ext uri="{FF2B5EF4-FFF2-40B4-BE49-F238E27FC236}">
                <a16:creationId xmlns:a16="http://schemas.microsoft.com/office/drawing/2014/main" id="{FF8F5A47-64C5-371B-A0EC-EB1FCAD801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38957" y="3460084"/>
            <a:ext cx="436233" cy="436233"/>
          </a:xfrm>
          <a:prstGeom prst="rect">
            <a:avLst/>
          </a:prstGeom>
        </p:spPr>
      </p:pic>
      <p:sp>
        <p:nvSpPr>
          <p:cNvPr id="188" name="TextBox 187">
            <a:extLst>
              <a:ext uri="{FF2B5EF4-FFF2-40B4-BE49-F238E27FC236}">
                <a16:creationId xmlns:a16="http://schemas.microsoft.com/office/drawing/2014/main" id="{69E97AAD-E60B-CBEF-B240-E7D9401C6CAC}"/>
              </a:ext>
            </a:extLst>
          </p:cNvPr>
          <p:cNvSpPr txBox="1"/>
          <p:nvPr/>
        </p:nvSpPr>
        <p:spPr>
          <a:xfrm>
            <a:off x="2808755" y="4797842"/>
            <a:ext cx="1215496" cy="230832"/>
          </a:xfrm>
          <a:prstGeom prst="rect">
            <a:avLst/>
          </a:prstGeom>
          <a:noFill/>
          <a:ln>
            <a:noFill/>
          </a:ln>
        </p:spPr>
        <p:txBody>
          <a:bodyPr wrap="square" rtlCol="0">
            <a:spAutoFit/>
          </a:bodyPr>
          <a:lstStyle/>
          <a:p>
            <a:pPr algn="ctr"/>
            <a:r>
              <a:rPr lang="en-SG" sz="900" b="1" dirty="0">
                <a:solidFill>
                  <a:schemeClr val="tx2"/>
                </a:solidFill>
                <a:latin typeface="+mn-lt"/>
              </a:rPr>
              <a:t>Musical B’</a:t>
            </a:r>
          </a:p>
        </p:txBody>
      </p:sp>
      <p:sp>
        <p:nvSpPr>
          <p:cNvPr id="189" name="Freeform: Shape 188">
            <a:extLst>
              <a:ext uri="{FF2B5EF4-FFF2-40B4-BE49-F238E27FC236}">
                <a16:creationId xmlns:a16="http://schemas.microsoft.com/office/drawing/2014/main" id="{19963F83-4F2B-C049-8902-8F7047936FB1}"/>
              </a:ext>
            </a:extLst>
          </p:cNvPr>
          <p:cNvSpPr/>
          <p:nvPr/>
        </p:nvSpPr>
        <p:spPr>
          <a:xfrm>
            <a:off x="2579018" y="4635470"/>
            <a:ext cx="514883" cy="295373"/>
          </a:xfrm>
          <a:custGeom>
            <a:avLst/>
            <a:gdLst>
              <a:gd name="connsiteX0" fmla="*/ 10910 w 1034167"/>
              <a:gd name="connsiteY0" fmla="*/ 0 h 593271"/>
              <a:gd name="connsiteX1" fmla="*/ 24 w 1034167"/>
              <a:gd name="connsiteY1" fmla="*/ 27214 h 593271"/>
              <a:gd name="connsiteX2" fmla="*/ 32681 w 1034167"/>
              <a:gd name="connsiteY2" fmla="*/ 141514 h 593271"/>
              <a:gd name="connsiteX3" fmla="*/ 119767 w 1034167"/>
              <a:gd name="connsiteY3" fmla="*/ 217714 h 593271"/>
              <a:gd name="connsiteX4" fmla="*/ 185081 w 1034167"/>
              <a:gd name="connsiteY4" fmla="*/ 250371 h 593271"/>
              <a:gd name="connsiteX5" fmla="*/ 283053 w 1034167"/>
              <a:gd name="connsiteY5" fmla="*/ 288471 h 593271"/>
              <a:gd name="connsiteX6" fmla="*/ 402796 w 1034167"/>
              <a:gd name="connsiteY6" fmla="*/ 293914 h 593271"/>
              <a:gd name="connsiteX7" fmla="*/ 604181 w 1034167"/>
              <a:gd name="connsiteY7" fmla="*/ 353786 h 593271"/>
              <a:gd name="connsiteX8" fmla="*/ 615067 w 1034167"/>
              <a:gd name="connsiteY8" fmla="*/ 370114 h 593271"/>
              <a:gd name="connsiteX9" fmla="*/ 631396 w 1034167"/>
              <a:gd name="connsiteY9" fmla="*/ 429986 h 593271"/>
              <a:gd name="connsiteX10" fmla="*/ 642281 w 1034167"/>
              <a:gd name="connsiteY10" fmla="*/ 533400 h 593271"/>
              <a:gd name="connsiteX11" fmla="*/ 680381 w 1034167"/>
              <a:gd name="connsiteY11" fmla="*/ 555171 h 593271"/>
              <a:gd name="connsiteX12" fmla="*/ 778353 w 1034167"/>
              <a:gd name="connsiteY12" fmla="*/ 593271 h 593271"/>
              <a:gd name="connsiteX13" fmla="*/ 881767 w 1034167"/>
              <a:gd name="connsiteY13" fmla="*/ 587829 h 593271"/>
              <a:gd name="connsiteX14" fmla="*/ 930753 w 1034167"/>
              <a:gd name="connsiteY14" fmla="*/ 549729 h 593271"/>
              <a:gd name="connsiteX15" fmla="*/ 1034167 w 1034167"/>
              <a:gd name="connsiteY15" fmla="*/ 538843 h 59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4167" h="593271">
                <a:moveTo>
                  <a:pt x="10910" y="0"/>
                </a:moveTo>
                <a:cubicBezTo>
                  <a:pt x="7281" y="9071"/>
                  <a:pt x="-490" y="17457"/>
                  <a:pt x="24" y="27214"/>
                </a:cubicBezTo>
                <a:cubicBezTo>
                  <a:pt x="423" y="34790"/>
                  <a:pt x="16134" y="123225"/>
                  <a:pt x="32681" y="141514"/>
                </a:cubicBezTo>
                <a:cubicBezTo>
                  <a:pt x="58560" y="170117"/>
                  <a:pt x="85267" y="200464"/>
                  <a:pt x="119767" y="217714"/>
                </a:cubicBezTo>
                <a:cubicBezTo>
                  <a:pt x="141538" y="228600"/>
                  <a:pt x="164016" y="238175"/>
                  <a:pt x="185081" y="250371"/>
                </a:cubicBezTo>
                <a:cubicBezTo>
                  <a:pt x="244050" y="284512"/>
                  <a:pt x="202154" y="281117"/>
                  <a:pt x="283053" y="288471"/>
                </a:cubicBezTo>
                <a:cubicBezTo>
                  <a:pt x="322844" y="292088"/>
                  <a:pt x="362882" y="292100"/>
                  <a:pt x="402796" y="293914"/>
                </a:cubicBezTo>
                <a:cubicBezTo>
                  <a:pt x="506337" y="314622"/>
                  <a:pt x="542016" y="298529"/>
                  <a:pt x="604181" y="353786"/>
                </a:cubicBezTo>
                <a:cubicBezTo>
                  <a:pt x="609070" y="358132"/>
                  <a:pt x="611438" y="364671"/>
                  <a:pt x="615067" y="370114"/>
                </a:cubicBezTo>
                <a:cubicBezTo>
                  <a:pt x="623153" y="394372"/>
                  <a:pt x="628319" y="405367"/>
                  <a:pt x="631396" y="429986"/>
                </a:cubicBezTo>
                <a:cubicBezTo>
                  <a:pt x="635695" y="464380"/>
                  <a:pt x="629650" y="501121"/>
                  <a:pt x="642281" y="533400"/>
                </a:cubicBezTo>
                <a:cubicBezTo>
                  <a:pt x="647611" y="547021"/>
                  <a:pt x="667298" y="548630"/>
                  <a:pt x="680381" y="555171"/>
                </a:cubicBezTo>
                <a:cubicBezTo>
                  <a:pt x="737030" y="583496"/>
                  <a:pt x="728360" y="578988"/>
                  <a:pt x="778353" y="593271"/>
                </a:cubicBezTo>
                <a:lnTo>
                  <a:pt x="881767" y="587829"/>
                </a:lnTo>
                <a:cubicBezTo>
                  <a:pt x="901657" y="582146"/>
                  <a:pt x="910209" y="552146"/>
                  <a:pt x="930753" y="549729"/>
                </a:cubicBezTo>
                <a:cubicBezTo>
                  <a:pt x="1026885" y="538419"/>
                  <a:pt x="992226" y="538843"/>
                  <a:pt x="1034167" y="5388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90" name="Group 189">
            <a:extLst>
              <a:ext uri="{FF2B5EF4-FFF2-40B4-BE49-F238E27FC236}">
                <a16:creationId xmlns:a16="http://schemas.microsoft.com/office/drawing/2014/main" id="{60E900C2-692A-DF31-24CB-963F5AE0796F}"/>
              </a:ext>
            </a:extLst>
          </p:cNvPr>
          <p:cNvGrpSpPr/>
          <p:nvPr/>
        </p:nvGrpSpPr>
        <p:grpSpPr>
          <a:xfrm>
            <a:off x="3292671" y="3814432"/>
            <a:ext cx="694843" cy="422359"/>
            <a:chOff x="7620370" y="4729264"/>
            <a:chExt cx="1014010" cy="616364"/>
          </a:xfrm>
        </p:grpSpPr>
        <p:pic>
          <p:nvPicPr>
            <p:cNvPr id="191" name="Picture 190">
              <a:extLst>
                <a:ext uri="{FF2B5EF4-FFF2-40B4-BE49-F238E27FC236}">
                  <a16:creationId xmlns:a16="http://schemas.microsoft.com/office/drawing/2014/main" id="{2F6F11B3-2BC7-E1ED-C3AB-BABF0AC5A5ED}"/>
                </a:ext>
              </a:extLst>
            </p:cNvPr>
            <p:cNvPicPr>
              <a:picLocks noChangeAspect="1"/>
            </p:cNvPicPr>
            <p:nvPr/>
          </p:nvPicPr>
          <p:blipFill>
            <a:blip r:embed="rId10"/>
            <a:stretch>
              <a:fillRect/>
            </a:stretch>
          </p:blipFill>
          <p:spPr>
            <a:xfrm>
              <a:off x="7884122" y="4729264"/>
              <a:ext cx="446487" cy="446487"/>
            </a:xfrm>
            <a:prstGeom prst="rect">
              <a:avLst/>
            </a:prstGeom>
          </p:spPr>
        </p:pic>
        <p:sp>
          <p:nvSpPr>
            <p:cNvPr id="192" name="TextBox 191">
              <a:extLst>
                <a:ext uri="{FF2B5EF4-FFF2-40B4-BE49-F238E27FC236}">
                  <a16:creationId xmlns:a16="http://schemas.microsoft.com/office/drawing/2014/main" id="{F461AB69-BB10-5E4C-7BD0-3EB3C5EB31C6}"/>
                </a:ext>
              </a:extLst>
            </p:cNvPr>
            <p:cNvSpPr txBox="1"/>
            <p:nvPr/>
          </p:nvSpPr>
          <p:spPr>
            <a:xfrm>
              <a:off x="7620370" y="5114796"/>
              <a:ext cx="1014010" cy="230832"/>
            </a:xfrm>
            <a:prstGeom prst="rect">
              <a:avLst/>
            </a:prstGeom>
            <a:noFill/>
            <a:ln>
              <a:noFill/>
            </a:ln>
          </p:spPr>
          <p:txBody>
            <a:bodyPr wrap="square" rtlCol="0">
              <a:spAutoFit/>
            </a:bodyPr>
            <a:lstStyle/>
            <a:p>
              <a:pPr algn="ctr"/>
              <a:r>
                <a:rPr lang="en-SG" sz="900" b="1" dirty="0">
                  <a:solidFill>
                    <a:schemeClr val="tx2"/>
                  </a:solidFill>
                  <a:latin typeface="+mn-lt"/>
                </a:rPr>
                <a:t>Entrance</a:t>
              </a:r>
              <a:endParaRPr lang="en-SG" sz="1400" b="1" dirty="0">
                <a:solidFill>
                  <a:schemeClr val="tx2"/>
                </a:solidFill>
                <a:latin typeface="+mn-lt"/>
              </a:endParaRPr>
            </a:p>
          </p:txBody>
        </p:sp>
      </p:grpSp>
      <p:sp>
        <p:nvSpPr>
          <p:cNvPr id="194" name="Freeform: Shape 193">
            <a:extLst>
              <a:ext uri="{FF2B5EF4-FFF2-40B4-BE49-F238E27FC236}">
                <a16:creationId xmlns:a16="http://schemas.microsoft.com/office/drawing/2014/main" id="{B03D6E38-162E-E789-0947-F2372803EA93}"/>
              </a:ext>
            </a:extLst>
          </p:cNvPr>
          <p:cNvSpPr/>
          <p:nvPr/>
        </p:nvSpPr>
        <p:spPr>
          <a:xfrm>
            <a:off x="3129527" y="4287772"/>
            <a:ext cx="89015" cy="347698"/>
          </a:xfrm>
          <a:custGeom>
            <a:avLst/>
            <a:gdLst>
              <a:gd name="connsiteX0" fmla="*/ 69058 w 69096"/>
              <a:gd name="connsiteY0" fmla="*/ 281214 h 281214"/>
              <a:gd name="connsiteX1" fmla="*/ 50915 w 69096"/>
              <a:gd name="connsiteY1" fmla="*/ 234043 h 281214"/>
              <a:gd name="connsiteX2" fmla="*/ 30958 w 69096"/>
              <a:gd name="connsiteY2" fmla="*/ 195943 h 281214"/>
              <a:gd name="connsiteX3" fmla="*/ 18258 w 69096"/>
              <a:gd name="connsiteY3" fmla="*/ 177800 h 281214"/>
              <a:gd name="connsiteX4" fmla="*/ 3743 w 69096"/>
              <a:gd name="connsiteY4" fmla="*/ 154214 h 281214"/>
              <a:gd name="connsiteX5" fmla="*/ 20072 w 69096"/>
              <a:gd name="connsiteY5" fmla="*/ 127000 h 281214"/>
              <a:gd name="connsiteX6" fmla="*/ 32772 w 69096"/>
              <a:gd name="connsiteY6" fmla="*/ 107043 h 281214"/>
              <a:gd name="connsiteX7" fmla="*/ 40029 w 69096"/>
              <a:gd name="connsiteY7" fmla="*/ 101600 h 281214"/>
              <a:gd name="connsiteX8" fmla="*/ 56358 w 69096"/>
              <a:gd name="connsiteY8" fmla="*/ 85272 h 281214"/>
              <a:gd name="connsiteX9" fmla="*/ 58172 w 69096"/>
              <a:gd name="connsiteY9" fmla="*/ 78014 h 281214"/>
              <a:gd name="connsiteX10" fmla="*/ 69058 w 69096"/>
              <a:gd name="connsiteY10" fmla="*/ 76200 h 281214"/>
              <a:gd name="connsiteX11" fmla="*/ 59986 w 69096"/>
              <a:gd name="connsiteY11" fmla="*/ 47172 h 281214"/>
              <a:gd name="connsiteX12" fmla="*/ 56358 w 69096"/>
              <a:gd name="connsiteY12" fmla="*/ 38100 h 281214"/>
              <a:gd name="connsiteX13" fmla="*/ 54543 w 69096"/>
              <a:gd name="connsiteY13" fmla="*/ 30843 h 281214"/>
              <a:gd name="connsiteX14" fmla="*/ 43658 w 69096"/>
              <a:gd name="connsiteY14" fmla="*/ 18143 h 281214"/>
              <a:gd name="connsiteX15" fmla="*/ 38215 w 69096"/>
              <a:gd name="connsiteY15" fmla="*/ 9072 h 281214"/>
              <a:gd name="connsiteX16" fmla="*/ 30958 w 69096"/>
              <a:gd name="connsiteY16" fmla="*/ 0 h 28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9096" h="281214">
                <a:moveTo>
                  <a:pt x="69058" y="281214"/>
                </a:moveTo>
                <a:cubicBezTo>
                  <a:pt x="64847" y="260170"/>
                  <a:pt x="67045" y="267916"/>
                  <a:pt x="50915" y="234043"/>
                </a:cubicBezTo>
                <a:cubicBezTo>
                  <a:pt x="44751" y="221099"/>
                  <a:pt x="38157" y="208341"/>
                  <a:pt x="30958" y="195943"/>
                </a:cubicBezTo>
                <a:cubicBezTo>
                  <a:pt x="27251" y="189559"/>
                  <a:pt x="22001" y="184163"/>
                  <a:pt x="18258" y="177800"/>
                </a:cubicBezTo>
                <a:cubicBezTo>
                  <a:pt x="1704" y="149659"/>
                  <a:pt x="25250" y="180021"/>
                  <a:pt x="3743" y="154214"/>
                </a:cubicBezTo>
                <a:cubicBezTo>
                  <a:pt x="-3793" y="135373"/>
                  <a:pt x="-724" y="151262"/>
                  <a:pt x="20072" y="127000"/>
                </a:cubicBezTo>
                <a:cubicBezTo>
                  <a:pt x="25204" y="121013"/>
                  <a:pt x="27900" y="113243"/>
                  <a:pt x="32772" y="107043"/>
                </a:cubicBezTo>
                <a:cubicBezTo>
                  <a:pt x="34640" y="104665"/>
                  <a:pt x="37891" y="103738"/>
                  <a:pt x="40029" y="101600"/>
                </a:cubicBezTo>
                <a:cubicBezTo>
                  <a:pt x="64851" y="76778"/>
                  <a:pt x="17305" y="117814"/>
                  <a:pt x="56358" y="85272"/>
                </a:cubicBezTo>
                <a:cubicBezTo>
                  <a:pt x="56963" y="82853"/>
                  <a:pt x="56143" y="79464"/>
                  <a:pt x="58172" y="78014"/>
                </a:cubicBezTo>
                <a:cubicBezTo>
                  <a:pt x="61165" y="75876"/>
                  <a:pt x="68842" y="79872"/>
                  <a:pt x="69058" y="76200"/>
                </a:cubicBezTo>
                <a:cubicBezTo>
                  <a:pt x="69653" y="66080"/>
                  <a:pt x="63192" y="56789"/>
                  <a:pt x="59986" y="47172"/>
                </a:cubicBezTo>
                <a:cubicBezTo>
                  <a:pt x="58956" y="44082"/>
                  <a:pt x="57388" y="41190"/>
                  <a:pt x="56358" y="38100"/>
                </a:cubicBezTo>
                <a:cubicBezTo>
                  <a:pt x="55569" y="35734"/>
                  <a:pt x="55882" y="32947"/>
                  <a:pt x="54543" y="30843"/>
                </a:cubicBezTo>
                <a:cubicBezTo>
                  <a:pt x="51550" y="26139"/>
                  <a:pt x="47003" y="22603"/>
                  <a:pt x="43658" y="18143"/>
                </a:cubicBezTo>
                <a:cubicBezTo>
                  <a:pt x="41542" y="15322"/>
                  <a:pt x="40237" y="11961"/>
                  <a:pt x="38215" y="9072"/>
                </a:cubicBezTo>
                <a:cubicBezTo>
                  <a:pt x="35994" y="5900"/>
                  <a:pt x="30958" y="0"/>
                  <a:pt x="30958" y="0"/>
                </a:cubicBezTo>
              </a:path>
            </a:pathLst>
          </a:custGeom>
          <a:noFill/>
          <a:ln w="7620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95" name="Picture 194">
            <a:extLst>
              <a:ext uri="{FF2B5EF4-FFF2-40B4-BE49-F238E27FC236}">
                <a16:creationId xmlns:a16="http://schemas.microsoft.com/office/drawing/2014/main" id="{7692EC8D-1EDF-3E4B-C323-23AFD3AD07DA}"/>
              </a:ext>
            </a:extLst>
          </p:cNvPr>
          <p:cNvPicPr>
            <a:picLocks noChangeAspect="1"/>
          </p:cNvPicPr>
          <p:nvPr/>
        </p:nvPicPr>
        <p:blipFill>
          <a:blip r:embed="rId11"/>
          <a:stretch>
            <a:fillRect/>
          </a:stretch>
        </p:blipFill>
        <p:spPr>
          <a:xfrm>
            <a:off x="2894704" y="3874881"/>
            <a:ext cx="300215" cy="300215"/>
          </a:xfrm>
          <a:prstGeom prst="rect">
            <a:avLst/>
          </a:prstGeom>
        </p:spPr>
      </p:pic>
      <p:sp>
        <p:nvSpPr>
          <p:cNvPr id="196" name="TextBox 195">
            <a:extLst>
              <a:ext uri="{FF2B5EF4-FFF2-40B4-BE49-F238E27FC236}">
                <a16:creationId xmlns:a16="http://schemas.microsoft.com/office/drawing/2014/main" id="{953EAFC4-5159-5D08-13B7-DD3F1B1CBA20}"/>
              </a:ext>
            </a:extLst>
          </p:cNvPr>
          <p:cNvSpPr txBox="1"/>
          <p:nvPr/>
        </p:nvSpPr>
        <p:spPr>
          <a:xfrm>
            <a:off x="2334031" y="4107623"/>
            <a:ext cx="1215496" cy="230832"/>
          </a:xfrm>
          <a:prstGeom prst="rect">
            <a:avLst/>
          </a:prstGeom>
          <a:noFill/>
          <a:ln>
            <a:noFill/>
          </a:ln>
        </p:spPr>
        <p:txBody>
          <a:bodyPr wrap="square" rtlCol="0">
            <a:spAutoFit/>
          </a:bodyPr>
          <a:lstStyle/>
          <a:p>
            <a:pPr algn="ctr"/>
            <a:r>
              <a:rPr lang="en-SG" sz="900" b="1" dirty="0">
                <a:solidFill>
                  <a:schemeClr val="tx2"/>
                </a:solidFill>
                <a:latin typeface="+mn-lt"/>
              </a:rPr>
              <a:t>Cirque Du Luna</a:t>
            </a:r>
          </a:p>
        </p:txBody>
      </p:sp>
      <p:sp>
        <p:nvSpPr>
          <p:cNvPr id="197" name="TextBox 196">
            <a:extLst>
              <a:ext uri="{FF2B5EF4-FFF2-40B4-BE49-F238E27FC236}">
                <a16:creationId xmlns:a16="http://schemas.microsoft.com/office/drawing/2014/main" id="{694F41ED-888C-5BF7-37C1-974150416B97}"/>
              </a:ext>
            </a:extLst>
          </p:cNvPr>
          <p:cNvSpPr txBox="1"/>
          <p:nvPr/>
        </p:nvSpPr>
        <p:spPr>
          <a:xfrm>
            <a:off x="886077" y="4622269"/>
            <a:ext cx="726297" cy="215444"/>
          </a:xfrm>
          <a:prstGeom prst="rect">
            <a:avLst/>
          </a:prstGeom>
          <a:noFill/>
          <a:ln>
            <a:noFill/>
          </a:ln>
        </p:spPr>
        <p:txBody>
          <a:bodyPr wrap="square" rtlCol="0">
            <a:spAutoFit/>
          </a:bodyPr>
          <a:lstStyle/>
          <a:p>
            <a:pPr algn="ctr"/>
            <a:r>
              <a:rPr lang="en-SG" sz="800" dirty="0">
                <a:solidFill>
                  <a:schemeClr val="tx2"/>
                </a:solidFill>
              </a:rPr>
              <a:t>~ 20 mins</a:t>
            </a:r>
            <a:endParaRPr lang="en-SG" sz="800" dirty="0">
              <a:solidFill>
                <a:schemeClr val="tx2"/>
              </a:solidFill>
              <a:latin typeface="+mn-lt"/>
            </a:endParaRPr>
          </a:p>
        </p:txBody>
      </p:sp>
      <p:pic>
        <p:nvPicPr>
          <p:cNvPr id="198" name="Picture 197" descr="A person walking on a black background&#10;&#10;AI-generated content may be incorrect.">
            <a:extLst>
              <a:ext uri="{FF2B5EF4-FFF2-40B4-BE49-F238E27FC236}">
                <a16:creationId xmlns:a16="http://schemas.microsoft.com/office/drawing/2014/main" id="{AFEAADE1-54B3-57A5-C0BC-2983F03DBDA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451983" y="4635351"/>
            <a:ext cx="162491" cy="162491"/>
          </a:xfrm>
          <a:prstGeom prst="rect">
            <a:avLst/>
          </a:prstGeom>
        </p:spPr>
      </p:pic>
      <p:sp>
        <p:nvSpPr>
          <p:cNvPr id="199" name="Rectangle: Rounded Corners 198">
            <a:extLst>
              <a:ext uri="{FF2B5EF4-FFF2-40B4-BE49-F238E27FC236}">
                <a16:creationId xmlns:a16="http://schemas.microsoft.com/office/drawing/2014/main" id="{066B737E-C8A1-EE4F-DABB-07CC248BB907}"/>
              </a:ext>
            </a:extLst>
          </p:cNvPr>
          <p:cNvSpPr/>
          <p:nvPr/>
        </p:nvSpPr>
        <p:spPr>
          <a:xfrm>
            <a:off x="991073" y="4537282"/>
            <a:ext cx="523791" cy="136964"/>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2.4 KM</a:t>
            </a:r>
          </a:p>
        </p:txBody>
      </p:sp>
      <p:sp>
        <p:nvSpPr>
          <p:cNvPr id="200" name="TextBox 199">
            <a:extLst>
              <a:ext uri="{FF2B5EF4-FFF2-40B4-BE49-F238E27FC236}">
                <a16:creationId xmlns:a16="http://schemas.microsoft.com/office/drawing/2014/main" id="{2DB2106F-0B7F-A516-A7D8-77539E217EFE}"/>
              </a:ext>
            </a:extLst>
          </p:cNvPr>
          <p:cNvSpPr txBox="1"/>
          <p:nvPr/>
        </p:nvSpPr>
        <p:spPr>
          <a:xfrm>
            <a:off x="2175919" y="4949975"/>
            <a:ext cx="726297" cy="215444"/>
          </a:xfrm>
          <a:prstGeom prst="rect">
            <a:avLst/>
          </a:prstGeom>
          <a:noFill/>
          <a:ln>
            <a:noFill/>
          </a:ln>
        </p:spPr>
        <p:txBody>
          <a:bodyPr wrap="square" rtlCol="0">
            <a:spAutoFit/>
          </a:bodyPr>
          <a:lstStyle/>
          <a:p>
            <a:pPr algn="ctr"/>
            <a:r>
              <a:rPr lang="en-SG" sz="800" dirty="0">
                <a:solidFill>
                  <a:schemeClr val="tx2"/>
                </a:solidFill>
              </a:rPr>
              <a:t>~ 7.5 mins</a:t>
            </a:r>
            <a:endParaRPr lang="en-SG" sz="800" dirty="0">
              <a:solidFill>
                <a:schemeClr val="tx2"/>
              </a:solidFill>
              <a:latin typeface="+mn-lt"/>
            </a:endParaRPr>
          </a:p>
        </p:txBody>
      </p:sp>
      <p:pic>
        <p:nvPicPr>
          <p:cNvPr id="201" name="Picture 200" descr="A person walking on a black background&#10;&#10;AI-generated content may be incorrect.">
            <a:extLst>
              <a:ext uri="{FF2B5EF4-FFF2-40B4-BE49-F238E27FC236}">
                <a16:creationId xmlns:a16="http://schemas.microsoft.com/office/drawing/2014/main" id="{8F6DE179-7DEF-6EF4-687C-13F879813B3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741825" y="4963057"/>
            <a:ext cx="162491" cy="162491"/>
          </a:xfrm>
          <a:prstGeom prst="rect">
            <a:avLst/>
          </a:prstGeom>
        </p:spPr>
      </p:pic>
      <p:sp>
        <p:nvSpPr>
          <p:cNvPr id="202" name="Rectangle: Rounded Corners 201">
            <a:extLst>
              <a:ext uri="{FF2B5EF4-FFF2-40B4-BE49-F238E27FC236}">
                <a16:creationId xmlns:a16="http://schemas.microsoft.com/office/drawing/2014/main" id="{82E946DD-98F8-8980-1146-B653A02C8E19}"/>
              </a:ext>
            </a:extLst>
          </p:cNvPr>
          <p:cNvSpPr/>
          <p:nvPr/>
        </p:nvSpPr>
        <p:spPr>
          <a:xfrm>
            <a:off x="2294659" y="4883478"/>
            <a:ext cx="496137" cy="120893"/>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800 m</a:t>
            </a:r>
          </a:p>
        </p:txBody>
      </p:sp>
      <p:sp>
        <p:nvSpPr>
          <p:cNvPr id="203" name="TextBox 202">
            <a:extLst>
              <a:ext uri="{FF2B5EF4-FFF2-40B4-BE49-F238E27FC236}">
                <a16:creationId xmlns:a16="http://schemas.microsoft.com/office/drawing/2014/main" id="{19D62591-7D81-9C93-E628-275C9FB85B31}"/>
              </a:ext>
            </a:extLst>
          </p:cNvPr>
          <p:cNvSpPr txBox="1"/>
          <p:nvPr/>
        </p:nvSpPr>
        <p:spPr>
          <a:xfrm>
            <a:off x="2575917" y="4477314"/>
            <a:ext cx="726297" cy="215444"/>
          </a:xfrm>
          <a:prstGeom prst="rect">
            <a:avLst/>
          </a:prstGeom>
          <a:noFill/>
          <a:ln>
            <a:noFill/>
          </a:ln>
        </p:spPr>
        <p:txBody>
          <a:bodyPr wrap="square" rtlCol="0">
            <a:spAutoFit/>
          </a:bodyPr>
          <a:lstStyle/>
          <a:p>
            <a:pPr algn="ctr"/>
            <a:r>
              <a:rPr lang="en-SG" sz="800" dirty="0">
                <a:solidFill>
                  <a:schemeClr val="tx2"/>
                </a:solidFill>
              </a:rPr>
              <a:t>~ 3 mins</a:t>
            </a:r>
            <a:endParaRPr lang="en-SG" sz="800" dirty="0">
              <a:solidFill>
                <a:schemeClr val="tx2"/>
              </a:solidFill>
              <a:latin typeface="+mn-lt"/>
            </a:endParaRPr>
          </a:p>
        </p:txBody>
      </p:sp>
      <p:pic>
        <p:nvPicPr>
          <p:cNvPr id="204" name="Picture 203" descr="A person walking on a black background&#10;&#10;AI-generated content may be incorrect.">
            <a:extLst>
              <a:ext uri="{FF2B5EF4-FFF2-40B4-BE49-F238E27FC236}">
                <a16:creationId xmlns:a16="http://schemas.microsoft.com/office/drawing/2014/main" id="{FC813521-240B-517A-C57E-908A8DD76F3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094371" y="4477314"/>
            <a:ext cx="162491" cy="162491"/>
          </a:xfrm>
          <a:prstGeom prst="rect">
            <a:avLst/>
          </a:prstGeom>
        </p:spPr>
      </p:pic>
      <p:sp>
        <p:nvSpPr>
          <p:cNvPr id="205" name="Rectangle: Rounded Corners 204">
            <a:extLst>
              <a:ext uri="{FF2B5EF4-FFF2-40B4-BE49-F238E27FC236}">
                <a16:creationId xmlns:a16="http://schemas.microsoft.com/office/drawing/2014/main" id="{5F02D011-026C-9981-7609-4071D486DBB6}"/>
              </a:ext>
            </a:extLst>
          </p:cNvPr>
          <p:cNvSpPr/>
          <p:nvPr/>
        </p:nvSpPr>
        <p:spPr>
          <a:xfrm>
            <a:off x="2661348" y="4417704"/>
            <a:ext cx="477651" cy="107619"/>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200m</a:t>
            </a:r>
          </a:p>
        </p:txBody>
      </p:sp>
      <p:sp>
        <p:nvSpPr>
          <p:cNvPr id="206" name="Rectangle 205">
            <a:extLst>
              <a:ext uri="{FF2B5EF4-FFF2-40B4-BE49-F238E27FC236}">
                <a16:creationId xmlns:a16="http://schemas.microsoft.com/office/drawing/2014/main" id="{DC1D9F88-D3BA-1EBD-FF90-23F2375FD59A}"/>
              </a:ext>
            </a:extLst>
          </p:cNvPr>
          <p:cNvSpPr/>
          <p:nvPr/>
        </p:nvSpPr>
        <p:spPr>
          <a:xfrm>
            <a:off x="4331062" y="1548959"/>
            <a:ext cx="3497722" cy="532029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08" name="TextBox 207">
            <a:extLst>
              <a:ext uri="{FF2B5EF4-FFF2-40B4-BE49-F238E27FC236}">
                <a16:creationId xmlns:a16="http://schemas.microsoft.com/office/drawing/2014/main" id="{F496B5C1-38FB-1B00-DDEF-4AB3A5D0A387}"/>
              </a:ext>
            </a:extLst>
          </p:cNvPr>
          <p:cNvSpPr txBox="1"/>
          <p:nvPr/>
        </p:nvSpPr>
        <p:spPr>
          <a:xfrm>
            <a:off x="4288775" y="1656681"/>
            <a:ext cx="784830" cy="369332"/>
          </a:xfrm>
          <a:prstGeom prst="rect">
            <a:avLst/>
          </a:prstGeom>
          <a:noFill/>
        </p:spPr>
        <p:txBody>
          <a:bodyPr wrap="none" rtlCol="0">
            <a:spAutoFit/>
          </a:bodyPr>
          <a:lstStyle/>
          <a:p>
            <a:r>
              <a:rPr lang="en-SG" b="1" dirty="0">
                <a:solidFill>
                  <a:schemeClr val="tx2"/>
                </a:solidFill>
              </a:rPr>
              <a:t>Order</a:t>
            </a:r>
            <a:endParaRPr lang="en-SG" sz="1400" b="1" dirty="0">
              <a:solidFill>
                <a:schemeClr val="tx2"/>
              </a:solidFill>
            </a:endParaRPr>
          </a:p>
        </p:txBody>
      </p:sp>
      <p:grpSp>
        <p:nvGrpSpPr>
          <p:cNvPr id="212" name="Group 211">
            <a:extLst>
              <a:ext uri="{FF2B5EF4-FFF2-40B4-BE49-F238E27FC236}">
                <a16:creationId xmlns:a16="http://schemas.microsoft.com/office/drawing/2014/main" id="{265F8C72-69CE-9A26-93E0-301FA9223AF7}"/>
              </a:ext>
            </a:extLst>
          </p:cNvPr>
          <p:cNvGrpSpPr/>
          <p:nvPr/>
        </p:nvGrpSpPr>
        <p:grpSpPr>
          <a:xfrm>
            <a:off x="4450212" y="2204053"/>
            <a:ext cx="1621240" cy="333680"/>
            <a:chOff x="4402271" y="2204053"/>
            <a:chExt cx="1621240" cy="333680"/>
          </a:xfrm>
        </p:grpSpPr>
        <p:sp>
          <p:nvSpPr>
            <p:cNvPr id="209" name="Rectangle: Rounded Corners 208">
              <a:extLst>
                <a:ext uri="{FF2B5EF4-FFF2-40B4-BE49-F238E27FC236}">
                  <a16:creationId xmlns:a16="http://schemas.microsoft.com/office/drawing/2014/main" id="{0DD7D889-FE9A-BB7B-CD2F-B63F39BAF5D6}"/>
                </a:ext>
              </a:extLst>
            </p:cNvPr>
            <p:cNvSpPr/>
            <p:nvPr/>
          </p:nvSpPr>
          <p:spPr>
            <a:xfrm>
              <a:off x="4605296" y="2204053"/>
              <a:ext cx="1418215" cy="333680"/>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Dragon Roller</a:t>
              </a:r>
            </a:p>
          </p:txBody>
        </p:sp>
        <p:pic>
          <p:nvPicPr>
            <p:cNvPr id="210" name="Picture 209" descr="A blue arrow pointing to the left&#10;&#10;AI-generated content may be incorrect.">
              <a:extLst>
                <a:ext uri="{FF2B5EF4-FFF2-40B4-BE49-F238E27FC236}">
                  <a16:creationId xmlns:a16="http://schemas.microsoft.com/office/drawing/2014/main" id="{22994E3E-F284-EA6B-110A-EDF7A31513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11" name="Picture 210" descr="A blue arrow pointing to the left&#10;&#10;AI-generated content may be incorrect.">
              <a:extLst>
                <a:ext uri="{FF2B5EF4-FFF2-40B4-BE49-F238E27FC236}">
                  <a16:creationId xmlns:a16="http://schemas.microsoft.com/office/drawing/2014/main" id="{C1968CB2-84EB-488E-A36E-EFAB437F6B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sp>
        <p:nvSpPr>
          <p:cNvPr id="213" name="TextBox 212">
            <a:extLst>
              <a:ext uri="{FF2B5EF4-FFF2-40B4-BE49-F238E27FC236}">
                <a16:creationId xmlns:a16="http://schemas.microsoft.com/office/drawing/2014/main" id="{5E6302E7-DB45-E78F-30E6-DB89AA33DF64}"/>
              </a:ext>
            </a:extLst>
          </p:cNvPr>
          <p:cNvSpPr txBox="1"/>
          <p:nvPr/>
        </p:nvSpPr>
        <p:spPr>
          <a:xfrm>
            <a:off x="6040861" y="1656681"/>
            <a:ext cx="1833387" cy="369332"/>
          </a:xfrm>
          <a:prstGeom prst="rect">
            <a:avLst/>
          </a:prstGeom>
          <a:noFill/>
        </p:spPr>
        <p:txBody>
          <a:bodyPr wrap="none" rtlCol="0">
            <a:spAutoFit/>
          </a:bodyPr>
          <a:lstStyle/>
          <a:p>
            <a:r>
              <a:rPr lang="en-SG" b="1" dirty="0">
                <a:solidFill>
                  <a:schemeClr val="tx2"/>
                </a:solidFill>
              </a:rPr>
              <a:t>Walk/Wait Time</a:t>
            </a:r>
            <a:endParaRPr lang="en-SG" sz="1400" b="1" dirty="0">
              <a:solidFill>
                <a:schemeClr val="tx2"/>
              </a:solidFill>
            </a:endParaRPr>
          </a:p>
        </p:txBody>
      </p:sp>
      <p:sp>
        <p:nvSpPr>
          <p:cNvPr id="214" name="TextBox 213">
            <a:extLst>
              <a:ext uri="{FF2B5EF4-FFF2-40B4-BE49-F238E27FC236}">
                <a16:creationId xmlns:a16="http://schemas.microsoft.com/office/drawing/2014/main" id="{A40174B0-AAA9-0651-E4EE-B587233C028E}"/>
              </a:ext>
            </a:extLst>
          </p:cNvPr>
          <p:cNvSpPr txBox="1"/>
          <p:nvPr/>
        </p:nvSpPr>
        <p:spPr>
          <a:xfrm>
            <a:off x="6639709" y="2183295"/>
            <a:ext cx="881973" cy="338554"/>
          </a:xfrm>
          <a:prstGeom prst="rect">
            <a:avLst/>
          </a:prstGeom>
          <a:noFill/>
        </p:spPr>
        <p:txBody>
          <a:bodyPr wrap="none" rtlCol="0">
            <a:spAutoFit/>
          </a:bodyPr>
          <a:lstStyle/>
          <a:p>
            <a:r>
              <a:rPr lang="en-SG" sz="1600" dirty="0">
                <a:solidFill>
                  <a:schemeClr val="tx2"/>
                </a:solidFill>
              </a:rPr>
              <a:t>50 mins</a:t>
            </a:r>
            <a:endParaRPr lang="en-SG" sz="1200" dirty="0">
              <a:solidFill>
                <a:schemeClr val="tx2"/>
              </a:solidFill>
            </a:endParaRPr>
          </a:p>
        </p:txBody>
      </p:sp>
      <p:pic>
        <p:nvPicPr>
          <p:cNvPr id="216" name="Picture 215" descr="A blue hourglass and arrow&#10;&#10;AI-generated content may be incorrect.">
            <a:extLst>
              <a:ext uri="{FF2B5EF4-FFF2-40B4-BE49-F238E27FC236}">
                <a16:creationId xmlns:a16="http://schemas.microsoft.com/office/drawing/2014/main" id="{DA793B30-CC3F-12C6-A3E4-B0BE49E15FC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40903" y="2178262"/>
            <a:ext cx="307777" cy="307777"/>
          </a:xfrm>
          <a:prstGeom prst="rect">
            <a:avLst/>
          </a:prstGeom>
        </p:spPr>
      </p:pic>
      <p:grpSp>
        <p:nvGrpSpPr>
          <p:cNvPr id="217" name="Group 216">
            <a:extLst>
              <a:ext uri="{FF2B5EF4-FFF2-40B4-BE49-F238E27FC236}">
                <a16:creationId xmlns:a16="http://schemas.microsoft.com/office/drawing/2014/main" id="{8E59705B-8082-47D8-B787-3AA54A6C0CFF}"/>
              </a:ext>
            </a:extLst>
          </p:cNvPr>
          <p:cNvGrpSpPr/>
          <p:nvPr/>
        </p:nvGrpSpPr>
        <p:grpSpPr>
          <a:xfrm>
            <a:off x="4445473" y="3109021"/>
            <a:ext cx="1621239" cy="337727"/>
            <a:chOff x="4402271" y="2182592"/>
            <a:chExt cx="1621239" cy="337727"/>
          </a:xfrm>
        </p:grpSpPr>
        <p:sp>
          <p:nvSpPr>
            <p:cNvPr id="218" name="Rectangle: Rounded Corners 217">
              <a:extLst>
                <a:ext uri="{FF2B5EF4-FFF2-40B4-BE49-F238E27FC236}">
                  <a16:creationId xmlns:a16="http://schemas.microsoft.com/office/drawing/2014/main" id="{5726D8AA-4DC0-6F7F-2607-2FDAB75ED93D}"/>
                </a:ext>
              </a:extLst>
            </p:cNvPr>
            <p:cNvSpPr/>
            <p:nvPr/>
          </p:nvSpPr>
          <p:spPr>
            <a:xfrm>
              <a:off x="4605295" y="2182592"/>
              <a:ext cx="1418215" cy="333680"/>
            </a:xfrm>
            <a:prstGeom prst="roundRect">
              <a:avLst/>
            </a:prstGeom>
            <a:solidFill>
              <a:srgbClr val="C0F7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Ben’s Place</a:t>
              </a:r>
            </a:p>
          </p:txBody>
        </p:sp>
        <p:pic>
          <p:nvPicPr>
            <p:cNvPr id="219" name="Picture 218" descr="A blue arrow pointing to the left&#10;&#10;AI-generated content may be incorrect.">
              <a:extLst>
                <a:ext uri="{FF2B5EF4-FFF2-40B4-BE49-F238E27FC236}">
                  <a16:creationId xmlns:a16="http://schemas.microsoft.com/office/drawing/2014/main" id="{229F8CBA-534E-9A73-A14D-4F39C9AEF3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20" name="Picture 219" descr="A blue arrow pointing to the left&#10;&#10;AI-generated content may be incorrect.">
              <a:extLst>
                <a:ext uri="{FF2B5EF4-FFF2-40B4-BE49-F238E27FC236}">
                  <a16:creationId xmlns:a16="http://schemas.microsoft.com/office/drawing/2014/main" id="{9F936D4B-45E0-EF29-A865-25865697BD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sp>
        <p:nvSpPr>
          <p:cNvPr id="223" name="TextBox 222">
            <a:extLst>
              <a:ext uri="{FF2B5EF4-FFF2-40B4-BE49-F238E27FC236}">
                <a16:creationId xmlns:a16="http://schemas.microsoft.com/office/drawing/2014/main" id="{D22AF8B0-6AD9-5781-CEA7-19941E863D47}"/>
              </a:ext>
            </a:extLst>
          </p:cNvPr>
          <p:cNvSpPr txBox="1"/>
          <p:nvPr/>
        </p:nvSpPr>
        <p:spPr>
          <a:xfrm>
            <a:off x="6009338" y="2646964"/>
            <a:ext cx="881973" cy="338554"/>
          </a:xfrm>
          <a:prstGeom prst="rect">
            <a:avLst/>
          </a:prstGeom>
          <a:noFill/>
        </p:spPr>
        <p:txBody>
          <a:bodyPr wrap="none" rtlCol="0">
            <a:spAutoFit/>
          </a:bodyPr>
          <a:lstStyle/>
          <a:p>
            <a:r>
              <a:rPr lang="en-SG" sz="1600" dirty="0">
                <a:solidFill>
                  <a:schemeClr val="tx2"/>
                </a:solidFill>
              </a:rPr>
              <a:t>20 mins</a:t>
            </a:r>
            <a:endParaRPr lang="en-SG" sz="1200" dirty="0">
              <a:solidFill>
                <a:schemeClr val="tx2"/>
              </a:solidFill>
            </a:endParaRPr>
          </a:p>
        </p:txBody>
      </p:sp>
      <p:pic>
        <p:nvPicPr>
          <p:cNvPr id="225" name="Picture 224" descr="A person walking on a black background&#10;&#10;AI-generated content may be incorrect.">
            <a:extLst>
              <a:ext uri="{FF2B5EF4-FFF2-40B4-BE49-F238E27FC236}">
                <a16:creationId xmlns:a16="http://schemas.microsoft.com/office/drawing/2014/main" id="{73557B6B-81EC-8158-CE76-01106240C18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767760" y="2618601"/>
            <a:ext cx="328136" cy="328136"/>
          </a:xfrm>
          <a:prstGeom prst="rect">
            <a:avLst/>
          </a:prstGeom>
        </p:spPr>
      </p:pic>
      <p:cxnSp>
        <p:nvCxnSpPr>
          <p:cNvPr id="227" name="Straight Connector 226">
            <a:extLst>
              <a:ext uri="{FF2B5EF4-FFF2-40B4-BE49-F238E27FC236}">
                <a16:creationId xmlns:a16="http://schemas.microsoft.com/office/drawing/2014/main" id="{BE1D09D8-92A9-AB9A-B8A7-FA92B6D11F43}"/>
              </a:ext>
            </a:extLst>
          </p:cNvPr>
          <p:cNvCxnSpPr>
            <a:cxnSpLocks/>
            <a:stCxn id="209" idx="2"/>
            <a:endCxn id="218" idx="0"/>
          </p:cNvCxnSpPr>
          <p:nvPr/>
        </p:nvCxnSpPr>
        <p:spPr>
          <a:xfrm flipH="1">
            <a:off x="5357605" y="2537733"/>
            <a:ext cx="4740" cy="571288"/>
          </a:xfrm>
          <a:prstGeom prst="line">
            <a:avLst/>
          </a:prstGeom>
          <a:ln>
            <a:solidFill>
              <a:schemeClr val="tx2"/>
            </a:solidFill>
            <a:prstDash val="sysDot"/>
          </a:ln>
        </p:spPr>
        <p:style>
          <a:lnRef idx="2">
            <a:schemeClr val="accent1"/>
          </a:lnRef>
          <a:fillRef idx="0">
            <a:schemeClr val="accent1"/>
          </a:fillRef>
          <a:effectRef idx="1">
            <a:schemeClr val="accent1"/>
          </a:effectRef>
          <a:fontRef idx="minor">
            <a:schemeClr val="tx1"/>
          </a:fontRef>
        </p:style>
      </p:cxnSp>
      <p:grpSp>
        <p:nvGrpSpPr>
          <p:cNvPr id="237" name="Group 236">
            <a:extLst>
              <a:ext uri="{FF2B5EF4-FFF2-40B4-BE49-F238E27FC236}">
                <a16:creationId xmlns:a16="http://schemas.microsoft.com/office/drawing/2014/main" id="{AE1E1A2C-DA16-B0AF-2EA2-746B1769F7D8}"/>
              </a:ext>
            </a:extLst>
          </p:cNvPr>
          <p:cNvGrpSpPr/>
          <p:nvPr/>
        </p:nvGrpSpPr>
        <p:grpSpPr>
          <a:xfrm>
            <a:off x="4466932" y="4006232"/>
            <a:ext cx="1621239" cy="337727"/>
            <a:chOff x="4402271" y="2182592"/>
            <a:chExt cx="1621239" cy="337727"/>
          </a:xfrm>
        </p:grpSpPr>
        <p:sp>
          <p:nvSpPr>
            <p:cNvPr id="238" name="Rectangle: Rounded Corners 237">
              <a:extLst>
                <a:ext uri="{FF2B5EF4-FFF2-40B4-BE49-F238E27FC236}">
                  <a16:creationId xmlns:a16="http://schemas.microsoft.com/office/drawing/2014/main" id="{4A3849EF-39F1-7DAA-FF0E-61C03112B8A8}"/>
                </a:ext>
              </a:extLst>
            </p:cNvPr>
            <p:cNvSpPr/>
            <p:nvPr/>
          </p:nvSpPr>
          <p:spPr>
            <a:xfrm>
              <a:off x="4605295" y="2182592"/>
              <a:ext cx="1418215" cy="333680"/>
            </a:xfrm>
            <a:prstGeom prst="roundRect">
              <a:avLst/>
            </a:prstGeom>
            <a:solidFill>
              <a:srgbClr val="FFB9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Musical B’</a:t>
              </a:r>
            </a:p>
          </p:txBody>
        </p:sp>
        <p:pic>
          <p:nvPicPr>
            <p:cNvPr id="239" name="Picture 238" descr="A blue arrow pointing to the left&#10;&#10;AI-generated content may be incorrect.">
              <a:extLst>
                <a:ext uri="{FF2B5EF4-FFF2-40B4-BE49-F238E27FC236}">
                  <a16:creationId xmlns:a16="http://schemas.microsoft.com/office/drawing/2014/main" id="{C2223EF8-FAFE-BFC8-1FD3-F836A446C0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40" name="Picture 239" descr="A blue arrow pointing to the left&#10;&#10;AI-generated content may be incorrect.">
              <a:extLst>
                <a:ext uri="{FF2B5EF4-FFF2-40B4-BE49-F238E27FC236}">
                  <a16:creationId xmlns:a16="http://schemas.microsoft.com/office/drawing/2014/main" id="{792A092D-0625-ED5B-57E0-0D31CAB0A7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cxnSp>
        <p:nvCxnSpPr>
          <p:cNvPr id="241" name="Straight Connector 240">
            <a:extLst>
              <a:ext uri="{FF2B5EF4-FFF2-40B4-BE49-F238E27FC236}">
                <a16:creationId xmlns:a16="http://schemas.microsoft.com/office/drawing/2014/main" id="{8540A42E-3554-9C5F-4E8B-7786A2657362}"/>
              </a:ext>
            </a:extLst>
          </p:cNvPr>
          <p:cNvCxnSpPr>
            <a:cxnSpLocks/>
          </p:cNvCxnSpPr>
          <p:nvPr/>
        </p:nvCxnSpPr>
        <p:spPr>
          <a:xfrm>
            <a:off x="5357604" y="3465937"/>
            <a:ext cx="2371" cy="526399"/>
          </a:xfrm>
          <a:prstGeom prst="line">
            <a:avLst/>
          </a:prstGeom>
          <a:ln>
            <a:solidFill>
              <a:schemeClr val="tx2"/>
            </a:solidFill>
            <a:prstDash val="sysDot"/>
          </a:ln>
        </p:spPr>
        <p:style>
          <a:lnRef idx="2">
            <a:schemeClr val="accent1"/>
          </a:lnRef>
          <a:fillRef idx="0">
            <a:schemeClr val="accent1"/>
          </a:fillRef>
          <a:effectRef idx="1">
            <a:schemeClr val="accent1"/>
          </a:effectRef>
          <a:fontRef idx="minor">
            <a:schemeClr val="tx1"/>
          </a:fontRef>
        </p:style>
      </p:cxnSp>
      <p:sp>
        <p:nvSpPr>
          <p:cNvPr id="242" name="TextBox 241">
            <a:extLst>
              <a:ext uri="{FF2B5EF4-FFF2-40B4-BE49-F238E27FC236}">
                <a16:creationId xmlns:a16="http://schemas.microsoft.com/office/drawing/2014/main" id="{D560B599-1A4B-D29B-7E21-64C8D31C83C8}"/>
              </a:ext>
            </a:extLst>
          </p:cNvPr>
          <p:cNvSpPr txBox="1"/>
          <p:nvPr/>
        </p:nvSpPr>
        <p:spPr>
          <a:xfrm>
            <a:off x="6742946" y="3124018"/>
            <a:ext cx="772969" cy="338554"/>
          </a:xfrm>
          <a:prstGeom prst="rect">
            <a:avLst/>
          </a:prstGeom>
          <a:noFill/>
        </p:spPr>
        <p:txBody>
          <a:bodyPr wrap="none" rtlCol="0">
            <a:spAutoFit/>
          </a:bodyPr>
          <a:lstStyle/>
          <a:p>
            <a:r>
              <a:rPr lang="en-SG" sz="1600" dirty="0">
                <a:solidFill>
                  <a:schemeClr val="tx2"/>
                </a:solidFill>
              </a:rPr>
              <a:t>5 mins</a:t>
            </a:r>
            <a:endParaRPr lang="en-SG" sz="1200" dirty="0">
              <a:solidFill>
                <a:schemeClr val="tx2"/>
              </a:solidFill>
            </a:endParaRPr>
          </a:p>
        </p:txBody>
      </p:sp>
      <p:pic>
        <p:nvPicPr>
          <p:cNvPr id="243" name="Picture 242" descr="A blue hourglass and arrow&#10;&#10;AI-generated content may be incorrect.">
            <a:extLst>
              <a:ext uri="{FF2B5EF4-FFF2-40B4-BE49-F238E27FC236}">
                <a16:creationId xmlns:a16="http://schemas.microsoft.com/office/drawing/2014/main" id="{C8648695-727E-98FF-0B27-72FD8698E8F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39574" y="3105834"/>
            <a:ext cx="307777" cy="307777"/>
          </a:xfrm>
          <a:prstGeom prst="rect">
            <a:avLst/>
          </a:prstGeom>
        </p:spPr>
      </p:pic>
      <p:sp>
        <p:nvSpPr>
          <p:cNvPr id="244" name="TextBox 243">
            <a:extLst>
              <a:ext uri="{FF2B5EF4-FFF2-40B4-BE49-F238E27FC236}">
                <a16:creationId xmlns:a16="http://schemas.microsoft.com/office/drawing/2014/main" id="{C7DE5755-D466-D161-07E2-A153C1365A5F}"/>
              </a:ext>
            </a:extLst>
          </p:cNvPr>
          <p:cNvSpPr txBox="1"/>
          <p:nvPr/>
        </p:nvSpPr>
        <p:spPr>
          <a:xfrm>
            <a:off x="6016271" y="3606469"/>
            <a:ext cx="941283" cy="338554"/>
          </a:xfrm>
          <a:prstGeom prst="rect">
            <a:avLst/>
          </a:prstGeom>
          <a:noFill/>
        </p:spPr>
        <p:txBody>
          <a:bodyPr wrap="none" rtlCol="0">
            <a:spAutoFit/>
          </a:bodyPr>
          <a:lstStyle/>
          <a:p>
            <a:r>
              <a:rPr lang="en-SG" sz="1600" dirty="0">
                <a:solidFill>
                  <a:schemeClr val="tx2"/>
                </a:solidFill>
              </a:rPr>
              <a:t>7.5 mins</a:t>
            </a:r>
            <a:endParaRPr lang="en-SG" sz="1200" dirty="0">
              <a:solidFill>
                <a:schemeClr val="tx2"/>
              </a:solidFill>
            </a:endParaRPr>
          </a:p>
        </p:txBody>
      </p:sp>
      <p:pic>
        <p:nvPicPr>
          <p:cNvPr id="245" name="Picture 244" descr="A person walking on a black background&#10;&#10;AI-generated content may be incorrect.">
            <a:extLst>
              <a:ext uri="{FF2B5EF4-FFF2-40B4-BE49-F238E27FC236}">
                <a16:creationId xmlns:a16="http://schemas.microsoft.com/office/drawing/2014/main" id="{82EF8750-71AA-711C-1BEE-8B6BEF8768C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801294" y="3565606"/>
            <a:ext cx="328136" cy="328136"/>
          </a:xfrm>
          <a:prstGeom prst="rect">
            <a:avLst/>
          </a:prstGeom>
        </p:spPr>
      </p:pic>
      <p:sp>
        <p:nvSpPr>
          <p:cNvPr id="246" name="TextBox 245">
            <a:extLst>
              <a:ext uri="{FF2B5EF4-FFF2-40B4-BE49-F238E27FC236}">
                <a16:creationId xmlns:a16="http://schemas.microsoft.com/office/drawing/2014/main" id="{CF8D53B0-6D4D-D39C-6B3F-0A10B0ACAB55}"/>
              </a:ext>
            </a:extLst>
          </p:cNvPr>
          <p:cNvSpPr txBox="1"/>
          <p:nvPr/>
        </p:nvSpPr>
        <p:spPr>
          <a:xfrm>
            <a:off x="6727065" y="4039391"/>
            <a:ext cx="782587" cy="338554"/>
          </a:xfrm>
          <a:prstGeom prst="rect">
            <a:avLst/>
          </a:prstGeom>
          <a:noFill/>
        </p:spPr>
        <p:txBody>
          <a:bodyPr wrap="none" rtlCol="0">
            <a:spAutoFit/>
          </a:bodyPr>
          <a:lstStyle/>
          <a:p>
            <a:r>
              <a:rPr lang="en-SG" sz="1600" dirty="0">
                <a:solidFill>
                  <a:schemeClr val="tx2"/>
                </a:solidFill>
              </a:rPr>
              <a:t>&lt;1 min</a:t>
            </a:r>
            <a:endParaRPr lang="en-SG" sz="1200" dirty="0">
              <a:solidFill>
                <a:schemeClr val="tx2"/>
              </a:solidFill>
            </a:endParaRPr>
          </a:p>
        </p:txBody>
      </p:sp>
      <p:pic>
        <p:nvPicPr>
          <p:cNvPr id="247" name="Picture 246" descr="A blue hourglass and arrow&#10;&#10;AI-generated content may be incorrect.">
            <a:extLst>
              <a:ext uri="{FF2B5EF4-FFF2-40B4-BE49-F238E27FC236}">
                <a16:creationId xmlns:a16="http://schemas.microsoft.com/office/drawing/2014/main" id="{BCFC3196-E400-C0C0-7584-7455B155E33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39574" y="4021207"/>
            <a:ext cx="307777" cy="307777"/>
          </a:xfrm>
          <a:prstGeom prst="rect">
            <a:avLst/>
          </a:prstGeom>
        </p:spPr>
      </p:pic>
      <p:sp>
        <p:nvSpPr>
          <p:cNvPr id="248" name="Rectangle 247">
            <a:extLst>
              <a:ext uri="{FF2B5EF4-FFF2-40B4-BE49-F238E27FC236}">
                <a16:creationId xmlns:a16="http://schemas.microsoft.com/office/drawing/2014/main" id="{4D99BACC-7EA9-D75B-13EB-DC13B4647AAA}"/>
              </a:ext>
            </a:extLst>
          </p:cNvPr>
          <p:cNvSpPr/>
          <p:nvPr/>
        </p:nvSpPr>
        <p:spPr>
          <a:xfrm>
            <a:off x="4318000" y="5051460"/>
            <a:ext cx="3497722" cy="18130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9" name="TextBox 248">
            <a:extLst>
              <a:ext uri="{FF2B5EF4-FFF2-40B4-BE49-F238E27FC236}">
                <a16:creationId xmlns:a16="http://schemas.microsoft.com/office/drawing/2014/main" id="{F40B0BEE-1372-9C69-AFD0-21C2E0DC677D}"/>
              </a:ext>
            </a:extLst>
          </p:cNvPr>
          <p:cNvSpPr txBox="1"/>
          <p:nvPr/>
        </p:nvSpPr>
        <p:spPr>
          <a:xfrm rot="5400000">
            <a:off x="4867762" y="4325596"/>
            <a:ext cx="1244283" cy="646331"/>
          </a:xfrm>
          <a:prstGeom prst="rect">
            <a:avLst/>
          </a:prstGeom>
          <a:noFill/>
        </p:spPr>
        <p:txBody>
          <a:bodyPr wrap="square" rtlCol="0">
            <a:spAutoFit/>
          </a:bodyPr>
          <a:lstStyle/>
          <a:p>
            <a:pPr algn="ctr"/>
            <a:r>
              <a:rPr lang="en-SG" sz="3600" dirty="0"/>
              <a:t>…</a:t>
            </a:r>
          </a:p>
        </p:txBody>
      </p:sp>
      <p:sp>
        <p:nvSpPr>
          <p:cNvPr id="250" name="Rectangle: Rounded Corners 249">
            <a:extLst>
              <a:ext uri="{FF2B5EF4-FFF2-40B4-BE49-F238E27FC236}">
                <a16:creationId xmlns:a16="http://schemas.microsoft.com/office/drawing/2014/main" id="{C1C662BA-F4E1-83CA-0F34-FDC0A2A846D2}"/>
              </a:ext>
            </a:extLst>
          </p:cNvPr>
          <p:cNvSpPr/>
          <p:nvPr/>
        </p:nvSpPr>
        <p:spPr>
          <a:xfrm rot="5400000">
            <a:off x="4111744" y="2463069"/>
            <a:ext cx="556075" cy="4594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252" name="TextBox 251">
            <a:extLst>
              <a:ext uri="{FF2B5EF4-FFF2-40B4-BE49-F238E27FC236}">
                <a16:creationId xmlns:a16="http://schemas.microsoft.com/office/drawing/2014/main" id="{ED41075C-CE42-9862-9A3F-B82F74E78D7C}"/>
              </a:ext>
            </a:extLst>
          </p:cNvPr>
          <p:cNvSpPr txBox="1"/>
          <p:nvPr/>
        </p:nvSpPr>
        <p:spPr>
          <a:xfrm>
            <a:off x="234409" y="5504755"/>
            <a:ext cx="1851597" cy="369332"/>
          </a:xfrm>
          <a:prstGeom prst="rect">
            <a:avLst/>
          </a:prstGeom>
          <a:noFill/>
        </p:spPr>
        <p:txBody>
          <a:bodyPr wrap="none" rtlCol="0">
            <a:spAutoFit/>
          </a:bodyPr>
          <a:lstStyle/>
          <a:p>
            <a:r>
              <a:rPr lang="en-SG" b="1" dirty="0">
                <a:solidFill>
                  <a:schemeClr val="tx2"/>
                </a:solidFill>
              </a:rPr>
              <a:t>Total Time: </a:t>
            </a:r>
            <a:r>
              <a:rPr lang="en-SG" dirty="0">
                <a:solidFill>
                  <a:schemeClr val="tx2"/>
                </a:solidFill>
              </a:rPr>
              <a:t>2 hrs</a:t>
            </a:r>
            <a:endParaRPr lang="en-SG" sz="1400" b="1" dirty="0">
              <a:solidFill>
                <a:schemeClr val="tx2"/>
              </a:solidFill>
            </a:endParaRPr>
          </a:p>
        </p:txBody>
      </p:sp>
      <p:sp>
        <p:nvSpPr>
          <p:cNvPr id="253" name="TextBox 252">
            <a:extLst>
              <a:ext uri="{FF2B5EF4-FFF2-40B4-BE49-F238E27FC236}">
                <a16:creationId xmlns:a16="http://schemas.microsoft.com/office/drawing/2014/main" id="{D612F1DD-D75E-4F4D-1BBE-AA6D7986FE95}"/>
              </a:ext>
            </a:extLst>
          </p:cNvPr>
          <p:cNvSpPr txBox="1"/>
          <p:nvPr/>
        </p:nvSpPr>
        <p:spPr>
          <a:xfrm>
            <a:off x="238846" y="5872175"/>
            <a:ext cx="2114746" cy="369332"/>
          </a:xfrm>
          <a:prstGeom prst="rect">
            <a:avLst/>
          </a:prstGeom>
          <a:noFill/>
        </p:spPr>
        <p:txBody>
          <a:bodyPr wrap="none" rtlCol="0">
            <a:spAutoFit/>
          </a:bodyPr>
          <a:lstStyle/>
          <a:p>
            <a:r>
              <a:rPr lang="en-SG" b="1" dirty="0">
                <a:solidFill>
                  <a:schemeClr val="tx2"/>
                </a:solidFill>
              </a:rPr>
              <a:t>Total Wait: </a:t>
            </a:r>
            <a:r>
              <a:rPr lang="en-SG" dirty="0">
                <a:solidFill>
                  <a:schemeClr val="tx2"/>
                </a:solidFill>
              </a:rPr>
              <a:t>30 mins</a:t>
            </a:r>
            <a:endParaRPr lang="en-SG" sz="1400" b="1" dirty="0">
              <a:solidFill>
                <a:schemeClr val="tx2"/>
              </a:solidFill>
            </a:endParaRPr>
          </a:p>
        </p:txBody>
      </p:sp>
      <p:sp>
        <p:nvSpPr>
          <p:cNvPr id="254" name="TextBox 253">
            <a:extLst>
              <a:ext uri="{FF2B5EF4-FFF2-40B4-BE49-F238E27FC236}">
                <a16:creationId xmlns:a16="http://schemas.microsoft.com/office/drawing/2014/main" id="{8FAA0E14-D189-583C-8172-CCDCFDBFDE84}"/>
              </a:ext>
            </a:extLst>
          </p:cNvPr>
          <p:cNvSpPr txBox="1"/>
          <p:nvPr/>
        </p:nvSpPr>
        <p:spPr>
          <a:xfrm>
            <a:off x="249147" y="6232896"/>
            <a:ext cx="2317622" cy="369332"/>
          </a:xfrm>
          <a:prstGeom prst="rect">
            <a:avLst/>
          </a:prstGeom>
          <a:noFill/>
        </p:spPr>
        <p:txBody>
          <a:bodyPr wrap="none" rtlCol="0">
            <a:spAutoFit/>
          </a:bodyPr>
          <a:lstStyle/>
          <a:p>
            <a:r>
              <a:rPr lang="en-SG" b="1" dirty="0">
                <a:solidFill>
                  <a:schemeClr val="tx2"/>
                </a:solidFill>
              </a:rPr>
              <a:t>Activity Time: </a:t>
            </a:r>
            <a:r>
              <a:rPr lang="en-SG" dirty="0">
                <a:solidFill>
                  <a:schemeClr val="tx2"/>
                </a:solidFill>
              </a:rPr>
              <a:t>1.5 hrs</a:t>
            </a:r>
            <a:endParaRPr lang="en-SG" sz="1400" b="1" dirty="0">
              <a:solidFill>
                <a:schemeClr val="tx2"/>
              </a:solidFill>
            </a:endParaRPr>
          </a:p>
        </p:txBody>
      </p:sp>
      <p:sp>
        <p:nvSpPr>
          <p:cNvPr id="255" name="Rectangle: Rounded Corners 254">
            <a:extLst>
              <a:ext uri="{FF2B5EF4-FFF2-40B4-BE49-F238E27FC236}">
                <a16:creationId xmlns:a16="http://schemas.microsoft.com/office/drawing/2014/main" id="{2CDD4033-3A0A-7B0B-939C-BD90EEE842DF}"/>
              </a:ext>
            </a:extLst>
          </p:cNvPr>
          <p:cNvSpPr/>
          <p:nvPr/>
        </p:nvSpPr>
        <p:spPr>
          <a:xfrm>
            <a:off x="4974707" y="5701123"/>
            <a:ext cx="2368733" cy="44616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Add more destinations</a:t>
            </a:r>
          </a:p>
        </p:txBody>
      </p:sp>
      <p:sp>
        <p:nvSpPr>
          <p:cNvPr id="256" name="Rectangle: Rounded Corners 255">
            <a:extLst>
              <a:ext uri="{FF2B5EF4-FFF2-40B4-BE49-F238E27FC236}">
                <a16:creationId xmlns:a16="http://schemas.microsoft.com/office/drawing/2014/main" id="{EF8089B1-D674-02B3-0BDF-7E4A94CF22DE}"/>
              </a:ext>
            </a:extLst>
          </p:cNvPr>
          <p:cNvSpPr/>
          <p:nvPr/>
        </p:nvSpPr>
        <p:spPr>
          <a:xfrm>
            <a:off x="4470361" y="6241507"/>
            <a:ext cx="1504118" cy="446163"/>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Cancel plan</a:t>
            </a:r>
          </a:p>
        </p:txBody>
      </p:sp>
      <p:sp>
        <p:nvSpPr>
          <p:cNvPr id="257" name="Rectangle: Rounded Corners 256">
            <a:extLst>
              <a:ext uri="{FF2B5EF4-FFF2-40B4-BE49-F238E27FC236}">
                <a16:creationId xmlns:a16="http://schemas.microsoft.com/office/drawing/2014/main" id="{B17825E8-D0F8-E112-155D-DBC5FECA5175}"/>
              </a:ext>
            </a:extLst>
          </p:cNvPr>
          <p:cNvSpPr/>
          <p:nvPr/>
        </p:nvSpPr>
        <p:spPr>
          <a:xfrm>
            <a:off x="6209985" y="6239526"/>
            <a:ext cx="1504118" cy="446163"/>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Confirm plan</a:t>
            </a:r>
          </a:p>
        </p:txBody>
      </p:sp>
      <p:cxnSp>
        <p:nvCxnSpPr>
          <p:cNvPr id="258" name="Straight Connector 257">
            <a:extLst>
              <a:ext uri="{FF2B5EF4-FFF2-40B4-BE49-F238E27FC236}">
                <a16:creationId xmlns:a16="http://schemas.microsoft.com/office/drawing/2014/main" id="{B8D002D2-AE47-7C8C-8070-F7818CD4B782}"/>
              </a:ext>
            </a:extLst>
          </p:cNvPr>
          <p:cNvCxnSpPr>
            <a:cxnSpLocks/>
          </p:cNvCxnSpPr>
          <p:nvPr/>
        </p:nvCxnSpPr>
        <p:spPr>
          <a:xfrm flipV="1">
            <a:off x="2086006" y="1002910"/>
            <a:ext cx="5507456" cy="14002"/>
          </a:xfrm>
          <a:prstGeom prst="line">
            <a:avLst/>
          </a:prstGeom>
          <a:ln>
            <a:solidFill>
              <a:schemeClr val="tx2"/>
            </a:solidFill>
            <a:prstDash val="sysDot"/>
            <a:tailEnd type="stealth"/>
          </a:ln>
        </p:spPr>
        <p:style>
          <a:lnRef idx="2">
            <a:schemeClr val="accent1"/>
          </a:lnRef>
          <a:fillRef idx="0">
            <a:schemeClr val="accent1"/>
          </a:fillRef>
          <a:effectRef idx="1">
            <a:schemeClr val="accent1"/>
          </a:effectRef>
          <a:fontRef idx="minor">
            <a:schemeClr val="tx1"/>
          </a:fontRef>
        </p:style>
      </p:cxnSp>
      <p:sp>
        <p:nvSpPr>
          <p:cNvPr id="261" name="TextBox 260">
            <a:extLst>
              <a:ext uri="{FF2B5EF4-FFF2-40B4-BE49-F238E27FC236}">
                <a16:creationId xmlns:a16="http://schemas.microsoft.com/office/drawing/2014/main" id="{FFA85957-DAEB-A238-DBC6-4DB0D16982D7}"/>
              </a:ext>
            </a:extLst>
          </p:cNvPr>
          <p:cNvSpPr txBox="1"/>
          <p:nvPr/>
        </p:nvSpPr>
        <p:spPr>
          <a:xfrm>
            <a:off x="3639139" y="690051"/>
            <a:ext cx="3064172" cy="338554"/>
          </a:xfrm>
          <a:prstGeom prst="rect">
            <a:avLst/>
          </a:prstGeom>
          <a:noFill/>
        </p:spPr>
        <p:txBody>
          <a:bodyPr wrap="none" rtlCol="0">
            <a:spAutoFit/>
          </a:bodyPr>
          <a:lstStyle/>
          <a:p>
            <a:r>
              <a:rPr lang="en-SG" sz="1600" dirty="0">
                <a:solidFill>
                  <a:schemeClr val="tx2">
                    <a:lumMod val="40000"/>
                    <a:lumOff val="60000"/>
                  </a:schemeClr>
                </a:solidFill>
              </a:rPr>
              <a:t>Scroll to see more created  plans</a:t>
            </a:r>
            <a:endParaRPr lang="en-SG" sz="1200" dirty="0">
              <a:solidFill>
                <a:schemeClr val="tx2">
                  <a:lumMod val="40000"/>
                  <a:lumOff val="60000"/>
                </a:schemeClr>
              </a:solidFill>
            </a:endParaRPr>
          </a:p>
        </p:txBody>
      </p:sp>
      <p:pic>
        <p:nvPicPr>
          <p:cNvPr id="262" name="Picture 261">
            <a:extLst>
              <a:ext uri="{FF2B5EF4-FFF2-40B4-BE49-F238E27FC236}">
                <a16:creationId xmlns:a16="http://schemas.microsoft.com/office/drawing/2014/main" id="{D365A518-4609-7D43-9643-A6C0E94E3992}"/>
              </a:ext>
            </a:extLst>
          </p:cNvPr>
          <p:cNvPicPr>
            <a:picLocks noChangeAspect="1"/>
          </p:cNvPicPr>
          <p:nvPr/>
        </p:nvPicPr>
        <p:blipFill>
          <a:blip r:embed="rId14"/>
          <a:stretch>
            <a:fillRect/>
          </a:stretch>
        </p:blipFill>
        <p:spPr>
          <a:xfrm>
            <a:off x="6532578" y="752985"/>
            <a:ext cx="676356" cy="676356"/>
          </a:xfrm>
          <a:prstGeom prst="rect">
            <a:avLst/>
          </a:prstGeom>
        </p:spPr>
      </p:pic>
      <p:sp>
        <p:nvSpPr>
          <p:cNvPr id="263" name="TextBox 262">
            <a:extLst>
              <a:ext uri="{FF2B5EF4-FFF2-40B4-BE49-F238E27FC236}">
                <a16:creationId xmlns:a16="http://schemas.microsoft.com/office/drawing/2014/main" id="{35A018AE-7C92-904A-348C-801671542073}"/>
              </a:ext>
            </a:extLst>
          </p:cNvPr>
          <p:cNvSpPr txBox="1"/>
          <p:nvPr/>
        </p:nvSpPr>
        <p:spPr>
          <a:xfrm>
            <a:off x="8357025" y="4453461"/>
            <a:ext cx="2382992" cy="923330"/>
          </a:xfrm>
          <a:prstGeom prst="rect">
            <a:avLst/>
          </a:prstGeom>
          <a:noFill/>
        </p:spPr>
        <p:txBody>
          <a:bodyPr wrap="square" rtlCol="0">
            <a:spAutoFit/>
          </a:bodyPr>
          <a:lstStyle/>
          <a:p>
            <a:r>
              <a:rPr lang="en-SG" dirty="0">
                <a:solidFill>
                  <a:schemeClr val="bg1">
                    <a:lumMod val="65000"/>
                  </a:schemeClr>
                </a:solidFill>
              </a:rPr>
              <a:t>No cancelled plans at the moment.</a:t>
            </a:r>
          </a:p>
          <a:p>
            <a:endParaRPr lang="en-SG" dirty="0"/>
          </a:p>
        </p:txBody>
      </p:sp>
      <p:sp>
        <p:nvSpPr>
          <p:cNvPr id="264" name="TextBox 263">
            <a:extLst>
              <a:ext uri="{FF2B5EF4-FFF2-40B4-BE49-F238E27FC236}">
                <a16:creationId xmlns:a16="http://schemas.microsoft.com/office/drawing/2014/main" id="{C67E06FD-7F58-FE15-8269-9594E6DE6C82}"/>
              </a:ext>
            </a:extLst>
          </p:cNvPr>
          <p:cNvSpPr txBox="1"/>
          <p:nvPr/>
        </p:nvSpPr>
        <p:spPr>
          <a:xfrm>
            <a:off x="8357025" y="1614321"/>
            <a:ext cx="2382992" cy="923330"/>
          </a:xfrm>
          <a:prstGeom prst="rect">
            <a:avLst/>
          </a:prstGeom>
          <a:noFill/>
        </p:spPr>
        <p:txBody>
          <a:bodyPr wrap="square" rtlCol="0">
            <a:spAutoFit/>
          </a:bodyPr>
          <a:lstStyle/>
          <a:p>
            <a:r>
              <a:rPr lang="en-SG" dirty="0">
                <a:solidFill>
                  <a:schemeClr val="bg1">
                    <a:lumMod val="65000"/>
                  </a:schemeClr>
                </a:solidFill>
              </a:rPr>
              <a:t>No confirmed plans at the moment.</a:t>
            </a:r>
          </a:p>
          <a:p>
            <a:endParaRPr lang="en-SG" dirty="0"/>
          </a:p>
        </p:txBody>
      </p:sp>
      <p:sp>
        <p:nvSpPr>
          <p:cNvPr id="265" name="Rectangle: Rounded Corners 264">
            <a:extLst>
              <a:ext uri="{FF2B5EF4-FFF2-40B4-BE49-F238E27FC236}">
                <a16:creationId xmlns:a16="http://schemas.microsoft.com/office/drawing/2014/main" id="{15F2C709-07DC-9408-EB79-70EE2A502766}"/>
              </a:ext>
            </a:extLst>
          </p:cNvPr>
          <p:cNvSpPr/>
          <p:nvPr/>
        </p:nvSpPr>
        <p:spPr>
          <a:xfrm>
            <a:off x="4970493" y="5119848"/>
            <a:ext cx="2368733" cy="44616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solidFill>
                  <a:srgbClr val="000000"/>
                </a:solidFill>
              </a:rPr>
              <a:t>Optimise Route</a:t>
            </a:r>
          </a:p>
        </p:txBody>
      </p:sp>
      <p:grpSp>
        <p:nvGrpSpPr>
          <p:cNvPr id="279" name="Group 278">
            <a:extLst>
              <a:ext uri="{FF2B5EF4-FFF2-40B4-BE49-F238E27FC236}">
                <a16:creationId xmlns:a16="http://schemas.microsoft.com/office/drawing/2014/main" id="{191C1CCC-473F-0982-67D6-7ED6F1BF4D35}"/>
              </a:ext>
            </a:extLst>
          </p:cNvPr>
          <p:cNvGrpSpPr/>
          <p:nvPr/>
        </p:nvGrpSpPr>
        <p:grpSpPr>
          <a:xfrm>
            <a:off x="3742242" y="1886075"/>
            <a:ext cx="4057289" cy="2539265"/>
            <a:chOff x="3424817" y="1736138"/>
            <a:chExt cx="4057289" cy="2539265"/>
          </a:xfrm>
        </p:grpSpPr>
        <p:grpSp>
          <p:nvGrpSpPr>
            <p:cNvPr id="278" name="Group 277">
              <a:extLst>
                <a:ext uri="{FF2B5EF4-FFF2-40B4-BE49-F238E27FC236}">
                  <a16:creationId xmlns:a16="http://schemas.microsoft.com/office/drawing/2014/main" id="{5D779931-BECD-E201-4F46-CF09BCF7F0F3}"/>
                </a:ext>
              </a:extLst>
            </p:cNvPr>
            <p:cNvGrpSpPr/>
            <p:nvPr/>
          </p:nvGrpSpPr>
          <p:grpSpPr>
            <a:xfrm>
              <a:off x="3424817" y="1736138"/>
              <a:ext cx="4057289" cy="2539265"/>
              <a:chOff x="3424817" y="1736138"/>
              <a:chExt cx="4057289" cy="2539265"/>
            </a:xfrm>
          </p:grpSpPr>
          <p:grpSp>
            <p:nvGrpSpPr>
              <p:cNvPr id="277" name="Group 276">
                <a:extLst>
                  <a:ext uri="{FF2B5EF4-FFF2-40B4-BE49-F238E27FC236}">
                    <a16:creationId xmlns:a16="http://schemas.microsoft.com/office/drawing/2014/main" id="{BBAEAF94-F678-4F8C-713C-289904F8FF73}"/>
                  </a:ext>
                </a:extLst>
              </p:cNvPr>
              <p:cNvGrpSpPr/>
              <p:nvPr/>
            </p:nvGrpSpPr>
            <p:grpSpPr>
              <a:xfrm>
                <a:off x="3727545" y="1965711"/>
                <a:ext cx="3754561" cy="2309692"/>
                <a:chOff x="3727545" y="1965711"/>
                <a:chExt cx="3754561" cy="2309692"/>
              </a:xfrm>
            </p:grpSpPr>
            <p:grpSp>
              <p:nvGrpSpPr>
                <p:cNvPr id="272" name="Group 271">
                  <a:extLst>
                    <a:ext uri="{FF2B5EF4-FFF2-40B4-BE49-F238E27FC236}">
                      <a16:creationId xmlns:a16="http://schemas.microsoft.com/office/drawing/2014/main" id="{333DB8CA-C0CD-7DF4-34B9-CD5A2272BF0D}"/>
                    </a:ext>
                  </a:extLst>
                </p:cNvPr>
                <p:cNvGrpSpPr/>
                <p:nvPr/>
              </p:nvGrpSpPr>
              <p:grpSpPr>
                <a:xfrm>
                  <a:off x="3727545" y="1965711"/>
                  <a:ext cx="3754561" cy="2309692"/>
                  <a:chOff x="3225800" y="2071914"/>
                  <a:chExt cx="5740399" cy="2714172"/>
                </a:xfrm>
              </p:grpSpPr>
              <p:sp>
                <p:nvSpPr>
                  <p:cNvPr id="274" name="Rectangle: Rounded Corners 273">
                    <a:extLst>
                      <a:ext uri="{FF2B5EF4-FFF2-40B4-BE49-F238E27FC236}">
                        <a16:creationId xmlns:a16="http://schemas.microsoft.com/office/drawing/2014/main" id="{6C8A7D79-0E30-4BCA-1BD4-7B4C18183553}"/>
                      </a:ext>
                    </a:extLst>
                  </p:cNvPr>
                  <p:cNvSpPr/>
                  <p:nvPr/>
                </p:nvSpPr>
                <p:spPr>
                  <a:xfrm>
                    <a:off x="3225800" y="2071914"/>
                    <a:ext cx="5740399" cy="2714172"/>
                  </a:xfrm>
                  <a:prstGeom prst="round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5" name="Rectangle: Rounded Corners 274">
                    <a:extLst>
                      <a:ext uri="{FF2B5EF4-FFF2-40B4-BE49-F238E27FC236}">
                        <a16:creationId xmlns:a16="http://schemas.microsoft.com/office/drawing/2014/main" id="{988483CE-9740-DCCF-12F1-983C9FF4BCF7}"/>
                      </a:ext>
                    </a:extLst>
                  </p:cNvPr>
                  <p:cNvSpPr/>
                  <p:nvPr/>
                </p:nvSpPr>
                <p:spPr>
                  <a:xfrm>
                    <a:off x="3360055" y="2184399"/>
                    <a:ext cx="5477122" cy="2489199"/>
                  </a:xfrm>
                  <a:prstGeom prst="roundRect">
                    <a:avLst/>
                  </a:prstGeom>
                  <a:solidFill>
                    <a:schemeClr val="accent5"/>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273" name="TextBox 272">
                  <a:extLst>
                    <a:ext uri="{FF2B5EF4-FFF2-40B4-BE49-F238E27FC236}">
                      <a16:creationId xmlns:a16="http://schemas.microsoft.com/office/drawing/2014/main" id="{157515FE-952C-5B5D-020B-0974C4AD6C56}"/>
                    </a:ext>
                  </a:extLst>
                </p:cNvPr>
                <p:cNvSpPr txBox="1"/>
                <p:nvPr/>
              </p:nvSpPr>
              <p:spPr>
                <a:xfrm>
                  <a:off x="4124453" y="2292503"/>
                  <a:ext cx="3247206" cy="1154162"/>
                </a:xfrm>
                <a:prstGeom prst="rect">
                  <a:avLst/>
                </a:prstGeom>
                <a:noFill/>
              </p:spPr>
              <p:txBody>
                <a:bodyPr wrap="square" rtlCol="0">
                  <a:spAutoFit/>
                </a:bodyPr>
                <a:lstStyle/>
                <a:p>
                  <a:r>
                    <a:rPr lang="en-SG" sz="2000" b="1" dirty="0">
                      <a:solidFill>
                        <a:schemeClr val="bg1"/>
                      </a:solidFill>
                    </a:rPr>
                    <a:t>Your itinerary has been updated to minimise waiting and walking times</a:t>
                  </a:r>
                </a:p>
                <a:p>
                  <a:endParaRPr lang="en-SG" sz="900" b="1" dirty="0">
                    <a:solidFill>
                      <a:schemeClr val="bg1"/>
                    </a:solidFill>
                  </a:endParaRPr>
                </a:p>
              </p:txBody>
            </p:sp>
          </p:grpSp>
          <p:pic>
            <p:nvPicPr>
              <p:cNvPr id="271" name="Picture 270" descr="A blue and white logo&#10;&#10;AI-generated content may be incorrect.">
                <a:extLst>
                  <a:ext uri="{FF2B5EF4-FFF2-40B4-BE49-F238E27FC236}">
                    <a16:creationId xmlns:a16="http://schemas.microsoft.com/office/drawing/2014/main" id="{75E05FEB-FFC1-5C33-4F77-5667659F75AE}"/>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424817" y="1736138"/>
                <a:ext cx="758741" cy="758741"/>
              </a:xfrm>
              <a:prstGeom prst="rect">
                <a:avLst/>
              </a:prstGeom>
            </p:spPr>
          </p:pic>
        </p:grpSp>
        <p:sp>
          <p:nvSpPr>
            <p:cNvPr id="276" name="Rectangle: Rounded Corners 275">
              <a:hlinkClick r:id="rId16" action="ppaction://hlinksldjump"/>
              <a:extLst>
                <a:ext uri="{FF2B5EF4-FFF2-40B4-BE49-F238E27FC236}">
                  <a16:creationId xmlns:a16="http://schemas.microsoft.com/office/drawing/2014/main" id="{9CF5DC17-BE34-DB0E-25A7-4C8AD2FCCB49}"/>
                </a:ext>
              </a:extLst>
            </p:cNvPr>
            <p:cNvSpPr/>
            <p:nvPr/>
          </p:nvSpPr>
          <p:spPr>
            <a:xfrm>
              <a:off x="4839734" y="3512536"/>
              <a:ext cx="1443346" cy="479800"/>
            </a:xfrm>
            <a:prstGeom prst="roundRect">
              <a:avLst>
                <a:gd name="adj" fmla="val 18237"/>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b="1" dirty="0">
                  <a:solidFill>
                    <a:schemeClr val="bg1"/>
                  </a:solidFill>
                  <a:latin typeface="+mj-lt"/>
                </a:rPr>
                <a:t>OK</a:t>
              </a:r>
            </a:p>
          </p:txBody>
        </p:sp>
      </p:grpSp>
      <p:pic>
        <p:nvPicPr>
          <p:cNvPr id="280" name="Picture 279" descr="A yellow hand pointing up&#10;&#10;AI-generated content may be incorrect.">
            <a:extLst>
              <a:ext uri="{FF2B5EF4-FFF2-40B4-BE49-F238E27FC236}">
                <a16:creationId xmlns:a16="http://schemas.microsoft.com/office/drawing/2014/main" id="{AFD29466-4557-A2CF-1171-8B49F2245209}"/>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282583" y="3891106"/>
            <a:ext cx="663866" cy="663866"/>
          </a:xfrm>
          <a:prstGeom prst="rect">
            <a:avLst/>
          </a:prstGeom>
        </p:spPr>
      </p:pic>
    </p:spTree>
    <p:extLst>
      <p:ext uri="{BB962C8B-B14F-4D97-AF65-F5344CB8AC3E}">
        <p14:creationId xmlns:p14="http://schemas.microsoft.com/office/powerpoint/2010/main" val="39535716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0"/>
                                  </p:stCondLst>
                                  <p:childTnLst>
                                    <p:set>
                                      <p:cBhvr>
                                        <p:cTn id="6" dur="1" fill="hold">
                                          <p:stCondLst>
                                            <p:cond delay="0"/>
                                          </p:stCondLst>
                                        </p:cTn>
                                        <p:tgtEl>
                                          <p:spTgt spid="280"/>
                                        </p:tgtEl>
                                        <p:attrNameLst>
                                          <p:attrName>style.visibility</p:attrName>
                                        </p:attrNameLst>
                                      </p:cBhvr>
                                      <p:to>
                                        <p:strVal val="visible"/>
                                      </p:to>
                                    </p:set>
                                    <p:animEffect transition="in" filter="fade">
                                      <p:cBhvr>
                                        <p:cTn id="7" dur="500"/>
                                        <p:tgtEl>
                                          <p:spTgt spid="280"/>
                                        </p:tgtEl>
                                      </p:cBhvr>
                                    </p:animEffect>
                                  </p:childTnLst>
                                </p:cTn>
                              </p:par>
                            </p:childTnLst>
                          </p:cTn>
                        </p:par>
                        <p:par>
                          <p:cTn id="8" fill="hold">
                            <p:stCondLst>
                              <p:cond delay="1500"/>
                            </p:stCondLst>
                            <p:childTnLst>
                              <p:par>
                                <p:cTn id="9" presetID="32" presetClass="emph" presetSubtype="0" fill="hold" nodeType="afterEffect">
                                  <p:stCondLst>
                                    <p:cond delay="0"/>
                                  </p:stCondLst>
                                  <p:childTnLst>
                                    <p:animRot by="120000">
                                      <p:cBhvr>
                                        <p:cTn id="10" dur="100" fill="hold">
                                          <p:stCondLst>
                                            <p:cond delay="0"/>
                                          </p:stCondLst>
                                        </p:cTn>
                                        <p:tgtEl>
                                          <p:spTgt spid="280"/>
                                        </p:tgtEl>
                                        <p:attrNameLst>
                                          <p:attrName>r</p:attrName>
                                        </p:attrNameLst>
                                      </p:cBhvr>
                                    </p:animRot>
                                    <p:animRot by="-240000">
                                      <p:cBhvr>
                                        <p:cTn id="11" dur="200" fill="hold">
                                          <p:stCondLst>
                                            <p:cond delay="200"/>
                                          </p:stCondLst>
                                        </p:cTn>
                                        <p:tgtEl>
                                          <p:spTgt spid="280"/>
                                        </p:tgtEl>
                                        <p:attrNameLst>
                                          <p:attrName>r</p:attrName>
                                        </p:attrNameLst>
                                      </p:cBhvr>
                                    </p:animRot>
                                    <p:animRot by="240000">
                                      <p:cBhvr>
                                        <p:cTn id="12" dur="200" fill="hold">
                                          <p:stCondLst>
                                            <p:cond delay="400"/>
                                          </p:stCondLst>
                                        </p:cTn>
                                        <p:tgtEl>
                                          <p:spTgt spid="280"/>
                                        </p:tgtEl>
                                        <p:attrNameLst>
                                          <p:attrName>r</p:attrName>
                                        </p:attrNameLst>
                                      </p:cBhvr>
                                    </p:animRot>
                                    <p:animRot by="-240000">
                                      <p:cBhvr>
                                        <p:cTn id="13" dur="200" fill="hold">
                                          <p:stCondLst>
                                            <p:cond delay="600"/>
                                          </p:stCondLst>
                                        </p:cTn>
                                        <p:tgtEl>
                                          <p:spTgt spid="280"/>
                                        </p:tgtEl>
                                        <p:attrNameLst>
                                          <p:attrName>r</p:attrName>
                                        </p:attrNameLst>
                                      </p:cBhvr>
                                    </p:animRot>
                                    <p:animRot by="120000">
                                      <p:cBhvr>
                                        <p:cTn id="14" dur="200" fill="hold">
                                          <p:stCondLst>
                                            <p:cond delay="800"/>
                                          </p:stCondLst>
                                        </p:cTn>
                                        <p:tgtEl>
                                          <p:spTgt spid="28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7E93D-386D-F91C-1A85-69C1467DA0A9}"/>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FCF92CDF-6897-6122-B1E3-A3D6081A2008}"/>
              </a:ext>
            </a:extLst>
          </p:cNvPr>
          <p:cNvSpPr/>
          <p:nvPr/>
        </p:nvSpPr>
        <p:spPr>
          <a:xfrm>
            <a:off x="7817482" y="732916"/>
            <a:ext cx="1765979" cy="524744"/>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b="1" dirty="0">
                <a:solidFill>
                  <a:schemeClr val="tx1"/>
                </a:solidFill>
              </a:rPr>
              <a:t>  Plan 2</a:t>
            </a:r>
          </a:p>
        </p:txBody>
      </p:sp>
      <p:sp>
        <p:nvSpPr>
          <p:cNvPr id="14" name="Rectangle 13">
            <a:extLst>
              <a:ext uri="{FF2B5EF4-FFF2-40B4-BE49-F238E27FC236}">
                <a16:creationId xmlns:a16="http://schemas.microsoft.com/office/drawing/2014/main" id="{2B237B68-FBD3-A39A-BCA0-F50CE9BF0998}"/>
              </a:ext>
            </a:extLst>
          </p:cNvPr>
          <p:cNvSpPr/>
          <p:nvPr/>
        </p:nvSpPr>
        <p:spPr>
          <a:xfrm>
            <a:off x="7820462" y="1269961"/>
            <a:ext cx="2710150" cy="55945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 name="Rectangle 1">
            <a:extLst>
              <a:ext uri="{FF2B5EF4-FFF2-40B4-BE49-F238E27FC236}">
                <a16:creationId xmlns:a16="http://schemas.microsoft.com/office/drawing/2014/main" id="{106EFF98-ED87-A711-BE40-580306EBF049}"/>
              </a:ext>
            </a:extLst>
          </p:cNvPr>
          <p:cNvSpPr/>
          <p:nvPr/>
        </p:nvSpPr>
        <p:spPr>
          <a:xfrm>
            <a:off x="8271481" y="732916"/>
            <a:ext cx="3920519" cy="6125084"/>
          </a:xfrm>
          <a:prstGeom prst="rect">
            <a:avLst/>
          </a:prstGeom>
          <a:solidFill>
            <a:schemeClr val="accent5">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 name="TextBox 2">
            <a:extLst>
              <a:ext uri="{FF2B5EF4-FFF2-40B4-BE49-F238E27FC236}">
                <a16:creationId xmlns:a16="http://schemas.microsoft.com/office/drawing/2014/main" id="{787A29C7-2653-CBE1-CB86-974B6180AF54}"/>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4" name="TextBox 3">
            <a:extLst>
              <a:ext uri="{FF2B5EF4-FFF2-40B4-BE49-F238E27FC236}">
                <a16:creationId xmlns:a16="http://schemas.microsoft.com/office/drawing/2014/main" id="{3E814BE1-CFFA-1620-5FC4-8807B1B24FA1}"/>
              </a:ext>
            </a:extLst>
          </p:cNvPr>
          <p:cNvSpPr txBox="1"/>
          <p:nvPr/>
        </p:nvSpPr>
        <p:spPr>
          <a:xfrm>
            <a:off x="8347099" y="937168"/>
            <a:ext cx="3458268" cy="461665"/>
          </a:xfrm>
          <a:prstGeom prst="rect">
            <a:avLst/>
          </a:prstGeom>
          <a:noFill/>
        </p:spPr>
        <p:txBody>
          <a:bodyPr wrap="square" rtlCol="0">
            <a:spAutoFit/>
          </a:bodyPr>
          <a:lstStyle/>
          <a:p>
            <a:r>
              <a:rPr lang="en-SG" sz="2400" b="1" dirty="0">
                <a:solidFill>
                  <a:schemeClr val="accent2"/>
                </a:solidFill>
                <a:latin typeface="+mj-lt"/>
              </a:rPr>
              <a:t>Confirmed Plans &amp; Users</a:t>
            </a:r>
          </a:p>
        </p:txBody>
      </p:sp>
      <p:sp>
        <p:nvSpPr>
          <p:cNvPr id="5" name="TextBox 4">
            <a:extLst>
              <a:ext uri="{FF2B5EF4-FFF2-40B4-BE49-F238E27FC236}">
                <a16:creationId xmlns:a16="http://schemas.microsoft.com/office/drawing/2014/main" id="{5C2BDA23-F52A-6526-E4F8-0B972B6BEB11}"/>
              </a:ext>
            </a:extLst>
          </p:cNvPr>
          <p:cNvSpPr txBox="1"/>
          <p:nvPr/>
        </p:nvSpPr>
        <p:spPr>
          <a:xfrm>
            <a:off x="8347099" y="3861769"/>
            <a:ext cx="2792061" cy="461665"/>
          </a:xfrm>
          <a:prstGeom prst="rect">
            <a:avLst/>
          </a:prstGeom>
          <a:noFill/>
        </p:spPr>
        <p:txBody>
          <a:bodyPr wrap="square" rtlCol="0">
            <a:spAutoFit/>
          </a:bodyPr>
          <a:lstStyle/>
          <a:p>
            <a:r>
              <a:rPr lang="en-SG" sz="2400" b="1" dirty="0">
                <a:solidFill>
                  <a:schemeClr val="accent4"/>
                </a:solidFill>
                <a:latin typeface="+mj-lt"/>
              </a:rPr>
              <a:t>Cancelled Plans</a:t>
            </a:r>
          </a:p>
        </p:txBody>
      </p:sp>
      <p:grpSp>
        <p:nvGrpSpPr>
          <p:cNvPr id="6" name="Group 5">
            <a:extLst>
              <a:ext uri="{FF2B5EF4-FFF2-40B4-BE49-F238E27FC236}">
                <a16:creationId xmlns:a16="http://schemas.microsoft.com/office/drawing/2014/main" id="{160F7D93-AB91-DB74-820B-270878590114}"/>
              </a:ext>
            </a:extLst>
          </p:cNvPr>
          <p:cNvGrpSpPr/>
          <p:nvPr/>
        </p:nvGrpSpPr>
        <p:grpSpPr>
          <a:xfrm>
            <a:off x="10414386" y="6305548"/>
            <a:ext cx="1777612" cy="552452"/>
            <a:chOff x="10168773" y="6305548"/>
            <a:chExt cx="2023228" cy="552452"/>
          </a:xfrm>
        </p:grpSpPr>
        <p:sp>
          <p:nvSpPr>
            <p:cNvPr id="7" name="Rectangle 6">
              <a:extLst>
                <a:ext uri="{FF2B5EF4-FFF2-40B4-BE49-F238E27FC236}">
                  <a16:creationId xmlns:a16="http://schemas.microsoft.com/office/drawing/2014/main" id="{CFF36EBC-1CE6-28DC-83D1-274FC4AA7D4C}"/>
                </a:ext>
              </a:extLst>
            </p:cNvPr>
            <p:cNvSpPr/>
            <p:nvPr userDrawn="1"/>
          </p:nvSpPr>
          <p:spPr>
            <a:xfrm>
              <a:off x="10168773" y="6305548"/>
              <a:ext cx="2023228"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SG" sz="2400" b="1" spc="0" dirty="0">
                  <a:solidFill>
                    <a:schemeClr val="tx1"/>
                  </a:solidFill>
                  <a:latin typeface="+mj-lt"/>
                </a:rPr>
                <a:t>Confir</a:t>
              </a:r>
              <a:r>
                <a:rPr lang="en-SG" sz="2400" b="1" dirty="0">
                  <a:solidFill>
                    <a:schemeClr val="tx1"/>
                  </a:solidFill>
                  <a:latin typeface="+mj-lt"/>
                </a:rPr>
                <a:t>m</a:t>
              </a:r>
              <a:endParaRPr lang="en-SG" sz="2000" b="1" spc="0" dirty="0">
                <a:solidFill>
                  <a:schemeClr val="tx1"/>
                </a:solidFill>
                <a:latin typeface="+mj-lt"/>
              </a:endParaRPr>
            </a:p>
          </p:txBody>
        </p:sp>
        <p:pic>
          <p:nvPicPr>
            <p:cNvPr id="8" name="Picture 7" descr="A blue arrow pointing to the left&#10;&#10;AI-generated content may be incorrect.">
              <a:extLst>
                <a:ext uri="{FF2B5EF4-FFF2-40B4-BE49-F238E27FC236}">
                  <a16:creationId xmlns:a16="http://schemas.microsoft.com/office/drawing/2014/main" id="{36FBB01C-2664-4FCC-D2FC-9873357710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16420" y="6481328"/>
              <a:ext cx="409049" cy="223406"/>
            </a:xfrm>
            <a:prstGeom prst="rect">
              <a:avLst/>
            </a:prstGeom>
          </p:spPr>
        </p:pic>
        <p:pic>
          <p:nvPicPr>
            <p:cNvPr id="9" name="Picture 8" descr="A blue arrow pointing to the left&#10;&#10;AI-generated content may be incorrect.">
              <a:extLst>
                <a:ext uri="{FF2B5EF4-FFF2-40B4-BE49-F238E27FC236}">
                  <a16:creationId xmlns:a16="http://schemas.microsoft.com/office/drawing/2014/main" id="{E01AC867-F0DE-F428-DECC-F83206C04F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51948" y="6481328"/>
              <a:ext cx="409049" cy="223406"/>
            </a:xfrm>
            <a:prstGeom prst="rect">
              <a:avLst/>
            </a:prstGeom>
          </p:spPr>
        </p:pic>
      </p:grpSp>
      <p:grpSp>
        <p:nvGrpSpPr>
          <p:cNvPr id="10" name="Group 9">
            <a:extLst>
              <a:ext uri="{FF2B5EF4-FFF2-40B4-BE49-F238E27FC236}">
                <a16:creationId xmlns:a16="http://schemas.microsoft.com/office/drawing/2014/main" id="{B9379848-6F21-988F-08B8-9F2F892BCA2A}"/>
              </a:ext>
            </a:extLst>
          </p:cNvPr>
          <p:cNvGrpSpPr/>
          <p:nvPr/>
        </p:nvGrpSpPr>
        <p:grpSpPr>
          <a:xfrm>
            <a:off x="8271479" y="6316805"/>
            <a:ext cx="1465462" cy="552452"/>
            <a:chOff x="1" y="0"/>
            <a:chExt cx="1465462" cy="552452"/>
          </a:xfrm>
        </p:grpSpPr>
        <p:sp>
          <p:nvSpPr>
            <p:cNvPr id="11" name="Rectangle 10">
              <a:hlinkClick r:id="rId4" action="ppaction://hlinksldjump" tooltip="Return to previous page"/>
              <a:extLst>
                <a:ext uri="{FF2B5EF4-FFF2-40B4-BE49-F238E27FC236}">
                  <a16:creationId xmlns:a16="http://schemas.microsoft.com/office/drawing/2014/main" id="{565C1514-853E-629B-9AE6-0204B038B2B4}"/>
                </a:ext>
              </a:extLst>
            </p:cNvPr>
            <p:cNvSpPr/>
            <p:nvPr userDrawn="1"/>
          </p:nvSpPr>
          <p:spPr>
            <a:xfrm>
              <a:off x="1" y="0"/>
              <a:ext cx="1465462"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r"/>
              <a:r>
                <a:rPr lang="en-SG" sz="2400" b="1" spc="0" dirty="0">
                  <a:solidFill>
                    <a:schemeClr val="tx1"/>
                  </a:solidFill>
                  <a:latin typeface="+mj-lt"/>
                </a:rPr>
                <a:t>Return</a:t>
              </a:r>
              <a:endParaRPr lang="en-SG" sz="2000" b="1" spc="0" dirty="0">
                <a:solidFill>
                  <a:schemeClr val="tx1"/>
                </a:solidFill>
                <a:latin typeface="+mj-lt"/>
              </a:endParaRPr>
            </a:p>
          </p:txBody>
        </p:sp>
        <p:pic>
          <p:nvPicPr>
            <p:cNvPr id="12" name="Picture 11" descr="A blue arrow pointing to the left&#10;&#10;AI-generated content may be incorrect.">
              <a:extLst>
                <a:ext uri="{FF2B5EF4-FFF2-40B4-BE49-F238E27FC236}">
                  <a16:creationId xmlns:a16="http://schemas.microsoft.com/office/drawing/2014/main" id="{0696D9C2-B8C0-1CAD-6A1C-E6DB4C5EBA1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76198" y="164523"/>
              <a:ext cx="409049" cy="223406"/>
            </a:xfrm>
            <a:prstGeom prst="rect">
              <a:avLst/>
            </a:prstGeom>
          </p:spPr>
        </p:pic>
      </p:grpSp>
      <p:sp>
        <p:nvSpPr>
          <p:cNvPr id="13" name="Rectangle 12">
            <a:extLst>
              <a:ext uri="{FF2B5EF4-FFF2-40B4-BE49-F238E27FC236}">
                <a16:creationId xmlns:a16="http://schemas.microsoft.com/office/drawing/2014/main" id="{92BE3723-EE05-630C-74BE-EF9131D0E1A3}"/>
              </a:ext>
            </a:extLst>
          </p:cNvPr>
          <p:cNvSpPr/>
          <p:nvPr/>
        </p:nvSpPr>
        <p:spPr>
          <a:xfrm>
            <a:off x="0" y="1263408"/>
            <a:ext cx="4318000" cy="55945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t>%</a:t>
            </a:r>
          </a:p>
        </p:txBody>
      </p:sp>
      <p:sp>
        <p:nvSpPr>
          <p:cNvPr id="16" name="Rectangle 15">
            <a:extLst>
              <a:ext uri="{FF2B5EF4-FFF2-40B4-BE49-F238E27FC236}">
                <a16:creationId xmlns:a16="http://schemas.microsoft.com/office/drawing/2014/main" id="{3990D823-CF6F-0FC0-B746-A04A344874B7}"/>
              </a:ext>
            </a:extLst>
          </p:cNvPr>
          <p:cNvSpPr/>
          <p:nvPr/>
        </p:nvSpPr>
        <p:spPr>
          <a:xfrm>
            <a:off x="0" y="712592"/>
            <a:ext cx="1765979" cy="545068"/>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tx1"/>
                </a:solidFill>
              </a:rPr>
              <a:t>Plan 1</a:t>
            </a:r>
          </a:p>
        </p:txBody>
      </p:sp>
      <p:sp>
        <p:nvSpPr>
          <p:cNvPr id="21" name="TextBox 20">
            <a:extLst>
              <a:ext uri="{FF2B5EF4-FFF2-40B4-BE49-F238E27FC236}">
                <a16:creationId xmlns:a16="http://schemas.microsoft.com/office/drawing/2014/main" id="{FBD1B149-FB04-5B30-29DF-A8CF1A00912D}"/>
              </a:ext>
            </a:extLst>
          </p:cNvPr>
          <p:cNvSpPr txBox="1"/>
          <p:nvPr/>
        </p:nvSpPr>
        <p:spPr>
          <a:xfrm>
            <a:off x="24204" y="1283250"/>
            <a:ext cx="1272015" cy="400110"/>
          </a:xfrm>
          <a:prstGeom prst="rect">
            <a:avLst/>
          </a:prstGeom>
          <a:noFill/>
        </p:spPr>
        <p:txBody>
          <a:bodyPr wrap="none" rtlCol="0">
            <a:spAutoFit/>
          </a:bodyPr>
          <a:lstStyle/>
          <a:p>
            <a:r>
              <a:rPr lang="en-SG" sz="2000" b="1" dirty="0">
                <a:solidFill>
                  <a:schemeClr val="tx2"/>
                </a:solidFill>
              </a:rPr>
              <a:t>Overview</a:t>
            </a:r>
            <a:endParaRPr lang="en-SG" sz="1600" b="1" dirty="0">
              <a:solidFill>
                <a:schemeClr val="tx2"/>
              </a:solidFill>
            </a:endParaRPr>
          </a:p>
        </p:txBody>
      </p:sp>
      <p:sp>
        <p:nvSpPr>
          <p:cNvPr id="44" name="Arrow: Pentagon 43">
            <a:extLst>
              <a:ext uri="{FF2B5EF4-FFF2-40B4-BE49-F238E27FC236}">
                <a16:creationId xmlns:a16="http://schemas.microsoft.com/office/drawing/2014/main" id="{23E32B29-BA48-A269-A0E2-6588D0DCD95D}"/>
              </a:ext>
            </a:extLst>
          </p:cNvPr>
          <p:cNvSpPr/>
          <p:nvPr/>
        </p:nvSpPr>
        <p:spPr>
          <a:xfrm>
            <a:off x="2453580" y="2178264"/>
            <a:ext cx="1280160" cy="404334"/>
          </a:xfrm>
          <a:prstGeom prst="homePlate">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Arrow: Pentagon 26">
            <a:extLst>
              <a:ext uri="{FF2B5EF4-FFF2-40B4-BE49-F238E27FC236}">
                <a16:creationId xmlns:a16="http://schemas.microsoft.com/office/drawing/2014/main" id="{950F0F19-677F-1D22-558E-2CD2A08176B0}"/>
              </a:ext>
            </a:extLst>
          </p:cNvPr>
          <p:cNvSpPr/>
          <p:nvPr/>
        </p:nvSpPr>
        <p:spPr>
          <a:xfrm>
            <a:off x="1204335" y="2183588"/>
            <a:ext cx="1412972" cy="399011"/>
          </a:xfrm>
          <a:prstGeom prst="homePlate">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Arrow: Pentagon 25">
            <a:extLst>
              <a:ext uri="{FF2B5EF4-FFF2-40B4-BE49-F238E27FC236}">
                <a16:creationId xmlns:a16="http://schemas.microsoft.com/office/drawing/2014/main" id="{2C3BA380-2FEB-A81E-04A8-FB367575DD36}"/>
              </a:ext>
            </a:extLst>
          </p:cNvPr>
          <p:cNvSpPr/>
          <p:nvPr/>
        </p:nvSpPr>
        <p:spPr>
          <a:xfrm>
            <a:off x="87901" y="2183586"/>
            <a:ext cx="1336681" cy="399011"/>
          </a:xfrm>
          <a:prstGeom prst="homePlate">
            <a:avLst/>
          </a:prstGeom>
          <a:solidFill>
            <a:srgbClr val="FEE438"/>
          </a:solidFill>
          <a:ln>
            <a:solidFill>
              <a:srgbClr val="FEE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TextBox 29">
            <a:extLst>
              <a:ext uri="{FF2B5EF4-FFF2-40B4-BE49-F238E27FC236}">
                <a16:creationId xmlns:a16="http://schemas.microsoft.com/office/drawing/2014/main" id="{2162DDBA-2362-63DA-51DD-82AEB39A6F94}"/>
              </a:ext>
            </a:extLst>
          </p:cNvPr>
          <p:cNvSpPr txBox="1"/>
          <p:nvPr/>
        </p:nvSpPr>
        <p:spPr>
          <a:xfrm>
            <a:off x="84301" y="2229202"/>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Dragon Roller</a:t>
            </a:r>
          </a:p>
        </p:txBody>
      </p:sp>
      <p:sp>
        <p:nvSpPr>
          <p:cNvPr id="48" name="Arrow: Pentagon 47">
            <a:extLst>
              <a:ext uri="{FF2B5EF4-FFF2-40B4-BE49-F238E27FC236}">
                <a16:creationId xmlns:a16="http://schemas.microsoft.com/office/drawing/2014/main" id="{A523F62A-8275-D8A3-91C1-71A2DE2DDCFB}"/>
              </a:ext>
            </a:extLst>
          </p:cNvPr>
          <p:cNvSpPr/>
          <p:nvPr/>
        </p:nvSpPr>
        <p:spPr>
          <a:xfrm rot="5400000">
            <a:off x="3083835" y="2562397"/>
            <a:ext cx="1167280" cy="399011"/>
          </a:xfrm>
          <a:prstGeom prst="homePlate">
            <a:avLst>
              <a:gd name="adj" fmla="val 0"/>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1" name="TextBox 30">
            <a:extLst>
              <a:ext uri="{FF2B5EF4-FFF2-40B4-BE49-F238E27FC236}">
                <a16:creationId xmlns:a16="http://schemas.microsoft.com/office/drawing/2014/main" id="{E26DD06F-83B9-48F0-365A-A84A562EB88A}"/>
              </a:ext>
            </a:extLst>
          </p:cNvPr>
          <p:cNvSpPr txBox="1"/>
          <p:nvPr/>
        </p:nvSpPr>
        <p:spPr>
          <a:xfrm>
            <a:off x="2491686" y="2220215"/>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Musical B’</a:t>
            </a:r>
          </a:p>
        </p:txBody>
      </p:sp>
      <p:sp>
        <p:nvSpPr>
          <p:cNvPr id="49" name="TextBox 48">
            <a:extLst>
              <a:ext uri="{FF2B5EF4-FFF2-40B4-BE49-F238E27FC236}">
                <a16:creationId xmlns:a16="http://schemas.microsoft.com/office/drawing/2014/main" id="{E72BA941-02C3-E0A9-D989-6B17B8618510}"/>
              </a:ext>
            </a:extLst>
          </p:cNvPr>
          <p:cNvSpPr txBox="1"/>
          <p:nvPr/>
        </p:nvSpPr>
        <p:spPr>
          <a:xfrm>
            <a:off x="1259733" y="2229202"/>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Ben’s Place</a:t>
            </a:r>
          </a:p>
        </p:txBody>
      </p:sp>
      <p:sp>
        <p:nvSpPr>
          <p:cNvPr id="50" name="Arrow: Pentagon 49">
            <a:extLst>
              <a:ext uri="{FF2B5EF4-FFF2-40B4-BE49-F238E27FC236}">
                <a16:creationId xmlns:a16="http://schemas.microsoft.com/office/drawing/2014/main" id="{93201BE3-028A-C695-A226-598C00998B76}"/>
              </a:ext>
            </a:extLst>
          </p:cNvPr>
          <p:cNvSpPr/>
          <p:nvPr/>
        </p:nvSpPr>
        <p:spPr>
          <a:xfrm rot="10800000">
            <a:off x="1515558" y="2943101"/>
            <a:ext cx="1735290" cy="399011"/>
          </a:xfrm>
          <a:prstGeom prst="homePlate">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Arrow: Pentagon 45">
            <a:extLst>
              <a:ext uri="{FF2B5EF4-FFF2-40B4-BE49-F238E27FC236}">
                <a16:creationId xmlns:a16="http://schemas.microsoft.com/office/drawing/2014/main" id="{57AE6ED7-6A85-2311-6C76-A0ACC9DB037F}"/>
              </a:ext>
            </a:extLst>
          </p:cNvPr>
          <p:cNvSpPr/>
          <p:nvPr/>
        </p:nvSpPr>
        <p:spPr>
          <a:xfrm rot="10800000">
            <a:off x="3064846" y="2946532"/>
            <a:ext cx="399013" cy="399011"/>
          </a:xfrm>
          <a:prstGeom prst="homePlate">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1" name="TextBox 50">
            <a:extLst>
              <a:ext uri="{FF2B5EF4-FFF2-40B4-BE49-F238E27FC236}">
                <a16:creationId xmlns:a16="http://schemas.microsoft.com/office/drawing/2014/main" id="{D55D8ACD-B330-690D-265C-FA576575B424}"/>
              </a:ext>
            </a:extLst>
          </p:cNvPr>
          <p:cNvSpPr txBox="1"/>
          <p:nvPr/>
        </p:nvSpPr>
        <p:spPr>
          <a:xfrm>
            <a:off x="1590457" y="2977653"/>
            <a:ext cx="1585493" cy="307777"/>
          </a:xfrm>
          <a:prstGeom prst="rect">
            <a:avLst/>
          </a:prstGeom>
          <a:noFill/>
          <a:ln w="28575">
            <a:noFill/>
          </a:ln>
        </p:spPr>
        <p:txBody>
          <a:bodyPr wrap="square" rtlCol="0">
            <a:spAutoFit/>
          </a:bodyPr>
          <a:lstStyle/>
          <a:p>
            <a:pPr algn="ctr"/>
            <a:r>
              <a:rPr lang="en-SG" sz="1400" b="1" dirty="0">
                <a:solidFill>
                  <a:schemeClr val="tx2">
                    <a:lumMod val="50000"/>
                  </a:schemeClr>
                </a:solidFill>
              </a:rPr>
              <a:t>Cirque Du Luna</a:t>
            </a:r>
          </a:p>
        </p:txBody>
      </p:sp>
      <p:sp>
        <p:nvSpPr>
          <p:cNvPr id="52" name="TextBox 51">
            <a:extLst>
              <a:ext uri="{FF2B5EF4-FFF2-40B4-BE49-F238E27FC236}">
                <a16:creationId xmlns:a16="http://schemas.microsoft.com/office/drawing/2014/main" id="{F88F9187-168E-41C9-8E26-BD68954E8C2F}"/>
              </a:ext>
            </a:extLst>
          </p:cNvPr>
          <p:cNvSpPr txBox="1"/>
          <p:nvPr/>
        </p:nvSpPr>
        <p:spPr>
          <a:xfrm>
            <a:off x="-5957" y="1871315"/>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11:30 AM</a:t>
            </a:r>
          </a:p>
        </p:txBody>
      </p:sp>
      <p:sp>
        <p:nvSpPr>
          <p:cNvPr id="53" name="TextBox 52">
            <a:extLst>
              <a:ext uri="{FF2B5EF4-FFF2-40B4-BE49-F238E27FC236}">
                <a16:creationId xmlns:a16="http://schemas.microsoft.com/office/drawing/2014/main" id="{BDBF0148-2441-8659-60A7-222ED6476E3D}"/>
              </a:ext>
            </a:extLst>
          </p:cNvPr>
          <p:cNvSpPr txBox="1"/>
          <p:nvPr/>
        </p:nvSpPr>
        <p:spPr>
          <a:xfrm>
            <a:off x="1236223" y="1870487"/>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11:50 AM</a:t>
            </a:r>
          </a:p>
        </p:txBody>
      </p:sp>
      <p:sp>
        <p:nvSpPr>
          <p:cNvPr id="54" name="TextBox 53">
            <a:extLst>
              <a:ext uri="{FF2B5EF4-FFF2-40B4-BE49-F238E27FC236}">
                <a16:creationId xmlns:a16="http://schemas.microsoft.com/office/drawing/2014/main" id="{04176333-81C6-248D-3624-C8E8BA52C06D}"/>
              </a:ext>
            </a:extLst>
          </p:cNvPr>
          <p:cNvSpPr txBox="1"/>
          <p:nvPr/>
        </p:nvSpPr>
        <p:spPr>
          <a:xfrm>
            <a:off x="2519466" y="1870486"/>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12:30 PM</a:t>
            </a:r>
          </a:p>
        </p:txBody>
      </p:sp>
      <p:sp>
        <p:nvSpPr>
          <p:cNvPr id="55" name="TextBox 54">
            <a:extLst>
              <a:ext uri="{FF2B5EF4-FFF2-40B4-BE49-F238E27FC236}">
                <a16:creationId xmlns:a16="http://schemas.microsoft.com/office/drawing/2014/main" id="{2A040DD9-C8B4-F369-4F91-C7FEBD724469}"/>
              </a:ext>
            </a:extLst>
          </p:cNvPr>
          <p:cNvSpPr txBox="1"/>
          <p:nvPr/>
        </p:nvSpPr>
        <p:spPr>
          <a:xfrm>
            <a:off x="440642" y="2782669"/>
            <a:ext cx="1244283" cy="646331"/>
          </a:xfrm>
          <a:prstGeom prst="rect">
            <a:avLst/>
          </a:prstGeom>
          <a:noFill/>
        </p:spPr>
        <p:txBody>
          <a:bodyPr wrap="square" rtlCol="0">
            <a:spAutoFit/>
          </a:bodyPr>
          <a:lstStyle/>
          <a:p>
            <a:pPr algn="ctr"/>
            <a:r>
              <a:rPr lang="en-SG" sz="3600" dirty="0"/>
              <a:t>…</a:t>
            </a:r>
          </a:p>
        </p:txBody>
      </p:sp>
      <p:sp>
        <p:nvSpPr>
          <p:cNvPr id="56" name="TextBox 55">
            <a:extLst>
              <a:ext uri="{FF2B5EF4-FFF2-40B4-BE49-F238E27FC236}">
                <a16:creationId xmlns:a16="http://schemas.microsoft.com/office/drawing/2014/main" id="{474C39AC-782E-C8B6-16D3-24BDCE37BC04}"/>
              </a:ext>
            </a:extLst>
          </p:cNvPr>
          <p:cNvSpPr txBox="1"/>
          <p:nvPr/>
        </p:nvSpPr>
        <p:spPr>
          <a:xfrm>
            <a:off x="1740463" y="2672492"/>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1:30 PM</a:t>
            </a:r>
          </a:p>
        </p:txBody>
      </p:sp>
      <p:pic>
        <p:nvPicPr>
          <p:cNvPr id="65" name="Picture 64" descr="A blue arrows pointing to a cross&#10;&#10;AI-generated content may be incorrect.">
            <a:extLst>
              <a:ext uri="{FF2B5EF4-FFF2-40B4-BE49-F238E27FC236}">
                <a16:creationId xmlns:a16="http://schemas.microsoft.com/office/drawing/2014/main" id="{9F6A9AC9-A41F-5AC1-F389-176FD65730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6721" y="1305430"/>
            <a:ext cx="588469" cy="588469"/>
          </a:xfrm>
          <a:prstGeom prst="rect">
            <a:avLst/>
          </a:prstGeom>
        </p:spPr>
      </p:pic>
      <p:sp>
        <p:nvSpPr>
          <p:cNvPr id="66" name="TextBox 65">
            <a:extLst>
              <a:ext uri="{FF2B5EF4-FFF2-40B4-BE49-F238E27FC236}">
                <a16:creationId xmlns:a16="http://schemas.microsoft.com/office/drawing/2014/main" id="{5A47AC15-D361-E22F-4798-6C7A254B8EC6}"/>
              </a:ext>
            </a:extLst>
          </p:cNvPr>
          <p:cNvSpPr txBox="1"/>
          <p:nvPr/>
        </p:nvSpPr>
        <p:spPr>
          <a:xfrm>
            <a:off x="31323" y="1548959"/>
            <a:ext cx="2760949" cy="307777"/>
          </a:xfrm>
          <a:prstGeom prst="rect">
            <a:avLst/>
          </a:prstGeom>
          <a:noFill/>
        </p:spPr>
        <p:txBody>
          <a:bodyPr wrap="none" rtlCol="0">
            <a:spAutoFit/>
          </a:bodyPr>
          <a:lstStyle/>
          <a:p>
            <a:r>
              <a:rPr lang="en-SG" sz="1400" dirty="0">
                <a:solidFill>
                  <a:schemeClr val="tx2"/>
                </a:solidFill>
              </a:rPr>
              <a:t>Expected start time of each event</a:t>
            </a:r>
            <a:endParaRPr lang="en-SG" sz="1100" dirty="0">
              <a:solidFill>
                <a:schemeClr val="tx2"/>
              </a:solidFill>
            </a:endParaRPr>
          </a:p>
        </p:txBody>
      </p:sp>
      <p:grpSp>
        <p:nvGrpSpPr>
          <p:cNvPr id="178" name="Group 177">
            <a:extLst>
              <a:ext uri="{FF2B5EF4-FFF2-40B4-BE49-F238E27FC236}">
                <a16:creationId xmlns:a16="http://schemas.microsoft.com/office/drawing/2014/main" id="{E816C27A-093C-70C4-8A41-07A8487A0D53}"/>
              </a:ext>
            </a:extLst>
          </p:cNvPr>
          <p:cNvGrpSpPr/>
          <p:nvPr/>
        </p:nvGrpSpPr>
        <p:grpSpPr>
          <a:xfrm>
            <a:off x="0" y="3423252"/>
            <a:ext cx="4316630" cy="1983646"/>
            <a:chOff x="1370" y="3428999"/>
            <a:chExt cx="5758704" cy="2646330"/>
          </a:xfrm>
        </p:grpSpPr>
        <p:sp>
          <p:nvSpPr>
            <p:cNvPr id="104" name="Rectangle 103">
              <a:extLst>
                <a:ext uri="{FF2B5EF4-FFF2-40B4-BE49-F238E27FC236}">
                  <a16:creationId xmlns:a16="http://schemas.microsoft.com/office/drawing/2014/main" id="{DBCB36B5-8EA8-DFBD-3C5B-B893B3623005}"/>
                </a:ext>
              </a:extLst>
            </p:cNvPr>
            <p:cNvSpPr/>
            <p:nvPr/>
          </p:nvSpPr>
          <p:spPr>
            <a:xfrm>
              <a:off x="1370" y="342899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5" name="Freeform: Shape 104">
              <a:extLst>
                <a:ext uri="{FF2B5EF4-FFF2-40B4-BE49-F238E27FC236}">
                  <a16:creationId xmlns:a16="http://schemas.microsoft.com/office/drawing/2014/main" id="{0B86F4B2-106B-3F16-FB65-71B482B926D4}"/>
                </a:ext>
              </a:extLst>
            </p:cNvPr>
            <p:cNvSpPr/>
            <p:nvPr/>
          </p:nvSpPr>
          <p:spPr>
            <a:xfrm>
              <a:off x="15713" y="344861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58" name="Group 57">
            <a:extLst>
              <a:ext uri="{FF2B5EF4-FFF2-40B4-BE49-F238E27FC236}">
                <a16:creationId xmlns:a16="http://schemas.microsoft.com/office/drawing/2014/main" id="{9DE57036-0398-62B8-E53F-33B62D4918AF}"/>
              </a:ext>
            </a:extLst>
          </p:cNvPr>
          <p:cNvGrpSpPr/>
          <p:nvPr/>
        </p:nvGrpSpPr>
        <p:grpSpPr>
          <a:xfrm>
            <a:off x="1370" y="3423252"/>
            <a:ext cx="767467" cy="436233"/>
            <a:chOff x="3211177" y="4204405"/>
            <a:chExt cx="971932" cy="552452"/>
          </a:xfrm>
        </p:grpSpPr>
        <p:sp>
          <p:nvSpPr>
            <p:cNvPr id="59" name="Rectangle 58">
              <a:extLst>
                <a:ext uri="{FF2B5EF4-FFF2-40B4-BE49-F238E27FC236}">
                  <a16:creationId xmlns:a16="http://schemas.microsoft.com/office/drawing/2014/main" id="{A39053D1-94B7-EF57-1245-424DFF5472C8}"/>
                </a:ext>
              </a:extLst>
            </p:cNvPr>
            <p:cNvSpPr/>
            <p:nvPr userDrawn="1"/>
          </p:nvSpPr>
          <p:spPr>
            <a:xfrm>
              <a:off x="3211177" y="4204405"/>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60" name="TextBox 59">
              <a:extLst>
                <a:ext uri="{FF2B5EF4-FFF2-40B4-BE49-F238E27FC236}">
                  <a16:creationId xmlns:a16="http://schemas.microsoft.com/office/drawing/2014/main" id="{BBFCC09C-9DC3-D0AF-4AFC-5B02A0D22348}"/>
                </a:ext>
              </a:extLst>
            </p:cNvPr>
            <p:cNvSpPr txBox="1"/>
            <p:nvPr userDrawn="1"/>
          </p:nvSpPr>
          <p:spPr>
            <a:xfrm>
              <a:off x="3211177" y="4260295"/>
              <a:ext cx="971930" cy="400110"/>
            </a:xfrm>
            <a:prstGeom prst="rect">
              <a:avLst/>
            </a:prstGeom>
            <a:noFill/>
            <a:ln>
              <a:noFill/>
            </a:ln>
          </p:spPr>
          <p:txBody>
            <a:bodyPr wrap="square" rtlCol="0">
              <a:spAutoFit/>
            </a:bodyPr>
            <a:lstStyle/>
            <a:p>
              <a:pPr algn="ctr"/>
              <a:r>
                <a:rPr lang="en-SG" sz="2000" b="1" dirty="0">
                  <a:solidFill>
                    <a:srgbClr val="2F3C7E"/>
                  </a:solidFill>
                </a:rPr>
                <a:t>MAP</a:t>
              </a:r>
            </a:p>
          </p:txBody>
        </p:sp>
      </p:grpSp>
      <p:pic>
        <p:nvPicPr>
          <p:cNvPr id="179" name="Picture 178">
            <a:extLst>
              <a:ext uri="{FF2B5EF4-FFF2-40B4-BE49-F238E27FC236}">
                <a16:creationId xmlns:a16="http://schemas.microsoft.com/office/drawing/2014/main" id="{C18212CF-F99A-5D04-8380-31E1E71CBEC9}"/>
              </a:ext>
            </a:extLst>
          </p:cNvPr>
          <p:cNvPicPr>
            <a:picLocks noChangeAspect="1"/>
          </p:cNvPicPr>
          <p:nvPr/>
        </p:nvPicPr>
        <p:blipFill>
          <a:blip r:embed="rId6"/>
          <a:stretch>
            <a:fillRect/>
          </a:stretch>
        </p:blipFill>
        <p:spPr>
          <a:xfrm>
            <a:off x="311471" y="4332516"/>
            <a:ext cx="481978" cy="241890"/>
          </a:xfrm>
          <a:prstGeom prst="rect">
            <a:avLst/>
          </a:prstGeom>
          <a:ln>
            <a:noFill/>
          </a:ln>
        </p:spPr>
      </p:pic>
      <p:sp>
        <p:nvSpPr>
          <p:cNvPr id="180" name="TextBox 179">
            <a:extLst>
              <a:ext uri="{FF2B5EF4-FFF2-40B4-BE49-F238E27FC236}">
                <a16:creationId xmlns:a16="http://schemas.microsoft.com/office/drawing/2014/main" id="{10CFCF88-6D1F-E94B-9600-74DF21D70DD7}"/>
              </a:ext>
            </a:extLst>
          </p:cNvPr>
          <p:cNvSpPr txBox="1"/>
          <p:nvPr/>
        </p:nvSpPr>
        <p:spPr>
          <a:xfrm>
            <a:off x="-55288" y="4517775"/>
            <a:ext cx="1215496" cy="230832"/>
          </a:xfrm>
          <a:prstGeom prst="rect">
            <a:avLst/>
          </a:prstGeom>
          <a:noFill/>
          <a:ln>
            <a:noFill/>
          </a:ln>
        </p:spPr>
        <p:txBody>
          <a:bodyPr wrap="square" rtlCol="0">
            <a:spAutoFit/>
          </a:bodyPr>
          <a:lstStyle/>
          <a:p>
            <a:pPr algn="ctr"/>
            <a:r>
              <a:rPr lang="en-SG" sz="900" b="1" dirty="0">
                <a:solidFill>
                  <a:schemeClr val="tx2"/>
                </a:solidFill>
                <a:latin typeface="+mn-lt"/>
              </a:rPr>
              <a:t>Dragon Roller</a:t>
            </a:r>
          </a:p>
        </p:txBody>
      </p:sp>
      <p:pic>
        <p:nvPicPr>
          <p:cNvPr id="182" name="Picture 181">
            <a:extLst>
              <a:ext uri="{FF2B5EF4-FFF2-40B4-BE49-F238E27FC236}">
                <a16:creationId xmlns:a16="http://schemas.microsoft.com/office/drawing/2014/main" id="{9BFFF05E-F0A0-27D2-8243-49ABC90576EC}"/>
              </a:ext>
            </a:extLst>
          </p:cNvPr>
          <p:cNvPicPr>
            <a:picLocks noChangeAspect="1"/>
          </p:cNvPicPr>
          <p:nvPr/>
        </p:nvPicPr>
        <p:blipFill>
          <a:blip r:embed="rId7"/>
          <a:srcRect l="16117" r="13552"/>
          <a:stretch>
            <a:fillRect/>
          </a:stretch>
        </p:blipFill>
        <p:spPr>
          <a:xfrm>
            <a:off x="333490" y="4117766"/>
            <a:ext cx="334895" cy="476171"/>
          </a:xfrm>
          <a:prstGeom prst="rect">
            <a:avLst/>
          </a:prstGeom>
        </p:spPr>
      </p:pic>
      <p:sp>
        <p:nvSpPr>
          <p:cNvPr id="181" name="Rectangle: Rounded Corners 180">
            <a:extLst>
              <a:ext uri="{FF2B5EF4-FFF2-40B4-BE49-F238E27FC236}">
                <a16:creationId xmlns:a16="http://schemas.microsoft.com/office/drawing/2014/main" id="{DF4FA6F3-8AA2-CCBC-1DAA-D2E6669F54F2}"/>
              </a:ext>
            </a:extLst>
          </p:cNvPr>
          <p:cNvSpPr/>
          <p:nvPr/>
        </p:nvSpPr>
        <p:spPr>
          <a:xfrm>
            <a:off x="240605" y="4077528"/>
            <a:ext cx="528230" cy="178826"/>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b="1" dirty="0">
                <a:solidFill>
                  <a:schemeClr val="bg1"/>
                </a:solidFill>
                <a:latin typeface="+mj-lt"/>
              </a:rPr>
              <a:t>Start</a:t>
            </a:r>
            <a:endParaRPr lang="en-SG" sz="1400" b="1" dirty="0">
              <a:solidFill>
                <a:schemeClr val="bg1"/>
              </a:solidFill>
              <a:latin typeface="+mj-lt"/>
            </a:endParaRPr>
          </a:p>
        </p:txBody>
      </p:sp>
      <p:sp>
        <p:nvSpPr>
          <p:cNvPr id="183" name="Freeform: Shape 182">
            <a:extLst>
              <a:ext uri="{FF2B5EF4-FFF2-40B4-BE49-F238E27FC236}">
                <a16:creationId xmlns:a16="http://schemas.microsoft.com/office/drawing/2014/main" id="{C99CEDBE-8B7F-D1F0-3D9C-F0CC616B58DA}"/>
              </a:ext>
            </a:extLst>
          </p:cNvPr>
          <p:cNvSpPr/>
          <p:nvPr/>
        </p:nvSpPr>
        <p:spPr>
          <a:xfrm>
            <a:off x="866009" y="4492657"/>
            <a:ext cx="963149" cy="163498"/>
          </a:xfrm>
          <a:custGeom>
            <a:avLst/>
            <a:gdLst>
              <a:gd name="connsiteX0" fmla="*/ 1763485 w 1763485"/>
              <a:gd name="connsiteY0" fmla="*/ 206829 h 299357"/>
              <a:gd name="connsiteX1" fmla="*/ 1540328 w 1763485"/>
              <a:gd name="connsiteY1" fmla="*/ 299357 h 299357"/>
              <a:gd name="connsiteX2" fmla="*/ 1409700 w 1763485"/>
              <a:gd name="connsiteY2" fmla="*/ 272143 h 299357"/>
              <a:gd name="connsiteX3" fmla="*/ 1322614 w 1763485"/>
              <a:gd name="connsiteY3" fmla="*/ 190500 h 299357"/>
              <a:gd name="connsiteX4" fmla="*/ 1306285 w 1763485"/>
              <a:gd name="connsiteY4" fmla="*/ 157843 h 299357"/>
              <a:gd name="connsiteX5" fmla="*/ 1284514 w 1763485"/>
              <a:gd name="connsiteY5" fmla="*/ 130629 h 299357"/>
              <a:gd name="connsiteX6" fmla="*/ 1273628 w 1763485"/>
              <a:gd name="connsiteY6" fmla="*/ 92529 h 299357"/>
              <a:gd name="connsiteX7" fmla="*/ 1268185 w 1763485"/>
              <a:gd name="connsiteY7" fmla="*/ 76200 h 299357"/>
              <a:gd name="connsiteX8" fmla="*/ 1191985 w 1763485"/>
              <a:gd name="connsiteY8" fmla="*/ 16329 h 299357"/>
              <a:gd name="connsiteX9" fmla="*/ 1028700 w 1763485"/>
              <a:gd name="connsiteY9" fmla="*/ 0 h 299357"/>
              <a:gd name="connsiteX10" fmla="*/ 849085 w 1763485"/>
              <a:gd name="connsiteY10" fmla="*/ 10886 h 299357"/>
              <a:gd name="connsiteX11" fmla="*/ 800100 w 1763485"/>
              <a:gd name="connsiteY11" fmla="*/ 43543 h 299357"/>
              <a:gd name="connsiteX12" fmla="*/ 685800 w 1763485"/>
              <a:gd name="connsiteY12" fmla="*/ 119743 h 299357"/>
              <a:gd name="connsiteX13" fmla="*/ 658585 w 1763485"/>
              <a:gd name="connsiteY13" fmla="*/ 136071 h 299357"/>
              <a:gd name="connsiteX14" fmla="*/ 544285 w 1763485"/>
              <a:gd name="connsiteY14" fmla="*/ 163286 h 299357"/>
              <a:gd name="connsiteX15" fmla="*/ 511628 w 1763485"/>
              <a:gd name="connsiteY15" fmla="*/ 174171 h 299357"/>
              <a:gd name="connsiteX16" fmla="*/ 255814 w 1763485"/>
              <a:gd name="connsiteY16" fmla="*/ 130629 h 299357"/>
              <a:gd name="connsiteX17" fmla="*/ 239485 w 1763485"/>
              <a:gd name="connsiteY17" fmla="*/ 119743 h 299357"/>
              <a:gd name="connsiteX18" fmla="*/ 217714 w 1763485"/>
              <a:gd name="connsiteY18" fmla="*/ 114300 h 299357"/>
              <a:gd name="connsiteX19" fmla="*/ 168728 w 1763485"/>
              <a:gd name="connsiteY19" fmla="*/ 76200 h 299357"/>
              <a:gd name="connsiteX20" fmla="*/ 54428 w 1763485"/>
              <a:gd name="connsiteY20" fmla="*/ 43543 h 299357"/>
              <a:gd name="connsiteX21" fmla="*/ 0 w 1763485"/>
              <a:gd name="connsiteY21" fmla="*/ 43543 h 29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3485" h="299357">
                <a:moveTo>
                  <a:pt x="1763485" y="206829"/>
                </a:moveTo>
                <a:cubicBezTo>
                  <a:pt x="1614475" y="277785"/>
                  <a:pt x="1689015" y="247316"/>
                  <a:pt x="1540328" y="299357"/>
                </a:cubicBezTo>
                <a:cubicBezTo>
                  <a:pt x="1496785" y="290286"/>
                  <a:pt x="1452266" y="285042"/>
                  <a:pt x="1409700" y="272143"/>
                </a:cubicBezTo>
                <a:cubicBezTo>
                  <a:pt x="1360103" y="257114"/>
                  <a:pt x="1349198" y="233034"/>
                  <a:pt x="1322614" y="190500"/>
                </a:cubicBezTo>
                <a:cubicBezTo>
                  <a:pt x="1316164" y="180179"/>
                  <a:pt x="1312819" y="168111"/>
                  <a:pt x="1306285" y="157843"/>
                </a:cubicBezTo>
                <a:cubicBezTo>
                  <a:pt x="1300048" y="148042"/>
                  <a:pt x="1291771" y="139700"/>
                  <a:pt x="1284514" y="130629"/>
                </a:cubicBezTo>
                <a:cubicBezTo>
                  <a:pt x="1280885" y="117929"/>
                  <a:pt x="1277423" y="105180"/>
                  <a:pt x="1273628" y="92529"/>
                </a:cubicBezTo>
                <a:cubicBezTo>
                  <a:pt x="1271979" y="87034"/>
                  <a:pt x="1271858" y="80608"/>
                  <a:pt x="1268185" y="76200"/>
                </a:cubicBezTo>
                <a:cubicBezTo>
                  <a:pt x="1250833" y="55378"/>
                  <a:pt x="1224333" y="20950"/>
                  <a:pt x="1191985" y="16329"/>
                </a:cubicBezTo>
                <a:cubicBezTo>
                  <a:pt x="1137835" y="8593"/>
                  <a:pt x="1028700" y="0"/>
                  <a:pt x="1028700" y="0"/>
                </a:cubicBezTo>
                <a:cubicBezTo>
                  <a:pt x="968828" y="3629"/>
                  <a:pt x="908007" y="-337"/>
                  <a:pt x="849085" y="10886"/>
                </a:cubicBezTo>
                <a:cubicBezTo>
                  <a:pt x="829807" y="14558"/>
                  <a:pt x="817184" y="33887"/>
                  <a:pt x="800100" y="43543"/>
                </a:cubicBezTo>
                <a:cubicBezTo>
                  <a:pt x="628196" y="140706"/>
                  <a:pt x="794349" y="29288"/>
                  <a:pt x="685800" y="119743"/>
                </a:cubicBezTo>
                <a:cubicBezTo>
                  <a:pt x="677673" y="126516"/>
                  <a:pt x="668445" y="132237"/>
                  <a:pt x="658585" y="136071"/>
                </a:cubicBezTo>
                <a:cubicBezTo>
                  <a:pt x="599918" y="158886"/>
                  <a:pt x="596861" y="156714"/>
                  <a:pt x="544285" y="163286"/>
                </a:cubicBezTo>
                <a:cubicBezTo>
                  <a:pt x="533399" y="166914"/>
                  <a:pt x="523087" y="174759"/>
                  <a:pt x="511628" y="174171"/>
                </a:cubicBezTo>
                <a:cubicBezTo>
                  <a:pt x="367189" y="166764"/>
                  <a:pt x="363109" y="161284"/>
                  <a:pt x="255814" y="130629"/>
                </a:cubicBezTo>
                <a:cubicBezTo>
                  <a:pt x="250371" y="127000"/>
                  <a:pt x="245498" y="122320"/>
                  <a:pt x="239485" y="119743"/>
                </a:cubicBezTo>
                <a:cubicBezTo>
                  <a:pt x="232609" y="116796"/>
                  <a:pt x="223003" y="119589"/>
                  <a:pt x="217714" y="114300"/>
                </a:cubicBezTo>
                <a:cubicBezTo>
                  <a:pt x="170934" y="67520"/>
                  <a:pt x="236527" y="87500"/>
                  <a:pt x="168728" y="76200"/>
                </a:cubicBezTo>
                <a:cubicBezTo>
                  <a:pt x="117113" y="55554"/>
                  <a:pt x="111054" y="48936"/>
                  <a:pt x="54428" y="43543"/>
                </a:cubicBezTo>
                <a:cubicBezTo>
                  <a:pt x="36367" y="41823"/>
                  <a:pt x="18143" y="43543"/>
                  <a:pt x="0" y="435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4" name="TextBox 183">
            <a:extLst>
              <a:ext uri="{FF2B5EF4-FFF2-40B4-BE49-F238E27FC236}">
                <a16:creationId xmlns:a16="http://schemas.microsoft.com/office/drawing/2014/main" id="{53B7830A-406D-A6F3-A141-B22A89BC559A}"/>
              </a:ext>
            </a:extLst>
          </p:cNvPr>
          <p:cNvSpPr txBox="1"/>
          <p:nvPr/>
        </p:nvSpPr>
        <p:spPr>
          <a:xfrm>
            <a:off x="1593259" y="4465991"/>
            <a:ext cx="1215496" cy="230832"/>
          </a:xfrm>
          <a:prstGeom prst="rect">
            <a:avLst/>
          </a:prstGeom>
          <a:noFill/>
          <a:ln>
            <a:noFill/>
          </a:ln>
        </p:spPr>
        <p:txBody>
          <a:bodyPr wrap="square" rtlCol="0">
            <a:spAutoFit/>
          </a:bodyPr>
          <a:lstStyle/>
          <a:p>
            <a:pPr algn="ctr"/>
            <a:r>
              <a:rPr lang="en-SG" sz="900" b="1" dirty="0">
                <a:solidFill>
                  <a:schemeClr val="tx2"/>
                </a:solidFill>
                <a:latin typeface="+mn-lt"/>
              </a:rPr>
              <a:t>Ben’s Place</a:t>
            </a:r>
          </a:p>
        </p:txBody>
      </p:sp>
      <p:pic>
        <p:nvPicPr>
          <p:cNvPr id="185" name="Picture 184">
            <a:extLst>
              <a:ext uri="{FF2B5EF4-FFF2-40B4-BE49-F238E27FC236}">
                <a16:creationId xmlns:a16="http://schemas.microsoft.com/office/drawing/2014/main" id="{AAF91E32-88C7-4560-F825-3E651E38933A}"/>
              </a:ext>
            </a:extLst>
          </p:cNvPr>
          <p:cNvPicPr>
            <a:picLocks noChangeAspect="1"/>
          </p:cNvPicPr>
          <p:nvPr/>
        </p:nvPicPr>
        <p:blipFill>
          <a:blip r:embed="rId8"/>
          <a:stretch>
            <a:fillRect/>
          </a:stretch>
        </p:blipFill>
        <p:spPr>
          <a:xfrm>
            <a:off x="1987937" y="4089700"/>
            <a:ext cx="395265" cy="395265"/>
          </a:xfrm>
          <a:prstGeom prst="rect">
            <a:avLst/>
          </a:prstGeom>
        </p:spPr>
      </p:pic>
      <p:pic>
        <p:nvPicPr>
          <p:cNvPr id="186" name="Picture 185">
            <a:extLst>
              <a:ext uri="{FF2B5EF4-FFF2-40B4-BE49-F238E27FC236}">
                <a16:creationId xmlns:a16="http://schemas.microsoft.com/office/drawing/2014/main" id="{4D082F5D-56A0-B5A9-4F2B-7D970AD8D478}"/>
              </a:ext>
            </a:extLst>
          </p:cNvPr>
          <p:cNvPicPr>
            <a:picLocks noChangeAspect="1"/>
          </p:cNvPicPr>
          <p:nvPr/>
        </p:nvPicPr>
        <p:blipFill>
          <a:blip r:embed="rId9"/>
          <a:stretch>
            <a:fillRect/>
          </a:stretch>
        </p:blipFill>
        <p:spPr>
          <a:xfrm>
            <a:off x="3188167" y="4336996"/>
            <a:ext cx="498554" cy="498554"/>
          </a:xfrm>
          <a:prstGeom prst="rect">
            <a:avLst/>
          </a:prstGeom>
        </p:spPr>
      </p:pic>
      <p:pic>
        <p:nvPicPr>
          <p:cNvPr id="187" name="Picture 186" descr="A blue arrows pointing to a cross&#10;&#10;AI-generated content may be incorrect.">
            <a:extLst>
              <a:ext uri="{FF2B5EF4-FFF2-40B4-BE49-F238E27FC236}">
                <a16:creationId xmlns:a16="http://schemas.microsoft.com/office/drawing/2014/main" id="{206489F7-631B-CD08-9AA2-AF37DAE726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38957" y="3460084"/>
            <a:ext cx="436233" cy="436233"/>
          </a:xfrm>
          <a:prstGeom prst="rect">
            <a:avLst/>
          </a:prstGeom>
        </p:spPr>
      </p:pic>
      <p:sp>
        <p:nvSpPr>
          <p:cNvPr id="188" name="TextBox 187">
            <a:extLst>
              <a:ext uri="{FF2B5EF4-FFF2-40B4-BE49-F238E27FC236}">
                <a16:creationId xmlns:a16="http://schemas.microsoft.com/office/drawing/2014/main" id="{60210F45-83E0-BF27-9A22-4F5D1FDE5A54}"/>
              </a:ext>
            </a:extLst>
          </p:cNvPr>
          <p:cNvSpPr txBox="1"/>
          <p:nvPr/>
        </p:nvSpPr>
        <p:spPr>
          <a:xfrm>
            <a:off x="2808755" y="4797842"/>
            <a:ext cx="1215496" cy="230832"/>
          </a:xfrm>
          <a:prstGeom prst="rect">
            <a:avLst/>
          </a:prstGeom>
          <a:noFill/>
          <a:ln>
            <a:noFill/>
          </a:ln>
        </p:spPr>
        <p:txBody>
          <a:bodyPr wrap="square" rtlCol="0">
            <a:spAutoFit/>
          </a:bodyPr>
          <a:lstStyle/>
          <a:p>
            <a:pPr algn="ctr"/>
            <a:r>
              <a:rPr lang="en-SG" sz="900" b="1" dirty="0">
                <a:solidFill>
                  <a:schemeClr val="tx2"/>
                </a:solidFill>
                <a:latin typeface="+mn-lt"/>
              </a:rPr>
              <a:t>Musical B’</a:t>
            </a:r>
          </a:p>
        </p:txBody>
      </p:sp>
      <p:sp>
        <p:nvSpPr>
          <p:cNvPr id="189" name="Freeform: Shape 188">
            <a:extLst>
              <a:ext uri="{FF2B5EF4-FFF2-40B4-BE49-F238E27FC236}">
                <a16:creationId xmlns:a16="http://schemas.microsoft.com/office/drawing/2014/main" id="{0680D885-3649-D67E-B8F6-B943A3473A73}"/>
              </a:ext>
            </a:extLst>
          </p:cNvPr>
          <p:cNvSpPr/>
          <p:nvPr/>
        </p:nvSpPr>
        <p:spPr>
          <a:xfrm>
            <a:off x="2579018" y="4635470"/>
            <a:ext cx="514883" cy="295373"/>
          </a:xfrm>
          <a:custGeom>
            <a:avLst/>
            <a:gdLst>
              <a:gd name="connsiteX0" fmla="*/ 10910 w 1034167"/>
              <a:gd name="connsiteY0" fmla="*/ 0 h 593271"/>
              <a:gd name="connsiteX1" fmla="*/ 24 w 1034167"/>
              <a:gd name="connsiteY1" fmla="*/ 27214 h 593271"/>
              <a:gd name="connsiteX2" fmla="*/ 32681 w 1034167"/>
              <a:gd name="connsiteY2" fmla="*/ 141514 h 593271"/>
              <a:gd name="connsiteX3" fmla="*/ 119767 w 1034167"/>
              <a:gd name="connsiteY3" fmla="*/ 217714 h 593271"/>
              <a:gd name="connsiteX4" fmla="*/ 185081 w 1034167"/>
              <a:gd name="connsiteY4" fmla="*/ 250371 h 593271"/>
              <a:gd name="connsiteX5" fmla="*/ 283053 w 1034167"/>
              <a:gd name="connsiteY5" fmla="*/ 288471 h 593271"/>
              <a:gd name="connsiteX6" fmla="*/ 402796 w 1034167"/>
              <a:gd name="connsiteY6" fmla="*/ 293914 h 593271"/>
              <a:gd name="connsiteX7" fmla="*/ 604181 w 1034167"/>
              <a:gd name="connsiteY7" fmla="*/ 353786 h 593271"/>
              <a:gd name="connsiteX8" fmla="*/ 615067 w 1034167"/>
              <a:gd name="connsiteY8" fmla="*/ 370114 h 593271"/>
              <a:gd name="connsiteX9" fmla="*/ 631396 w 1034167"/>
              <a:gd name="connsiteY9" fmla="*/ 429986 h 593271"/>
              <a:gd name="connsiteX10" fmla="*/ 642281 w 1034167"/>
              <a:gd name="connsiteY10" fmla="*/ 533400 h 593271"/>
              <a:gd name="connsiteX11" fmla="*/ 680381 w 1034167"/>
              <a:gd name="connsiteY11" fmla="*/ 555171 h 593271"/>
              <a:gd name="connsiteX12" fmla="*/ 778353 w 1034167"/>
              <a:gd name="connsiteY12" fmla="*/ 593271 h 593271"/>
              <a:gd name="connsiteX13" fmla="*/ 881767 w 1034167"/>
              <a:gd name="connsiteY13" fmla="*/ 587829 h 593271"/>
              <a:gd name="connsiteX14" fmla="*/ 930753 w 1034167"/>
              <a:gd name="connsiteY14" fmla="*/ 549729 h 593271"/>
              <a:gd name="connsiteX15" fmla="*/ 1034167 w 1034167"/>
              <a:gd name="connsiteY15" fmla="*/ 538843 h 59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4167" h="593271">
                <a:moveTo>
                  <a:pt x="10910" y="0"/>
                </a:moveTo>
                <a:cubicBezTo>
                  <a:pt x="7281" y="9071"/>
                  <a:pt x="-490" y="17457"/>
                  <a:pt x="24" y="27214"/>
                </a:cubicBezTo>
                <a:cubicBezTo>
                  <a:pt x="423" y="34790"/>
                  <a:pt x="16134" y="123225"/>
                  <a:pt x="32681" y="141514"/>
                </a:cubicBezTo>
                <a:cubicBezTo>
                  <a:pt x="58560" y="170117"/>
                  <a:pt x="85267" y="200464"/>
                  <a:pt x="119767" y="217714"/>
                </a:cubicBezTo>
                <a:cubicBezTo>
                  <a:pt x="141538" y="228600"/>
                  <a:pt x="164016" y="238175"/>
                  <a:pt x="185081" y="250371"/>
                </a:cubicBezTo>
                <a:cubicBezTo>
                  <a:pt x="244050" y="284512"/>
                  <a:pt x="202154" y="281117"/>
                  <a:pt x="283053" y="288471"/>
                </a:cubicBezTo>
                <a:cubicBezTo>
                  <a:pt x="322844" y="292088"/>
                  <a:pt x="362882" y="292100"/>
                  <a:pt x="402796" y="293914"/>
                </a:cubicBezTo>
                <a:cubicBezTo>
                  <a:pt x="506337" y="314622"/>
                  <a:pt x="542016" y="298529"/>
                  <a:pt x="604181" y="353786"/>
                </a:cubicBezTo>
                <a:cubicBezTo>
                  <a:pt x="609070" y="358132"/>
                  <a:pt x="611438" y="364671"/>
                  <a:pt x="615067" y="370114"/>
                </a:cubicBezTo>
                <a:cubicBezTo>
                  <a:pt x="623153" y="394372"/>
                  <a:pt x="628319" y="405367"/>
                  <a:pt x="631396" y="429986"/>
                </a:cubicBezTo>
                <a:cubicBezTo>
                  <a:pt x="635695" y="464380"/>
                  <a:pt x="629650" y="501121"/>
                  <a:pt x="642281" y="533400"/>
                </a:cubicBezTo>
                <a:cubicBezTo>
                  <a:pt x="647611" y="547021"/>
                  <a:pt x="667298" y="548630"/>
                  <a:pt x="680381" y="555171"/>
                </a:cubicBezTo>
                <a:cubicBezTo>
                  <a:pt x="737030" y="583496"/>
                  <a:pt x="728360" y="578988"/>
                  <a:pt x="778353" y="593271"/>
                </a:cubicBezTo>
                <a:lnTo>
                  <a:pt x="881767" y="587829"/>
                </a:lnTo>
                <a:cubicBezTo>
                  <a:pt x="901657" y="582146"/>
                  <a:pt x="910209" y="552146"/>
                  <a:pt x="930753" y="549729"/>
                </a:cubicBezTo>
                <a:cubicBezTo>
                  <a:pt x="1026885" y="538419"/>
                  <a:pt x="992226" y="538843"/>
                  <a:pt x="1034167" y="5388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90" name="Group 189">
            <a:extLst>
              <a:ext uri="{FF2B5EF4-FFF2-40B4-BE49-F238E27FC236}">
                <a16:creationId xmlns:a16="http://schemas.microsoft.com/office/drawing/2014/main" id="{E2D8DFEF-DE5A-7B0F-EC96-5658CCB9E603}"/>
              </a:ext>
            </a:extLst>
          </p:cNvPr>
          <p:cNvGrpSpPr/>
          <p:nvPr/>
        </p:nvGrpSpPr>
        <p:grpSpPr>
          <a:xfrm>
            <a:off x="3292671" y="3814432"/>
            <a:ext cx="694843" cy="422359"/>
            <a:chOff x="7620370" y="4729264"/>
            <a:chExt cx="1014010" cy="616364"/>
          </a:xfrm>
        </p:grpSpPr>
        <p:pic>
          <p:nvPicPr>
            <p:cNvPr id="191" name="Picture 190">
              <a:extLst>
                <a:ext uri="{FF2B5EF4-FFF2-40B4-BE49-F238E27FC236}">
                  <a16:creationId xmlns:a16="http://schemas.microsoft.com/office/drawing/2014/main" id="{DDC369AE-F9F0-0D3B-B4A7-D5F9C1593676}"/>
                </a:ext>
              </a:extLst>
            </p:cNvPr>
            <p:cNvPicPr>
              <a:picLocks noChangeAspect="1"/>
            </p:cNvPicPr>
            <p:nvPr/>
          </p:nvPicPr>
          <p:blipFill>
            <a:blip r:embed="rId10"/>
            <a:stretch>
              <a:fillRect/>
            </a:stretch>
          </p:blipFill>
          <p:spPr>
            <a:xfrm>
              <a:off x="7884122" y="4729264"/>
              <a:ext cx="446487" cy="446487"/>
            </a:xfrm>
            <a:prstGeom prst="rect">
              <a:avLst/>
            </a:prstGeom>
          </p:spPr>
        </p:pic>
        <p:sp>
          <p:nvSpPr>
            <p:cNvPr id="192" name="TextBox 191">
              <a:extLst>
                <a:ext uri="{FF2B5EF4-FFF2-40B4-BE49-F238E27FC236}">
                  <a16:creationId xmlns:a16="http://schemas.microsoft.com/office/drawing/2014/main" id="{35ED91B2-C4E8-0577-2FB2-FF42DBE670DD}"/>
                </a:ext>
              </a:extLst>
            </p:cNvPr>
            <p:cNvSpPr txBox="1"/>
            <p:nvPr/>
          </p:nvSpPr>
          <p:spPr>
            <a:xfrm>
              <a:off x="7620370" y="5114796"/>
              <a:ext cx="1014010" cy="230832"/>
            </a:xfrm>
            <a:prstGeom prst="rect">
              <a:avLst/>
            </a:prstGeom>
            <a:noFill/>
            <a:ln>
              <a:noFill/>
            </a:ln>
          </p:spPr>
          <p:txBody>
            <a:bodyPr wrap="square" rtlCol="0">
              <a:spAutoFit/>
            </a:bodyPr>
            <a:lstStyle/>
            <a:p>
              <a:pPr algn="ctr"/>
              <a:r>
                <a:rPr lang="en-SG" sz="900" b="1" dirty="0">
                  <a:solidFill>
                    <a:schemeClr val="tx2"/>
                  </a:solidFill>
                  <a:latin typeface="+mn-lt"/>
                </a:rPr>
                <a:t>Entrance</a:t>
              </a:r>
              <a:endParaRPr lang="en-SG" sz="1400" b="1" dirty="0">
                <a:solidFill>
                  <a:schemeClr val="tx2"/>
                </a:solidFill>
                <a:latin typeface="+mn-lt"/>
              </a:endParaRPr>
            </a:p>
          </p:txBody>
        </p:sp>
      </p:grpSp>
      <p:sp>
        <p:nvSpPr>
          <p:cNvPr id="194" name="Freeform: Shape 193">
            <a:extLst>
              <a:ext uri="{FF2B5EF4-FFF2-40B4-BE49-F238E27FC236}">
                <a16:creationId xmlns:a16="http://schemas.microsoft.com/office/drawing/2014/main" id="{B4F40FFE-AC1F-B500-7E7A-245DDBBA085D}"/>
              </a:ext>
            </a:extLst>
          </p:cNvPr>
          <p:cNvSpPr/>
          <p:nvPr/>
        </p:nvSpPr>
        <p:spPr>
          <a:xfrm>
            <a:off x="3129527" y="4287772"/>
            <a:ext cx="89015" cy="347698"/>
          </a:xfrm>
          <a:custGeom>
            <a:avLst/>
            <a:gdLst>
              <a:gd name="connsiteX0" fmla="*/ 69058 w 69096"/>
              <a:gd name="connsiteY0" fmla="*/ 281214 h 281214"/>
              <a:gd name="connsiteX1" fmla="*/ 50915 w 69096"/>
              <a:gd name="connsiteY1" fmla="*/ 234043 h 281214"/>
              <a:gd name="connsiteX2" fmla="*/ 30958 w 69096"/>
              <a:gd name="connsiteY2" fmla="*/ 195943 h 281214"/>
              <a:gd name="connsiteX3" fmla="*/ 18258 w 69096"/>
              <a:gd name="connsiteY3" fmla="*/ 177800 h 281214"/>
              <a:gd name="connsiteX4" fmla="*/ 3743 w 69096"/>
              <a:gd name="connsiteY4" fmla="*/ 154214 h 281214"/>
              <a:gd name="connsiteX5" fmla="*/ 20072 w 69096"/>
              <a:gd name="connsiteY5" fmla="*/ 127000 h 281214"/>
              <a:gd name="connsiteX6" fmla="*/ 32772 w 69096"/>
              <a:gd name="connsiteY6" fmla="*/ 107043 h 281214"/>
              <a:gd name="connsiteX7" fmla="*/ 40029 w 69096"/>
              <a:gd name="connsiteY7" fmla="*/ 101600 h 281214"/>
              <a:gd name="connsiteX8" fmla="*/ 56358 w 69096"/>
              <a:gd name="connsiteY8" fmla="*/ 85272 h 281214"/>
              <a:gd name="connsiteX9" fmla="*/ 58172 w 69096"/>
              <a:gd name="connsiteY9" fmla="*/ 78014 h 281214"/>
              <a:gd name="connsiteX10" fmla="*/ 69058 w 69096"/>
              <a:gd name="connsiteY10" fmla="*/ 76200 h 281214"/>
              <a:gd name="connsiteX11" fmla="*/ 59986 w 69096"/>
              <a:gd name="connsiteY11" fmla="*/ 47172 h 281214"/>
              <a:gd name="connsiteX12" fmla="*/ 56358 w 69096"/>
              <a:gd name="connsiteY12" fmla="*/ 38100 h 281214"/>
              <a:gd name="connsiteX13" fmla="*/ 54543 w 69096"/>
              <a:gd name="connsiteY13" fmla="*/ 30843 h 281214"/>
              <a:gd name="connsiteX14" fmla="*/ 43658 w 69096"/>
              <a:gd name="connsiteY14" fmla="*/ 18143 h 281214"/>
              <a:gd name="connsiteX15" fmla="*/ 38215 w 69096"/>
              <a:gd name="connsiteY15" fmla="*/ 9072 h 281214"/>
              <a:gd name="connsiteX16" fmla="*/ 30958 w 69096"/>
              <a:gd name="connsiteY16" fmla="*/ 0 h 28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9096" h="281214">
                <a:moveTo>
                  <a:pt x="69058" y="281214"/>
                </a:moveTo>
                <a:cubicBezTo>
                  <a:pt x="64847" y="260170"/>
                  <a:pt x="67045" y="267916"/>
                  <a:pt x="50915" y="234043"/>
                </a:cubicBezTo>
                <a:cubicBezTo>
                  <a:pt x="44751" y="221099"/>
                  <a:pt x="38157" y="208341"/>
                  <a:pt x="30958" y="195943"/>
                </a:cubicBezTo>
                <a:cubicBezTo>
                  <a:pt x="27251" y="189559"/>
                  <a:pt x="22001" y="184163"/>
                  <a:pt x="18258" y="177800"/>
                </a:cubicBezTo>
                <a:cubicBezTo>
                  <a:pt x="1704" y="149659"/>
                  <a:pt x="25250" y="180021"/>
                  <a:pt x="3743" y="154214"/>
                </a:cubicBezTo>
                <a:cubicBezTo>
                  <a:pt x="-3793" y="135373"/>
                  <a:pt x="-724" y="151262"/>
                  <a:pt x="20072" y="127000"/>
                </a:cubicBezTo>
                <a:cubicBezTo>
                  <a:pt x="25204" y="121013"/>
                  <a:pt x="27900" y="113243"/>
                  <a:pt x="32772" y="107043"/>
                </a:cubicBezTo>
                <a:cubicBezTo>
                  <a:pt x="34640" y="104665"/>
                  <a:pt x="37891" y="103738"/>
                  <a:pt x="40029" y="101600"/>
                </a:cubicBezTo>
                <a:cubicBezTo>
                  <a:pt x="64851" y="76778"/>
                  <a:pt x="17305" y="117814"/>
                  <a:pt x="56358" y="85272"/>
                </a:cubicBezTo>
                <a:cubicBezTo>
                  <a:pt x="56963" y="82853"/>
                  <a:pt x="56143" y="79464"/>
                  <a:pt x="58172" y="78014"/>
                </a:cubicBezTo>
                <a:cubicBezTo>
                  <a:pt x="61165" y="75876"/>
                  <a:pt x="68842" y="79872"/>
                  <a:pt x="69058" y="76200"/>
                </a:cubicBezTo>
                <a:cubicBezTo>
                  <a:pt x="69653" y="66080"/>
                  <a:pt x="63192" y="56789"/>
                  <a:pt x="59986" y="47172"/>
                </a:cubicBezTo>
                <a:cubicBezTo>
                  <a:pt x="58956" y="44082"/>
                  <a:pt x="57388" y="41190"/>
                  <a:pt x="56358" y="38100"/>
                </a:cubicBezTo>
                <a:cubicBezTo>
                  <a:pt x="55569" y="35734"/>
                  <a:pt x="55882" y="32947"/>
                  <a:pt x="54543" y="30843"/>
                </a:cubicBezTo>
                <a:cubicBezTo>
                  <a:pt x="51550" y="26139"/>
                  <a:pt x="47003" y="22603"/>
                  <a:pt x="43658" y="18143"/>
                </a:cubicBezTo>
                <a:cubicBezTo>
                  <a:pt x="41542" y="15322"/>
                  <a:pt x="40237" y="11961"/>
                  <a:pt x="38215" y="9072"/>
                </a:cubicBezTo>
                <a:cubicBezTo>
                  <a:pt x="35994" y="5900"/>
                  <a:pt x="30958" y="0"/>
                  <a:pt x="30958" y="0"/>
                </a:cubicBezTo>
              </a:path>
            </a:pathLst>
          </a:custGeom>
          <a:noFill/>
          <a:ln w="7620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95" name="Picture 194">
            <a:extLst>
              <a:ext uri="{FF2B5EF4-FFF2-40B4-BE49-F238E27FC236}">
                <a16:creationId xmlns:a16="http://schemas.microsoft.com/office/drawing/2014/main" id="{42795372-0153-2CB4-6C83-AAC2628868F8}"/>
              </a:ext>
            </a:extLst>
          </p:cNvPr>
          <p:cNvPicPr>
            <a:picLocks noChangeAspect="1"/>
          </p:cNvPicPr>
          <p:nvPr/>
        </p:nvPicPr>
        <p:blipFill>
          <a:blip r:embed="rId11"/>
          <a:stretch>
            <a:fillRect/>
          </a:stretch>
        </p:blipFill>
        <p:spPr>
          <a:xfrm>
            <a:off x="2894704" y="3874881"/>
            <a:ext cx="300215" cy="300215"/>
          </a:xfrm>
          <a:prstGeom prst="rect">
            <a:avLst/>
          </a:prstGeom>
        </p:spPr>
      </p:pic>
      <p:sp>
        <p:nvSpPr>
          <p:cNvPr id="196" name="TextBox 195">
            <a:extLst>
              <a:ext uri="{FF2B5EF4-FFF2-40B4-BE49-F238E27FC236}">
                <a16:creationId xmlns:a16="http://schemas.microsoft.com/office/drawing/2014/main" id="{265C3291-7FFF-F92D-1AAC-DD90BBB8019B}"/>
              </a:ext>
            </a:extLst>
          </p:cNvPr>
          <p:cNvSpPr txBox="1"/>
          <p:nvPr/>
        </p:nvSpPr>
        <p:spPr>
          <a:xfrm>
            <a:off x="2334031" y="4107623"/>
            <a:ext cx="1215496" cy="230832"/>
          </a:xfrm>
          <a:prstGeom prst="rect">
            <a:avLst/>
          </a:prstGeom>
          <a:noFill/>
          <a:ln>
            <a:noFill/>
          </a:ln>
        </p:spPr>
        <p:txBody>
          <a:bodyPr wrap="square" rtlCol="0">
            <a:spAutoFit/>
          </a:bodyPr>
          <a:lstStyle/>
          <a:p>
            <a:pPr algn="ctr"/>
            <a:r>
              <a:rPr lang="en-SG" sz="900" b="1" dirty="0">
                <a:solidFill>
                  <a:schemeClr val="tx2"/>
                </a:solidFill>
                <a:latin typeface="+mn-lt"/>
              </a:rPr>
              <a:t>Cirque Du Luna</a:t>
            </a:r>
          </a:p>
        </p:txBody>
      </p:sp>
      <p:sp>
        <p:nvSpPr>
          <p:cNvPr id="197" name="TextBox 196">
            <a:extLst>
              <a:ext uri="{FF2B5EF4-FFF2-40B4-BE49-F238E27FC236}">
                <a16:creationId xmlns:a16="http://schemas.microsoft.com/office/drawing/2014/main" id="{AF1ED11E-4E1E-31AB-1BD5-2FB0772FF800}"/>
              </a:ext>
            </a:extLst>
          </p:cNvPr>
          <p:cNvSpPr txBox="1"/>
          <p:nvPr/>
        </p:nvSpPr>
        <p:spPr>
          <a:xfrm>
            <a:off x="886077" y="4622269"/>
            <a:ext cx="726297" cy="215444"/>
          </a:xfrm>
          <a:prstGeom prst="rect">
            <a:avLst/>
          </a:prstGeom>
          <a:noFill/>
          <a:ln>
            <a:noFill/>
          </a:ln>
        </p:spPr>
        <p:txBody>
          <a:bodyPr wrap="square" rtlCol="0">
            <a:spAutoFit/>
          </a:bodyPr>
          <a:lstStyle/>
          <a:p>
            <a:pPr algn="ctr"/>
            <a:r>
              <a:rPr lang="en-SG" sz="800" dirty="0">
                <a:solidFill>
                  <a:schemeClr val="tx2"/>
                </a:solidFill>
              </a:rPr>
              <a:t>~ 20 mins</a:t>
            </a:r>
            <a:endParaRPr lang="en-SG" sz="800" dirty="0">
              <a:solidFill>
                <a:schemeClr val="tx2"/>
              </a:solidFill>
              <a:latin typeface="+mn-lt"/>
            </a:endParaRPr>
          </a:p>
        </p:txBody>
      </p:sp>
      <p:pic>
        <p:nvPicPr>
          <p:cNvPr id="198" name="Picture 197" descr="A person walking on a black background&#10;&#10;AI-generated content may be incorrect.">
            <a:extLst>
              <a:ext uri="{FF2B5EF4-FFF2-40B4-BE49-F238E27FC236}">
                <a16:creationId xmlns:a16="http://schemas.microsoft.com/office/drawing/2014/main" id="{A11BECB2-B84E-EE8B-AB8A-0966AECC223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451983" y="4635351"/>
            <a:ext cx="162491" cy="162491"/>
          </a:xfrm>
          <a:prstGeom prst="rect">
            <a:avLst/>
          </a:prstGeom>
        </p:spPr>
      </p:pic>
      <p:sp>
        <p:nvSpPr>
          <p:cNvPr id="199" name="Rectangle: Rounded Corners 198">
            <a:extLst>
              <a:ext uri="{FF2B5EF4-FFF2-40B4-BE49-F238E27FC236}">
                <a16:creationId xmlns:a16="http://schemas.microsoft.com/office/drawing/2014/main" id="{064A829D-7C43-DEDD-2EDC-DDDF5C1887F3}"/>
              </a:ext>
            </a:extLst>
          </p:cNvPr>
          <p:cNvSpPr/>
          <p:nvPr/>
        </p:nvSpPr>
        <p:spPr>
          <a:xfrm>
            <a:off x="991073" y="4537282"/>
            <a:ext cx="523791" cy="136964"/>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2.4 KM</a:t>
            </a:r>
          </a:p>
        </p:txBody>
      </p:sp>
      <p:sp>
        <p:nvSpPr>
          <p:cNvPr id="200" name="TextBox 199">
            <a:extLst>
              <a:ext uri="{FF2B5EF4-FFF2-40B4-BE49-F238E27FC236}">
                <a16:creationId xmlns:a16="http://schemas.microsoft.com/office/drawing/2014/main" id="{559CA3C2-4DA0-D1F2-951B-8FE4B53C7024}"/>
              </a:ext>
            </a:extLst>
          </p:cNvPr>
          <p:cNvSpPr txBox="1"/>
          <p:nvPr/>
        </p:nvSpPr>
        <p:spPr>
          <a:xfrm>
            <a:off x="2175919" y="4949975"/>
            <a:ext cx="726297" cy="215444"/>
          </a:xfrm>
          <a:prstGeom prst="rect">
            <a:avLst/>
          </a:prstGeom>
          <a:noFill/>
          <a:ln>
            <a:noFill/>
          </a:ln>
        </p:spPr>
        <p:txBody>
          <a:bodyPr wrap="square" rtlCol="0">
            <a:spAutoFit/>
          </a:bodyPr>
          <a:lstStyle/>
          <a:p>
            <a:pPr algn="ctr"/>
            <a:r>
              <a:rPr lang="en-SG" sz="800" dirty="0">
                <a:solidFill>
                  <a:schemeClr val="tx2"/>
                </a:solidFill>
              </a:rPr>
              <a:t>~ 7.5 mins</a:t>
            </a:r>
            <a:endParaRPr lang="en-SG" sz="800" dirty="0">
              <a:solidFill>
                <a:schemeClr val="tx2"/>
              </a:solidFill>
              <a:latin typeface="+mn-lt"/>
            </a:endParaRPr>
          </a:p>
        </p:txBody>
      </p:sp>
      <p:pic>
        <p:nvPicPr>
          <p:cNvPr id="201" name="Picture 200" descr="A person walking on a black background&#10;&#10;AI-generated content may be incorrect.">
            <a:extLst>
              <a:ext uri="{FF2B5EF4-FFF2-40B4-BE49-F238E27FC236}">
                <a16:creationId xmlns:a16="http://schemas.microsoft.com/office/drawing/2014/main" id="{0CCFE08B-EDC6-26D1-79E8-444057DA9A9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741825" y="4963057"/>
            <a:ext cx="162491" cy="162491"/>
          </a:xfrm>
          <a:prstGeom prst="rect">
            <a:avLst/>
          </a:prstGeom>
        </p:spPr>
      </p:pic>
      <p:sp>
        <p:nvSpPr>
          <p:cNvPr id="202" name="Rectangle: Rounded Corners 201">
            <a:extLst>
              <a:ext uri="{FF2B5EF4-FFF2-40B4-BE49-F238E27FC236}">
                <a16:creationId xmlns:a16="http://schemas.microsoft.com/office/drawing/2014/main" id="{7B968E9C-E5EE-44BC-FA05-330A52C702D3}"/>
              </a:ext>
            </a:extLst>
          </p:cNvPr>
          <p:cNvSpPr/>
          <p:nvPr/>
        </p:nvSpPr>
        <p:spPr>
          <a:xfrm>
            <a:off x="2294659" y="4883478"/>
            <a:ext cx="496137" cy="120893"/>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800 m</a:t>
            </a:r>
          </a:p>
        </p:txBody>
      </p:sp>
      <p:sp>
        <p:nvSpPr>
          <p:cNvPr id="203" name="TextBox 202">
            <a:extLst>
              <a:ext uri="{FF2B5EF4-FFF2-40B4-BE49-F238E27FC236}">
                <a16:creationId xmlns:a16="http://schemas.microsoft.com/office/drawing/2014/main" id="{36494B3B-16B9-B539-22DB-62D81DBCDFE1}"/>
              </a:ext>
            </a:extLst>
          </p:cNvPr>
          <p:cNvSpPr txBox="1"/>
          <p:nvPr/>
        </p:nvSpPr>
        <p:spPr>
          <a:xfrm>
            <a:off x="2575917" y="4477314"/>
            <a:ext cx="726297" cy="215444"/>
          </a:xfrm>
          <a:prstGeom prst="rect">
            <a:avLst/>
          </a:prstGeom>
          <a:noFill/>
          <a:ln>
            <a:noFill/>
          </a:ln>
        </p:spPr>
        <p:txBody>
          <a:bodyPr wrap="square" rtlCol="0">
            <a:spAutoFit/>
          </a:bodyPr>
          <a:lstStyle/>
          <a:p>
            <a:pPr algn="ctr"/>
            <a:r>
              <a:rPr lang="en-SG" sz="800" dirty="0">
                <a:solidFill>
                  <a:schemeClr val="tx2"/>
                </a:solidFill>
              </a:rPr>
              <a:t>~ 3 mins</a:t>
            </a:r>
            <a:endParaRPr lang="en-SG" sz="800" dirty="0">
              <a:solidFill>
                <a:schemeClr val="tx2"/>
              </a:solidFill>
              <a:latin typeface="+mn-lt"/>
            </a:endParaRPr>
          </a:p>
        </p:txBody>
      </p:sp>
      <p:pic>
        <p:nvPicPr>
          <p:cNvPr id="204" name="Picture 203" descr="A person walking on a black background&#10;&#10;AI-generated content may be incorrect.">
            <a:extLst>
              <a:ext uri="{FF2B5EF4-FFF2-40B4-BE49-F238E27FC236}">
                <a16:creationId xmlns:a16="http://schemas.microsoft.com/office/drawing/2014/main" id="{92D7B725-EBDA-6FCF-CE06-0258A15B133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094371" y="4477314"/>
            <a:ext cx="162491" cy="162491"/>
          </a:xfrm>
          <a:prstGeom prst="rect">
            <a:avLst/>
          </a:prstGeom>
        </p:spPr>
      </p:pic>
      <p:sp>
        <p:nvSpPr>
          <p:cNvPr id="205" name="Rectangle: Rounded Corners 204">
            <a:extLst>
              <a:ext uri="{FF2B5EF4-FFF2-40B4-BE49-F238E27FC236}">
                <a16:creationId xmlns:a16="http://schemas.microsoft.com/office/drawing/2014/main" id="{1C56BFC2-81F5-FF83-74DC-2342D6D65491}"/>
              </a:ext>
            </a:extLst>
          </p:cNvPr>
          <p:cNvSpPr/>
          <p:nvPr/>
        </p:nvSpPr>
        <p:spPr>
          <a:xfrm>
            <a:off x="2661348" y="4417704"/>
            <a:ext cx="477651" cy="107619"/>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200m</a:t>
            </a:r>
          </a:p>
        </p:txBody>
      </p:sp>
      <p:sp>
        <p:nvSpPr>
          <p:cNvPr id="206" name="Rectangle 205">
            <a:extLst>
              <a:ext uri="{FF2B5EF4-FFF2-40B4-BE49-F238E27FC236}">
                <a16:creationId xmlns:a16="http://schemas.microsoft.com/office/drawing/2014/main" id="{F136F2EB-C5A4-8F70-8049-FFE27A326D2B}"/>
              </a:ext>
            </a:extLst>
          </p:cNvPr>
          <p:cNvSpPr/>
          <p:nvPr/>
        </p:nvSpPr>
        <p:spPr>
          <a:xfrm>
            <a:off x="4331062" y="1548959"/>
            <a:ext cx="3497722" cy="532029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08" name="TextBox 207">
            <a:extLst>
              <a:ext uri="{FF2B5EF4-FFF2-40B4-BE49-F238E27FC236}">
                <a16:creationId xmlns:a16="http://schemas.microsoft.com/office/drawing/2014/main" id="{3FEE856A-9623-5267-7C95-72A756288277}"/>
              </a:ext>
            </a:extLst>
          </p:cNvPr>
          <p:cNvSpPr txBox="1"/>
          <p:nvPr/>
        </p:nvSpPr>
        <p:spPr>
          <a:xfrm>
            <a:off x="4288775" y="1656681"/>
            <a:ext cx="784830" cy="369332"/>
          </a:xfrm>
          <a:prstGeom prst="rect">
            <a:avLst/>
          </a:prstGeom>
          <a:noFill/>
        </p:spPr>
        <p:txBody>
          <a:bodyPr wrap="none" rtlCol="0">
            <a:spAutoFit/>
          </a:bodyPr>
          <a:lstStyle/>
          <a:p>
            <a:r>
              <a:rPr lang="en-SG" b="1" dirty="0">
                <a:solidFill>
                  <a:schemeClr val="tx2"/>
                </a:solidFill>
              </a:rPr>
              <a:t>Order</a:t>
            </a:r>
            <a:endParaRPr lang="en-SG" sz="1400" b="1" dirty="0">
              <a:solidFill>
                <a:schemeClr val="tx2"/>
              </a:solidFill>
            </a:endParaRPr>
          </a:p>
        </p:txBody>
      </p:sp>
      <p:grpSp>
        <p:nvGrpSpPr>
          <p:cNvPr id="212" name="Group 211">
            <a:extLst>
              <a:ext uri="{FF2B5EF4-FFF2-40B4-BE49-F238E27FC236}">
                <a16:creationId xmlns:a16="http://schemas.microsoft.com/office/drawing/2014/main" id="{6B4EA138-C9D8-3EFC-19D4-D63068681349}"/>
              </a:ext>
            </a:extLst>
          </p:cNvPr>
          <p:cNvGrpSpPr/>
          <p:nvPr/>
        </p:nvGrpSpPr>
        <p:grpSpPr>
          <a:xfrm>
            <a:off x="4450212" y="2204053"/>
            <a:ext cx="1621240" cy="333680"/>
            <a:chOff x="4402271" y="2204053"/>
            <a:chExt cx="1621240" cy="333680"/>
          </a:xfrm>
        </p:grpSpPr>
        <p:sp>
          <p:nvSpPr>
            <p:cNvPr id="209" name="Rectangle: Rounded Corners 208">
              <a:extLst>
                <a:ext uri="{FF2B5EF4-FFF2-40B4-BE49-F238E27FC236}">
                  <a16:creationId xmlns:a16="http://schemas.microsoft.com/office/drawing/2014/main" id="{4AE2D322-9D70-2E6A-26DA-F8DC5928DBD6}"/>
                </a:ext>
              </a:extLst>
            </p:cNvPr>
            <p:cNvSpPr/>
            <p:nvPr/>
          </p:nvSpPr>
          <p:spPr>
            <a:xfrm>
              <a:off x="4605296" y="2204053"/>
              <a:ext cx="1418215" cy="333680"/>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Dragon Roller</a:t>
              </a:r>
            </a:p>
          </p:txBody>
        </p:sp>
        <p:pic>
          <p:nvPicPr>
            <p:cNvPr id="210" name="Picture 209" descr="A blue arrow pointing to the left&#10;&#10;AI-generated content may be incorrect.">
              <a:extLst>
                <a:ext uri="{FF2B5EF4-FFF2-40B4-BE49-F238E27FC236}">
                  <a16:creationId xmlns:a16="http://schemas.microsoft.com/office/drawing/2014/main" id="{8860449B-96F8-55C5-CC80-02B794C030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11" name="Picture 210" descr="A blue arrow pointing to the left&#10;&#10;AI-generated content may be incorrect.">
              <a:extLst>
                <a:ext uri="{FF2B5EF4-FFF2-40B4-BE49-F238E27FC236}">
                  <a16:creationId xmlns:a16="http://schemas.microsoft.com/office/drawing/2014/main" id="{54D4F342-D80F-F494-79D7-1B6C1DEB41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sp>
        <p:nvSpPr>
          <p:cNvPr id="213" name="TextBox 212">
            <a:extLst>
              <a:ext uri="{FF2B5EF4-FFF2-40B4-BE49-F238E27FC236}">
                <a16:creationId xmlns:a16="http://schemas.microsoft.com/office/drawing/2014/main" id="{F44A99F4-D265-1DF3-2047-51219DCCE269}"/>
              </a:ext>
            </a:extLst>
          </p:cNvPr>
          <p:cNvSpPr txBox="1"/>
          <p:nvPr/>
        </p:nvSpPr>
        <p:spPr>
          <a:xfrm>
            <a:off x="6040861" y="1656681"/>
            <a:ext cx="1833387" cy="369332"/>
          </a:xfrm>
          <a:prstGeom prst="rect">
            <a:avLst/>
          </a:prstGeom>
          <a:noFill/>
        </p:spPr>
        <p:txBody>
          <a:bodyPr wrap="none" rtlCol="0">
            <a:spAutoFit/>
          </a:bodyPr>
          <a:lstStyle/>
          <a:p>
            <a:r>
              <a:rPr lang="en-SG" b="1" dirty="0">
                <a:solidFill>
                  <a:schemeClr val="tx2"/>
                </a:solidFill>
              </a:rPr>
              <a:t>Walk/Wait Time</a:t>
            </a:r>
            <a:endParaRPr lang="en-SG" sz="1400" b="1" dirty="0">
              <a:solidFill>
                <a:schemeClr val="tx2"/>
              </a:solidFill>
            </a:endParaRPr>
          </a:p>
        </p:txBody>
      </p:sp>
      <p:sp>
        <p:nvSpPr>
          <p:cNvPr id="214" name="TextBox 213">
            <a:extLst>
              <a:ext uri="{FF2B5EF4-FFF2-40B4-BE49-F238E27FC236}">
                <a16:creationId xmlns:a16="http://schemas.microsoft.com/office/drawing/2014/main" id="{3DA6D719-FA0A-4633-2B59-0A12AED5BD7D}"/>
              </a:ext>
            </a:extLst>
          </p:cNvPr>
          <p:cNvSpPr txBox="1"/>
          <p:nvPr/>
        </p:nvSpPr>
        <p:spPr>
          <a:xfrm>
            <a:off x="6639709" y="2183295"/>
            <a:ext cx="881973" cy="338554"/>
          </a:xfrm>
          <a:prstGeom prst="rect">
            <a:avLst/>
          </a:prstGeom>
          <a:noFill/>
        </p:spPr>
        <p:txBody>
          <a:bodyPr wrap="none" rtlCol="0">
            <a:spAutoFit/>
          </a:bodyPr>
          <a:lstStyle/>
          <a:p>
            <a:r>
              <a:rPr lang="en-SG" sz="1600" dirty="0">
                <a:solidFill>
                  <a:schemeClr val="tx2"/>
                </a:solidFill>
              </a:rPr>
              <a:t>50 mins</a:t>
            </a:r>
            <a:endParaRPr lang="en-SG" sz="1200" dirty="0">
              <a:solidFill>
                <a:schemeClr val="tx2"/>
              </a:solidFill>
            </a:endParaRPr>
          </a:p>
        </p:txBody>
      </p:sp>
      <p:pic>
        <p:nvPicPr>
          <p:cNvPr id="216" name="Picture 215" descr="A blue hourglass and arrow&#10;&#10;AI-generated content may be incorrect.">
            <a:extLst>
              <a:ext uri="{FF2B5EF4-FFF2-40B4-BE49-F238E27FC236}">
                <a16:creationId xmlns:a16="http://schemas.microsoft.com/office/drawing/2014/main" id="{2DD88A21-29DD-A486-62AB-17793001909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40903" y="2178262"/>
            <a:ext cx="307777" cy="307777"/>
          </a:xfrm>
          <a:prstGeom prst="rect">
            <a:avLst/>
          </a:prstGeom>
        </p:spPr>
      </p:pic>
      <p:grpSp>
        <p:nvGrpSpPr>
          <p:cNvPr id="217" name="Group 216">
            <a:extLst>
              <a:ext uri="{FF2B5EF4-FFF2-40B4-BE49-F238E27FC236}">
                <a16:creationId xmlns:a16="http://schemas.microsoft.com/office/drawing/2014/main" id="{EABC3118-36E2-7DF1-FD7F-99BE20072536}"/>
              </a:ext>
            </a:extLst>
          </p:cNvPr>
          <p:cNvGrpSpPr/>
          <p:nvPr/>
        </p:nvGrpSpPr>
        <p:grpSpPr>
          <a:xfrm>
            <a:off x="4445473" y="3109021"/>
            <a:ext cx="1621239" cy="337727"/>
            <a:chOff x="4402271" y="2182592"/>
            <a:chExt cx="1621239" cy="337727"/>
          </a:xfrm>
        </p:grpSpPr>
        <p:sp>
          <p:nvSpPr>
            <p:cNvPr id="218" name="Rectangle: Rounded Corners 217">
              <a:extLst>
                <a:ext uri="{FF2B5EF4-FFF2-40B4-BE49-F238E27FC236}">
                  <a16:creationId xmlns:a16="http://schemas.microsoft.com/office/drawing/2014/main" id="{0650C0E7-A088-0674-38DF-5DB5D065EA39}"/>
                </a:ext>
              </a:extLst>
            </p:cNvPr>
            <p:cNvSpPr/>
            <p:nvPr/>
          </p:nvSpPr>
          <p:spPr>
            <a:xfrm>
              <a:off x="4605295" y="2182592"/>
              <a:ext cx="1418215" cy="333680"/>
            </a:xfrm>
            <a:prstGeom prst="roundRect">
              <a:avLst/>
            </a:prstGeom>
            <a:solidFill>
              <a:srgbClr val="C0F7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Ben’s Place</a:t>
              </a:r>
            </a:p>
          </p:txBody>
        </p:sp>
        <p:pic>
          <p:nvPicPr>
            <p:cNvPr id="219" name="Picture 218" descr="A blue arrow pointing to the left&#10;&#10;AI-generated content may be incorrect.">
              <a:extLst>
                <a:ext uri="{FF2B5EF4-FFF2-40B4-BE49-F238E27FC236}">
                  <a16:creationId xmlns:a16="http://schemas.microsoft.com/office/drawing/2014/main" id="{E1554595-174B-5E6E-DBC5-96A3055FCB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20" name="Picture 219" descr="A blue arrow pointing to the left&#10;&#10;AI-generated content may be incorrect.">
              <a:extLst>
                <a:ext uri="{FF2B5EF4-FFF2-40B4-BE49-F238E27FC236}">
                  <a16:creationId xmlns:a16="http://schemas.microsoft.com/office/drawing/2014/main" id="{3B4C829F-665A-465C-4F7C-42961B4678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sp>
        <p:nvSpPr>
          <p:cNvPr id="223" name="TextBox 222">
            <a:extLst>
              <a:ext uri="{FF2B5EF4-FFF2-40B4-BE49-F238E27FC236}">
                <a16:creationId xmlns:a16="http://schemas.microsoft.com/office/drawing/2014/main" id="{4C401C2C-169A-13F0-D19E-3526A4FF75DF}"/>
              </a:ext>
            </a:extLst>
          </p:cNvPr>
          <p:cNvSpPr txBox="1"/>
          <p:nvPr/>
        </p:nvSpPr>
        <p:spPr>
          <a:xfrm>
            <a:off x="6009338" y="2646964"/>
            <a:ext cx="881973" cy="338554"/>
          </a:xfrm>
          <a:prstGeom prst="rect">
            <a:avLst/>
          </a:prstGeom>
          <a:noFill/>
        </p:spPr>
        <p:txBody>
          <a:bodyPr wrap="none" rtlCol="0">
            <a:spAutoFit/>
          </a:bodyPr>
          <a:lstStyle/>
          <a:p>
            <a:r>
              <a:rPr lang="en-SG" sz="1600" dirty="0">
                <a:solidFill>
                  <a:schemeClr val="tx2"/>
                </a:solidFill>
              </a:rPr>
              <a:t>20 mins</a:t>
            </a:r>
            <a:endParaRPr lang="en-SG" sz="1200" dirty="0">
              <a:solidFill>
                <a:schemeClr val="tx2"/>
              </a:solidFill>
            </a:endParaRPr>
          </a:p>
        </p:txBody>
      </p:sp>
      <p:pic>
        <p:nvPicPr>
          <p:cNvPr id="225" name="Picture 224" descr="A person walking on a black background&#10;&#10;AI-generated content may be incorrect.">
            <a:extLst>
              <a:ext uri="{FF2B5EF4-FFF2-40B4-BE49-F238E27FC236}">
                <a16:creationId xmlns:a16="http://schemas.microsoft.com/office/drawing/2014/main" id="{87A73F71-73EB-F256-2D02-7E0387A15AD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767760" y="2618601"/>
            <a:ext cx="328136" cy="328136"/>
          </a:xfrm>
          <a:prstGeom prst="rect">
            <a:avLst/>
          </a:prstGeom>
        </p:spPr>
      </p:pic>
      <p:cxnSp>
        <p:nvCxnSpPr>
          <p:cNvPr id="227" name="Straight Connector 226">
            <a:extLst>
              <a:ext uri="{FF2B5EF4-FFF2-40B4-BE49-F238E27FC236}">
                <a16:creationId xmlns:a16="http://schemas.microsoft.com/office/drawing/2014/main" id="{933FF0FE-B9EE-5274-9795-9C7EC3A71CA7}"/>
              </a:ext>
            </a:extLst>
          </p:cNvPr>
          <p:cNvCxnSpPr>
            <a:cxnSpLocks/>
            <a:stCxn id="209" idx="2"/>
            <a:endCxn id="218" idx="0"/>
          </p:cNvCxnSpPr>
          <p:nvPr/>
        </p:nvCxnSpPr>
        <p:spPr>
          <a:xfrm flipH="1">
            <a:off x="5357605" y="2537733"/>
            <a:ext cx="4740" cy="571288"/>
          </a:xfrm>
          <a:prstGeom prst="line">
            <a:avLst/>
          </a:prstGeom>
          <a:ln>
            <a:solidFill>
              <a:schemeClr val="tx2"/>
            </a:solidFill>
            <a:prstDash val="sysDot"/>
          </a:ln>
        </p:spPr>
        <p:style>
          <a:lnRef idx="2">
            <a:schemeClr val="accent1"/>
          </a:lnRef>
          <a:fillRef idx="0">
            <a:schemeClr val="accent1"/>
          </a:fillRef>
          <a:effectRef idx="1">
            <a:schemeClr val="accent1"/>
          </a:effectRef>
          <a:fontRef idx="minor">
            <a:schemeClr val="tx1"/>
          </a:fontRef>
        </p:style>
      </p:cxnSp>
      <p:grpSp>
        <p:nvGrpSpPr>
          <p:cNvPr id="237" name="Group 236">
            <a:extLst>
              <a:ext uri="{FF2B5EF4-FFF2-40B4-BE49-F238E27FC236}">
                <a16:creationId xmlns:a16="http://schemas.microsoft.com/office/drawing/2014/main" id="{9CDC9877-0D84-7889-C3FF-99963DFF0812}"/>
              </a:ext>
            </a:extLst>
          </p:cNvPr>
          <p:cNvGrpSpPr/>
          <p:nvPr/>
        </p:nvGrpSpPr>
        <p:grpSpPr>
          <a:xfrm>
            <a:off x="4466932" y="4006232"/>
            <a:ext cx="1621239" cy="337727"/>
            <a:chOff x="4402271" y="2182592"/>
            <a:chExt cx="1621239" cy="337727"/>
          </a:xfrm>
        </p:grpSpPr>
        <p:sp>
          <p:nvSpPr>
            <p:cNvPr id="238" name="Rectangle: Rounded Corners 237">
              <a:extLst>
                <a:ext uri="{FF2B5EF4-FFF2-40B4-BE49-F238E27FC236}">
                  <a16:creationId xmlns:a16="http://schemas.microsoft.com/office/drawing/2014/main" id="{134B9291-58A0-6414-7636-689AC0A1473E}"/>
                </a:ext>
              </a:extLst>
            </p:cNvPr>
            <p:cNvSpPr/>
            <p:nvPr/>
          </p:nvSpPr>
          <p:spPr>
            <a:xfrm>
              <a:off x="4605295" y="2182592"/>
              <a:ext cx="1418215" cy="333680"/>
            </a:xfrm>
            <a:prstGeom prst="roundRect">
              <a:avLst/>
            </a:prstGeom>
            <a:solidFill>
              <a:srgbClr val="FFB9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Musical B’</a:t>
              </a:r>
            </a:p>
          </p:txBody>
        </p:sp>
        <p:pic>
          <p:nvPicPr>
            <p:cNvPr id="239" name="Picture 238" descr="A blue arrow pointing to the left&#10;&#10;AI-generated content may be incorrect.">
              <a:extLst>
                <a:ext uri="{FF2B5EF4-FFF2-40B4-BE49-F238E27FC236}">
                  <a16:creationId xmlns:a16="http://schemas.microsoft.com/office/drawing/2014/main" id="{89AE422E-48E5-38C0-3EC5-E328E43507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40" name="Picture 239" descr="A blue arrow pointing to the left&#10;&#10;AI-generated content may be incorrect.">
              <a:extLst>
                <a:ext uri="{FF2B5EF4-FFF2-40B4-BE49-F238E27FC236}">
                  <a16:creationId xmlns:a16="http://schemas.microsoft.com/office/drawing/2014/main" id="{114B0D0F-4F6C-366B-B1CA-2589993517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cxnSp>
        <p:nvCxnSpPr>
          <p:cNvPr id="241" name="Straight Connector 240">
            <a:extLst>
              <a:ext uri="{FF2B5EF4-FFF2-40B4-BE49-F238E27FC236}">
                <a16:creationId xmlns:a16="http://schemas.microsoft.com/office/drawing/2014/main" id="{DB3F802B-E585-7367-2436-DB39D338F9F2}"/>
              </a:ext>
            </a:extLst>
          </p:cNvPr>
          <p:cNvCxnSpPr>
            <a:cxnSpLocks/>
          </p:cNvCxnSpPr>
          <p:nvPr/>
        </p:nvCxnSpPr>
        <p:spPr>
          <a:xfrm>
            <a:off x="5357604" y="3465937"/>
            <a:ext cx="2371" cy="526399"/>
          </a:xfrm>
          <a:prstGeom prst="line">
            <a:avLst/>
          </a:prstGeom>
          <a:ln>
            <a:solidFill>
              <a:schemeClr val="tx2"/>
            </a:solidFill>
            <a:prstDash val="sysDot"/>
          </a:ln>
        </p:spPr>
        <p:style>
          <a:lnRef idx="2">
            <a:schemeClr val="accent1"/>
          </a:lnRef>
          <a:fillRef idx="0">
            <a:schemeClr val="accent1"/>
          </a:fillRef>
          <a:effectRef idx="1">
            <a:schemeClr val="accent1"/>
          </a:effectRef>
          <a:fontRef idx="minor">
            <a:schemeClr val="tx1"/>
          </a:fontRef>
        </p:style>
      </p:cxnSp>
      <p:sp>
        <p:nvSpPr>
          <p:cNvPr id="242" name="TextBox 241">
            <a:extLst>
              <a:ext uri="{FF2B5EF4-FFF2-40B4-BE49-F238E27FC236}">
                <a16:creationId xmlns:a16="http://schemas.microsoft.com/office/drawing/2014/main" id="{7727A75F-8547-43E5-AB7C-F4219DA194F4}"/>
              </a:ext>
            </a:extLst>
          </p:cNvPr>
          <p:cNvSpPr txBox="1"/>
          <p:nvPr/>
        </p:nvSpPr>
        <p:spPr>
          <a:xfrm>
            <a:off x="6742946" y="3124018"/>
            <a:ext cx="772969" cy="338554"/>
          </a:xfrm>
          <a:prstGeom prst="rect">
            <a:avLst/>
          </a:prstGeom>
          <a:noFill/>
        </p:spPr>
        <p:txBody>
          <a:bodyPr wrap="none" rtlCol="0">
            <a:spAutoFit/>
          </a:bodyPr>
          <a:lstStyle/>
          <a:p>
            <a:r>
              <a:rPr lang="en-SG" sz="1600" dirty="0">
                <a:solidFill>
                  <a:schemeClr val="tx2"/>
                </a:solidFill>
              </a:rPr>
              <a:t>5 mins</a:t>
            </a:r>
            <a:endParaRPr lang="en-SG" sz="1200" dirty="0">
              <a:solidFill>
                <a:schemeClr val="tx2"/>
              </a:solidFill>
            </a:endParaRPr>
          </a:p>
        </p:txBody>
      </p:sp>
      <p:pic>
        <p:nvPicPr>
          <p:cNvPr id="243" name="Picture 242" descr="A blue hourglass and arrow&#10;&#10;AI-generated content may be incorrect.">
            <a:extLst>
              <a:ext uri="{FF2B5EF4-FFF2-40B4-BE49-F238E27FC236}">
                <a16:creationId xmlns:a16="http://schemas.microsoft.com/office/drawing/2014/main" id="{85DF2762-8B7C-63B8-C26F-0E9A6812E22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39574" y="3105834"/>
            <a:ext cx="307777" cy="307777"/>
          </a:xfrm>
          <a:prstGeom prst="rect">
            <a:avLst/>
          </a:prstGeom>
        </p:spPr>
      </p:pic>
      <p:sp>
        <p:nvSpPr>
          <p:cNvPr id="244" name="TextBox 243">
            <a:extLst>
              <a:ext uri="{FF2B5EF4-FFF2-40B4-BE49-F238E27FC236}">
                <a16:creationId xmlns:a16="http://schemas.microsoft.com/office/drawing/2014/main" id="{A712A34B-27F6-7911-9F5E-F6223CC84D51}"/>
              </a:ext>
            </a:extLst>
          </p:cNvPr>
          <p:cNvSpPr txBox="1"/>
          <p:nvPr/>
        </p:nvSpPr>
        <p:spPr>
          <a:xfrm>
            <a:off x="6016271" y="3606469"/>
            <a:ext cx="941283" cy="338554"/>
          </a:xfrm>
          <a:prstGeom prst="rect">
            <a:avLst/>
          </a:prstGeom>
          <a:noFill/>
        </p:spPr>
        <p:txBody>
          <a:bodyPr wrap="none" rtlCol="0">
            <a:spAutoFit/>
          </a:bodyPr>
          <a:lstStyle/>
          <a:p>
            <a:r>
              <a:rPr lang="en-SG" sz="1600" dirty="0">
                <a:solidFill>
                  <a:schemeClr val="tx2"/>
                </a:solidFill>
              </a:rPr>
              <a:t>7.5 mins</a:t>
            </a:r>
            <a:endParaRPr lang="en-SG" sz="1200" dirty="0">
              <a:solidFill>
                <a:schemeClr val="tx2"/>
              </a:solidFill>
            </a:endParaRPr>
          </a:p>
        </p:txBody>
      </p:sp>
      <p:pic>
        <p:nvPicPr>
          <p:cNvPr id="245" name="Picture 244" descr="A person walking on a black background&#10;&#10;AI-generated content may be incorrect.">
            <a:extLst>
              <a:ext uri="{FF2B5EF4-FFF2-40B4-BE49-F238E27FC236}">
                <a16:creationId xmlns:a16="http://schemas.microsoft.com/office/drawing/2014/main" id="{37F39DE8-6788-64E5-8744-0E27C974F5A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801294" y="3565606"/>
            <a:ext cx="328136" cy="328136"/>
          </a:xfrm>
          <a:prstGeom prst="rect">
            <a:avLst/>
          </a:prstGeom>
        </p:spPr>
      </p:pic>
      <p:sp>
        <p:nvSpPr>
          <p:cNvPr id="246" name="TextBox 245">
            <a:extLst>
              <a:ext uri="{FF2B5EF4-FFF2-40B4-BE49-F238E27FC236}">
                <a16:creationId xmlns:a16="http://schemas.microsoft.com/office/drawing/2014/main" id="{DDE1093B-171F-CB58-BC75-5089265156FD}"/>
              </a:ext>
            </a:extLst>
          </p:cNvPr>
          <p:cNvSpPr txBox="1"/>
          <p:nvPr/>
        </p:nvSpPr>
        <p:spPr>
          <a:xfrm>
            <a:off x="6727065" y="4039391"/>
            <a:ext cx="782587" cy="338554"/>
          </a:xfrm>
          <a:prstGeom prst="rect">
            <a:avLst/>
          </a:prstGeom>
          <a:noFill/>
        </p:spPr>
        <p:txBody>
          <a:bodyPr wrap="none" rtlCol="0">
            <a:spAutoFit/>
          </a:bodyPr>
          <a:lstStyle/>
          <a:p>
            <a:r>
              <a:rPr lang="en-SG" sz="1600" dirty="0">
                <a:solidFill>
                  <a:schemeClr val="tx2"/>
                </a:solidFill>
              </a:rPr>
              <a:t>&lt;1 min</a:t>
            </a:r>
            <a:endParaRPr lang="en-SG" sz="1200" dirty="0">
              <a:solidFill>
                <a:schemeClr val="tx2"/>
              </a:solidFill>
            </a:endParaRPr>
          </a:p>
        </p:txBody>
      </p:sp>
      <p:pic>
        <p:nvPicPr>
          <p:cNvPr id="247" name="Picture 246" descr="A blue hourglass and arrow&#10;&#10;AI-generated content may be incorrect.">
            <a:extLst>
              <a:ext uri="{FF2B5EF4-FFF2-40B4-BE49-F238E27FC236}">
                <a16:creationId xmlns:a16="http://schemas.microsoft.com/office/drawing/2014/main" id="{C059588E-1CDE-10FE-6A6B-E3ACBBD11AD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39574" y="4021207"/>
            <a:ext cx="307777" cy="307777"/>
          </a:xfrm>
          <a:prstGeom prst="rect">
            <a:avLst/>
          </a:prstGeom>
        </p:spPr>
      </p:pic>
      <p:sp>
        <p:nvSpPr>
          <p:cNvPr id="248" name="Rectangle 247">
            <a:extLst>
              <a:ext uri="{FF2B5EF4-FFF2-40B4-BE49-F238E27FC236}">
                <a16:creationId xmlns:a16="http://schemas.microsoft.com/office/drawing/2014/main" id="{BE63969A-976A-3D4D-FB96-1690AFA6AC4A}"/>
              </a:ext>
            </a:extLst>
          </p:cNvPr>
          <p:cNvSpPr/>
          <p:nvPr/>
        </p:nvSpPr>
        <p:spPr>
          <a:xfrm>
            <a:off x="4318000" y="5051460"/>
            <a:ext cx="3497722" cy="18130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9" name="TextBox 248">
            <a:extLst>
              <a:ext uri="{FF2B5EF4-FFF2-40B4-BE49-F238E27FC236}">
                <a16:creationId xmlns:a16="http://schemas.microsoft.com/office/drawing/2014/main" id="{E899ABEE-70D9-E41F-E015-DB3FD648CBFF}"/>
              </a:ext>
            </a:extLst>
          </p:cNvPr>
          <p:cNvSpPr txBox="1"/>
          <p:nvPr/>
        </p:nvSpPr>
        <p:spPr>
          <a:xfrm rot="5400000">
            <a:off x="4867762" y="4325596"/>
            <a:ext cx="1244283" cy="646331"/>
          </a:xfrm>
          <a:prstGeom prst="rect">
            <a:avLst/>
          </a:prstGeom>
          <a:noFill/>
        </p:spPr>
        <p:txBody>
          <a:bodyPr wrap="square" rtlCol="0">
            <a:spAutoFit/>
          </a:bodyPr>
          <a:lstStyle/>
          <a:p>
            <a:pPr algn="ctr"/>
            <a:r>
              <a:rPr lang="en-SG" sz="3600" dirty="0"/>
              <a:t>…</a:t>
            </a:r>
          </a:p>
        </p:txBody>
      </p:sp>
      <p:sp>
        <p:nvSpPr>
          <p:cNvPr id="250" name="Rectangle: Rounded Corners 249">
            <a:extLst>
              <a:ext uri="{FF2B5EF4-FFF2-40B4-BE49-F238E27FC236}">
                <a16:creationId xmlns:a16="http://schemas.microsoft.com/office/drawing/2014/main" id="{323AB1E7-C39C-8AF9-373D-93D43EFDDD9D}"/>
              </a:ext>
            </a:extLst>
          </p:cNvPr>
          <p:cNvSpPr/>
          <p:nvPr/>
        </p:nvSpPr>
        <p:spPr>
          <a:xfrm rot="5400000">
            <a:off x="4111744" y="2463069"/>
            <a:ext cx="556075" cy="4594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252" name="TextBox 251">
            <a:extLst>
              <a:ext uri="{FF2B5EF4-FFF2-40B4-BE49-F238E27FC236}">
                <a16:creationId xmlns:a16="http://schemas.microsoft.com/office/drawing/2014/main" id="{CF1D999A-3C47-D6D2-6385-E892717D1DA1}"/>
              </a:ext>
            </a:extLst>
          </p:cNvPr>
          <p:cNvSpPr txBox="1"/>
          <p:nvPr/>
        </p:nvSpPr>
        <p:spPr>
          <a:xfrm>
            <a:off x="234409" y="5504755"/>
            <a:ext cx="1851597" cy="369332"/>
          </a:xfrm>
          <a:prstGeom prst="rect">
            <a:avLst/>
          </a:prstGeom>
          <a:noFill/>
        </p:spPr>
        <p:txBody>
          <a:bodyPr wrap="none" rtlCol="0">
            <a:spAutoFit/>
          </a:bodyPr>
          <a:lstStyle/>
          <a:p>
            <a:r>
              <a:rPr lang="en-SG" b="1" dirty="0">
                <a:solidFill>
                  <a:schemeClr val="tx2"/>
                </a:solidFill>
              </a:rPr>
              <a:t>Total Time: </a:t>
            </a:r>
            <a:r>
              <a:rPr lang="en-SG" dirty="0">
                <a:solidFill>
                  <a:schemeClr val="tx2"/>
                </a:solidFill>
              </a:rPr>
              <a:t>2 hrs</a:t>
            </a:r>
            <a:endParaRPr lang="en-SG" sz="1400" b="1" dirty="0">
              <a:solidFill>
                <a:schemeClr val="tx2"/>
              </a:solidFill>
            </a:endParaRPr>
          </a:p>
        </p:txBody>
      </p:sp>
      <p:sp>
        <p:nvSpPr>
          <p:cNvPr id="253" name="TextBox 252">
            <a:extLst>
              <a:ext uri="{FF2B5EF4-FFF2-40B4-BE49-F238E27FC236}">
                <a16:creationId xmlns:a16="http://schemas.microsoft.com/office/drawing/2014/main" id="{8E72A221-DCFF-1FEF-ACC7-84606201C7D0}"/>
              </a:ext>
            </a:extLst>
          </p:cNvPr>
          <p:cNvSpPr txBox="1"/>
          <p:nvPr/>
        </p:nvSpPr>
        <p:spPr>
          <a:xfrm>
            <a:off x="238846" y="5872175"/>
            <a:ext cx="2114746" cy="369332"/>
          </a:xfrm>
          <a:prstGeom prst="rect">
            <a:avLst/>
          </a:prstGeom>
          <a:noFill/>
        </p:spPr>
        <p:txBody>
          <a:bodyPr wrap="none" rtlCol="0">
            <a:spAutoFit/>
          </a:bodyPr>
          <a:lstStyle/>
          <a:p>
            <a:r>
              <a:rPr lang="en-SG" b="1" dirty="0">
                <a:solidFill>
                  <a:schemeClr val="tx2"/>
                </a:solidFill>
              </a:rPr>
              <a:t>Total Wait: </a:t>
            </a:r>
            <a:r>
              <a:rPr lang="en-SG" dirty="0">
                <a:solidFill>
                  <a:schemeClr val="tx2"/>
                </a:solidFill>
              </a:rPr>
              <a:t>30 mins</a:t>
            </a:r>
            <a:endParaRPr lang="en-SG" sz="1400" b="1" dirty="0">
              <a:solidFill>
                <a:schemeClr val="tx2"/>
              </a:solidFill>
            </a:endParaRPr>
          </a:p>
        </p:txBody>
      </p:sp>
      <p:sp>
        <p:nvSpPr>
          <p:cNvPr id="254" name="TextBox 253">
            <a:extLst>
              <a:ext uri="{FF2B5EF4-FFF2-40B4-BE49-F238E27FC236}">
                <a16:creationId xmlns:a16="http://schemas.microsoft.com/office/drawing/2014/main" id="{B7A7FE6D-30CC-99F3-72F3-2B4CB49346E0}"/>
              </a:ext>
            </a:extLst>
          </p:cNvPr>
          <p:cNvSpPr txBox="1"/>
          <p:nvPr/>
        </p:nvSpPr>
        <p:spPr>
          <a:xfrm>
            <a:off x="249147" y="6232896"/>
            <a:ext cx="2317622" cy="369332"/>
          </a:xfrm>
          <a:prstGeom prst="rect">
            <a:avLst/>
          </a:prstGeom>
          <a:noFill/>
        </p:spPr>
        <p:txBody>
          <a:bodyPr wrap="none" rtlCol="0">
            <a:spAutoFit/>
          </a:bodyPr>
          <a:lstStyle/>
          <a:p>
            <a:r>
              <a:rPr lang="en-SG" b="1" dirty="0">
                <a:solidFill>
                  <a:schemeClr val="tx2"/>
                </a:solidFill>
              </a:rPr>
              <a:t>Activity Time: </a:t>
            </a:r>
            <a:r>
              <a:rPr lang="en-SG" dirty="0">
                <a:solidFill>
                  <a:schemeClr val="tx2"/>
                </a:solidFill>
              </a:rPr>
              <a:t>1.5 hrs</a:t>
            </a:r>
            <a:endParaRPr lang="en-SG" sz="1400" b="1" dirty="0">
              <a:solidFill>
                <a:schemeClr val="tx2"/>
              </a:solidFill>
            </a:endParaRPr>
          </a:p>
        </p:txBody>
      </p:sp>
      <p:sp>
        <p:nvSpPr>
          <p:cNvPr id="255" name="Rectangle: Rounded Corners 254">
            <a:extLst>
              <a:ext uri="{FF2B5EF4-FFF2-40B4-BE49-F238E27FC236}">
                <a16:creationId xmlns:a16="http://schemas.microsoft.com/office/drawing/2014/main" id="{BE31A5D4-5CD2-A791-E065-85F5600BAA69}"/>
              </a:ext>
            </a:extLst>
          </p:cNvPr>
          <p:cNvSpPr/>
          <p:nvPr/>
        </p:nvSpPr>
        <p:spPr>
          <a:xfrm>
            <a:off x="4974707" y="5701123"/>
            <a:ext cx="2368733" cy="44616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Add more destinations</a:t>
            </a:r>
          </a:p>
        </p:txBody>
      </p:sp>
      <p:sp>
        <p:nvSpPr>
          <p:cNvPr id="256" name="Rectangle: Rounded Corners 255">
            <a:extLst>
              <a:ext uri="{FF2B5EF4-FFF2-40B4-BE49-F238E27FC236}">
                <a16:creationId xmlns:a16="http://schemas.microsoft.com/office/drawing/2014/main" id="{886915C8-8832-A07A-4147-4C3E9A8D7F7B}"/>
              </a:ext>
            </a:extLst>
          </p:cNvPr>
          <p:cNvSpPr/>
          <p:nvPr/>
        </p:nvSpPr>
        <p:spPr>
          <a:xfrm>
            <a:off x="4470361" y="6241507"/>
            <a:ext cx="1504118" cy="446163"/>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Cancel plan</a:t>
            </a:r>
          </a:p>
        </p:txBody>
      </p:sp>
      <p:sp>
        <p:nvSpPr>
          <p:cNvPr id="257" name="Rectangle: Rounded Corners 256">
            <a:extLst>
              <a:ext uri="{FF2B5EF4-FFF2-40B4-BE49-F238E27FC236}">
                <a16:creationId xmlns:a16="http://schemas.microsoft.com/office/drawing/2014/main" id="{C4EB979A-7990-A63B-9428-8E54E3BB16B4}"/>
              </a:ext>
            </a:extLst>
          </p:cNvPr>
          <p:cNvSpPr/>
          <p:nvPr/>
        </p:nvSpPr>
        <p:spPr>
          <a:xfrm>
            <a:off x="6209985" y="6239526"/>
            <a:ext cx="1504118" cy="446163"/>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Confirm plan</a:t>
            </a:r>
          </a:p>
        </p:txBody>
      </p:sp>
      <p:cxnSp>
        <p:nvCxnSpPr>
          <p:cNvPr id="258" name="Straight Connector 257">
            <a:extLst>
              <a:ext uri="{FF2B5EF4-FFF2-40B4-BE49-F238E27FC236}">
                <a16:creationId xmlns:a16="http://schemas.microsoft.com/office/drawing/2014/main" id="{5151D7F2-A47F-DCB0-81C1-C0F4B6EE9A1F}"/>
              </a:ext>
            </a:extLst>
          </p:cNvPr>
          <p:cNvCxnSpPr>
            <a:cxnSpLocks/>
          </p:cNvCxnSpPr>
          <p:nvPr/>
        </p:nvCxnSpPr>
        <p:spPr>
          <a:xfrm flipV="1">
            <a:off x="2086006" y="1002910"/>
            <a:ext cx="5507456" cy="14002"/>
          </a:xfrm>
          <a:prstGeom prst="line">
            <a:avLst/>
          </a:prstGeom>
          <a:ln>
            <a:solidFill>
              <a:schemeClr val="tx2"/>
            </a:solidFill>
            <a:prstDash val="sysDot"/>
            <a:tailEnd type="stealth"/>
          </a:ln>
        </p:spPr>
        <p:style>
          <a:lnRef idx="2">
            <a:schemeClr val="accent1"/>
          </a:lnRef>
          <a:fillRef idx="0">
            <a:schemeClr val="accent1"/>
          </a:fillRef>
          <a:effectRef idx="1">
            <a:schemeClr val="accent1"/>
          </a:effectRef>
          <a:fontRef idx="minor">
            <a:schemeClr val="tx1"/>
          </a:fontRef>
        </p:style>
      </p:cxnSp>
      <p:sp>
        <p:nvSpPr>
          <p:cNvPr id="261" name="TextBox 260">
            <a:extLst>
              <a:ext uri="{FF2B5EF4-FFF2-40B4-BE49-F238E27FC236}">
                <a16:creationId xmlns:a16="http://schemas.microsoft.com/office/drawing/2014/main" id="{9F91BCF2-E24A-7ACA-517D-87FEA435BF54}"/>
              </a:ext>
            </a:extLst>
          </p:cNvPr>
          <p:cNvSpPr txBox="1"/>
          <p:nvPr/>
        </p:nvSpPr>
        <p:spPr>
          <a:xfrm>
            <a:off x="3639139" y="690051"/>
            <a:ext cx="3064172" cy="338554"/>
          </a:xfrm>
          <a:prstGeom prst="rect">
            <a:avLst/>
          </a:prstGeom>
          <a:noFill/>
        </p:spPr>
        <p:txBody>
          <a:bodyPr wrap="none" rtlCol="0">
            <a:spAutoFit/>
          </a:bodyPr>
          <a:lstStyle/>
          <a:p>
            <a:r>
              <a:rPr lang="en-SG" sz="1600" dirty="0">
                <a:solidFill>
                  <a:schemeClr val="tx2">
                    <a:lumMod val="40000"/>
                    <a:lumOff val="60000"/>
                  </a:schemeClr>
                </a:solidFill>
              </a:rPr>
              <a:t>Scroll to see more created  plans</a:t>
            </a:r>
            <a:endParaRPr lang="en-SG" sz="1200" dirty="0">
              <a:solidFill>
                <a:schemeClr val="tx2">
                  <a:lumMod val="40000"/>
                  <a:lumOff val="60000"/>
                </a:schemeClr>
              </a:solidFill>
            </a:endParaRPr>
          </a:p>
        </p:txBody>
      </p:sp>
      <p:pic>
        <p:nvPicPr>
          <p:cNvPr id="262" name="Picture 261">
            <a:extLst>
              <a:ext uri="{FF2B5EF4-FFF2-40B4-BE49-F238E27FC236}">
                <a16:creationId xmlns:a16="http://schemas.microsoft.com/office/drawing/2014/main" id="{C99CA017-E09A-9F51-FC70-5439EE5F9D59}"/>
              </a:ext>
            </a:extLst>
          </p:cNvPr>
          <p:cNvPicPr>
            <a:picLocks noChangeAspect="1"/>
          </p:cNvPicPr>
          <p:nvPr/>
        </p:nvPicPr>
        <p:blipFill>
          <a:blip r:embed="rId14"/>
          <a:stretch>
            <a:fillRect/>
          </a:stretch>
        </p:blipFill>
        <p:spPr>
          <a:xfrm>
            <a:off x="6532578" y="752985"/>
            <a:ext cx="676356" cy="676356"/>
          </a:xfrm>
          <a:prstGeom prst="rect">
            <a:avLst/>
          </a:prstGeom>
        </p:spPr>
      </p:pic>
      <p:sp>
        <p:nvSpPr>
          <p:cNvPr id="263" name="TextBox 262">
            <a:extLst>
              <a:ext uri="{FF2B5EF4-FFF2-40B4-BE49-F238E27FC236}">
                <a16:creationId xmlns:a16="http://schemas.microsoft.com/office/drawing/2014/main" id="{AF296BA1-8166-A66F-514E-568A6C27F9B9}"/>
              </a:ext>
            </a:extLst>
          </p:cNvPr>
          <p:cNvSpPr txBox="1"/>
          <p:nvPr/>
        </p:nvSpPr>
        <p:spPr>
          <a:xfrm>
            <a:off x="8357025" y="4453461"/>
            <a:ext cx="2382992" cy="923330"/>
          </a:xfrm>
          <a:prstGeom prst="rect">
            <a:avLst/>
          </a:prstGeom>
          <a:noFill/>
        </p:spPr>
        <p:txBody>
          <a:bodyPr wrap="square" rtlCol="0">
            <a:spAutoFit/>
          </a:bodyPr>
          <a:lstStyle/>
          <a:p>
            <a:r>
              <a:rPr lang="en-SG" dirty="0">
                <a:solidFill>
                  <a:schemeClr val="bg1">
                    <a:lumMod val="65000"/>
                  </a:schemeClr>
                </a:solidFill>
              </a:rPr>
              <a:t>No cancelled plans at the moment.</a:t>
            </a:r>
          </a:p>
          <a:p>
            <a:endParaRPr lang="en-SG" dirty="0"/>
          </a:p>
        </p:txBody>
      </p:sp>
      <p:sp>
        <p:nvSpPr>
          <p:cNvPr id="264" name="TextBox 263">
            <a:extLst>
              <a:ext uri="{FF2B5EF4-FFF2-40B4-BE49-F238E27FC236}">
                <a16:creationId xmlns:a16="http://schemas.microsoft.com/office/drawing/2014/main" id="{FE6D4E38-D917-6386-3592-DBA4409803AE}"/>
              </a:ext>
            </a:extLst>
          </p:cNvPr>
          <p:cNvSpPr txBox="1"/>
          <p:nvPr/>
        </p:nvSpPr>
        <p:spPr>
          <a:xfrm>
            <a:off x="8357025" y="1614321"/>
            <a:ext cx="2382992" cy="923330"/>
          </a:xfrm>
          <a:prstGeom prst="rect">
            <a:avLst/>
          </a:prstGeom>
          <a:noFill/>
        </p:spPr>
        <p:txBody>
          <a:bodyPr wrap="square" rtlCol="0">
            <a:spAutoFit/>
          </a:bodyPr>
          <a:lstStyle/>
          <a:p>
            <a:r>
              <a:rPr lang="en-SG" dirty="0">
                <a:solidFill>
                  <a:schemeClr val="bg1">
                    <a:lumMod val="65000"/>
                  </a:schemeClr>
                </a:solidFill>
              </a:rPr>
              <a:t>No confirmed plans at the moment.</a:t>
            </a:r>
          </a:p>
          <a:p>
            <a:endParaRPr lang="en-SG" dirty="0"/>
          </a:p>
        </p:txBody>
      </p:sp>
      <p:sp>
        <p:nvSpPr>
          <p:cNvPr id="265" name="Rectangle: Rounded Corners 264">
            <a:extLst>
              <a:ext uri="{FF2B5EF4-FFF2-40B4-BE49-F238E27FC236}">
                <a16:creationId xmlns:a16="http://schemas.microsoft.com/office/drawing/2014/main" id="{B4E797AF-4B95-6CB8-C7EB-34EDADA3C155}"/>
              </a:ext>
            </a:extLst>
          </p:cNvPr>
          <p:cNvSpPr/>
          <p:nvPr/>
        </p:nvSpPr>
        <p:spPr>
          <a:xfrm>
            <a:off x="4970493" y="5119848"/>
            <a:ext cx="2368733" cy="44616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solidFill>
                  <a:srgbClr val="000000"/>
                </a:solidFill>
              </a:rPr>
              <a:t>Optimise Route</a:t>
            </a:r>
          </a:p>
        </p:txBody>
      </p:sp>
      <p:grpSp>
        <p:nvGrpSpPr>
          <p:cNvPr id="279" name="Group 278">
            <a:extLst>
              <a:ext uri="{FF2B5EF4-FFF2-40B4-BE49-F238E27FC236}">
                <a16:creationId xmlns:a16="http://schemas.microsoft.com/office/drawing/2014/main" id="{CD88281C-5882-B0B3-93E7-6626BE71D088}"/>
              </a:ext>
            </a:extLst>
          </p:cNvPr>
          <p:cNvGrpSpPr/>
          <p:nvPr/>
        </p:nvGrpSpPr>
        <p:grpSpPr>
          <a:xfrm>
            <a:off x="2634402" y="846884"/>
            <a:ext cx="4057289" cy="2539265"/>
            <a:chOff x="3424817" y="1736138"/>
            <a:chExt cx="4057289" cy="2539265"/>
          </a:xfrm>
        </p:grpSpPr>
        <p:grpSp>
          <p:nvGrpSpPr>
            <p:cNvPr id="278" name="Group 277">
              <a:extLst>
                <a:ext uri="{FF2B5EF4-FFF2-40B4-BE49-F238E27FC236}">
                  <a16:creationId xmlns:a16="http://schemas.microsoft.com/office/drawing/2014/main" id="{5FBFA7A0-0455-4302-00F7-A5CC428BAC97}"/>
                </a:ext>
              </a:extLst>
            </p:cNvPr>
            <p:cNvGrpSpPr/>
            <p:nvPr/>
          </p:nvGrpSpPr>
          <p:grpSpPr>
            <a:xfrm>
              <a:off x="3424817" y="1736138"/>
              <a:ext cx="4057289" cy="2539265"/>
              <a:chOff x="3424817" y="1736138"/>
              <a:chExt cx="4057289" cy="2539265"/>
            </a:xfrm>
          </p:grpSpPr>
          <p:grpSp>
            <p:nvGrpSpPr>
              <p:cNvPr id="277" name="Group 276">
                <a:extLst>
                  <a:ext uri="{FF2B5EF4-FFF2-40B4-BE49-F238E27FC236}">
                    <a16:creationId xmlns:a16="http://schemas.microsoft.com/office/drawing/2014/main" id="{371C513D-15F5-D918-A18D-A7C0CC5A5AD4}"/>
                  </a:ext>
                </a:extLst>
              </p:cNvPr>
              <p:cNvGrpSpPr/>
              <p:nvPr/>
            </p:nvGrpSpPr>
            <p:grpSpPr>
              <a:xfrm>
                <a:off x="3727545" y="1965711"/>
                <a:ext cx="3754561" cy="2309692"/>
                <a:chOff x="3727545" y="1965711"/>
                <a:chExt cx="3754561" cy="2309692"/>
              </a:xfrm>
            </p:grpSpPr>
            <p:grpSp>
              <p:nvGrpSpPr>
                <p:cNvPr id="272" name="Group 271">
                  <a:extLst>
                    <a:ext uri="{FF2B5EF4-FFF2-40B4-BE49-F238E27FC236}">
                      <a16:creationId xmlns:a16="http://schemas.microsoft.com/office/drawing/2014/main" id="{95250D63-D64D-7F14-0A06-7D4C6CC58EE1}"/>
                    </a:ext>
                  </a:extLst>
                </p:cNvPr>
                <p:cNvGrpSpPr/>
                <p:nvPr/>
              </p:nvGrpSpPr>
              <p:grpSpPr>
                <a:xfrm>
                  <a:off x="3727545" y="1965711"/>
                  <a:ext cx="3754561" cy="2309692"/>
                  <a:chOff x="3225800" y="2071914"/>
                  <a:chExt cx="5740399" cy="2714172"/>
                </a:xfrm>
              </p:grpSpPr>
              <p:sp>
                <p:nvSpPr>
                  <p:cNvPr id="274" name="Rectangle: Rounded Corners 273">
                    <a:extLst>
                      <a:ext uri="{FF2B5EF4-FFF2-40B4-BE49-F238E27FC236}">
                        <a16:creationId xmlns:a16="http://schemas.microsoft.com/office/drawing/2014/main" id="{33720168-8F36-87E7-F3C6-7E818215FA6C}"/>
                      </a:ext>
                    </a:extLst>
                  </p:cNvPr>
                  <p:cNvSpPr/>
                  <p:nvPr/>
                </p:nvSpPr>
                <p:spPr>
                  <a:xfrm>
                    <a:off x="3225800" y="2071914"/>
                    <a:ext cx="5740399" cy="2714172"/>
                  </a:xfrm>
                  <a:prstGeom prst="round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5" name="Rectangle: Rounded Corners 274">
                    <a:extLst>
                      <a:ext uri="{FF2B5EF4-FFF2-40B4-BE49-F238E27FC236}">
                        <a16:creationId xmlns:a16="http://schemas.microsoft.com/office/drawing/2014/main" id="{8F56C173-7853-9384-D709-17F34181A3AC}"/>
                      </a:ext>
                    </a:extLst>
                  </p:cNvPr>
                  <p:cNvSpPr/>
                  <p:nvPr/>
                </p:nvSpPr>
                <p:spPr>
                  <a:xfrm>
                    <a:off x="3360055" y="2184399"/>
                    <a:ext cx="5477122" cy="2489199"/>
                  </a:xfrm>
                  <a:prstGeom prst="roundRect">
                    <a:avLst/>
                  </a:prstGeom>
                  <a:solidFill>
                    <a:schemeClr val="accent5"/>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273" name="TextBox 272">
                  <a:extLst>
                    <a:ext uri="{FF2B5EF4-FFF2-40B4-BE49-F238E27FC236}">
                      <a16:creationId xmlns:a16="http://schemas.microsoft.com/office/drawing/2014/main" id="{CE9F2A75-102F-C969-A282-69A03FA3BDAA}"/>
                    </a:ext>
                  </a:extLst>
                </p:cNvPr>
                <p:cNvSpPr txBox="1"/>
                <p:nvPr/>
              </p:nvSpPr>
              <p:spPr>
                <a:xfrm>
                  <a:off x="4124453" y="2292503"/>
                  <a:ext cx="3190941" cy="1154162"/>
                </a:xfrm>
                <a:prstGeom prst="rect">
                  <a:avLst/>
                </a:prstGeom>
                <a:noFill/>
              </p:spPr>
              <p:txBody>
                <a:bodyPr wrap="square" rtlCol="0">
                  <a:spAutoFit/>
                </a:bodyPr>
                <a:lstStyle/>
                <a:p>
                  <a:r>
                    <a:rPr lang="en-SG" sz="2000" b="1" dirty="0">
                      <a:solidFill>
                        <a:schemeClr val="bg1"/>
                      </a:solidFill>
                    </a:rPr>
                    <a:t>Overview provides a bird’s eye overview of all your destinations in order</a:t>
                  </a:r>
                </a:p>
                <a:p>
                  <a:endParaRPr lang="en-SG" sz="900" b="1" dirty="0">
                    <a:solidFill>
                      <a:schemeClr val="bg1"/>
                    </a:solidFill>
                  </a:endParaRPr>
                </a:p>
              </p:txBody>
            </p:sp>
          </p:grpSp>
          <p:pic>
            <p:nvPicPr>
              <p:cNvPr id="271" name="Picture 270" descr="A blue and white logo&#10;&#10;AI-generated content may be incorrect.">
                <a:extLst>
                  <a:ext uri="{FF2B5EF4-FFF2-40B4-BE49-F238E27FC236}">
                    <a16:creationId xmlns:a16="http://schemas.microsoft.com/office/drawing/2014/main" id="{AFCF0A9E-AA41-5FEF-AF75-D17F5C14E984}"/>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424817" y="1736138"/>
                <a:ext cx="758741" cy="758741"/>
              </a:xfrm>
              <a:prstGeom prst="rect">
                <a:avLst/>
              </a:prstGeom>
            </p:spPr>
          </p:pic>
        </p:grpSp>
        <p:sp>
          <p:nvSpPr>
            <p:cNvPr id="276" name="Rectangle: Rounded Corners 275">
              <a:hlinkClick r:id="rId16" action="ppaction://hlinksldjump"/>
              <a:extLst>
                <a:ext uri="{FF2B5EF4-FFF2-40B4-BE49-F238E27FC236}">
                  <a16:creationId xmlns:a16="http://schemas.microsoft.com/office/drawing/2014/main" id="{EE1E0F0D-ED58-CD29-CDCB-EF71E99C3622}"/>
                </a:ext>
              </a:extLst>
            </p:cNvPr>
            <p:cNvSpPr/>
            <p:nvPr/>
          </p:nvSpPr>
          <p:spPr>
            <a:xfrm>
              <a:off x="4839734" y="3512536"/>
              <a:ext cx="1443346" cy="479800"/>
            </a:xfrm>
            <a:prstGeom prst="roundRect">
              <a:avLst>
                <a:gd name="adj" fmla="val 18237"/>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b="1" dirty="0">
                  <a:solidFill>
                    <a:schemeClr val="bg1"/>
                  </a:solidFill>
                  <a:latin typeface="+mj-lt"/>
                </a:rPr>
                <a:t>OK</a:t>
              </a:r>
            </a:p>
          </p:txBody>
        </p:sp>
      </p:grpSp>
      <p:pic>
        <p:nvPicPr>
          <p:cNvPr id="280" name="Picture 279" descr="A yellow hand pointing up&#10;&#10;AI-generated content may be incorrect.">
            <a:extLst>
              <a:ext uri="{FF2B5EF4-FFF2-40B4-BE49-F238E27FC236}">
                <a16:creationId xmlns:a16="http://schemas.microsoft.com/office/drawing/2014/main" id="{718AD1FF-8914-97D8-0D45-0C50E89A09A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174743" y="2851915"/>
            <a:ext cx="663866" cy="663866"/>
          </a:xfrm>
          <a:prstGeom prst="rect">
            <a:avLst/>
          </a:prstGeom>
        </p:spPr>
      </p:pic>
    </p:spTree>
    <p:extLst>
      <p:ext uri="{BB962C8B-B14F-4D97-AF65-F5344CB8AC3E}">
        <p14:creationId xmlns:p14="http://schemas.microsoft.com/office/powerpoint/2010/main" val="15625521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0"/>
                                  </p:stCondLst>
                                  <p:childTnLst>
                                    <p:set>
                                      <p:cBhvr>
                                        <p:cTn id="6" dur="1" fill="hold">
                                          <p:stCondLst>
                                            <p:cond delay="0"/>
                                          </p:stCondLst>
                                        </p:cTn>
                                        <p:tgtEl>
                                          <p:spTgt spid="280"/>
                                        </p:tgtEl>
                                        <p:attrNameLst>
                                          <p:attrName>style.visibility</p:attrName>
                                        </p:attrNameLst>
                                      </p:cBhvr>
                                      <p:to>
                                        <p:strVal val="visible"/>
                                      </p:to>
                                    </p:set>
                                    <p:animEffect transition="in" filter="fade">
                                      <p:cBhvr>
                                        <p:cTn id="7" dur="500"/>
                                        <p:tgtEl>
                                          <p:spTgt spid="280"/>
                                        </p:tgtEl>
                                      </p:cBhvr>
                                    </p:animEffect>
                                  </p:childTnLst>
                                </p:cTn>
                              </p:par>
                            </p:childTnLst>
                          </p:cTn>
                        </p:par>
                        <p:par>
                          <p:cTn id="8" fill="hold">
                            <p:stCondLst>
                              <p:cond delay="1500"/>
                            </p:stCondLst>
                            <p:childTnLst>
                              <p:par>
                                <p:cTn id="9" presetID="32" presetClass="emph" presetSubtype="0" fill="hold" nodeType="afterEffect">
                                  <p:stCondLst>
                                    <p:cond delay="0"/>
                                  </p:stCondLst>
                                  <p:childTnLst>
                                    <p:animRot by="120000">
                                      <p:cBhvr>
                                        <p:cTn id="10" dur="100" fill="hold">
                                          <p:stCondLst>
                                            <p:cond delay="0"/>
                                          </p:stCondLst>
                                        </p:cTn>
                                        <p:tgtEl>
                                          <p:spTgt spid="280"/>
                                        </p:tgtEl>
                                        <p:attrNameLst>
                                          <p:attrName>r</p:attrName>
                                        </p:attrNameLst>
                                      </p:cBhvr>
                                    </p:animRot>
                                    <p:animRot by="-240000">
                                      <p:cBhvr>
                                        <p:cTn id="11" dur="200" fill="hold">
                                          <p:stCondLst>
                                            <p:cond delay="200"/>
                                          </p:stCondLst>
                                        </p:cTn>
                                        <p:tgtEl>
                                          <p:spTgt spid="280"/>
                                        </p:tgtEl>
                                        <p:attrNameLst>
                                          <p:attrName>r</p:attrName>
                                        </p:attrNameLst>
                                      </p:cBhvr>
                                    </p:animRot>
                                    <p:animRot by="240000">
                                      <p:cBhvr>
                                        <p:cTn id="12" dur="200" fill="hold">
                                          <p:stCondLst>
                                            <p:cond delay="400"/>
                                          </p:stCondLst>
                                        </p:cTn>
                                        <p:tgtEl>
                                          <p:spTgt spid="280"/>
                                        </p:tgtEl>
                                        <p:attrNameLst>
                                          <p:attrName>r</p:attrName>
                                        </p:attrNameLst>
                                      </p:cBhvr>
                                    </p:animRot>
                                    <p:animRot by="-240000">
                                      <p:cBhvr>
                                        <p:cTn id="13" dur="200" fill="hold">
                                          <p:stCondLst>
                                            <p:cond delay="600"/>
                                          </p:stCondLst>
                                        </p:cTn>
                                        <p:tgtEl>
                                          <p:spTgt spid="280"/>
                                        </p:tgtEl>
                                        <p:attrNameLst>
                                          <p:attrName>r</p:attrName>
                                        </p:attrNameLst>
                                      </p:cBhvr>
                                    </p:animRot>
                                    <p:animRot by="120000">
                                      <p:cBhvr>
                                        <p:cTn id="14" dur="200" fill="hold">
                                          <p:stCondLst>
                                            <p:cond delay="800"/>
                                          </p:stCondLst>
                                        </p:cTn>
                                        <p:tgtEl>
                                          <p:spTgt spid="28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85B8E-72BF-35B1-1AAC-4FA78976C566}"/>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5B94B01B-15AD-7A72-5935-067DEF468FCC}"/>
              </a:ext>
            </a:extLst>
          </p:cNvPr>
          <p:cNvSpPr/>
          <p:nvPr/>
        </p:nvSpPr>
        <p:spPr>
          <a:xfrm>
            <a:off x="7817482" y="732916"/>
            <a:ext cx="1765979" cy="524744"/>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b="1" dirty="0">
                <a:solidFill>
                  <a:schemeClr val="tx1"/>
                </a:solidFill>
              </a:rPr>
              <a:t>  Plan 2</a:t>
            </a:r>
          </a:p>
        </p:txBody>
      </p:sp>
      <p:sp>
        <p:nvSpPr>
          <p:cNvPr id="14" name="Rectangle 13">
            <a:extLst>
              <a:ext uri="{FF2B5EF4-FFF2-40B4-BE49-F238E27FC236}">
                <a16:creationId xmlns:a16="http://schemas.microsoft.com/office/drawing/2014/main" id="{D66DB491-6364-14DD-1D40-38773A45EE4B}"/>
              </a:ext>
            </a:extLst>
          </p:cNvPr>
          <p:cNvSpPr/>
          <p:nvPr/>
        </p:nvSpPr>
        <p:spPr>
          <a:xfrm>
            <a:off x="7820462" y="1269961"/>
            <a:ext cx="2710150" cy="55945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 name="Rectangle 1">
            <a:extLst>
              <a:ext uri="{FF2B5EF4-FFF2-40B4-BE49-F238E27FC236}">
                <a16:creationId xmlns:a16="http://schemas.microsoft.com/office/drawing/2014/main" id="{D5190183-A62C-83A9-514C-9D7B3FBC4950}"/>
              </a:ext>
            </a:extLst>
          </p:cNvPr>
          <p:cNvSpPr/>
          <p:nvPr/>
        </p:nvSpPr>
        <p:spPr>
          <a:xfrm>
            <a:off x="8271481" y="732916"/>
            <a:ext cx="3920519" cy="6125084"/>
          </a:xfrm>
          <a:prstGeom prst="rect">
            <a:avLst/>
          </a:prstGeom>
          <a:solidFill>
            <a:schemeClr val="accent5">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 name="TextBox 2">
            <a:extLst>
              <a:ext uri="{FF2B5EF4-FFF2-40B4-BE49-F238E27FC236}">
                <a16:creationId xmlns:a16="http://schemas.microsoft.com/office/drawing/2014/main" id="{FCAC88CF-5DBC-7B6A-2434-A0A1E9904E0E}"/>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4" name="TextBox 3">
            <a:extLst>
              <a:ext uri="{FF2B5EF4-FFF2-40B4-BE49-F238E27FC236}">
                <a16:creationId xmlns:a16="http://schemas.microsoft.com/office/drawing/2014/main" id="{AFBD5B91-6CD2-0C6F-7CFA-17B12DF1C097}"/>
              </a:ext>
            </a:extLst>
          </p:cNvPr>
          <p:cNvSpPr txBox="1"/>
          <p:nvPr/>
        </p:nvSpPr>
        <p:spPr>
          <a:xfrm>
            <a:off x="8347099" y="937168"/>
            <a:ext cx="3458268" cy="461665"/>
          </a:xfrm>
          <a:prstGeom prst="rect">
            <a:avLst/>
          </a:prstGeom>
          <a:noFill/>
        </p:spPr>
        <p:txBody>
          <a:bodyPr wrap="square" rtlCol="0">
            <a:spAutoFit/>
          </a:bodyPr>
          <a:lstStyle/>
          <a:p>
            <a:r>
              <a:rPr lang="en-SG" sz="2400" b="1" dirty="0">
                <a:solidFill>
                  <a:schemeClr val="accent2"/>
                </a:solidFill>
                <a:latin typeface="+mj-lt"/>
              </a:rPr>
              <a:t>Confirmed Plans &amp; Users</a:t>
            </a:r>
          </a:p>
        </p:txBody>
      </p:sp>
      <p:sp>
        <p:nvSpPr>
          <p:cNvPr id="5" name="TextBox 4">
            <a:extLst>
              <a:ext uri="{FF2B5EF4-FFF2-40B4-BE49-F238E27FC236}">
                <a16:creationId xmlns:a16="http://schemas.microsoft.com/office/drawing/2014/main" id="{D645EA78-4B02-2B7D-9B53-FC5DCD865E61}"/>
              </a:ext>
            </a:extLst>
          </p:cNvPr>
          <p:cNvSpPr txBox="1"/>
          <p:nvPr/>
        </p:nvSpPr>
        <p:spPr>
          <a:xfrm>
            <a:off x="8347099" y="3861769"/>
            <a:ext cx="2792061" cy="461665"/>
          </a:xfrm>
          <a:prstGeom prst="rect">
            <a:avLst/>
          </a:prstGeom>
          <a:noFill/>
        </p:spPr>
        <p:txBody>
          <a:bodyPr wrap="square" rtlCol="0">
            <a:spAutoFit/>
          </a:bodyPr>
          <a:lstStyle/>
          <a:p>
            <a:r>
              <a:rPr lang="en-SG" sz="2400" b="1" dirty="0">
                <a:solidFill>
                  <a:schemeClr val="accent4"/>
                </a:solidFill>
                <a:latin typeface="+mj-lt"/>
              </a:rPr>
              <a:t>Cancelled Plans</a:t>
            </a:r>
          </a:p>
        </p:txBody>
      </p:sp>
      <p:grpSp>
        <p:nvGrpSpPr>
          <p:cNvPr id="6" name="Group 5">
            <a:extLst>
              <a:ext uri="{FF2B5EF4-FFF2-40B4-BE49-F238E27FC236}">
                <a16:creationId xmlns:a16="http://schemas.microsoft.com/office/drawing/2014/main" id="{87680988-9B96-4ACC-0503-55A7B3AB1A50}"/>
              </a:ext>
            </a:extLst>
          </p:cNvPr>
          <p:cNvGrpSpPr/>
          <p:nvPr/>
        </p:nvGrpSpPr>
        <p:grpSpPr>
          <a:xfrm>
            <a:off x="10414386" y="6305548"/>
            <a:ext cx="1777612" cy="552452"/>
            <a:chOff x="10168773" y="6305548"/>
            <a:chExt cx="2023228" cy="552452"/>
          </a:xfrm>
        </p:grpSpPr>
        <p:sp>
          <p:nvSpPr>
            <p:cNvPr id="7" name="Rectangle 6">
              <a:extLst>
                <a:ext uri="{FF2B5EF4-FFF2-40B4-BE49-F238E27FC236}">
                  <a16:creationId xmlns:a16="http://schemas.microsoft.com/office/drawing/2014/main" id="{77501CA5-A185-A3E4-506D-641DF41FE390}"/>
                </a:ext>
              </a:extLst>
            </p:cNvPr>
            <p:cNvSpPr/>
            <p:nvPr userDrawn="1"/>
          </p:nvSpPr>
          <p:spPr>
            <a:xfrm>
              <a:off x="10168773" y="6305548"/>
              <a:ext cx="2023228"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SG" sz="2400" b="1" spc="0" dirty="0">
                  <a:solidFill>
                    <a:schemeClr val="tx1"/>
                  </a:solidFill>
                  <a:latin typeface="+mj-lt"/>
                </a:rPr>
                <a:t>Confir</a:t>
              </a:r>
              <a:r>
                <a:rPr lang="en-SG" sz="2400" b="1" dirty="0">
                  <a:solidFill>
                    <a:schemeClr val="tx1"/>
                  </a:solidFill>
                  <a:latin typeface="+mj-lt"/>
                </a:rPr>
                <a:t>m</a:t>
              </a:r>
              <a:endParaRPr lang="en-SG" sz="2000" b="1" spc="0" dirty="0">
                <a:solidFill>
                  <a:schemeClr val="tx1"/>
                </a:solidFill>
                <a:latin typeface="+mj-lt"/>
              </a:endParaRPr>
            </a:p>
          </p:txBody>
        </p:sp>
        <p:pic>
          <p:nvPicPr>
            <p:cNvPr id="8" name="Picture 7" descr="A blue arrow pointing to the left&#10;&#10;AI-generated content may be incorrect.">
              <a:extLst>
                <a:ext uri="{FF2B5EF4-FFF2-40B4-BE49-F238E27FC236}">
                  <a16:creationId xmlns:a16="http://schemas.microsoft.com/office/drawing/2014/main" id="{F43330F8-CD47-3EB8-BC27-44C5F5903A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16420" y="6481328"/>
              <a:ext cx="409049" cy="223406"/>
            </a:xfrm>
            <a:prstGeom prst="rect">
              <a:avLst/>
            </a:prstGeom>
          </p:spPr>
        </p:pic>
        <p:pic>
          <p:nvPicPr>
            <p:cNvPr id="9" name="Picture 8" descr="A blue arrow pointing to the left&#10;&#10;AI-generated content may be incorrect.">
              <a:extLst>
                <a:ext uri="{FF2B5EF4-FFF2-40B4-BE49-F238E27FC236}">
                  <a16:creationId xmlns:a16="http://schemas.microsoft.com/office/drawing/2014/main" id="{75D748E6-F325-C104-4430-C96D48E1AE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51948" y="6481328"/>
              <a:ext cx="409049" cy="223406"/>
            </a:xfrm>
            <a:prstGeom prst="rect">
              <a:avLst/>
            </a:prstGeom>
          </p:spPr>
        </p:pic>
      </p:grpSp>
      <p:grpSp>
        <p:nvGrpSpPr>
          <p:cNvPr id="10" name="Group 9">
            <a:extLst>
              <a:ext uri="{FF2B5EF4-FFF2-40B4-BE49-F238E27FC236}">
                <a16:creationId xmlns:a16="http://schemas.microsoft.com/office/drawing/2014/main" id="{70BBAE81-70A6-5140-C1AE-D85C47D53460}"/>
              </a:ext>
            </a:extLst>
          </p:cNvPr>
          <p:cNvGrpSpPr/>
          <p:nvPr/>
        </p:nvGrpSpPr>
        <p:grpSpPr>
          <a:xfrm>
            <a:off x="8271479" y="6316805"/>
            <a:ext cx="1465462" cy="552452"/>
            <a:chOff x="1" y="0"/>
            <a:chExt cx="1465462" cy="552452"/>
          </a:xfrm>
        </p:grpSpPr>
        <p:sp>
          <p:nvSpPr>
            <p:cNvPr id="11" name="Rectangle 10">
              <a:hlinkClick r:id="rId4" action="ppaction://hlinksldjump" tooltip="Return to previous page"/>
              <a:extLst>
                <a:ext uri="{FF2B5EF4-FFF2-40B4-BE49-F238E27FC236}">
                  <a16:creationId xmlns:a16="http://schemas.microsoft.com/office/drawing/2014/main" id="{8D3724D8-F9F1-9256-FE52-3EA3E3008BA8}"/>
                </a:ext>
              </a:extLst>
            </p:cNvPr>
            <p:cNvSpPr/>
            <p:nvPr userDrawn="1"/>
          </p:nvSpPr>
          <p:spPr>
            <a:xfrm>
              <a:off x="1" y="0"/>
              <a:ext cx="1465462"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r"/>
              <a:r>
                <a:rPr lang="en-SG" sz="2400" b="1" spc="0" dirty="0">
                  <a:solidFill>
                    <a:schemeClr val="tx1"/>
                  </a:solidFill>
                  <a:latin typeface="+mj-lt"/>
                </a:rPr>
                <a:t>Return</a:t>
              </a:r>
              <a:endParaRPr lang="en-SG" sz="2000" b="1" spc="0" dirty="0">
                <a:solidFill>
                  <a:schemeClr val="tx1"/>
                </a:solidFill>
                <a:latin typeface="+mj-lt"/>
              </a:endParaRPr>
            </a:p>
          </p:txBody>
        </p:sp>
        <p:pic>
          <p:nvPicPr>
            <p:cNvPr id="12" name="Picture 11" descr="A blue arrow pointing to the left&#10;&#10;AI-generated content may be incorrect.">
              <a:extLst>
                <a:ext uri="{FF2B5EF4-FFF2-40B4-BE49-F238E27FC236}">
                  <a16:creationId xmlns:a16="http://schemas.microsoft.com/office/drawing/2014/main" id="{4E64E097-36C6-AECE-58E0-0E5D66BBE6E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76198" y="164523"/>
              <a:ext cx="409049" cy="223406"/>
            </a:xfrm>
            <a:prstGeom prst="rect">
              <a:avLst/>
            </a:prstGeom>
          </p:spPr>
        </p:pic>
      </p:grpSp>
      <p:sp>
        <p:nvSpPr>
          <p:cNvPr id="13" name="Rectangle 12">
            <a:extLst>
              <a:ext uri="{FF2B5EF4-FFF2-40B4-BE49-F238E27FC236}">
                <a16:creationId xmlns:a16="http://schemas.microsoft.com/office/drawing/2014/main" id="{E68B0F43-3B6F-8B2A-EDB3-8C5EFD8D1A5C}"/>
              </a:ext>
            </a:extLst>
          </p:cNvPr>
          <p:cNvSpPr/>
          <p:nvPr/>
        </p:nvSpPr>
        <p:spPr>
          <a:xfrm>
            <a:off x="0" y="1263408"/>
            <a:ext cx="4318000" cy="55945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t>%</a:t>
            </a:r>
          </a:p>
        </p:txBody>
      </p:sp>
      <p:sp>
        <p:nvSpPr>
          <p:cNvPr id="16" name="Rectangle 15">
            <a:extLst>
              <a:ext uri="{FF2B5EF4-FFF2-40B4-BE49-F238E27FC236}">
                <a16:creationId xmlns:a16="http://schemas.microsoft.com/office/drawing/2014/main" id="{801C24DD-F294-630F-C7F1-79D20D236FAE}"/>
              </a:ext>
            </a:extLst>
          </p:cNvPr>
          <p:cNvSpPr/>
          <p:nvPr/>
        </p:nvSpPr>
        <p:spPr>
          <a:xfrm>
            <a:off x="0" y="712592"/>
            <a:ext cx="1765979" cy="545068"/>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tx1"/>
                </a:solidFill>
              </a:rPr>
              <a:t>Plan 1</a:t>
            </a:r>
          </a:p>
        </p:txBody>
      </p:sp>
      <p:sp>
        <p:nvSpPr>
          <p:cNvPr id="21" name="TextBox 20">
            <a:extLst>
              <a:ext uri="{FF2B5EF4-FFF2-40B4-BE49-F238E27FC236}">
                <a16:creationId xmlns:a16="http://schemas.microsoft.com/office/drawing/2014/main" id="{7A13E02F-3474-0C69-AB91-FE878305532F}"/>
              </a:ext>
            </a:extLst>
          </p:cNvPr>
          <p:cNvSpPr txBox="1"/>
          <p:nvPr/>
        </p:nvSpPr>
        <p:spPr>
          <a:xfrm>
            <a:off x="24204" y="1283250"/>
            <a:ext cx="1272015" cy="400110"/>
          </a:xfrm>
          <a:prstGeom prst="rect">
            <a:avLst/>
          </a:prstGeom>
          <a:noFill/>
        </p:spPr>
        <p:txBody>
          <a:bodyPr wrap="none" rtlCol="0">
            <a:spAutoFit/>
          </a:bodyPr>
          <a:lstStyle/>
          <a:p>
            <a:r>
              <a:rPr lang="en-SG" sz="2000" b="1" dirty="0">
                <a:solidFill>
                  <a:schemeClr val="tx2"/>
                </a:solidFill>
              </a:rPr>
              <a:t>Overview</a:t>
            </a:r>
            <a:endParaRPr lang="en-SG" sz="1600" b="1" dirty="0">
              <a:solidFill>
                <a:schemeClr val="tx2"/>
              </a:solidFill>
            </a:endParaRPr>
          </a:p>
        </p:txBody>
      </p:sp>
      <p:sp>
        <p:nvSpPr>
          <p:cNvPr id="44" name="Arrow: Pentagon 43">
            <a:extLst>
              <a:ext uri="{FF2B5EF4-FFF2-40B4-BE49-F238E27FC236}">
                <a16:creationId xmlns:a16="http://schemas.microsoft.com/office/drawing/2014/main" id="{A1DE6C84-4984-4332-3616-A195AD715DA4}"/>
              </a:ext>
            </a:extLst>
          </p:cNvPr>
          <p:cNvSpPr/>
          <p:nvPr/>
        </p:nvSpPr>
        <p:spPr>
          <a:xfrm>
            <a:off x="2453580" y="2178264"/>
            <a:ext cx="1280160" cy="404334"/>
          </a:xfrm>
          <a:prstGeom prst="homePlate">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Arrow: Pentagon 26">
            <a:extLst>
              <a:ext uri="{FF2B5EF4-FFF2-40B4-BE49-F238E27FC236}">
                <a16:creationId xmlns:a16="http://schemas.microsoft.com/office/drawing/2014/main" id="{A8500D27-980F-C691-FBC5-EE748363F692}"/>
              </a:ext>
            </a:extLst>
          </p:cNvPr>
          <p:cNvSpPr/>
          <p:nvPr/>
        </p:nvSpPr>
        <p:spPr>
          <a:xfrm>
            <a:off x="1204335" y="2183588"/>
            <a:ext cx="1412972" cy="399011"/>
          </a:xfrm>
          <a:prstGeom prst="homePlate">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Arrow: Pentagon 25">
            <a:extLst>
              <a:ext uri="{FF2B5EF4-FFF2-40B4-BE49-F238E27FC236}">
                <a16:creationId xmlns:a16="http://schemas.microsoft.com/office/drawing/2014/main" id="{60B4E525-57C0-CABE-E7F3-755B8439773C}"/>
              </a:ext>
            </a:extLst>
          </p:cNvPr>
          <p:cNvSpPr/>
          <p:nvPr/>
        </p:nvSpPr>
        <p:spPr>
          <a:xfrm>
            <a:off x="87901" y="2183586"/>
            <a:ext cx="1336681" cy="399011"/>
          </a:xfrm>
          <a:prstGeom prst="homePlate">
            <a:avLst/>
          </a:prstGeom>
          <a:solidFill>
            <a:srgbClr val="FEE438"/>
          </a:solidFill>
          <a:ln>
            <a:solidFill>
              <a:srgbClr val="FEE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TextBox 29">
            <a:extLst>
              <a:ext uri="{FF2B5EF4-FFF2-40B4-BE49-F238E27FC236}">
                <a16:creationId xmlns:a16="http://schemas.microsoft.com/office/drawing/2014/main" id="{961296F8-03C4-A5A5-4053-A3E57FB81E66}"/>
              </a:ext>
            </a:extLst>
          </p:cNvPr>
          <p:cNvSpPr txBox="1"/>
          <p:nvPr/>
        </p:nvSpPr>
        <p:spPr>
          <a:xfrm>
            <a:off x="84301" y="2229202"/>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Dragon Roller</a:t>
            </a:r>
          </a:p>
        </p:txBody>
      </p:sp>
      <p:sp>
        <p:nvSpPr>
          <p:cNvPr id="48" name="Arrow: Pentagon 47">
            <a:extLst>
              <a:ext uri="{FF2B5EF4-FFF2-40B4-BE49-F238E27FC236}">
                <a16:creationId xmlns:a16="http://schemas.microsoft.com/office/drawing/2014/main" id="{1893AD60-A6F5-4DAA-3B91-9D4AC5156908}"/>
              </a:ext>
            </a:extLst>
          </p:cNvPr>
          <p:cNvSpPr/>
          <p:nvPr/>
        </p:nvSpPr>
        <p:spPr>
          <a:xfrm rot="5400000">
            <a:off x="3083835" y="2562397"/>
            <a:ext cx="1167280" cy="399011"/>
          </a:xfrm>
          <a:prstGeom prst="homePlate">
            <a:avLst>
              <a:gd name="adj" fmla="val 0"/>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1" name="TextBox 30">
            <a:extLst>
              <a:ext uri="{FF2B5EF4-FFF2-40B4-BE49-F238E27FC236}">
                <a16:creationId xmlns:a16="http://schemas.microsoft.com/office/drawing/2014/main" id="{7620E289-409D-7734-89AC-3A7B33B1960C}"/>
              </a:ext>
            </a:extLst>
          </p:cNvPr>
          <p:cNvSpPr txBox="1"/>
          <p:nvPr/>
        </p:nvSpPr>
        <p:spPr>
          <a:xfrm>
            <a:off x="2491686" y="2220215"/>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Musical B’</a:t>
            </a:r>
          </a:p>
        </p:txBody>
      </p:sp>
      <p:sp>
        <p:nvSpPr>
          <p:cNvPr id="49" name="TextBox 48">
            <a:extLst>
              <a:ext uri="{FF2B5EF4-FFF2-40B4-BE49-F238E27FC236}">
                <a16:creationId xmlns:a16="http://schemas.microsoft.com/office/drawing/2014/main" id="{E938AAFC-F640-078A-AFA5-8A614AB8469C}"/>
              </a:ext>
            </a:extLst>
          </p:cNvPr>
          <p:cNvSpPr txBox="1"/>
          <p:nvPr/>
        </p:nvSpPr>
        <p:spPr>
          <a:xfrm>
            <a:off x="1259733" y="2229202"/>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Ben’s Place</a:t>
            </a:r>
          </a:p>
        </p:txBody>
      </p:sp>
      <p:sp>
        <p:nvSpPr>
          <p:cNvPr id="50" name="Arrow: Pentagon 49">
            <a:extLst>
              <a:ext uri="{FF2B5EF4-FFF2-40B4-BE49-F238E27FC236}">
                <a16:creationId xmlns:a16="http://schemas.microsoft.com/office/drawing/2014/main" id="{09742398-63B4-778C-D847-D04FAAB681FB}"/>
              </a:ext>
            </a:extLst>
          </p:cNvPr>
          <p:cNvSpPr/>
          <p:nvPr/>
        </p:nvSpPr>
        <p:spPr>
          <a:xfrm rot="10800000">
            <a:off x="1515558" y="2943101"/>
            <a:ext cx="1735290" cy="399011"/>
          </a:xfrm>
          <a:prstGeom prst="homePlate">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Arrow: Pentagon 45">
            <a:extLst>
              <a:ext uri="{FF2B5EF4-FFF2-40B4-BE49-F238E27FC236}">
                <a16:creationId xmlns:a16="http://schemas.microsoft.com/office/drawing/2014/main" id="{55F3F06F-A0A9-D115-56CA-DB55DCCAA9AF}"/>
              </a:ext>
            </a:extLst>
          </p:cNvPr>
          <p:cNvSpPr/>
          <p:nvPr/>
        </p:nvSpPr>
        <p:spPr>
          <a:xfrm rot="10800000">
            <a:off x="3064846" y="2946532"/>
            <a:ext cx="399013" cy="399011"/>
          </a:xfrm>
          <a:prstGeom prst="homePlate">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1" name="TextBox 50">
            <a:extLst>
              <a:ext uri="{FF2B5EF4-FFF2-40B4-BE49-F238E27FC236}">
                <a16:creationId xmlns:a16="http://schemas.microsoft.com/office/drawing/2014/main" id="{AC9D1224-9301-E957-63AF-2242E1614019}"/>
              </a:ext>
            </a:extLst>
          </p:cNvPr>
          <p:cNvSpPr txBox="1"/>
          <p:nvPr/>
        </p:nvSpPr>
        <p:spPr>
          <a:xfrm>
            <a:off x="1590457" y="2977653"/>
            <a:ext cx="1585493" cy="307777"/>
          </a:xfrm>
          <a:prstGeom prst="rect">
            <a:avLst/>
          </a:prstGeom>
          <a:noFill/>
          <a:ln w="28575">
            <a:noFill/>
          </a:ln>
        </p:spPr>
        <p:txBody>
          <a:bodyPr wrap="square" rtlCol="0">
            <a:spAutoFit/>
          </a:bodyPr>
          <a:lstStyle/>
          <a:p>
            <a:pPr algn="ctr"/>
            <a:r>
              <a:rPr lang="en-SG" sz="1400" b="1" dirty="0">
                <a:solidFill>
                  <a:schemeClr val="tx2">
                    <a:lumMod val="50000"/>
                  </a:schemeClr>
                </a:solidFill>
              </a:rPr>
              <a:t>Cirque Du Luna</a:t>
            </a:r>
          </a:p>
        </p:txBody>
      </p:sp>
      <p:sp>
        <p:nvSpPr>
          <p:cNvPr id="52" name="TextBox 51">
            <a:extLst>
              <a:ext uri="{FF2B5EF4-FFF2-40B4-BE49-F238E27FC236}">
                <a16:creationId xmlns:a16="http://schemas.microsoft.com/office/drawing/2014/main" id="{AC05BD31-DFBF-8F8B-347C-CBD3DF5183EB}"/>
              </a:ext>
            </a:extLst>
          </p:cNvPr>
          <p:cNvSpPr txBox="1"/>
          <p:nvPr/>
        </p:nvSpPr>
        <p:spPr>
          <a:xfrm>
            <a:off x="-5957" y="1871315"/>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11:30 AM</a:t>
            </a:r>
          </a:p>
        </p:txBody>
      </p:sp>
      <p:sp>
        <p:nvSpPr>
          <p:cNvPr id="53" name="TextBox 52">
            <a:extLst>
              <a:ext uri="{FF2B5EF4-FFF2-40B4-BE49-F238E27FC236}">
                <a16:creationId xmlns:a16="http://schemas.microsoft.com/office/drawing/2014/main" id="{8A8D2B62-1E0A-C96C-B59F-3FF69DE06177}"/>
              </a:ext>
            </a:extLst>
          </p:cNvPr>
          <p:cNvSpPr txBox="1"/>
          <p:nvPr/>
        </p:nvSpPr>
        <p:spPr>
          <a:xfrm>
            <a:off x="1236223" y="1870487"/>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11:50 AM</a:t>
            </a:r>
          </a:p>
        </p:txBody>
      </p:sp>
      <p:sp>
        <p:nvSpPr>
          <p:cNvPr id="54" name="TextBox 53">
            <a:extLst>
              <a:ext uri="{FF2B5EF4-FFF2-40B4-BE49-F238E27FC236}">
                <a16:creationId xmlns:a16="http://schemas.microsoft.com/office/drawing/2014/main" id="{0AFA43EC-9D97-9C1B-64C1-9EC100CC9739}"/>
              </a:ext>
            </a:extLst>
          </p:cNvPr>
          <p:cNvSpPr txBox="1"/>
          <p:nvPr/>
        </p:nvSpPr>
        <p:spPr>
          <a:xfrm>
            <a:off x="2519466" y="1870486"/>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12:30 PM</a:t>
            </a:r>
          </a:p>
        </p:txBody>
      </p:sp>
      <p:sp>
        <p:nvSpPr>
          <p:cNvPr id="55" name="TextBox 54">
            <a:extLst>
              <a:ext uri="{FF2B5EF4-FFF2-40B4-BE49-F238E27FC236}">
                <a16:creationId xmlns:a16="http://schemas.microsoft.com/office/drawing/2014/main" id="{F50DC5AA-41CF-615B-73F1-809DF9F05493}"/>
              </a:ext>
            </a:extLst>
          </p:cNvPr>
          <p:cNvSpPr txBox="1"/>
          <p:nvPr/>
        </p:nvSpPr>
        <p:spPr>
          <a:xfrm>
            <a:off x="440642" y="2782669"/>
            <a:ext cx="1244283" cy="646331"/>
          </a:xfrm>
          <a:prstGeom prst="rect">
            <a:avLst/>
          </a:prstGeom>
          <a:noFill/>
        </p:spPr>
        <p:txBody>
          <a:bodyPr wrap="square" rtlCol="0">
            <a:spAutoFit/>
          </a:bodyPr>
          <a:lstStyle/>
          <a:p>
            <a:pPr algn="ctr"/>
            <a:r>
              <a:rPr lang="en-SG" sz="3600" dirty="0"/>
              <a:t>…</a:t>
            </a:r>
          </a:p>
        </p:txBody>
      </p:sp>
      <p:sp>
        <p:nvSpPr>
          <p:cNvPr id="56" name="TextBox 55">
            <a:extLst>
              <a:ext uri="{FF2B5EF4-FFF2-40B4-BE49-F238E27FC236}">
                <a16:creationId xmlns:a16="http://schemas.microsoft.com/office/drawing/2014/main" id="{39D9D149-2564-0994-BBE6-0879E65520A0}"/>
              </a:ext>
            </a:extLst>
          </p:cNvPr>
          <p:cNvSpPr txBox="1"/>
          <p:nvPr/>
        </p:nvSpPr>
        <p:spPr>
          <a:xfrm>
            <a:off x="1740463" y="2672492"/>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1:30 PM</a:t>
            </a:r>
          </a:p>
        </p:txBody>
      </p:sp>
      <p:pic>
        <p:nvPicPr>
          <p:cNvPr id="65" name="Picture 64" descr="A blue arrows pointing to a cross&#10;&#10;AI-generated content may be incorrect.">
            <a:extLst>
              <a:ext uri="{FF2B5EF4-FFF2-40B4-BE49-F238E27FC236}">
                <a16:creationId xmlns:a16="http://schemas.microsoft.com/office/drawing/2014/main" id="{9DA02A1C-2332-95BC-1814-95E252C8BF3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6721" y="1305430"/>
            <a:ext cx="588469" cy="588469"/>
          </a:xfrm>
          <a:prstGeom prst="rect">
            <a:avLst/>
          </a:prstGeom>
        </p:spPr>
      </p:pic>
      <p:sp>
        <p:nvSpPr>
          <p:cNvPr id="66" name="TextBox 65">
            <a:extLst>
              <a:ext uri="{FF2B5EF4-FFF2-40B4-BE49-F238E27FC236}">
                <a16:creationId xmlns:a16="http://schemas.microsoft.com/office/drawing/2014/main" id="{94AA1267-5C07-744E-97C6-7CA0D39B9E91}"/>
              </a:ext>
            </a:extLst>
          </p:cNvPr>
          <p:cNvSpPr txBox="1"/>
          <p:nvPr/>
        </p:nvSpPr>
        <p:spPr>
          <a:xfrm>
            <a:off x="31323" y="1548959"/>
            <a:ext cx="2760949" cy="307777"/>
          </a:xfrm>
          <a:prstGeom prst="rect">
            <a:avLst/>
          </a:prstGeom>
          <a:noFill/>
        </p:spPr>
        <p:txBody>
          <a:bodyPr wrap="none" rtlCol="0">
            <a:spAutoFit/>
          </a:bodyPr>
          <a:lstStyle/>
          <a:p>
            <a:r>
              <a:rPr lang="en-SG" sz="1400" dirty="0">
                <a:solidFill>
                  <a:schemeClr val="tx2"/>
                </a:solidFill>
              </a:rPr>
              <a:t>Expected start time of each event</a:t>
            </a:r>
            <a:endParaRPr lang="en-SG" sz="1100" dirty="0">
              <a:solidFill>
                <a:schemeClr val="tx2"/>
              </a:solidFill>
            </a:endParaRPr>
          </a:p>
        </p:txBody>
      </p:sp>
      <p:grpSp>
        <p:nvGrpSpPr>
          <p:cNvPr id="178" name="Group 177">
            <a:extLst>
              <a:ext uri="{FF2B5EF4-FFF2-40B4-BE49-F238E27FC236}">
                <a16:creationId xmlns:a16="http://schemas.microsoft.com/office/drawing/2014/main" id="{BCB05497-B93D-6615-4DAC-96FCAB03E702}"/>
              </a:ext>
            </a:extLst>
          </p:cNvPr>
          <p:cNvGrpSpPr/>
          <p:nvPr/>
        </p:nvGrpSpPr>
        <p:grpSpPr>
          <a:xfrm>
            <a:off x="0" y="3423252"/>
            <a:ext cx="4316630" cy="1983646"/>
            <a:chOff x="1370" y="3428999"/>
            <a:chExt cx="5758704" cy="2646330"/>
          </a:xfrm>
        </p:grpSpPr>
        <p:sp>
          <p:nvSpPr>
            <p:cNvPr id="104" name="Rectangle 103">
              <a:extLst>
                <a:ext uri="{FF2B5EF4-FFF2-40B4-BE49-F238E27FC236}">
                  <a16:creationId xmlns:a16="http://schemas.microsoft.com/office/drawing/2014/main" id="{A6E468C7-A10E-6803-EF6C-F332D12B742F}"/>
                </a:ext>
              </a:extLst>
            </p:cNvPr>
            <p:cNvSpPr/>
            <p:nvPr/>
          </p:nvSpPr>
          <p:spPr>
            <a:xfrm>
              <a:off x="1370" y="342899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5" name="Freeform: Shape 104">
              <a:extLst>
                <a:ext uri="{FF2B5EF4-FFF2-40B4-BE49-F238E27FC236}">
                  <a16:creationId xmlns:a16="http://schemas.microsoft.com/office/drawing/2014/main" id="{9886A738-21B6-5365-BD6F-C503714FD90A}"/>
                </a:ext>
              </a:extLst>
            </p:cNvPr>
            <p:cNvSpPr/>
            <p:nvPr/>
          </p:nvSpPr>
          <p:spPr>
            <a:xfrm>
              <a:off x="15713" y="344861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58" name="Group 57">
            <a:extLst>
              <a:ext uri="{FF2B5EF4-FFF2-40B4-BE49-F238E27FC236}">
                <a16:creationId xmlns:a16="http://schemas.microsoft.com/office/drawing/2014/main" id="{299F4E36-79F0-7EAC-9700-FCC2E417C02C}"/>
              </a:ext>
            </a:extLst>
          </p:cNvPr>
          <p:cNvGrpSpPr/>
          <p:nvPr/>
        </p:nvGrpSpPr>
        <p:grpSpPr>
          <a:xfrm>
            <a:off x="1370" y="3423252"/>
            <a:ext cx="767467" cy="436233"/>
            <a:chOff x="3211177" y="4204405"/>
            <a:chExt cx="971932" cy="552452"/>
          </a:xfrm>
        </p:grpSpPr>
        <p:sp>
          <p:nvSpPr>
            <p:cNvPr id="59" name="Rectangle 58">
              <a:extLst>
                <a:ext uri="{FF2B5EF4-FFF2-40B4-BE49-F238E27FC236}">
                  <a16:creationId xmlns:a16="http://schemas.microsoft.com/office/drawing/2014/main" id="{EED9B032-07C3-63A9-3243-43AE7A5F6A54}"/>
                </a:ext>
              </a:extLst>
            </p:cNvPr>
            <p:cNvSpPr/>
            <p:nvPr userDrawn="1"/>
          </p:nvSpPr>
          <p:spPr>
            <a:xfrm>
              <a:off x="3211177" y="4204405"/>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60" name="TextBox 59">
              <a:extLst>
                <a:ext uri="{FF2B5EF4-FFF2-40B4-BE49-F238E27FC236}">
                  <a16:creationId xmlns:a16="http://schemas.microsoft.com/office/drawing/2014/main" id="{0844EDD4-2BA4-AC6D-2BC2-3A27A1AAEEC0}"/>
                </a:ext>
              </a:extLst>
            </p:cNvPr>
            <p:cNvSpPr txBox="1"/>
            <p:nvPr userDrawn="1"/>
          </p:nvSpPr>
          <p:spPr>
            <a:xfrm>
              <a:off x="3211177" y="4260295"/>
              <a:ext cx="971930" cy="400110"/>
            </a:xfrm>
            <a:prstGeom prst="rect">
              <a:avLst/>
            </a:prstGeom>
            <a:noFill/>
            <a:ln>
              <a:noFill/>
            </a:ln>
          </p:spPr>
          <p:txBody>
            <a:bodyPr wrap="square" rtlCol="0">
              <a:spAutoFit/>
            </a:bodyPr>
            <a:lstStyle/>
            <a:p>
              <a:pPr algn="ctr"/>
              <a:r>
                <a:rPr lang="en-SG" sz="2000" b="1" dirty="0">
                  <a:solidFill>
                    <a:srgbClr val="2F3C7E"/>
                  </a:solidFill>
                </a:rPr>
                <a:t>MAP</a:t>
              </a:r>
            </a:p>
          </p:txBody>
        </p:sp>
      </p:grpSp>
      <p:pic>
        <p:nvPicPr>
          <p:cNvPr id="179" name="Picture 178">
            <a:extLst>
              <a:ext uri="{FF2B5EF4-FFF2-40B4-BE49-F238E27FC236}">
                <a16:creationId xmlns:a16="http://schemas.microsoft.com/office/drawing/2014/main" id="{39BDF9B4-014C-1B7E-9C0B-923109F7E4B4}"/>
              </a:ext>
            </a:extLst>
          </p:cNvPr>
          <p:cNvPicPr>
            <a:picLocks noChangeAspect="1"/>
          </p:cNvPicPr>
          <p:nvPr/>
        </p:nvPicPr>
        <p:blipFill>
          <a:blip r:embed="rId6"/>
          <a:stretch>
            <a:fillRect/>
          </a:stretch>
        </p:blipFill>
        <p:spPr>
          <a:xfrm>
            <a:off x="311471" y="4332516"/>
            <a:ext cx="481978" cy="241890"/>
          </a:xfrm>
          <a:prstGeom prst="rect">
            <a:avLst/>
          </a:prstGeom>
          <a:ln>
            <a:noFill/>
          </a:ln>
        </p:spPr>
      </p:pic>
      <p:sp>
        <p:nvSpPr>
          <p:cNvPr id="180" name="TextBox 179">
            <a:extLst>
              <a:ext uri="{FF2B5EF4-FFF2-40B4-BE49-F238E27FC236}">
                <a16:creationId xmlns:a16="http://schemas.microsoft.com/office/drawing/2014/main" id="{7D87BFB0-B013-7095-54E2-0EF1EA472677}"/>
              </a:ext>
            </a:extLst>
          </p:cNvPr>
          <p:cNvSpPr txBox="1"/>
          <p:nvPr/>
        </p:nvSpPr>
        <p:spPr>
          <a:xfrm>
            <a:off x="-55288" y="4517775"/>
            <a:ext cx="1215496" cy="230832"/>
          </a:xfrm>
          <a:prstGeom prst="rect">
            <a:avLst/>
          </a:prstGeom>
          <a:noFill/>
          <a:ln>
            <a:noFill/>
          </a:ln>
        </p:spPr>
        <p:txBody>
          <a:bodyPr wrap="square" rtlCol="0">
            <a:spAutoFit/>
          </a:bodyPr>
          <a:lstStyle/>
          <a:p>
            <a:pPr algn="ctr"/>
            <a:r>
              <a:rPr lang="en-SG" sz="900" b="1" dirty="0">
                <a:solidFill>
                  <a:schemeClr val="tx2"/>
                </a:solidFill>
                <a:latin typeface="+mn-lt"/>
              </a:rPr>
              <a:t>Dragon Roller</a:t>
            </a:r>
          </a:p>
        </p:txBody>
      </p:sp>
      <p:pic>
        <p:nvPicPr>
          <p:cNvPr id="182" name="Picture 181">
            <a:extLst>
              <a:ext uri="{FF2B5EF4-FFF2-40B4-BE49-F238E27FC236}">
                <a16:creationId xmlns:a16="http://schemas.microsoft.com/office/drawing/2014/main" id="{DD48A7DA-16F6-7D05-6F50-0CF615F92E17}"/>
              </a:ext>
            </a:extLst>
          </p:cNvPr>
          <p:cNvPicPr>
            <a:picLocks noChangeAspect="1"/>
          </p:cNvPicPr>
          <p:nvPr/>
        </p:nvPicPr>
        <p:blipFill>
          <a:blip r:embed="rId7"/>
          <a:srcRect l="16117" r="13552"/>
          <a:stretch>
            <a:fillRect/>
          </a:stretch>
        </p:blipFill>
        <p:spPr>
          <a:xfrm>
            <a:off x="333490" y="4117766"/>
            <a:ext cx="334895" cy="476171"/>
          </a:xfrm>
          <a:prstGeom prst="rect">
            <a:avLst/>
          </a:prstGeom>
        </p:spPr>
      </p:pic>
      <p:sp>
        <p:nvSpPr>
          <p:cNvPr id="181" name="Rectangle: Rounded Corners 180">
            <a:extLst>
              <a:ext uri="{FF2B5EF4-FFF2-40B4-BE49-F238E27FC236}">
                <a16:creationId xmlns:a16="http://schemas.microsoft.com/office/drawing/2014/main" id="{18311ACF-3C70-9469-A62B-67676BC39262}"/>
              </a:ext>
            </a:extLst>
          </p:cNvPr>
          <p:cNvSpPr/>
          <p:nvPr/>
        </p:nvSpPr>
        <p:spPr>
          <a:xfrm>
            <a:off x="240605" y="4077528"/>
            <a:ext cx="528230" cy="178826"/>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b="1" dirty="0">
                <a:solidFill>
                  <a:schemeClr val="bg1"/>
                </a:solidFill>
                <a:latin typeface="+mj-lt"/>
              </a:rPr>
              <a:t>Start</a:t>
            </a:r>
            <a:endParaRPr lang="en-SG" sz="1400" b="1" dirty="0">
              <a:solidFill>
                <a:schemeClr val="bg1"/>
              </a:solidFill>
              <a:latin typeface="+mj-lt"/>
            </a:endParaRPr>
          </a:p>
        </p:txBody>
      </p:sp>
      <p:sp>
        <p:nvSpPr>
          <p:cNvPr id="183" name="Freeform: Shape 182">
            <a:extLst>
              <a:ext uri="{FF2B5EF4-FFF2-40B4-BE49-F238E27FC236}">
                <a16:creationId xmlns:a16="http://schemas.microsoft.com/office/drawing/2014/main" id="{17AD1818-B2EF-3891-B276-6A5CCBE1792E}"/>
              </a:ext>
            </a:extLst>
          </p:cNvPr>
          <p:cNvSpPr/>
          <p:nvPr/>
        </p:nvSpPr>
        <p:spPr>
          <a:xfrm>
            <a:off x="866009" y="4492657"/>
            <a:ext cx="963149" cy="163498"/>
          </a:xfrm>
          <a:custGeom>
            <a:avLst/>
            <a:gdLst>
              <a:gd name="connsiteX0" fmla="*/ 1763485 w 1763485"/>
              <a:gd name="connsiteY0" fmla="*/ 206829 h 299357"/>
              <a:gd name="connsiteX1" fmla="*/ 1540328 w 1763485"/>
              <a:gd name="connsiteY1" fmla="*/ 299357 h 299357"/>
              <a:gd name="connsiteX2" fmla="*/ 1409700 w 1763485"/>
              <a:gd name="connsiteY2" fmla="*/ 272143 h 299357"/>
              <a:gd name="connsiteX3" fmla="*/ 1322614 w 1763485"/>
              <a:gd name="connsiteY3" fmla="*/ 190500 h 299357"/>
              <a:gd name="connsiteX4" fmla="*/ 1306285 w 1763485"/>
              <a:gd name="connsiteY4" fmla="*/ 157843 h 299357"/>
              <a:gd name="connsiteX5" fmla="*/ 1284514 w 1763485"/>
              <a:gd name="connsiteY5" fmla="*/ 130629 h 299357"/>
              <a:gd name="connsiteX6" fmla="*/ 1273628 w 1763485"/>
              <a:gd name="connsiteY6" fmla="*/ 92529 h 299357"/>
              <a:gd name="connsiteX7" fmla="*/ 1268185 w 1763485"/>
              <a:gd name="connsiteY7" fmla="*/ 76200 h 299357"/>
              <a:gd name="connsiteX8" fmla="*/ 1191985 w 1763485"/>
              <a:gd name="connsiteY8" fmla="*/ 16329 h 299357"/>
              <a:gd name="connsiteX9" fmla="*/ 1028700 w 1763485"/>
              <a:gd name="connsiteY9" fmla="*/ 0 h 299357"/>
              <a:gd name="connsiteX10" fmla="*/ 849085 w 1763485"/>
              <a:gd name="connsiteY10" fmla="*/ 10886 h 299357"/>
              <a:gd name="connsiteX11" fmla="*/ 800100 w 1763485"/>
              <a:gd name="connsiteY11" fmla="*/ 43543 h 299357"/>
              <a:gd name="connsiteX12" fmla="*/ 685800 w 1763485"/>
              <a:gd name="connsiteY12" fmla="*/ 119743 h 299357"/>
              <a:gd name="connsiteX13" fmla="*/ 658585 w 1763485"/>
              <a:gd name="connsiteY13" fmla="*/ 136071 h 299357"/>
              <a:gd name="connsiteX14" fmla="*/ 544285 w 1763485"/>
              <a:gd name="connsiteY14" fmla="*/ 163286 h 299357"/>
              <a:gd name="connsiteX15" fmla="*/ 511628 w 1763485"/>
              <a:gd name="connsiteY15" fmla="*/ 174171 h 299357"/>
              <a:gd name="connsiteX16" fmla="*/ 255814 w 1763485"/>
              <a:gd name="connsiteY16" fmla="*/ 130629 h 299357"/>
              <a:gd name="connsiteX17" fmla="*/ 239485 w 1763485"/>
              <a:gd name="connsiteY17" fmla="*/ 119743 h 299357"/>
              <a:gd name="connsiteX18" fmla="*/ 217714 w 1763485"/>
              <a:gd name="connsiteY18" fmla="*/ 114300 h 299357"/>
              <a:gd name="connsiteX19" fmla="*/ 168728 w 1763485"/>
              <a:gd name="connsiteY19" fmla="*/ 76200 h 299357"/>
              <a:gd name="connsiteX20" fmla="*/ 54428 w 1763485"/>
              <a:gd name="connsiteY20" fmla="*/ 43543 h 299357"/>
              <a:gd name="connsiteX21" fmla="*/ 0 w 1763485"/>
              <a:gd name="connsiteY21" fmla="*/ 43543 h 29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3485" h="299357">
                <a:moveTo>
                  <a:pt x="1763485" y="206829"/>
                </a:moveTo>
                <a:cubicBezTo>
                  <a:pt x="1614475" y="277785"/>
                  <a:pt x="1689015" y="247316"/>
                  <a:pt x="1540328" y="299357"/>
                </a:cubicBezTo>
                <a:cubicBezTo>
                  <a:pt x="1496785" y="290286"/>
                  <a:pt x="1452266" y="285042"/>
                  <a:pt x="1409700" y="272143"/>
                </a:cubicBezTo>
                <a:cubicBezTo>
                  <a:pt x="1360103" y="257114"/>
                  <a:pt x="1349198" y="233034"/>
                  <a:pt x="1322614" y="190500"/>
                </a:cubicBezTo>
                <a:cubicBezTo>
                  <a:pt x="1316164" y="180179"/>
                  <a:pt x="1312819" y="168111"/>
                  <a:pt x="1306285" y="157843"/>
                </a:cubicBezTo>
                <a:cubicBezTo>
                  <a:pt x="1300048" y="148042"/>
                  <a:pt x="1291771" y="139700"/>
                  <a:pt x="1284514" y="130629"/>
                </a:cubicBezTo>
                <a:cubicBezTo>
                  <a:pt x="1280885" y="117929"/>
                  <a:pt x="1277423" y="105180"/>
                  <a:pt x="1273628" y="92529"/>
                </a:cubicBezTo>
                <a:cubicBezTo>
                  <a:pt x="1271979" y="87034"/>
                  <a:pt x="1271858" y="80608"/>
                  <a:pt x="1268185" y="76200"/>
                </a:cubicBezTo>
                <a:cubicBezTo>
                  <a:pt x="1250833" y="55378"/>
                  <a:pt x="1224333" y="20950"/>
                  <a:pt x="1191985" y="16329"/>
                </a:cubicBezTo>
                <a:cubicBezTo>
                  <a:pt x="1137835" y="8593"/>
                  <a:pt x="1028700" y="0"/>
                  <a:pt x="1028700" y="0"/>
                </a:cubicBezTo>
                <a:cubicBezTo>
                  <a:pt x="968828" y="3629"/>
                  <a:pt x="908007" y="-337"/>
                  <a:pt x="849085" y="10886"/>
                </a:cubicBezTo>
                <a:cubicBezTo>
                  <a:pt x="829807" y="14558"/>
                  <a:pt x="817184" y="33887"/>
                  <a:pt x="800100" y="43543"/>
                </a:cubicBezTo>
                <a:cubicBezTo>
                  <a:pt x="628196" y="140706"/>
                  <a:pt x="794349" y="29288"/>
                  <a:pt x="685800" y="119743"/>
                </a:cubicBezTo>
                <a:cubicBezTo>
                  <a:pt x="677673" y="126516"/>
                  <a:pt x="668445" y="132237"/>
                  <a:pt x="658585" y="136071"/>
                </a:cubicBezTo>
                <a:cubicBezTo>
                  <a:pt x="599918" y="158886"/>
                  <a:pt x="596861" y="156714"/>
                  <a:pt x="544285" y="163286"/>
                </a:cubicBezTo>
                <a:cubicBezTo>
                  <a:pt x="533399" y="166914"/>
                  <a:pt x="523087" y="174759"/>
                  <a:pt x="511628" y="174171"/>
                </a:cubicBezTo>
                <a:cubicBezTo>
                  <a:pt x="367189" y="166764"/>
                  <a:pt x="363109" y="161284"/>
                  <a:pt x="255814" y="130629"/>
                </a:cubicBezTo>
                <a:cubicBezTo>
                  <a:pt x="250371" y="127000"/>
                  <a:pt x="245498" y="122320"/>
                  <a:pt x="239485" y="119743"/>
                </a:cubicBezTo>
                <a:cubicBezTo>
                  <a:pt x="232609" y="116796"/>
                  <a:pt x="223003" y="119589"/>
                  <a:pt x="217714" y="114300"/>
                </a:cubicBezTo>
                <a:cubicBezTo>
                  <a:pt x="170934" y="67520"/>
                  <a:pt x="236527" y="87500"/>
                  <a:pt x="168728" y="76200"/>
                </a:cubicBezTo>
                <a:cubicBezTo>
                  <a:pt x="117113" y="55554"/>
                  <a:pt x="111054" y="48936"/>
                  <a:pt x="54428" y="43543"/>
                </a:cubicBezTo>
                <a:cubicBezTo>
                  <a:pt x="36367" y="41823"/>
                  <a:pt x="18143" y="43543"/>
                  <a:pt x="0" y="435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4" name="TextBox 183">
            <a:extLst>
              <a:ext uri="{FF2B5EF4-FFF2-40B4-BE49-F238E27FC236}">
                <a16:creationId xmlns:a16="http://schemas.microsoft.com/office/drawing/2014/main" id="{5DEC790F-D273-B6A7-3D4E-8E5E12960BE7}"/>
              </a:ext>
            </a:extLst>
          </p:cNvPr>
          <p:cNvSpPr txBox="1"/>
          <p:nvPr/>
        </p:nvSpPr>
        <p:spPr>
          <a:xfrm>
            <a:off x="1593259" y="4465991"/>
            <a:ext cx="1215496" cy="230832"/>
          </a:xfrm>
          <a:prstGeom prst="rect">
            <a:avLst/>
          </a:prstGeom>
          <a:noFill/>
          <a:ln>
            <a:noFill/>
          </a:ln>
        </p:spPr>
        <p:txBody>
          <a:bodyPr wrap="square" rtlCol="0">
            <a:spAutoFit/>
          </a:bodyPr>
          <a:lstStyle/>
          <a:p>
            <a:pPr algn="ctr"/>
            <a:r>
              <a:rPr lang="en-SG" sz="900" b="1" dirty="0">
                <a:solidFill>
                  <a:schemeClr val="tx2"/>
                </a:solidFill>
                <a:latin typeface="+mn-lt"/>
              </a:rPr>
              <a:t>Ben’s Place</a:t>
            </a:r>
          </a:p>
        </p:txBody>
      </p:sp>
      <p:pic>
        <p:nvPicPr>
          <p:cNvPr id="185" name="Picture 184">
            <a:extLst>
              <a:ext uri="{FF2B5EF4-FFF2-40B4-BE49-F238E27FC236}">
                <a16:creationId xmlns:a16="http://schemas.microsoft.com/office/drawing/2014/main" id="{F6825D36-DBCA-084E-C1C3-A5FEF2ABD24C}"/>
              </a:ext>
            </a:extLst>
          </p:cNvPr>
          <p:cNvPicPr>
            <a:picLocks noChangeAspect="1"/>
          </p:cNvPicPr>
          <p:nvPr/>
        </p:nvPicPr>
        <p:blipFill>
          <a:blip r:embed="rId8"/>
          <a:stretch>
            <a:fillRect/>
          </a:stretch>
        </p:blipFill>
        <p:spPr>
          <a:xfrm>
            <a:off x="1987937" y="4089700"/>
            <a:ext cx="395265" cy="395265"/>
          </a:xfrm>
          <a:prstGeom prst="rect">
            <a:avLst/>
          </a:prstGeom>
        </p:spPr>
      </p:pic>
      <p:pic>
        <p:nvPicPr>
          <p:cNvPr id="186" name="Picture 185">
            <a:extLst>
              <a:ext uri="{FF2B5EF4-FFF2-40B4-BE49-F238E27FC236}">
                <a16:creationId xmlns:a16="http://schemas.microsoft.com/office/drawing/2014/main" id="{32BC0811-6C03-725C-881A-44BA45AA9476}"/>
              </a:ext>
            </a:extLst>
          </p:cNvPr>
          <p:cNvPicPr>
            <a:picLocks noChangeAspect="1"/>
          </p:cNvPicPr>
          <p:nvPr/>
        </p:nvPicPr>
        <p:blipFill>
          <a:blip r:embed="rId9"/>
          <a:stretch>
            <a:fillRect/>
          </a:stretch>
        </p:blipFill>
        <p:spPr>
          <a:xfrm>
            <a:off x="3188167" y="4336996"/>
            <a:ext cx="498554" cy="498554"/>
          </a:xfrm>
          <a:prstGeom prst="rect">
            <a:avLst/>
          </a:prstGeom>
        </p:spPr>
      </p:pic>
      <p:pic>
        <p:nvPicPr>
          <p:cNvPr id="187" name="Picture 186" descr="A blue arrows pointing to a cross&#10;&#10;AI-generated content may be incorrect.">
            <a:extLst>
              <a:ext uri="{FF2B5EF4-FFF2-40B4-BE49-F238E27FC236}">
                <a16:creationId xmlns:a16="http://schemas.microsoft.com/office/drawing/2014/main" id="{69E69E71-D36F-905E-A819-B53E50107C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38957" y="3460084"/>
            <a:ext cx="436233" cy="436233"/>
          </a:xfrm>
          <a:prstGeom prst="rect">
            <a:avLst/>
          </a:prstGeom>
        </p:spPr>
      </p:pic>
      <p:sp>
        <p:nvSpPr>
          <p:cNvPr id="188" name="TextBox 187">
            <a:extLst>
              <a:ext uri="{FF2B5EF4-FFF2-40B4-BE49-F238E27FC236}">
                <a16:creationId xmlns:a16="http://schemas.microsoft.com/office/drawing/2014/main" id="{8AFD42A9-9D44-D467-F9AD-B6EBF8583FAA}"/>
              </a:ext>
            </a:extLst>
          </p:cNvPr>
          <p:cNvSpPr txBox="1"/>
          <p:nvPr/>
        </p:nvSpPr>
        <p:spPr>
          <a:xfrm>
            <a:off x="2808755" y="4797842"/>
            <a:ext cx="1215496" cy="230832"/>
          </a:xfrm>
          <a:prstGeom prst="rect">
            <a:avLst/>
          </a:prstGeom>
          <a:noFill/>
          <a:ln>
            <a:noFill/>
          </a:ln>
        </p:spPr>
        <p:txBody>
          <a:bodyPr wrap="square" rtlCol="0">
            <a:spAutoFit/>
          </a:bodyPr>
          <a:lstStyle/>
          <a:p>
            <a:pPr algn="ctr"/>
            <a:r>
              <a:rPr lang="en-SG" sz="900" b="1" dirty="0">
                <a:solidFill>
                  <a:schemeClr val="tx2"/>
                </a:solidFill>
                <a:latin typeface="+mn-lt"/>
              </a:rPr>
              <a:t>Musical B’</a:t>
            </a:r>
          </a:p>
        </p:txBody>
      </p:sp>
      <p:sp>
        <p:nvSpPr>
          <p:cNvPr id="189" name="Freeform: Shape 188">
            <a:extLst>
              <a:ext uri="{FF2B5EF4-FFF2-40B4-BE49-F238E27FC236}">
                <a16:creationId xmlns:a16="http://schemas.microsoft.com/office/drawing/2014/main" id="{0532707B-8B1C-E1D6-6A21-7E7E97F77A0B}"/>
              </a:ext>
            </a:extLst>
          </p:cNvPr>
          <p:cNvSpPr/>
          <p:nvPr/>
        </p:nvSpPr>
        <p:spPr>
          <a:xfrm>
            <a:off x="2579018" y="4635470"/>
            <a:ext cx="514883" cy="295373"/>
          </a:xfrm>
          <a:custGeom>
            <a:avLst/>
            <a:gdLst>
              <a:gd name="connsiteX0" fmla="*/ 10910 w 1034167"/>
              <a:gd name="connsiteY0" fmla="*/ 0 h 593271"/>
              <a:gd name="connsiteX1" fmla="*/ 24 w 1034167"/>
              <a:gd name="connsiteY1" fmla="*/ 27214 h 593271"/>
              <a:gd name="connsiteX2" fmla="*/ 32681 w 1034167"/>
              <a:gd name="connsiteY2" fmla="*/ 141514 h 593271"/>
              <a:gd name="connsiteX3" fmla="*/ 119767 w 1034167"/>
              <a:gd name="connsiteY3" fmla="*/ 217714 h 593271"/>
              <a:gd name="connsiteX4" fmla="*/ 185081 w 1034167"/>
              <a:gd name="connsiteY4" fmla="*/ 250371 h 593271"/>
              <a:gd name="connsiteX5" fmla="*/ 283053 w 1034167"/>
              <a:gd name="connsiteY5" fmla="*/ 288471 h 593271"/>
              <a:gd name="connsiteX6" fmla="*/ 402796 w 1034167"/>
              <a:gd name="connsiteY6" fmla="*/ 293914 h 593271"/>
              <a:gd name="connsiteX7" fmla="*/ 604181 w 1034167"/>
              <a:gd name="connsiteY7" fmla="*/ 353786 h 593271"/>
              <a:gd name="connsiteX8" fmla="*/ 615067 w 1034167"/>
              <a:gd name="connsiteY8" fmla="*/ 370114 h 593271"/>
              <a:gd name="connsiteX9" fmla="*/ 631396 w 1034167"/>
              <a:gd name="connsiteY9" fmla="*/ 429986 h 593271"/>
              <a:gd name="connsiteX10" fmla="*/ 642281 w 1034167"/>
              <a:gd name="connsiteY10" fmla="*/ 533400 h 593271"/>
              <a:gd name="connsiteX11" fmla="*/ 680381 w 1034167"/>
              <a:gd name="connsiteY11" fmla="*/ 555171 h 593271"/>
              <a:gd name="connsiteX12" fmla="*/ 778353 w 1034167"/>
              <a:gd name="connsiteY12" fmla="*/ 593271 h 593271"/>
              <a:gd name="connsiteX13" fmla="*/ 881767 w 1034167"/>
              <a:gd name="connsiteY13" fmla="*/ 587829 h 593271"/>
              <a:gd name="connsiteX14" fmla="*/ 930753 w 1034167"/>
              <a:gd name="connsiteY14" fmla="*/ 549729 h 593271"/>
              <a:gd name="connsiteX15" fmla="*/ 1034167 w 1034167"/>
              <a:gd name="connsiteY15" fmla="*/ 538843 h 59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4167" h="593271">
                <a:moveTo>
                  <a:pt x="10910" y="0"/>
                </a:moveTo>
                <a:cubicBezTo>
                  <a:pt x="7281" y="9071"/>
                  <a:pt x="-490" y="17457"/>
                  <a:pt x="24" y="27214"/>
                </a:cubicBezTo>
                <a:cubicBezTo>
                  <a:pt x="423" y="34790"/>
                  <a:pt x="16134" y="123225"/>
                  <a:pt x="32681" y="141514"/>
                </a:cubicBezTo>
                <a:cubicBezTo>
                  <a:pt x="58560" y="170117"/>
                  <a:pt x="85267" y="200464"/>
                  <a:pt x="119767" y="217714"/>
                </a:cubicBezTo>
                <a:cubicBezTo>
                  <a:pt x="141538" y="228600"/>
                  <a:pt x="164016" y="238175"/>
                  <a:pt x="185081" y="250371"/>
                </a:cubicBezTo>
                <a:cubicBezTo>
                  <a:pt x="244050" y="284512"/>
                  <a:pt x="202154" y="281117"/>
                  <a:pt x="283053" y="288471"/>
                </a:cubicBezTo>
                <a:cubicBezTo>
                  <a:pt x="322844" y="292088"/>
                  <a:pt x="362882" y="292100"/>
                  <a:pt x="402796" y="293914"/>
                </a:cubicBezTo>
                <a:cubicBezTo>
                  <a:pt x="506337" y="314622"/>
                  <a:pt x="542016" y="298529"/>
                  <a:pt x="604181" y="353786"/>
                </a:cubicBezTo>
                <a:cubicBezTo>
                  <a:pt x="609070" y="358132"/>
                  <a:pt x="611438" y="364671"/>
                  <a:pt x="615067" y="370114"/>
                </a:cubicBezTo>
                <a:cubicBezTo>
                  <a:pt x="623153" y="394372"/>
                  <a:pt x="628319" y="405367"/>
                  <a:pt x="631396" y="429986"/>
                </a:cubicBezTo>
                <a:cubicBezTo>
                  <a:pt x="635695" y="464380"/>
                  <a:pt x="629650" y="501121"/>
                  <a:pt x="642281" y="533400"/>
                </a:cubicBezTo>
                <a:cubicBezTo>
                  <a:pt x="647611" y="547021"/>
                  <a:pt x="667298" y="548630"/>
                  <a:pt x="680381" y="555171"/>
                </a:cubicBezTo>
                <a:cubicBezTo>
                  <a:pt x="737030" y="583496"/>
                  <a:pt x="728360" y="578988"/>
                  <a:pt x="778353" y="593271"/>
                </a:cubicBezTo>
                <a:lnTo>
                  <a:pt x="881767" y="587829"/>
                </a:lnTo>
                <a:cubicBezTo>
                  <a:pt x="901657" y="582146"/>
                  <a:pt x="910209" y="552146"/>
                  <a:pt x="930753" y="549729"/>
                </a:cubicBezTo>
                <a:cubicBezTo>
                  <a:pt x="1026885" y="538419"/>
                  <a:pt x="992226" y="538843"/>
                  <a:pt x="1034167" y="5388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90" name="Group 189">
            <a:extLst>
              <a:ext uri="{FF2B5EF4-FFF2-40B4-BE49-F238E27FC236}">
                <a16:creationId xmlns:a16="http://schemas.microsoft.com/office/drawing/2014/main" id="{16DAC362-81D5-572C-358B-B85F494F8721}"/>
              </a:ext>
            </a:extLst>
          </p:cNvPr>
          <p:cNvGrpSpPr/>
          <p:nvPr/>
        </p:nvGrpSpPr>
        <p:grpSpPr>
          <a:xfrm>
            <a:off x="3292671" y="3814432"/>
            <a:ext cx="694843" cy="422359"/>
            <a:chOff x="7620370" y="4729264"/>
            <a:chExt cx="1014010" cy="616364"/>
          </a:xfrm>
        </p:grpSpPr>
        <p:pic>
          <p:nvPicPr>
            <p:cNvPr id="191" name="Picture 190">
              <a:extLst>
                <a:ext uri="{FF2B5EF4-FFF2-40B4-BE49-F238E27FC236}">
                  <a16:creationId xmlns:a16="http://schemas.microsoft.com/office/drawing/2014/main" id="{1727E192-32AC-CECD-516C-BC218EEBD987}"/>
                </a:ext>
              </a:extLst>
            </p:cNvPr>
            <p:cNvPicPr>
              <a:picLocks noChangeAspect="1"/>
            </p:cNvPicPr>
            <p:nvPr/>
          </p:nvPicPr>
          <p:blipFill>
            <a:blip r:embed="rId10"/>
            <a:stretch>
              <a:fillRect/>
            </a:stretch>
          </p:blipFill>
          <p:spPr>
            <a:xfrm>
              <a:off x="7884122" y="4729264"/>
              <a:ext cx="446487" cy="446487"/>
            </a:xfrm>
            <a:prstGeom prst="rect">
              <a:avLst/>
            </a:prstGeom>
          </p:spPr>
        </p:pic>
        <p:sp>
          <p:nvSpPr>
            <p:cNvPr id="192" name="TextBox 191">
              <a:extLst>
                <a:ext uri="{FF2B5EF4-FFF2-40B4-BE49-F238E27FC236}">
                  <a16:creationId xmlns:a16="http://schemas.microsoft.com/office/drawing/2014/main" id="{BAB516FB-1AE0-6B2E-8E99-A7A19D51703E}"/>
                </a:ext>
              </a:extLst>
            </p:cNvPr>
            <p:cNvSpPr txBox="1"/>
            <p:nvPr/>
          </p:nvSpPr>
          <p:spPr>
            <a:xfrm>
              <a:off x="7620370" y="5114796"/>
              <a:ext cx="1014010" cy="230832"/>
            </a:xfrm>
            <a:prstGeom prst="rect">
              <a:avLst/>
            </a:prstGeom>
            <a:noFill/>
            <a:ln>
              <a:noFill/>
            </a:ln>
          </p:spPr>
          <p:txBody>
            <a:bodyPr wrap="square" rtlCol="0">
              <a:spAutoFit/>
            </a:bodyPr>
            <a:lstStyle/>
            <a:p>
              <a:pPr algn="ctr"/>
              <a:r>
                <a:rPr lang="en-SG" sz="900" b="1" dirty="0">
                  <a:solidFill>
                    <a:schemeClr val="tx2"/>
                  </a:solidFill>
                  <a:latin typeface="+mn-lt"/>
                </a:rPr>
                <a:t>Entrance</a:t>
              </a:r>
              <a:endParaRPr lang="en-SG" sz="1400" b="1" dirty="0">
                <a:solidFill>
                  <a:schemeClr val="tx2"/>
                </a:solidFill>
                <a:latin typeface="+mn-lt"/>
              </a:endParaRPr>
            </a:p>
          </p:txBody>
        </p:sp>
      </p:grpSp>
      <p:sp>
        <p:nvSpPr>
          <p:cNvPr id="194" name="Freeform: Shape 193">
            <a:extLst>
              <a:ext uri="{FF2B5EF4-FFF2-40B4-BE49-F238E27FC236}">
                <a16:creationId xmlns:a16="http://schemas.microsoft.com/office/drawing/2014/main" id="{98F9AAA2-C469-C158-AC6F-4CA7E6E3E057}"/>
              </a:ext>
            </a:extLst>
          </p:cNvPr>
          <p:cNvSpPr/>
          <p:nvPr/>
        </p:nvSpPr>
        <p:spPr>
          <a:xfrm>
            <a:off x="3129527" y="4287772"/>
            <a:ext cx="89015" cy="347698"/>
          </a:xfrm>
          <a:custGeom>
            <a:avLst/>
            <a:gdLst>
              <a:gd name="connsiteX0" fmla="*/ 69058 w 69096"/>
              <a:gd name="connsiteY0" fmla="*/ 281214 h 281214"/>
              <a:gd name="connsiteX1" fmla="*/ 50915 w 69096"/>
              <a:gd name="connsiteY1" fmla="*/ 234043 h 281214"/>
              <a:gd name="connsiteX2" fmla="*/ 30958 w 69096"/>
              <a:gd name="connsiteY2" fmla="*/ 195943 h 281214"/>
              <a:gd name="connsiteX3" fmla="*/ 18258 w 69096"/>
              <a:gd name="connsiteY3" fmla="*/ 177800 h 281214"/>
              <a:gd name="connsiteX4" fmla="*/ 3743 w 69096"/>
              <a:gd name="connsiteY4" fmla="*/ 154214 h 281214"/>
              <a:gd name="connsiteX5" fmla="*/ 20072 w 69096"/>
              <a:gd name="connsiteY5" fmla="*/ 127000 h 281214"/>
              <a:gd name="connsiteX6" fmla="*/ 32772 w 69096"/>
              <a:gd name="connsiteY6" fmla="*/ 107043 h 281214"/>
              <a:gd name="connsiteX7" fmla="*/ 40029 w 69096"/>
              <a:gd name="connsiteY7" fmla="*/ 101600 h 281214"/>
              <a:gd name="connsiteX8" fmla="*/ 56358 w 69096"/>
              <a:gd name="connsiteY8" fmla="*/ 85272 h 281214"/>
              <a:gd name="connsiteX9" fmla="*/ 58172 w 69096"/>
              <a:gd name="connsiteY9" fmla="*/ 78014 h 281214"/>
              <a:gd name="connsiteX10" fmla="*/ 69058 w 69096"/>
              <a:gd name="connsiteY10" fmla="*/ 76200 h 281214"/>
              <a:gd name="connsiteX11" fmla="*/ 59986 w 69096"/>
              <a:gd name="connsiteY11" fmla="*/ 47172 h 281214"/>
              <a:gd name="connsiteX12" fmla="*/ 56358 w 69096"/>
              <a:gd name="connsiteY12" fmla="*/ 38100 h 281214"/>
              <a:gd name="connsiteX13" fmla="*/ 54543 w 69096"/>
              <a:gd name="connsiteY13" fmla="*/ 30843 h 281214"/>
              <a:gd name="connsiteX14" fmla="*/ 43658 w 69096"/>
              <a:gd name="connsiteY14" fmla="*/ 18143 h 281214"/>
              <a:gd name="connsiteX15" fmla="*/ 38215 w 69096"/>
              <a:gd name="connsiteY15" fmla="*/ 9072 h 281214"/>
              <a:gd name="connsiteX16" fmla="*/ 30958 w 69096"/>
              <a:gd name="connsiteY16" fmla="*/ 0 h 28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9096" h="281214">
                <a:moveTo>
                  <a:pt x="69058" y="281214"/>
                </a:moveTo>
                <a:cubicBezTo>
                  <a:pt x="64847" y="260170"/>
                  <a:pt x="67045" y="267916"/>
                  <a:pt x="50915" y="234043"/>
                </a:cubicBezTo>
                <a:cubicBezTo>
                  <a:pt x="44751" y="221099"/>
                  <a:pt x="38157" y="208341"/>
                  <a:pt x="30958" y="195943"/>
                </a:cubicBezTo>
                <a:cubicBezTo>
                  <a:pt x="27251" y="189559"/>
                  <a:pt x="22001" y="184163"/>
                  <a:pt x="18258" y="177800"/>
                </a:cubicBezTo>
                <a:cubicBezTo>
                  <a:pt x="1704" y="149659"/>
                  <a:pt x="25250" y="180021"/>
                  <a:pt x="3743" y="154214"/>
                </a:cubicBezTo>
                <a:cubicBezTo>
                  <a:pt x="-3793" y="135373"/>
                  <a:pt x="-724" y="151262"/>
                  <a:pt x="20072" y="127000"/>
                </a:cubicBezTo>
                <a:cubicBezTo>
                  <a:pt x="25204" y="121013"/>
                  <a:pt x="27900" y="113243"/>
                  <a:pt x="32772" y="107043"/>
                </a:cubicBezTo>
                <a:cubicBezTo>
                  <a:pt x="34640" y="104665"/>
                  <a:pt x="37891" y="103738"/>
                  <a:pt x="40029" y="101600"/>
                </a:cubicBezTo>
                <a:cubicBezTo>
                  <a:pt x="64851" y="76778"/>
                  <a:pt x="17305" y="117814"/>
                  <a:pt x="56358" y="85272"/>
                </a:cubicBezTo>
                <a:cubicBezTo>
                  <a:pt x="56963" y="82853"/>
                  <a:pt x="56143" y="79464"/>
                  <a:pt x="58172" y="78014"/>
                </a:cubicBezTo>
                <a:cubicBezTo>
                  <a:pt x="61165" y="75876"/>
                  <a:pt x="68842" y="79872"/>
                  <a:pt x="69058" y="76200"/>
                </a:cubicBezTo>
                <a:cubicBezTo>
                  <a:pt x="69653" y="66080"/>
                  <a:pt x="63192" y="56789"/>
                  <a:pt x="59986" y="47172"/>
                </a:cubicBezTo>
                <a:cubicBezTo>
                  <a:pt x="58956" y="44082"/>
                  <a:pt x="57388" y="41190"/>
                  <a:pt x="56358" y="38100"/>
                </a:cubicBezTo>
                <a:cubicBezTo>
                  <a:pt x="55569" y="35734"/>
                  <a:pt x="55882" y="32947"/>
                  <a:pt x="54543" y="30843"/>
                </a:cubicBezTo>
                <a:cubicBezTo>
                  <a:pt x="51550" y="26139"/>
                  <a:pt x="47003" y="22603"/>
                  <a:pt x="43658" y="18143"/>
                </a:cubicBezTo>
                <a:cubicBezTo>
                  <a:pt x="41542" y="15322"/>
                  <a:pt x="40237" y="11961"/>
                  <a:pt x="38215" y="9072"/>
                </a:cubicBezTo>
                <a:cubicBezTo>
                  <a:pt x="35994" y="5900"/>
                  <a:pt x="30958" y="0"/>
                  <a:pt x="30958" y="0"/>
                </a:cubicBezTo>
              </a:path>
            </a:pathLst>
          </a:custGeom>
          <a:noFill/>
          <a:ln w="7620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95" name="Picture 194">
            <a:extLst>
              <a:ext uri="{FF2B5EF4-FFF2-40B4-BE49-F238E27FC236}">
                <a16:creationId xmlns:a16="http://schemas.microsoft.com/office/drawing/2014/main" id="{511A3BED-FF37-D636-2438-6612F4EFA4A8}"/>
              </a:ext>
            </a:extLst>
          </p:cNvPr>
          <p:cNvPicPr>
            <a:picLocks noChangeAspect="1"/>
          </p:cNvPicPr>
          <p:nvPr/>
        </p:nvPicPr>
        <p:blipFill>
          <a:blip r:embed="rId11"/>
          <a:stretch>
            <a:fillRect/>
          </a:stretch>
        </p:blipFill>
        <p:spPr>
          <a:xfrm>
            <a:off x="2894704" y="3874881"/>
            <a:ext cx="300215" cy="300215"/>
          </a:xfrm>
          <a:prstGeom prst="rect">
            <a:avLst/>
          </a:prstGeom>
        </p:spPr>
      </p:pic>
      <p:sp>
        <p:nvSpPr>
          <p:cNvPr id="196" name="TextBox 195">
            <a:extLst>
              <a:ext uri="{FF2B5EF4-FFF2-40B4-BE49-F238E27FC236}">
                <a16:creationId xmlns:a16="http://schemas.microsoft.com/office/drawing/2014/main" id="{23918930-67E5-99CA-4B2B-3B88A5C522D8}"/>
              </a:ext>
            </a:extLst>
          </p:cNvPr>
          <p:cNvSpPr txBox="1"/>
          <p:nvPr/>
        </p:nvSpPr>
        <p:spPr>
          <a:xfrm>
            <a:off x="2334031" y="4107623"/>
            <a:ext cx="1215496" cy="230832"/>
          </a:xfrm>
          <a:prstGeom prst="rect">
            <a:avLst/>
          </a:prstGeom>
          <a:noFill/>
          <a:ln>
            <a:noFill/>
          </a:ln>
        </p:spPr>
        <p:txBody>
          <a:bodyPr wrap="square" rtlCol="0">
            <a:spAutoFit/>
          </a:bodyPr>
          <a:lstStyle/>
          <a:p>
            <a:pPr algn="ctr"/>
            <a:r>
              <a:rPr lang="en-SG" sz="900" b="1" dirty="0">
                <a:solidFill>
                  <a:schemeClr val="tx2"/>
                </a:solidFill>
                <a:latin typeface="+mn-lt"/>
              </a:rPr>
              <a:t>Cirque Du Luna</a:t>
            </a:r>
          </a:p>
        </p:txBody>
      </p:sp>
      <p:sp>
        <p:nvSpPr>
          <p:cNvPr id="197" name="TextBox 196">
            <a:extLst>
              <a:ext uri="{FF2B5EF4-FFF2-40B4-BE49-F238E27FC236}">
                <a16:creationId xmlns:a16="http://schemas.microsoft.com/office/drawing/2014/main" id="{F1DEA004-A04A-16EA-D638-79F19F83AFF0}"/>
              </a:ext>
            </a:extLst>
          </p:cNvPr>
          <p:cNvSpPr txBox="1"/>
          <p:nvPr/>
        </p:nvSpPr>
        <p:spPr>
          <a:xfrm>
            <a:off x="886077" y="4622269"/>
            <a:ext cx="726297" cy="215444"/>
          </a:xfrm>
          <a:prstGeom prst="rect">
            <a:avLst/>
          </a:prstGeom>
          <a:noFill/>
          <a:ln>
            <a:noFill/>
          </a:ln>
        </p:spPr>
        <p:txBody>
          <a:bodyPr wrap="square" rtlCol="0">
            <a:spAutoFit/>
          </a:bodyPr>
          <a:lstStyle/>
          <a:p>
            <a:pPr algn="ctr"/>
            <a:r>
              <a:rPr lang="en-SG" sz="800" dirty="0">
                <a:solidFill>
                  <a:schemeClr val="tx2"/>
                </a:solidFill>
              </a:rPr>
              <a:t>~ 20 mins</a:t>
            </a:r>
            <a:endParaRPr lang="en-SG" sz="800" dirty="0">
              <a:solidFill>
                <a:schemeClr val="tx2"/>
              </a:solidFill>
              <a:latin typeface="+mn-lt"/>
            </a:endParaRPr>
          </a:p>
        </p:txBody>
      </p:sp>
      <p:pic>
        <p:nvPicPr>
          <p:cNvPr id="198" name="Picture 197" descr="A person walking on a black background&#10;&#10;AI-generated content may be incorrect.">
            <a:extLst>
              <a:ext uri="{FF2B5EF4-FFF2-40B4-BE49-F238E27FC236}">
                <a16:creationId xmlns:a16="http://schemas.microsoft.com/office/drawing/2014/main" id="{B16E688B-E92D-8699-95B2-41C6CF5FA18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451983" y="4635351"/>
            <a:ext cx="162491" cy="162491"/>
          </a:xfrm>
          <a:prstGeom prst="rect">
            <a:avLst/>
          </a:prstGeom>
        </p:spPr>
      </p:pic>
      <p:sp>
        <p:nvSpPr>
          <p:cNvPr id="199" name="Rectangle: Rounded Corners 198">
            <a:extLst>
              <a:ext uri="{FF2B5EF4-FFF2-40B4-BE49-F238E27FC236}">
                <a16:creationId xmlns:a16="http://schemas.microsoft.com/office/drawing/2014/main" id="{13C1938D-A224-3CCF-8A48-E039D556DC44}"/>
              </a:ext>
            </a:extLst>
          </p:cNvPr>
          <p:cNvSpPr/>
          <p:nvPr/>
        </p:nvSpPr>
        <p:spPr>
          <a:xfrm>
            <a:off x="991073" y="4537282"/>
            <a:ext cx="523791" cy="136964"/>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2.4 KM</a:t>
            </a:r>
          </a:p>
        </p:txBody>
      </p:sp>
      <p:sp>
        <p:nvSpPr>
          <p:cNvPr id="200" name="TextBox 199">
            <a:extLst>
              <a:ext uri="{FF2B5EF4-FFF2-40B4-BE49-F238E27FC236}">
                <a16:creationId xmlns:a16="http://schemas.microsoft.com/office/drawing/2014/main" id="{5E316900-63A3-1345-052E-36A38D4A0624}"/>
              </a:ext>
            </a:extLst>
          </p:cNvPr>
          <p:cNvSpPr txBox="1"/>
          <p:nvPr/>
        </p:nvSpPr>
        <p:spPr>
          <a:xfrm>
            <a:off x="2175919" y="4949975"/>
            <a:ext cx="726297" cy="215444"/>
          </a:xfrm>
          <a:prstGeom prst="rect">
            <a:avLst/>
          </a:prstGeom>
          <a:noFill/>
          <a:ln>
            <a:noFill/>
          </a:ln>
        </p:spPr>
        <p:txBody>
          <a:bodyPr wrap="square" rtlCol="0">
            <a:spAutoFit/>
          </a:bodyPr>
          <a:lstStyle/>
          <a:p>
            <a:pPr algn="ctr"/>
            <a:r>
              <a:rPr lang="en-SG" sz="800" dirty="0">
                <a:solidFill>
                  <a:schemeClr val="tx2"/>
                </a:solidFill>
              </a:rPr>
              <a:t>~ 7.5 mins</a:t>
            </a:r>
            <a:endParaRPr lang="en-SG" sz="800" dirty="0">
              <a:solidFill>
                <a:schemeClr val="tx2"/>
              </a:solidFill>
              <a:latin typeface="+mn-lt"/>
            </a:endParaRPr>
          </a:p>
        </p:txBody>
      </p:sp>
      <p:pic>
        <p:nvPicPr>
          <p:cNvPr id="201" name="Picture 200" descr="A person walking on a black background&#10;&#10;AI-generated content may be incorrect.">
            <a:extLst>
              <a:ext uri="{FF2B5EF4-FFF2-40B4-BE49-F238E27FC236}">
                <a16:creationId xmlns:a16="http://schemas.microsoft.com/office/drawing/2014/main" id="{E32203EF-1A07-B073-5C95-93DDC4E677D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741825" y="4963057"/>
            <a:ext cx="162491" cy="162491"/>
          </a:xfrm>
          <a:prstGeom prst="rect">
            <a:avLst/>
          </a:prstGeom>
        </p:spPr>
      </p:pic>
      <p:sp>
        <p:nvSpPr>
          <p:cNvPr id="202" name="Rectangle: Rounded Corners 201">
            <a:extLst>
              <a:ext uri="{FF2B5EF4-FFF2-40B4-BE49-F238E27FC236}">
                <a16:creationId xmlns:a16="http://schemas.microsoft.com/office/drawing/2014/main" id="{7950E908-9BDC-4530-6430-C3395C314DDD}"/>
              </a:ext>
            </a:extLst>
          </p:cNvPr>
          <p:cNvSpPr/>
          <p:nvPr/>
        </p:nvSpPr>
        <p:spPr>
          <a:xfrm>
            <a:off x="2294659" y="4883478"/>
            <a:ext cx="496137" cy="120893"/>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800 m</a:t>
            </a:r>
          </a:p>
        </p:txBody>
      </p:sp>
      <p:sp>
        <p:nvSpPr>
          <p:cNvPr id="203" name="TextBox 202">
            <a:extLst>
              <a:ext uri="{FF2B5EF4-FFF2-40B4-BE49-F238E27FC236}">
                <a16:creationId xmlns:a16="http://schemas.microsoft.com/office/drawing/2014/main" id="{78019AE4-8804-A44B-0AF5-7BD719E4F3B2}"/>
              </a:ext>
            </a:extLst>
          </p:cNvPr>
          <p:cNvSpPr txBox="1"/>
          <p:nvPr/>
        </p:nvSpPr>
        <p:spPr>
          <a:xfrm>
            <a:off x="2575917" y="4477314"/>
            <a:ext cx="726297" cy="215444"/>
          </a:xfrm>
          <a:prstGeom prst="rect">
            <a:avLst/>
          </a:prstGeom>
          <a:noFill/>
          <a:ln>
            <a:noFill/>
          </a:ln>
        </p:spPr>
        <p:txBody>
          <a:bodyPr wrap="square" rtlCol="0">
            <a:spAutoFit/>
          </a:bodyPr>
          <a:lstStyle/>
          <a:p>
            <a:pPr algn="ctr"/>
            <a:r>
              <a:rPr lang="en-SG" sz="800" dirty="0">
                <a:solidFill>
                  <a:schemeClr val="tx2"/>
                </a:solidFill>
              </a:rPr>
              <a:t>~ 3 mins</a:t>
            </a:r>
            <a:endParaRPr lang="en-SG" sz="800" dirty="0">
              <a:solidFill>
                <a:schemeClr val="tx2"/>
              </a:solidFill>
              <a:latin typeface="+mn-lt"/>
            </a:endParaRPr>
          </a:p>
        </p:txBody>
      </p:sp>
      <p:pic>
        <p:nvPicPr>
          <p:cNvPr id="204" name="Picture 203" descr="A person walking on a black background&#10;&#10;AI-generated content may be incorrect.">
            <a:extLst>
              <a:ext uri="{FF2B5EF4-FFF2-40B4-BE49-F238E27FC236}">
                <a16:creationId xmlns:a16="http://schemas.microsoft.com/office/drawing/2014/main" id="{6706D352-F550-FC9A-A840-DD999F770A4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094371" y="4477314"/>
            <a:ext cx="162491" cy="162491"/>
          </a:xfrm>
          <a:prstGeom prst="rect">
            <a:avLst/>
          </a:prstGeom>
        </p:spPr>
      </p:pic>
      <p:sp>
        <p:nvSpPr>
          <p:cNvPr id="205" name="Rectangle: Rounded Corners 204">
            <a:extLst>
              <a:ext uri="{FF2B5EF4-FFF2-40B4-BE49-F238E27FC236}">
                <a16:creationId xmlns:a16="http://schemas.microsoft.com/office/drawing/2014/main" id="{6D05CA94-FCD1-A4AE-201D-D26FBBB5B828}"/>
              </a:ext>
            </a:extLst>
          </p:cNvPr>
          <p:cNvSpPr/>
          <p:nvPr/>
        </p:nvSpPr>
        <p:spPr>
          <a:xfrm>
            <a:off x="2661348" y="4417704"/>
            <a:ext cx="477651" cy="107619"/>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200m</a:t>
            </a:r>
          </a:p>
        </p:txBody>
      </p:sp>
      <p:sp>
        <p:nvSpPr>
          <p:cNvPr id="206" name="Rectangle 205">
            <a:extLst>
              <a:ext uri="{FF2B5EF4-FFF2-40B4-BE49-F238E27FC236}">
                <a16:creationId xmlns:a16="http://schemas.microsoft.com/office/drawing/2014/main" id="{EE331AB4-4648-B95A-791B-7974879E4082}"/>
              </a:ext>
            </a:extLst>
          </p:cNvPr>
          <p:cNvSpPr/>
          <p:nvPr/>
        </p:nvSpPr>
        <p:spPr>
          <a:xfrm>
            <a:off x="4331062" y="1548959"/>
            <a:ext cx="3497722" cy="532029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08" name="TextBox 207">
            <a:extLst>
              <a:ext uri="{FF2B5EF4-FFF2-40B4-BE49-F238E27FC236}">
                <a16:creationId xmlns:a16="http://schemas.microsoft.com/office/drawing/2014/main" id="{58BDFA9D-038B-2CF2-164F-D3C1D0C9E3A5}"/>
              </a:ext>
            </a:extLst>
          </p:cNvPr>
          <p:cNvSpPr txBox="1"/>
          <p:nvPr/>
        </p:nvSpPr>
        <p:spPr>
          <a:xfrm>
            <a:off x="4288775" y="1656681"/>
            <a:ext cx="784830" cy="369332"/>
          </a:xfrm>
          <a:prstGeom prst="rect">
            <a:avLst/>
          </a:prstGeom>
          <a:noFill/>
        </p:spPr>
        <p:txBody>
          <a:bodyPr wrap="none" rtlCol="0">
            <a:spAutoFit/>
          </a:bodyPr>
          <a:lstStyle/>
          <a:p>
            <a:r>
              <a:rPr lang="en-SG" b="1" dirty="0">
                <a:solidFill>
                  <a:schemeClr val="tx2"/>
                </a:solidFill>
              </a:rPr>
              <a:t>Order</a:t>
            </a:r>
            <a:endParaRPr lang="en-SG" sz="1400" b="1" dirty="0">
              <a:solidFill>
                <a:schemeClr val="tx2"/>
              </a:solidFill>
            </a:endParaRPr>
          </a:p>
        </p:txBody>
      </p:sp>
      <p:grpSp>
        <p:nvGrpSpPr>
          <p:cNvPr id="212" name="Group 211">
            <a:extLst>
              <a:ext uri="{FF2B5EF4-FFF2-40B4-BE49-F238E27FC236}">
                <a16:creationId xmlns:a16="http://schemas.microsoft.com/office/drawing/2014/main" id="{CDBF6C08-8165-B330-8996-914879DBFD42}"/>
              </a:ext>
            </a:extLst>
          </p:cNvPr>
          <p:cNvGrpSpPr/>
          <p:nvPr/>
        </p:nvGrpSpPr>
        <p:grpSpPr>
          <a:xfrm>
            <a:off x="4450212" y="2204053"/>
            <a:ext cx="1621240" cy="333680"/>
            <a:chOff x="4402271" y="2204053"/>
            <a:chExt cx="1621240" cy="333680"/>
          </a:xfrm>
        </p:grpSpPr>
        <p:sp>
          <p:nvSpPr>
            <p:cNvPr id="209" name="Rectangle: Rounded Corners 208">
              <a:extLst>
                <a:ext uri="{FF2B5EF4-FFF2-40B4-BE49-F238E27FC236}">
                  <a16:creationId xmlns:a16="http://schemas.microsoft.com/office/drawing/2014/main" id="{BC8C7450-B48C-8ABF-A5D3-4737B3B58077}"/>
                </a:ext>
              </a:extLst>
            </p:cNvPr>
            <p:cNvSpPr/>
            <p:nvPr/>
          </p:nvSpPr>
          <p:spPr>
            <a:xfrm>
              <a:off x="4605296" y="2204053"/>
              <a:ext cx="1418215" cy="333680"/>
            </a:xfrm>
            <a:prstGeom prst="roundRect">
              <a:avLst/>
            </a:prstGeom>
            <a:solidFill>
              <a:srgbClr val="FEE43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Dragon Roller</a:t>
              </a:r>
            </a:p>
          </p:txBody>
        </p:sp>
        <p:pic>
          <p:nvPicPr>
            <p:cNvPr id="210" name="Picture 209" descr="A blue arrow pointing to the left&#10;&#10;AI-generated content may be incorrect.">
              <a:extLst>
                <a:ext uri="{FF2B5EF4-FFF2-40B4-BE49-F238E27FC236}">
                  <a16:creationId xmlns:a16="http://schemas.microsoft.com/office/drawing/2014/main" id="{550E62A9-CC71-DD32-4F0B-92C555ADBB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11" name="Picture 210" descr="A blue arrow pointing to the left&#10;&#10;AI-generated content may be incorrect.">
              <a:extLst>
                <a:ext uri="{FF2B5EF4-FFF2-40B4-BE49-F238E27FC236}">
                  <a16:creationId xmlns:a16="http://schemas.microsoft.com/office/drawing/2014/main" id="{A3F0C934-D9CB-FC5F-58CB-5085ADFD56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sp>
        <p:nvSpPr>
          <p:cNvPr id="213" name="TextBox 212">
            <a:extLst>
              <a:ext uri="{FF2B5EF4-FFF2-40B4-BE49-F238E27FC236}">
                <a16:creationId xmlns:a16="http://schemas.microsoft.com/office/drawing/2014/main" id="{265EBA50-BBCE-EABE-F5E1-2BFA3E0F09D5}"/>
              </a:ext>
            </a:extLst>
          </p:cNvPr>
          <p:cNvSpPr txBox="1"/>
          <p:nvPr/>
        </p:nvSpPr>
        <p:spPr>
          <a:xfrm>
            <a:off x="6040861" y="1656681"/>
            <a:ext cx="1833387" cy="369332"/>
          </a:xfrm>
          <a:prstGeom prst="rect">
            <a:avLst/>
          </a:prstGeom>
          <a:noFill/>
        </p:spPr>
        <p:txBody>
          <a:bodyPr wrap="none" rtlCol="0">
            <a:spAutoFit/>
          </a:bodyPr>
          <a:lstStyle/>
          <a:p>
            <a:r>
              <a:rPr lang="en-SG" b="1" dirty="0">
                <a:solidFill>
                  <a:schemeClr val="tx2"/>
                </a:solidFill>
              </a:rPr>
              <a:t>Walk/Wait Time</a:t>
            </a:r>
            <a:endParaRPr lang="en-SG" sz="1400" b="1" dirty="0">
              <a:solidFill>
                <a:schemeClr val="tx2"/>
              </a:solidFill>
            </a:endParaRPr>
          </a:p>
        </p:txBody>
      </p:sp>
      <p:sp>
        <p:nvSpPr>
          <p:cNvPr id="214" name="TextBox 213">
            <a:extLst>
              <a:ext uri="{FF2B5EF4-FFF2-40B4-BE49-F238E27FC236}">
                <a16:creationId xmlns:a16="http://schemas.microsoft.com/office/drawing/2014/main" id="{8C544C02-41F5-8081-D23E-32D4804FBF55}"/>
              </a:ext>
            </a:extLst>
          </p:cNvPr>
          <p:cNvSpPr txBox="1"/>
          <p:nvPr/>
        </p:nvSpPr>
        <p:spPr>
          <a:xfrm>
            <a:off x="6639709" y="2183295"/>
            <a:ext cx="881973" cy="338554"/>
          </a:xfrm>
          <a:prstGeom prst="rect">
            <a:avLst/>
          </a:prstGeom>
          <a:noFill/>
        </p:spPr>
        <p:txBody>
          <a:bodyPr wrap="none" rtlCol="0">
            <a:spAutoFit/>
          </a:bodyPr>
          <a:lstStyle/>
          <a:p>
            <a:r>
              <a:rPr lang="en-SG" sz="1600" dirty="0">
                <a:solidFill>
                  <a:schemeClr val="tx2"/>
                </a:solidFill>
              </a:rPr>
              <a:t>50 mins</a:t>
            </a:r>
            <a:endParaRPr lang="en-SG" sz="1200" dirty="0">
              <a:solidFill>
                <a:schemeClr val="tx2"/>
              </a:solidFill>
            </a:endParaRPr>
          </a:p>
        </p:txBody>
      </p:sp>
      <p:pic>
        <p:nvPicPr>
          <p:cNvPr id="216" name="Picture 215" descr="A blue hourglass and arrow&#10;&#10;AI-generated content may be incorrect.">
            <a:extLst>
              <a:ext uri="{FF2B5EF4-FFF2-40B4-BE49-F238E27FC236}">
                <a16:creationId xmlns:a16="http://schemas.microsoft.com/office/drawing/2014/main" id="{E458E023-B232-FED9-DF00-12B440A8D798}"/>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40903" y="2178262"/>
            <a:ext cx="307777" cy="307777"/>
          </a:xfrm>
          <a:prstGeom prst="rect">
            <a:avLst/>
          </a:prstGeom>
        </p:spPr>
      </p:pic>
      <p:grpSp>
        <p:nvGrpSpPr>
          <p:cNvPr id="217" name="Group 216">
            <a:extLst>
              <a:ext uri="{FF2B5EF4-FFF2-40B4-BE49-F238E27FC236}">
                <a16:creationId xmlns:a16="http://schemas.microsoft.com/office/drawing/2014/main" id="{A40B983D-BBCD-96E7-4A26-E0B0871EDBB9}"/>
              </a:ext>
            </a:extLst>
          </p:cNvPr>
          <p:cNvGrpSpPr/>
          <p:nvPr/>
        </p:nvGrpSpPr>
        <p:grpSpPr>
          <a:xfrm>
            <a:off x="4445473" y="3109021"/>
            <a:ext cx="1621239" cy="337727"/>
            <a:chOff x="4402271" y="2182592"/>
            <a:chExt cx="1621239" cy="337727"/>
          </a:xfrm>
        </p:grpSpPr>
        <p:sp>
          <p:nvSpPr>
            <p:cNvPr id="218" name="Rectangle: Rounded Corners 217">
              <a:extLst>
                <a:ext uri="{FF2B5EF4-FFF2-40B4-BE49-F238E27FC236}">
                  <a16:creationId xmlns:a16="http://schemas.microsoft.com/office/drawing/2014/main" id="{22BB0D81-939E-BA84-BA26-65E1E28F13F0}"/>
                </a:ext>
              </a:extLst>
            </p:cNvPr>
            <p:cNvSpPr/>
            <p:nvPr/>
          </p:nvSpPr>
          <p:spPr>
            <a:xfrm>
              <a:off x="4605295" y="2182592"/>
              <a:ext cx="1418215" cy="333680"/>
            </a:xfrm>
            <a:prstGeom prst="roundRect">
              <a:avLst/>
            </a:prstGeom>
            <a:solidFill>
              <a:srgbClr val="C0F7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Ben’s Place</a:t>
              </a:r>
            </a:p>
          </p:txBody>
        </p:sp>
        <p:pic>
          <p:nvPicPr>
            <p:cNvPr id="219" name="Picture 218" descr="A blue arrow pointing to the left&#10;&#10;AI-generated content may be incorrect.">
              <a:extLst>
                <a:ext uri="{FF2B5EF4-FFF2-40B4-BE49-F238E27FC236}">
                  <a16:creationId xmlns:a16="http://schemas.microsoft.com/office/drawing/2014/main" id="{91DE34DF-068A-1196-2EA0-7871E26DF6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20" name="Picture 219" descr="A blue arrow pointing to the left&#10;&#10;AI-generated content may be incorrect.">
              <a:extLst>
                <a:ext uri="{FF2B5EF4-FFF2-40B4-BE49-F238E27FC236}">
                  <a16:creationId xmlns:a16="http://schemas.microsoft.com/office/drawing/2014/main" id="{79025675-AB6B-9CB8-B023-8FBAFD560E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sp>
        <p:nvSpPr>
          <p:cNvPr id="223" name="TextBox 222">
            <a:extLst>
              <a:ext uri="{FF2B5EF4-FFF2-40B4-BE49-F238E27FC236}">
                <a16:creationId xmlns:a16="http://schemas.microsoft.com/office/drawing/2014/main" id="{868DB20F-7780-D30F-E407-B86828953088}"/>
              </a:ext>
            </a:extLst>
          </p:cNvPr>
          <p:cNvSpPr txBox="1"/>
          <p:nvPr/>
        </p:nvSpPr>
        <p:spPr>
          <a:xfrm>
            <a:off x="6009338" y="2646964"/>
            <a:ext cx="881973" cy="338554"/>
          </a:xfrm>
          <a:prstGeom prst="rect">
            <a:avLst/>
          </a:prstGeom>
          <a:noFill/>
        </p:spPr>
        <p:txBody>
          <a:bodyPr wrap="none" rtlCol="0">
            <a:spAutoFit/>
          </a:bodyPr>
          <a:lstStyle/>
          <a:p>
            <a:r>
              <a:rPr lang="en-SG" sz="1600" dirty="0">
                <a:solidFill>
                  <a:schemeClr val="tx2"/>
                </a:solidFill>
              </a:rPr>
              <a:t>20 mins</a:t>
            </a:r>
            <a:endParaRPr lang="en-SG" sz="1200" dirty="0">
              <a:solidFill>
                <a:schemeClr val="tx2"/>
              </a:solidFill>
            </a:endParaRPr>
          </a:p>
        </p:txBody>
      </p:sp>
      <p:pic>
        <p:nvPicPr>
          <p:cNvPr id="225" name="Picture 224" descr="A person walking on a black background&#10;&#10;AI-generated content may be incorrect.">
            <a:extLst>
              <a:ext uri="{FF2B5EF4-FFF2-40B4-BE49-F238E27FC236}">
                <a16:creationId xmlns:a16="http://schemas.microsoft.com/office/drawing/2014/main" id="{F683BC08-601E-63AE-B7B3-5752322BF3E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767760" y="2618601"/>
            <a:ext cx="328136" cy="328136"/>
          </a:xfrm>
          <a:prstGeom prst="rect">
            <a:avLst/>
          </a:prstGeom>
        </p:spPr>
      </p:pic>
      <p:cxnSp>
        <p:nvCxnSpPr>
          <p:cNvPr id="227" name="Straight Connector 226">
            <a:extLst>
              <a:ext uri="{FF2B5EF4-FFF2-40B4-BE49-F238E27FC236}">
                <a16:creationId xmlns:a16="http://schemas.microsoft.com/office/drawing/2014/main" id="{2C2701D3-1358-007E-A6D6-CF2F5A837481}"/>
              </a:ext>
            </a:extLst>
          </p:cNvPr>
          <p:cNvCxnSpPr>
            <a:cxnSpLocks/>
            <a:stCxn id="209" idx="2"/>
            <a:endCxn id="218" idx="0"/>
          </p:cNvCxnSpPr>
          <p:nvPr/>
        </p:nvCxnSpPr>
        <p:spPr>
          <a:xfrm flipH="1">
            <a:off x="5357605" y="2537733"/>
            <a:ext cx="4740" cy="571288"/>
          </a:xfrm>
          <a:prstGeom prst="line">
            <a:avLst/>
          </a:prstGeom>
          <a:ln>
            <a:solidFill>
              <a:schemeClr val="tx2"/>
            </a:solidFill>
            <a:prstDash val="sysDot"/>
          </a:ln>
        </p:spPr>
        <p:style>
          <a:lnRef idx="2">
            <a:schemeClr val="accent1"/>
          </a:lnRef>
          <a:fillRef idx="0">
            <a:schemeClr val="accent1"/>
          </a:fillRef>
          <a:effectRef idx="1">
            <a:schemeClr val="accent1"/>
          </a:effectRef>
          <a:fontRef idx="minor">
            <a:schemeClr val="tx1"/>
          </a:fontRef>
        </p:style>
      </p:cxnSp>
      <p:grpSp>
        <p:nvGrpSpPr>
          <p:cNvPr id="237" name="Group 236">
            <a:extLst>
              <a:ext uri="{FF2B5EF4-FFF2-40B4-BE49-F238E27FC236}">
                <a16:creationId xmlns:a16="http://schemas.microsoft.com/office/drawing/2014/main" id="{35D39268-C90B-164A-E997-36F1E6A60517}"/>
              </a:ext>
            </a:extLst>
          </p:cNvPr>
          <p:cNvGrpSpPr/>
          <p:nvPr/>
        </p:nvGrpSpPr>
        <p:grpSpPr>
          <a:xfrm>
            <a:off x="4466932" y="4006232"/>
            <a:ext cx="1621239" cy="337727"/>
            <a:chOff x="4402271" y="2182592"/>
            <a:chExt cx="1621239" cy="337727"/>
          </a:xfrm>
        </p:grpSpPr>
        <p:sp>
          <p:nvSpPr>
            <p:cNvPr id="238" name="Rectangle: Rounded Corners 237">
              <a:extLst>
                <a:ext uri="{FF2B5EF4-FFF2-40B4-BE49-F238E27FC236}">
                  <a16:creationId xmlns:a16="http://schemas.microsoft.com/office/drawing/2014/main" id="{68C7D456-6E45-6EFD-6032-A47138E6CC61}"/>
                </a:ext>
              </a:extLst>
            </p:cNvPr>
            <p:cNvSpPr/>
            <p:nvPr/>
          </p:nvSpPr>
          <p:spPr>
            <a:xfrm>
              <a:off x="4605295" y="2182592"/>
              <a:ext cx="1418215" cy="333680"/>
            </a:xfrm>
            <a:prstGeom prst="roundRect">
              <a:avLst/>
            </a:prstGeom>
            <a:solidFill>
              <a:srgbClr val="FFB9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Musical B’</a:t>
              </a:r>
            </a:p>
          </p:txBody>
        </p:sp>
        <p:pic>
          <p:nvPicPr>
            <p:cNvPr id="239" name="Picture 238" descr="A blue arrow pointing to the left&#10;&#10;AI-generated content may be incorrect.">
              <a:extLst>
                <a:ext uri="{FF2B5EF4-FFF2-40B4-BE49-F238E27FC236}">
                  <a16:creationId xmlns:a16="http://schemas.microsoft.com/office/drawing/2014/main" id="{8DABC74E-4178-A162-C6A3-884137F49E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40" name="Picture 239" descr="A blue arrow pointing to the left&#10;&#10;AI-generated content may be incorrect.">
              <a:extLst>
                <a:ext uri="{FF2B5EF4-FFF2-40B4-BE49-F238E27FC236}">
                  <a16:creationId xmlns:a16="http://schemas.microsoft.com/office/drawing/2014/main" id="{A3C188C7-3FFB-C00F-CA16-072D49D7D8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cxnSp>
        <p:nvCxnSpPr>
          <p:cNvPr id="241" name="Straight Connector 240">
            <a:extLst>
              <a:ext uri="{FF2B5EF4-FFF2-40B4-BE49-F238E27FC236}">
                <a16:creationId xmlns:a16="http://schemas.microsoft.com/office/drawing/2014/main" id="{77EE0EB2-34AC-B2B9-8113-94B123ABEEEB}"/>
              </a:ext>
            </a:extLst>
          </p:cNvPr>
          <p:cNvCxnSpPr>
            <a:cxnSpLocks/>
          </p:cNvCxnSpPr>
          <p:nvPr/>
        </p:nvCxnSpPr>
        <p:spPr>
          <a:xfrm>
            <a:off x="5357604" y="3465937"/>
            <a:ext cx="2371" cy="526399"/>
          </a:xfrm>
          <a:prstGeom prst="line">
            <a:avLst/>
          </a:prstGeom>
          <a:ln>
            <a:solidFill>
              <a:schemeClr val="tx2"/>
            </a:solidFill>
            <a:prstDash val="sysDot"/>
          </a:ln>
        </p:spPr>
        <p:style>
          <a:lnRef idx="2">
            <a:schemeClr val="accent1"/>
          </a:lnRef>
          <a:fillRef idx="0">
            <a:schemeClr val="accent1"/>
          </a:fillRef>
          <a:effectRef idx="1">
            <a:schemeClr val="accent1"/>
          </a:effectRef>
          <a:fontRef idx="minor">
            <a:schemeClr val="tx1"/>
          </a:fontRef>
        </p:style>
      </p:cxnSp>
      <p:sp>
        <p:nvSpPr>
          <p:cNvPr id="242" name="TextBox 241">
            <a:extLst>
              <a:ext uri="{FF2B5EF4-FFF2-40B4-BE49-F238E27FC236}">
                <a16:creationId xmlns:a16="http://schemas.microsoft.com/office/drawing/2014/main" id="{8D3E11C3-EC95-C777-1C9A-9A94F2735427}"/>
              </a:ext>
            </a:extLst>
          </p:cNvPr>
          <p:cNvSpPr txBox="1"/>
          <p:nvPr/>
        </p:nvSpPr>
        <p:spPr>
          <a:xfrm>
            <a:off x="6742946" y="3124018"/>
            <a:ext cx="772969" cy="338554"/>
          </a:xfrm>
          <a:prstGeom prst="rect">
            <a:avLst/>
          </a:prstGeom>
          <a:noFill/>
        </p:spPr>
        <p:txBody>
          <a:bodyPr wrap="none" rtlCol="0">
            <a:spAutoFit/>
          </a:bodyPr>
          <a:lstStyle/>
          <a:p>
            <a:r>
              <a:rPr lang="en-SG" sz="1600" dirty="0">
                <a:solidFill>
                  <a:schemeClr val="tx2"/>
                </a:solidFill>
              </a:rPr>
              <a:t>5 mins</a:t>
            </a:r>
            <a:endParaRPr lang="en-SG" sz="1200" dirty="0">
              <a:solidFill>
                <a:schemeClr val="tx2"/>
              </a:solidFill>
            </a:endParaRPr>
          </a:p>
        </p:txBody>
      </p:sp>
      <p:pic>
        <p:nvPicPr>
          <p:cNvPr id="243" name="Picture 242" descr="A blue hourglass and arrow&#10;&#10;AI-generated content may be incorrect.">
            <a:extLst>
              <a:ext uri="{FF2B5EF4-FFF2-40B4-BE49-F238E27FC236}">
                <a16:creationId xmlns:a16="http://schemas.microsoft.com/office/drawing/2014/main" id="{92264D63-2783-BC06-3DBD-A4C48AFB46A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39574" y="3105834"/>
            <a:ext cx="307777" cy="307777"/>
          </a:xfrm>
          <a:prstGeom prst="rect">
            <a:avLst/>
          </a:prstGeom>
        </p:spPr>
      </p:pic>
      <p:sp>
        <p:nvSpPr>
          <p:cNvPr id="244" name="TextBox 243">
            <a:extLst>
              <a:ext uri="{FF2B5EF4-FFF2-40B4-BE49-F238E27FC236}">
                <a16:creationId xmlns:a16="http://schemas.microsoft.com/office/drawing/2014/main" id="{72450C98-AD77-0317-6CF5-C4D21F52E035}"/>
              </a:ext>
            </a:extLst>
          </p:cNvPr>
          <p:cNvSpPr txBox="1"/>
          <p:nvPr/>
        </p:nvSpPr>
        <p:spPr>
          <a:xfrm>
            <a:off x="6016271" y="3606469"/>
            <a:ext cx="941283" cy="338554"/>
          </a:xfrm>
          <a:prstGeom prst="rect">
            <a:avLst/>
          </a:prstGeom>
          <a:noFill/>
        </p:spPr>
        <p:txBody>
          <a:bodyPr wrap="none" rtlCol="0">
            <a:spAutoFit/>
          </a:bodyPr>
          <a:lstStyle/>
          <a:p>
            <a:r>
              <a:rPr lang="en-SG" sz="1600" dirty="0">
                <a:solidFill>
                  <a:schemeClr val="tx2"/>
                </a:solidFill>
              </a:rPr>
              <a:t>7.5 mins</a:t>
            </a:r>
            <a:endParaRPr lang="en-SG" sz="1200" dirty="0">
              <a:solidFill>
                <a:schemeClr val="tx2"/>
              </a:solidFill>
            </a:endParaRPr>
          </a:p>
        </p:txBody>
      </p:sp>
      <p:pic>
        <p:nvPicPr>
          <p:cNvPr id="245" name="Picture 244" descr="A person walking on a black background&#10;&#10;AI-generated content may be incorrect.">
            <a:extLst>
              <a:ext uri="{FF2B5EF4-FFF2-40B4-BE49-F238E27FC236}">
                <a16:creationId xmlns:a16="http://schemas.microsoft.com/office/drawing/2014/main" id="{44E9F3A6-516F-F1F2-ACAB-E1EE6262ABE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801294" y="3565606"/>
            <a:ext cx="328136" cy="328136"/>
          </a:xfrm>
          <a:prstGeom prst="rect">
            <a:avLst/>
          </a:prstGeom>
        </p:spPr>
      </p:pic>
      <p:sp>
        <p:nvSpPr>
          <p:cNvPr id="246" name="TextBox 245">
            <a:extLst>
              <a:ext uri="{FF2B5EF4-FFF2-40B4-BE49-F238E27FC236}">
                <a16:creationId xmlns:a16="http://schemas.microsoft.com/office/drawing/2014/main" id="{1C8EC902-D5F0-6F28-935F-AEF2D16CE7C0}"/>
              </a:ext>
            </a:extLst>
          </p:cNvPr>
          <p:cNvSpPr txBox="1"/>
          <p:nvPr/>
        </p:nvSpPr>
        <p:spPr>
          <a:xfrm>
            <a:off x="6727065" y="4039391"/>
            <a:ext cx="782587" cy="338554"/>
          </a:xfrm>
          <a:prstGeom prst="rect">
            <a:avLst/>
          </a:prstGeom>
          <a:noFill/>
        </p:spPr>
        <p:txBody>
          <a:bodyPr wrap="none" rtlCol="0">
            <a:spAutoFit/>
          </a:bodyPr>
          <a:lstStyle/>
          <a:p>
            <a:r>
              <a:rPr lang="en-SG" sz="1600" dirty="0">
                <a:solidFill>
                  <a:schemeClr val="tx2"/>
                </a:solidFill>
              </a:rPr>
              <a:t>&lt;1 min</a:t>
            </a:r>
            <a:endParaRPr lang="en-SG" sz="1200" dirty="0">
              <a:solidFill>
                <a:schemeClr val="tx2"/>
              </a:solidFill>
            </a:endParaRPr>
          </a:p>
        </p:txBody>
      </p:sp>
      <p:pic>
        <p:nvPicPr>
          <p:cNvPr id="247" name="Picture 246" descr="A blue hourglass and arrow&#10;&#10;AI-generated content may be incorrect.">
            <a:extLst>
              <a:ext uri="{FF2B5EF4-FFF2-40B4-BE49-F238E27FC236}">
                <a16:creationId xmlns:a16="http://schemas.microsoft.com/office/drawing/2014/main" id="{BEA652DD-52B1-9193-5523-306B06695F1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39574" y="4021207"/>
            <a:ext cx="307777" cy="307777"/>
          </a:xfrm>
          <a:prstGeom prst="rect">
            <a:avLst/>
          </a:prstGeom>
        </p:spPr>
      </p:pic>
      <p:sp>
        <p:nvSpPr>
          <p:cNvPr id="248" name="Rectangle 247">
            <a:extLst>
              <a:ext uri="{FF2B5EF4-FFF2-40B4-BE49-F238E27FC236}">
                <a16:creationId xmlns:a16="http://schemas.microsoft.com/office/drawing/2014/main" id="{41AF28F6-61C4-233C-3B27-77C88ED4A044}"/>
              </a:ext>
            </a:extLst>
          </p:cNvPr>
          <p:cNvSpPr/>
          <p:nvPr/>
        </p:nvSpPr>
        <p:spPr>
          <a:xfrm>
            <a:off x="4318000" y="5051460"/>
            <a:ext cx="3497722" cy="18130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9" name="TextBox 248">
            <a:extLst>
              <a:ext uri="{FF2B5EF4-FFF2-40B4-BE49-F238E27FC236}">
                <a16:creationId xmlns:a16="http://schemas.microsoft.com/office/drawing/2014/main" id="{6CCB4286-AE13-E34E-7888-F0D1B1BAD27A}"/>
              </a:ext>
            </a:extLst>
          </p:cNvPr>
          <p:cNvSpPr txBox="1"/>
          <p:nvPr/>
        </p:nvSpPr>
        <p:spPr>
          <a:xfrm rot="5400000">
            <a:off x="4867762" y="4325596"/>
            <a:ext cx="1244283" cy="646331"/>
          </a:xfrm>
          <a:prstGeom prst="rect">
            <a:avLst/>
          </a:prstGeom>
          <a:noFill/>
        </p:spPr>
        <p:txBody>
          <a:bodyPr wrap="square" rtlCol="0">
            <a:spAutoFit/>
          </a:bodyPr>
          <a:lstStyle/>
          <a:p>
            <a:pPr algn="ctr"/>
            <a:r>
              <a:rPr lang="en-SG" sz="3600" dirty="0"/>
              <a:t>…</a:t>
            </a:r>
          </a:p>
        </p:txBody>
      </p:sp>
      <p:sp>
        <p:nvSpPr>
          <p:cNvPr id="250" name="Rectangle: Rounded Corners 249">
            <a:extLst>
              <a:ext uri="{FF2B5EF4-FFF2-40B4-BE49-F238E27FC236}">
                <a16:creationId xmlns:a16="http://schemas.microsoft.com/office/drawing/2014/main" id="{2037976E-42D5-9DCD-DBA8-D290815A9CB1}"/>
              </a:ext>
            </a:extLst>
          </p:cNvPr>
          <p:cNvSpPr/>
          <p:nvPr/>
        </p:nvSpPr>
        <p:spPr>
          <a:xfrm rot="5400000">
            <a:off x="4111744" y="2463069"/>
            <a:ext cx="556075" cy="4594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252" name="TextBox 251">
            <a:extLst>
              <a:ext uri="{FF2B5EF4-FFF2-40B4-BE49-F238E27FC236}">
                <a16:creationId xmlns:a16="http://schemas.microsoft.com/office/drawing/2014/main" id="{6908049C-5133-C6CA-1139-F7BBDAD1C330}"/>
              </a:ext>
            </a:extLst>
          </p:cNvPr>
          <p:cNvSpPr txBox="1"/>
          <p:nvPr/>
        </p:nvSpPr>
        <p:spPr>
          <a:xfrm>
            <a:off x="234409" y="5504755"/>
            <a:ext cx="1851597" cy="369332"/>
          </a:xfrm>
          <a:prstGeom prst="rect">
            <a:avLst/>
          </a:prstGeom>
          <a:noFill/>
        </p:spPr>
        <p:txBody>
          <a:bodyPr wrap="none" rtlCol="0">
            <a:spAutoFit/>
          </a:bodyPr>
          <a:lstStyle/>
          <a:p>
            <a:r>
              <a:rPr lang="en-SG" b="1" dirty="0">
                <a:solidFill>
                  <a:schemeClr val="tx2"/>
                </a:solidFill>
              </a:rPr>
              <a:t>Total Time: </a:t>
            </a:r>
            <a:r>
              <a:rPr lang="en-SG" dirty="0">
                <a:solidFill>
                  <a:schemeClr val="tx2"/>
                </a:solidFill>
              </a:rPr>
              <a:t>2 hrs</a:t>
            </a:r>
            <a:endParaRPr lang="en-SG" sz="1400" b="1" dirty="0">
              <a:solidFill>
                <a:schemeClr val="tx2"/>
              </a:solidFill>
            </a:endParaRPr>
          </a:p>
        </p:txBody>
      </p:sp>
      <p:sp>
        <p:nvSpPr>
          <p:cNvPr id="253" name="TextBox 252">
            <a:extLst>
              <a:ext uri="{FF2B5EF4-FFF2-40B4-BE49-F238E27FC236}">
                <a16:creationId xmlns:a16="http://schemas.microsoft.com/office/drawing/2014/main" id="{5F5CFEBC-3863-6753-E8F1-007469D079B4}"/>
              </a:ext>
            </a:extLst>
          </p:cNvPr>
          <p:cNvSpPr txBox="1"/>
          <p:nvPr/>
        </p:nvSpPr>
        <p:spPr>
          <a:xfrm>
            <a:off x="238846" y="5872175"/>
            <a:ext cx="2114746" cy="369332"/>
          </a:xfrm>
          <a:prstGeom prst="rect">
            <a:avLst/>
          </a:prstGeom>
          <a:noFill/>
        </p:spPr>
        <p:txBody>
          <a:bodyPr wrap="none" rtlCol="0">
            <a:spAutoFit/>
          </a:bodyPr>
          <a:lstStyle/>
          <a:p>
            <a:r>
              <a:rPr lang="en-SG" b="1" dirty="0">
                <a:solidFill>
                  <a:schemeClr val="tx2"/>
                </a:solidFill>
              </a:rPr>
              <a:t>Total Wait: </a:t>
            </a:r>
            <a:r>
              <a:rPr lang="en-SG" dirty="0">
                <a:solidFill>
                  <a:schemeClr val="tx2"/>
                </a:solidFill>
              </a:rPr>
              <a:t>30 mins</a:t>
            </a:r>
            <a:endParaRPr lang="en-SG" sz="1400" b="1" dirty="0">
              <a:solidFill>
                <a:schemeClr val="tx2"/>
              </a:solidFill>
            </a:endParaRPr>
          </a:p>
        </p:txBody>
      </p:sp>
      <p:sp>
        <p:nvSpPr>
          <p:cNvPr id="254" name="TextBox 253">
            <a:extLst>
              <a:ext uri="{FF2B5EF4-FFF2-40B4-BE49-F238E27FC236}">
                <a16:creationId xmlns:a16="http://schemas.microsoft.com/office/drawing/2014/main" id="{A4175045-BC9F-A184-35F0-F9FC0C72209E}"/>
              </a:ext>
            </a:extLst>
          </p:cNvPr>
          <p:cNvSpPr txBox="1"/>
          <p:nvPr/>
        </p:nvSpPr>
        <p:spPr>
          <a:xfrm>
            <a:off x="249147" y="6232896"/>
            <a:ext cx="2317622" cy="369332"/>
          </a:xfrm>
          <a:prstGeom prst="rect">
            <a:avLst/>
          </a:prstGeom>
          <a:noFill/>
        </p:spPr>
        <p:txBody>
          <a:bodyPr wrap="none" rtlCol="0">
            <a:spAutoFit/>
          </a:bodyPr>
          <a:lstStyle/>
          <a:p>
            <a:r>
              <a:rPr lang="en-SG" b="1" dirty="0">
                <a:solidFill>
                  <a:schemeClr val="tx2"/>
                </a:solidFill>
              </a:rPr>
              <a:t>Activity Time: </a:t>
            </a:r>
            <a:r>
              <a:rPr lang="en-SG" dirty="0">
                <a:solidFill>
                  <a:schemeClr val="tx2"/>
                </a:solidFill>
              </a:rPr>
              <a:t>1.5 hrs</a:t>
            </a:r>
            <a:endParaRPr lang="en-SG" sz="1400" b="1" dirty="0">
              <a:solidFill>
                <a:schemeClr val="tx2"/>
              </a:solidFill>
            </a:endParaRPr>
          </a:p>
        </p:txBody>
      </p:sp>
      <p:sp>
        <p:nvSpPr>
          <p:cNvPr id="255" name="Rectangle: Rounded Corners 254">
            <a:extLst>
              <a:ext uri="{FF2B5EF4-FFF2-40B4-BE49-F238E27FC236}">
                <a16:creationId xmlns:a16="http://schemas.microsoft.com/office/drawing/2014/main" id="{020FDD70-04A1-AFF7-9E92-D01C354760DC}"/>
              </a:ext>
            </a:extLst>
          </p:cNvPr>
          <p:cNvSpPr/>
          <p:nvPr/>
        </p:nvSpPr>
        <p:spPr>
          <a:xfrm>
            <a:off x="4974707" y="5701123"/>
            <a:ext cx="2368733" cy="44616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Add more destinations</a:t>
            </a:r>
          </a:p>
        </p:txBody>
      </p:sp>
      <p:sp>
        <p:nvSpPr>
          <p:cNvPr id="256" name="Rectangle: Rounded Corners 255">
            <a:extLst>
              <a:ext uri="{FF2B5EF4-FFF2-40B4-BE49-F238E27FC236}">
                <a16:creationId xmlns:a16="http://schemas.microsoft.com/office/drawing/2014/main" id="{2C7E54F5-EBFE-500A-9786-7097065C7E1D}"/>
              </a:ext>
            </a:extLst>
          </p:cNvPr>
          <p:cNvSpPr/>
          <p:nvPr/>
        </p:nvSpPr>
        <p:spPr>
          <a:xfrm>
            <a:off x="4470361" y="6241507"/>
            <a:ext cx="1504118" cy="446163"/>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Cancel plan</a:t>
            </a:r>
          </a:p>
        </p:txBody>
      </p:sp>
      <p:sp>
        <p:nvSpPr>
          <p:cNvPr id="257" name="Rectangle: Rounded Corners 256">
            <a:extLst>
              <a:ext uri="{FF2B5EF4-FFF2-40B4-BE49-F238E27FC236}">
                <a16:creationId xmlns:a16="http://schemas.microsoft.com/office/drawing/2014/main" id="{BDA7F506-0C22-4EAE-9E61-ECBEC2B0E3D8}"/>
              </a:ext>
            </a:extLst>
          </p:cNvPr>
          <p:cNvSpPr/>
          <p:nvPr/>
        </p:nvSpPr>
        <p:spPr>
          <a:xfrm>
            <a:off x="6209985" y="6239526"/>
            <a:ext cx="1504118" cy="446163"/>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Confirm plan</a:t>
            </a:r>
          </a:p>
        </p:txBody>
      </p:sp>
      <p:cxnSp>
        <p:nvCxnSpPr>
          <p:cNvPr id="258" name="Straight Connector 257">
            <a:extLst>
              <a:ext uri="{FF2B5EF4-FFF2-40B4-BE49-F238E27FC236}">
                <a16:creationId xmlns:a16="http://schemas.microsoft.com/office/drawing/2014/main" id="{90D227C9-4C65-3B27-0635-51EAEE4F4348}"/>
              </a:ext>
            </a:extLst>
          </p:cNvPr>
          <p:cNvCxnSpPr>
            <a:cxnSpLocks/>
          </p:cNvCxnSpPr>
          <p:nvPr/>
        </p:nvCxnSpPr>
        <p:spPr>
          <a:xfrm flipV="1">
            <a:off x="2086006" y="1002910"/>
            <a:ext cx="5507456" cy="14002"/>
          </a:xfrm>
          <a:prstGeom prst="line">
            <a:avLst/>
          </a:prstGeom>
          <a:ln>
            <a:solidFill>
              <a:schemeClr val="tx2"/>
            </a:solidFill>
            <a:prstDash val="sysDot"/>
            <a:tailEnd type="stealth"/>
          </a:ln>
        </p:spPr>
        <p:style>
          <a:lnRef idx="2">
            <a:schemeClr val="accent1"/>
          </a:lnRef>
          <a:fillRef idx="0">
            <a:schemeClr val="accent1"/>
          </a:fillRef>
          <a:effectRef idx="1">
            <a:schemeClr val="accent1"/>
          </a:effectRef>
          <a:fontRef idx="minor">
            <a:schemeClr val="tx1"/>
          </a:fontRef>
        </p:style>
      </p:cxnSp>
      <p:sp>
        <p:nvSpPr>
          <p:cNvPr id="261" name="TextBox 260">
            <a:extLst>
              <a:ext uri="{FF2B5EF4-FFF2-40B4-BE49-F238E27FC236}">
                <a16:creationId xmlns:a16="http://schemas.microsoft.com/office/drawing/2014/main" id="{C3119F67-758B-C879-87A6-563D0EB56122}"/>
              </a:ext>
            </a:extLst>
          </p:cNvPr>
          <p:cNvSpPr txBox="1"/>
          <p:nvPr/>
        </p:nvSpPr>
        <p:spPr>
          <a:xfrm>
            <a:off x="3639139" y="690051"/>
            <a:ext cx="3064172" cy="338554"/>
          </a:xfrm>
          <a:prstGeom prst="rect">
            <a:avLst/>
          </a:prstGeom>
          <a:noFill/>
        </p:spPr>
        <p:txBody>
          <a:bodyPr wrap="none" rtlCol="0">
            <a:spAutoFit/>
          </a:bodyPr>
          <a:lstStyle/>
          <a:p>
            <a:r>
              <a:rPr lang="en-SG" sz="1600" dirty="0">
                <a:solidFill>
                  <a:schemeClr val="tx2">
                    <a:lumMod val="40000"/>
                    <a:lumOff val="60000"/>
                  </a:schemeClr>
                </a:solidFill>
              </a:rPr>
              <a:t>Scroll to see more created  plans</a:t>
            </a:r>
            <a:endParaRPr lang="en-SG" sz="1200" dirty="0">
              <a:solidFill>
                <a:schemeClr val="tx2">
                  <a:lumMod val="40000"/>
                  <a:lumOff val="60000"/>
                </a:schemeClr>
              </a:solidFill>
            </a:endParaRPr>
          </a:p>
        </p:txBody>
      </p:sp>
      <p:pic>
        <p:nvPicPr>
          <p:cNvPr id="262" name="Picture 261">
            <a:extLst>
              <a:ext uri="{FF2B5EF4-FFF2-40B4-BE49-F238E27FC236}">
                <a16:creationId xmlns:a16="http://schemas.microsoft.com/office/drawing/2014/main" id="{D5A30CDC-6D77-B272-0F42-00DA2029C6B0}"/>
              </a:ext>
            </a:extLst>
          </p:cNvPr>
          <p:cNvPicPr>
            <a:picLocks noChangeAspect="1"/>
          </p:cNvPicPr>
          <p:nvPr/>
        </p:nvPicPr>
        <p:blipFill>
          <a:blip r:embed="rId14"/>
          <a:stretch>
            <a:fillRect/>
          </a:stretch>
        </p:blipFill>
        <p:spPr>
          <a:xfrm>
            <a:off x="6532578" y="752985"/>
            <a:ext cx="676356" cy="676356"/>
          </a:xfrm>
          <a:prstGeom prst="rect">
            <a:avLst/>
          </a:prstGeom>
        </p:spPr>
      </p:pic>
      <p:sp>
        <p:nvSpPr>
          <p:cNvPr id="263" name="TextBox 262">
            <a:extLst>
              <a:ext uri="{FF2B5EF4-FFF2-40B4-BE49-F238E27FC236}">
                <a16:creationId xmlns:a16="http://schemas.microsoft.com/office/drawing/2014/main" id="{7898F8EC-E85F-3818-E201-4B8760BE7BD5}"/>
              </a:ext>
            </a:extLst>
          </p:cNvPr>
          <p:cNvSpPr txBox="1"/>
          <p:nvPr/>
        </p:nvSpPr>
        <p:spPr>
          <a:xfrm>
            <a:off x="8357025" y="4453461"/>
            <a:ext cx="2382992" cy="923330"/>
          </a:xfrm>
          <a:prstGeom prst="rect">
            <a:avLst/>
          </a:prstGeom>
          <a:noFill/>
        </p:spPr>
        <p:txBody>
          <a:bodyPr wrap="square" rtlCol="0">
            <a:spAutoFit/>
          </a:bodyPr>
          <a:lstStyle/>
          <a:p>
            <a:r>
              <a:rPr lang="en-SG" dirty="0">
                <a:solidFill>
                  <a:schemeClr val="bg1">
                    <a:lumMod val="65000"/>
                  </a:schemeClr>
                </a:solidFill>
              </a:rPr>
              <a:t>No cancelled plans at the moment.</a:t>
            </a:r>
          </a:p>
          <a:p>
            <a:endParaRPr lang="en-SG" dirty="0"/>
          </a:p>
        </p:txBody>
      </p:sp>
      <p:sp>
        <p:nvSpPr>
          <p:cNvPr id="264" name="TextBox 263">
            <a:extLst>
              <a:ext uri="{FF2B5EF4-FFF2-40B4-BE49-F238E27FC236}">
                <a16:creationId xmlns:a16="http://schemas.microsoft.com/office/drawing/2014/main" id="{256BF79D-D820-59F9-AC2E-42ECBE9C1AFF}"/>
              </a:ext>
            </a:extLst>
          </p:cNvPr>
          <p:cNvSpPr txBox="1"/>
          <p:nvPr/>
        </p:nvSpPr>
        <p:spPr>
          <a:xfrm>
            <a:off x="8357025" y="1614321"/>
            <a:ext cx="2382992" cy="923330"/>
          </a:xfrm>
          <a:prstGeom prst="rect">
            <a:avLst/>
          </a:prstGeom>
          <a:noFill/>
        </p:spPr>
        <p:txBody>
          <a:bodyPr wrap="square" rtlCol="0">
            <a:spAutoFit/>
          </a:bodyPr>
          <a:lstStyle/>
          <a:p>
            <a:r>
              <a:rPr lang="en-SG" dirty="0">
                <a:solidFill>
                  <a:schemeClr val="bg1">
                    <a:lumMod val="65000"/>
                  </a:schemeClr>
                </a:solidFill>
              </a:rPr>
              <a:t>No confirmed plans at the moment.</a:t>
            </a:r>
          </a:p>
          <a:p>
            <a:endParaRPr lang="en-SG" dirty="0"/>
          </a:p>
        </p:txBody>
      </p:sp>
      <p:sp>
        <p:nvSpPr>
          <p:cNvPr id="265" name="Rectangle: Rounded Corners 264">
            <a:extLst>
              <a:ext uri="{FF2B5EF4-FFF2-40B4-BE49-F238E27FC236}">
                <a16:creationId xmlns:a16="http://schemas.microsoft.com/office/drawing/2014/main" id="{B1131FED-0030-DC83-C89D-F4861D608C2C}"/>
              </a:ext>
            </a:extLst>
          </p:cNvPr>
          <p:cNvSpPr/>
          <p:nvPr/>
        </p:nvSpPr>
        <p:spPr>
          <a:xfrm>
            <a:off x="4970493" y="5119848"/>
            <a:ext cx="2368733" cy="44616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solidFill>
                  <a:srgbClr val="000000"/>
                </a:solidFill>
              </a:rPr>
              <a:t>Optimise Route</a:t>
            </a:r>
          </a:p>
        </p:txBody>
      </p:sp>
      <p:grpSp>
        <p:nvGrpSpPr>
          <p:cNvPr id="279" name="Group 278">
            <a:extLst>
              <a:ext uri="{FF2B5EF4-FFF2-40B4-BE49-F238E27FC236}">
                <a16:creationId xmlns:a16="http://schemas.microsoft.com/office/drawing/2014/main" id="{7D4EE431-B797-BFB5-4A29-2392B2920816}"/>
              </a:ext>
            </a:extLst>
          </p:cNvPr>
          <p:cNvGrpSpPr/>
          <p:nvPr/>
        </p:nvGrpSpPr>
        <p:grpSpPr>
          <a:xfrm>
            <a:off x="2827817" y="4069688"/>
            <a:ext cx="4057289" cy="2539265"/>
            <a:chOff x="3424817" y="1736138"/>
            <a:chExt cx="4057289" cy="2539265"/>
          </a:xfrm>
        </p:grpSpPr>
        <p:grpSp>
          <p:nvGrpSpPr>
            <p:cNvPr id="278" name="Group 277">
              <a:extLst>
                <a:ext uri="{FF2B5EF4-FFF2-40B4-BE49-F238E27FC236}">
                  <a16:creationId xmlns:a16="http://schemas.microsoft.com/office/drawing/2014/main" id="{6EAAFB4C-18E4-7D75-BFC4-ABF24C0E53CF}"/>
                </a:ext>
              </a:extLst>
            </p:cNvPr>
            <p:cNvGrpSpPr/>
            <p:nvPr/>
          </p:nvGrpSpPr>
          <p:grpSpPr>
            <a:xfrm>
              <a:off x="3424817" y="1736138"/>
              <a:ext cx="4057289" cy="2539265"/>
              <a:chOff x="3424817" y="1736138"/>
              <a:chExt cx="4057289" cy="2539265"/>
            </a:xfrm>
          </p:grpSpPr>
          <p:grpSp>
            <p:nvGrpSpPr>
              <p:cNvPr id="277" name="Group 276">
                <a:extLst>
                  <a:ext uri="{FF2B5EF4-FFF2-40B4-BE49-F238E27FC236}">
                    <a16:creationId xmlns:a16="http://schemas.microsoft.com/office/drawing/2014/main" id="{9960DF85-A786-93A7-F264-2CDFC41AE4BF}"/>
                  </a:ext>
                </a:extLst>
              </p:cNvPr>
              <p:cNvGrpSpPr/>
              <p:nvPr/>
            </p:nvGrpSpPr>
            <p:grpSpPr>
              <a:xfrm>
                <a:off x="3727545" y="1965711"/>
                <a:ext cx="3754561" cy="2309692"/>
                <a:chOff x="3727545" y="1965711"/>
                <a:chExt cx="3754561" cy="2309692"/>
              </a:xfrm>
            </p:grpSpPr>
            <p:grpSp>
              <p:nvGrpSpPr>
                <p:cNvPr id="272" name="Group 271">
                  <a:extLst>
                    <a:ext uri="{FF2B5EF4-FFF2-40B4-BE49-F238E27FC236}">
                      <a16:creationId xmlns:a16="http://schemas.microsoft.com/office/drawing/2014/main" id="{AC9BE098-1611-7978-00D4-B1669AE65538}"/>
                    </a:ext>
                  </a:extLst>
                </p:cNvPr>
                <p:cNvGrpSpPr/>
                <p:nvPr/>
              </p:nvGrpSpPr>
              <p:grpSpPr>
                <a:xfrm>
                  <a:off x="3727545" y="1965711"/>
                  <a:ext cx="3754561" cy="2309692"/>
                  <a:chOff x="3225800" y="2071914"/>
                  <a:chExt cx="5740399" cy="2714172"/>
                </a:xfrm>
              </p:grpSpPr>
              <p:sp>
                <p:nvSpPr>
                  <p:cNvPr id="274" name="Rectangle: Rounded Corners 273">
                    <a:extLst>
                      <a:ext uri="{FF2B5EF4-FFF2-40B4-BE49-F238E27FC236}">
                        <a16:creationId xmlns:a16="http://schemas.microsoft.com/office/drawing/2014/main" id="{7207D2FE-3305-BC69-A25C-E5F84413F774}"/>
                      </a:ext>
                    </a:extLst>
                  </p:cNvPr>
                  <p:cNvSpPr/>
                  <p:nvPr/>
                </p:nvSpPr>
                <p:spPr>
                  <a:xfrm>
                    <a:off x="3225800" y="2071914"/>
                    <a:ext cx="5740399" cy="2714172"/>
                  </a:xfrm>
                  <a:prstGeom prst="round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5" name="Rectangle: Rounded Corners 274">
                    <a:extLst>
                      <a:ext uri="{FF2B5EF4-FFF2-40B4-BE49-F238E27FC236}">
                        <a16:creationId xmlns:a16="http://schemas.microsoft.com/office/drawing/2014/main" id="{782E19AD-B36F-7FB4-F8E2-1DFF525ED8A8}"/>
                      </a:ext>
                    </a:extLst>
                  </p:cNvPr>
                  <p:cNvSpPr/>
                  <p:nvPr/>
                </p:nvSpPr>
                <p:spPr>
                  <a:xfrm>
                    <a:off x="3360055" y="2184399"/>
                    <a:ext cx="5477122" cy="2489199"/>
                  </a:xfrm>
                  <a:prstGeom prst="roundRect">
                    <a:avLst/>
                  </a:prstGeom>
                  <a:solidFill>
                    <a:schemeClr val="accent5"/>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273" name="TextBox 272">
                  <a:extLst>
                    <a:ext uri="{FF2B5EF4-FFF2-40B4-BE49-F238E27FC236}">
                      <a16:creationId xmlns:a16="http://schemas.microsoft.com/office/drawing/2014/main" id="{570CD273-A3B7-44BF-35CE-21CEA1F0CCF4}"/>
                    </a:ext>
                  </a:extLst>
                </p:cNvPr>
                <p:cNvSpPr txBox="1"/>
                <p:nvPr/>
              </p:nvSpPr>
              <p:spPr>
                <a:xfrm>
                  <a:off x="4182176" y="2144744"/>
                  <a:ext cx="3190941" cy="1461939"/>
                </a:xfrm>
                <a:prstGeom prst="rect">
                  <a:avLst/>
                </a:prstGeom>
                <a:noFill/>
              </p:spPr>
              <p:txBody>
                <a:bodyPr wrap="square" rtlCol="0">
                  <a:spAutoFit/>
                </a:bodyPr>
                <a:lstStyle/>
                <a:p>
                  <a:r>
                    <a:rPr lang="en-SG" sz="2000" b="1" dirty="0">
                      <a:solidFill>
                        <a:schemeClr val="bg1"/>
                      </a:solidFill>
                    </a:rPr>
                    <a:t>You can see directions, walking time, and expected time at each destination here</a:t>
                  </a:r>
                </a:p>
                <a:p>
                  <a:endParaRPr lang="en-SG" sz="900" b="1" dirty="0">
                    <a:solidFill>
                      <a:schemeClr val="bg1"/>
                    </a:solidFill>
                  </a:endParaRPr>
                </a:p>
              </p:txBody>
            </p:sp>
          </p:grpSp>
          <p:pic>
            <p:nvPicPr>
              <p:cNvPr id="271" name="Picture 270" descr="A blue and white logo&#10;&#10;AI-generated content may be incorrect.">
                <a:extLst>
                  <a:ext uri="{FF2B5EF4-FFF2-40B4-BE49-F238E27FC236}">
                    <a16:creationId xmlns:a16="http://schemas.microsoft.com/office/drawing/2014/main" id="{F8A7881B-2767-E005-1DB1-4E19A0DAC58A}"/>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424817" y="1736138"/>
                <a:ext cx="758741" cy="758741"/>
              </a:xfrm>
              <a:prstGeom prst="rect">
                <a:avLst/>
              </a:prstGeom>
            </p:spPr>
          </p:pic>
        </p:grpSp>
        <p:sp>
          <p:nvSpPr>
            <p:cNvPr id="276" name="Rectangle: Rounded Corners 275">
              <a:hlinkClick r:id="rId16" action="ppaction://hlinksldjump"/>
              <a:extLst>
                <a:ext uri="{FF2B5EF4-FFF2-40B4-BE49-F238E27FC236}">
                  <a16:creationId xmlns:a16="http://schemas.microsoft.com/office/drawing/2014/main" id="{5574A3E0-05C8-40DC-33D0-561414FED3D6}"/>
                </a:ext>
              </a:extLst>
            </p:cNvPr>
            <p:cNvSpPr/>
            <p:nvPr/>
          </p:nvSpPr>
          <p:spPr>
            <a:xfrm>
              <a:off x="4839734" y="3512536"/>
              <a:ext cx="1443346" cy="479800"/>
            </a:xfrm>
            <a:prstGeom prst="roundRect">
              <a:avLst>
                <a:gd name="adj" fmla="val 18237"/>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b="1" dirty="0">
                  <a:solidFill>
                    <a:schemeClr val="bg1"/>
                  </a:solidFill>
                  <a:latin typeface="+mj-lt"/>
                </a:rPr>
                <a:t>OK</a:t>
              </a:r>
            </a:p>
          </p:txBody>
        </p:sp>
      </p:grpSp>
      <p:pic>
        <p:nvPicPr>
          <p:cNvPr id="280" name="Picture 279" descr="A yellow hand pointing up&#10;&#10;AI-generated content may be incorrect.">
            <a:extLst>
              <a:ext uri="{FF2B5EF4-FFF2-40B4-BE49-F238E27FC236}">
                <a16:creationId xmlns:a16="http://schemas.microsoft.com/office/drawing/2014/main" id="{487195A7-809F-7E79-A831-1C92DC8E0888}"/>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68158" y="6074719"/>
            <a:ext cx="663866" cy="663866"/>
          </a:xfrm>
          <a:prstGeom prst="rect">
            <a:avLst/>
          </a:prstGeom>
        </p:spPr>
      </p:pic>
    </p:spTree>
    <p:extLst>
      <p:ext uri="{BB962C8B-B14F-4D97-AF65-F5344CB8AC3E}">
        <p14:creationId xmlns:p14="http://schemas.microsoft.com/office/powerpoint/2010/main" val="13181416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0"/>
                                  </p:stCondLst>
                                  <p:childTnLst>
                                    <p:set>
                                      <p:cBhvr>
                                        <p:cTn id="6" dur="1" fill="hold">
                                          <p:stCondLst>
                                            <p:cond delay="0"/>
                                          </p:stCondLst>
                                        </p:cTn>
                                        <p:tgtEl>
                                          <p:spTgt spid="280"/>
                                        </p:tgtEl>
                                        <p:attrNameLst>
                                          <p:attrName>style.visibility</p:attrName>
                                        </p:attrNameLst>
                                      </p:cBhvr>
                                      <p:to>
                                        <p:strVal val="visible"/>
                                      </p:to>
                                    </p:set>
                                    <p:animEffect transition="in" filter="fade">
                                      <p:cBhvr>
                                        <p:cTn id="7" dur="500"/>
                                        <p:tgtEl>
                                          <p:spTgt spid="280"/>
                                        </p:tgtEl>
                                      </p:cBhvr>
                                    </p:animEffect>
                                  </p:childTnLst>
                                </p:cTn>
                              </p:par>
                            </p:childTnLst>
                          </p:cTn>
                        </p:par>
                        <p:par>
                          <p:cTn id="8" fill="hold">
                            <p:stCondLst>
                              <p:cond delay="1500"/>
                            </p:stCondLst>
                            <p:childTnLst>
                              <p:par>
                                <p:cTn id="9" presetID="32" presetClass="emph" presetSubtype="0" fill="hold" nodeType="afterEffect">
                                  <p:stCondLst>
                                    <p:cond delay="0"/>
                                  </p:stCondLst>
                                  <p:childTnLst>
                                    <p:animRot by="120000">
                                      <p:cBhvr>
                                        <p:cTn id="10" dur="100" fill="hold">
                                          <p:stCondLst>
                                            <p:cond delay="0"/>
                                          </p:stCondLst>
                                        </p:cTn>
                                        <p:tgtEl>
                                          <p:spTgt spid="280"/>
                                        </p:tgtEl>
                                        <p:attrNameLst>
                                          <p:attrName>r</p:attrName>
                                        </p:attrNameLst>
                                      </p:cBhvr>
                                    </p:animRot>
                                    <p:animRot by="-240000">
                                      <p:cBhvr>
                                        <p:cTn id="11" dur="200" fill="hold">
                                          <p:stCondLst>
                                            <p:cond delay="200"/>
                                          </p:stCondLst>
                                        </p:cTn>
                                        <p:tgtEl>
                                          <p:spTgt spid="280"/>
                                        </p:tgtEl>
                                        <p:attrNameLst>
                                          <p:attrName>r</p:attrName>
                                        </p:attrNameLst>
                                      </p:cBhvr>
                                    </p:animRot>
                                    <p:animRot by="240000">
                                      <p:cBhvr>
                                        <p:cTn id="12" dur="200" fill="hold">
                                          <p:stCondLst>
                                            <p:cond delay="400"/>
                                          </p:stCondLst>
                                        </p:cTn>
                                        <p:tgtEl>
                                          <p:spTgt spid="280"/>
                                        </p:tgtEl>
                                        <p:attrNameLst>
                                          <p:attrName>r</p:attrName>
                                        </p:attrNameLst>
                                      </p:cBhvr>
                                    </p:animRot>
                                    <p:animRot by="-240000">
                                      <p:cBhvr>
                                        <p:cTn id="13" dur="200" fill="hold">
                                          <p:stCondLst>
                                            <p:cond delay="600"/>
                                          </p:stCondLst>
                                        </p:cTn>
                                        <p:tgtEl>
                                          <p:spTgt spid="280"/>
                                        </p:tgtEl>
                                        <p:attrNameLst>
                                          <p:attrName>r</p:attrName>
                                        </p:attrNameLst>
                                      </p:cBhvr>
                                    </p:animRot>
                                    <p:animRot by="120000">
                                      <p:cBhvr>
                                        <p:cTn id="14" dur="200" fill="hold">
                                          <p:stCondLst>
                                            <p:cond delay="800"/>
                                          </p:stCondLst>
                                        </p:cTn>
                                        <p:tgtEl>
                                          <p:spTgt spid="28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FEAB9-1561-394F-CAC1-EA9B815ADF97}"/>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89499C02-B708-F5B4-3C80-CFD52685DABD}"/>
              </a:ext>
            </a:extLst>
          </p:cNvPr>
          <p:cNvSpPr/>
          <p:nvPr/>
        </p:nvSpPr>
        <p:spPr>
          <a:xfrm>
            <a:off x="7817482" y="732916"/>
            <a:ext cx="1765979" cy="524744"/>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b="1" dirty="0">
                <a:solidFill>
                  <a:schemeClr val="tx1"/>
                </a:solidFill>
              </a:rPr>
              <a:t>  Plan 2</a:t>
            </a:r>
          </a:p>
        </p:txBody>
      </p:sp>
      <p:sp>
        <p:nvSpPr>
          <p:cNvPr id="14" name="Rectangle 13">
            <a:extLst>
              <a:ext uri="{FF2B5EF4-FFF2-40B4-BE49-F238E27FC236}">
                <a16:creationId xmlns:a16="http://schemas.microsoft.com/office/drawing/2014/main" id="{527D66FA-B8B2-620F-D0CB-438CFA43964E}"/>
              </a:ext>
            </a:extLst>
          </p:cNvPr>
          <p:cNvSpPr/>
          <p:nvPr/>
        </p:nvSpPr>
        <p:spPr>
          <a:xfrm>
            <a:off x="7820462" y="1269961"/>
            <a:ext cx="2710150" cy="55945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 name="Rectangle 1">
            <a:extLst>
              <a:ext uri="{FF2B5EF4-FFF2-40B4-BE49-F238E27FC236}">
                <a16:creationId xmlns:a16="http://schemas.microsoft.com/office/drawing/2014/main" id="{214F91ED-C6B8-B33A-44A7-1B6C58CFB83B}"/>
              </a:ext>
            </a:extLst>
          </p:cNvPr>
          <p:cNvSpPr/>
          <p:nvPr/>
        </p:nvSpPr>
        <p:spPr>
          <a:xfrm>
            <a:off x="8271481" y="732916"/>
            <a:ext cx="3920519" cy="6125084"/>
          </a:xfrm>
          <a:prstGeom prst="rect">
            <a:avLst/>
          </a:prstGeom>
          <a:solidFill>
            <a:schemeClr val="accent5">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 name="TextBox 2">
            <a:extLst>
              <a:ext uri="{FF2B5EF4-FFF2-40B4-BE49-F238E27FC236}">
                <a16:creationId xmlns:a16="http://schemas.microsoft.com/office/drawing/2014/main" id="{F393C4CA-615A-5676-2938-48FF35EB08E3}"/>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4" name="TextBox 3">
            <a:extLst>
              <a:ext uri="{FF2B5EF4-FFF2-40B4-BE49-F238E27FC236}">
                <a16:creationId xmlns:a16="http://schemas.microsoft.com/office/drawing/2014/main" id="{D5838DC4-5D42-61D4-CAA1-FB77EDCDC66E}"/>
              </a:ext>
            </a:extLst>
          </p:cNvPr>
          <p:cNvSpPr txBox="1"/>
          <p:nvPr/>
        </p:nvSpPr>
        <p:spPr>
          <a:xfrm>
            <a:off x="8347099" y="937168"/>
            <a:ext cx="3458268" cy="461665"/>
          </a:xfrm>
          <a:prstGeom prst="rect">
            <a:avLst/>
          </a:prstGeom>
          <a:noFill/>
        </p:spPr>
        <p:txBody>
          <a:bodyPr wrap="square" rtlCol="0">
            <a:spAutoFit/>
          </a:bodyPr>
          <a:lstStyle/>
          <a:p>
            <a:r>
              <a:rPr lang="en-SG" sz="2400" b="1" dirty="0">
                <a:solidFill>
                  <a:schemeClr val="accent2"/>
                </a:solidFill>
                <a:latin typeface="+mj-lt"/>
              </a:rPr>
              <a:t>Confirmed Plans &amp; Users</a:t>
            </a:r>
          </a:p>
        </p:txBody>
      </p:sp>
      <p:sp>
        <p:nvSpPr>
          <p:cNvPr id="5" name="TextBox 4">
            <a:extLst>
              <a:ext uri="{FF2B5EF4-FFF2-40B4-BE49-F238E27FC236}">
                <a16:creationId xmlns:a16="http://schemas.microsoft.com/office/drawing/2014/main" id="{DA36FD65-8403-4F20-0996-4937C0DF7D6C}"/>
              </a:ext>
            </a:extLst>
          </p:cNvPr>
          <p:cNvSpPr txBox="1"/>
          <p:nvPr/>
        </p:nvSpPr>
        <p:spPr>
          <a:xfrm>
            <a:off x="8347099" y="3861769"/>
            <a:ext cx="2792061" cy="461665"/>
          </a:xfrm>
          <a:prstGeom prst="rect">
            <a:avLst/>
          </a:prstGeom>
          <a:noFill/>
        </p:spPr>
        <p:txBody>
          <a:bodyPr wrap="square" rtlCol="0">
            <a:spAutoFit/>
          </a:bodyPr>
          <a:lstStyle/>
          <a:p>
            <a:r>
              <a:rPr lang="en-SG" sz="2400" b="1" dirty="0">
                <a:solidFill>
                  <a:schemeClr val="accent4"/>
                </a:solidFill>
                <a:latin typeface="+mj-lt"/>
              </a:rPr>
              <a:t>Cancelled Plans</a:t>
            </a:r>
          </a:p>
        </p:txBody>
      </p:sp>
      <p:grpSp>
        <p:nvGrpSpPr>
          <p:cNvPr id="6" name="Group 5">
            <a:extLst>
              <a:ext uri="{FF2B5EF4-FFF2-40B4-BE49-F238E27FC236}">
                <a16:creationId xmlns:a16="http://schemas.microsoft.com/office/drawing/2014/main" id="{7EE5F9A6-704A-B544-B6EB-B06EA44BC06B}"/>
              </a:ext>
            </a:extLst>
          </p:cNvPr>
          <p:cNvGrpSpPr/>
          <p:nvPr/>
        </p:nvGrpSpPr>
        <p:grpSpPr>
          <a:xfrm>
            <a:off x="10414386" y="6305548"/>
            <a:ext cx="1777612" cy="552452"/>
            <a:chOff x="10168773" y="6305548"/>
            <a:chExt cx="2023228" cy="552452"/>
          </a:xfrm>
        </p:grpSpPr>
        <p:sp>
          <p:nvSpPr>
            <p:cNvPr id="7" name="Rectangle 6">
              <a:extLst>
                <a:ext uri="{FF2B5EF4-FFF2-40B4-BE49-F238E27FC236}">
                  <a16:creationId xmlns:a16="http://schemas.microsoft.com/office/drawing/2014/main" id="{0A3A4450-0B6C-4E00-C284-C7803AF62824}"/>
                </a:ext>
              </a:extLst>
            </p:cNvPr>
            <p:cNvSpPr/>
            <p:nvPr userDrawn="1"/>
          </p:nvSpPr>
          <p:spPr>
            <a:xfrm>
              <a:off x="10168773" y="6305548"/>
              <a:ext cx="2023228"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SG" sz="2400" b="1" spc="0" dirty="0">
                  <a:solidFill>
                    <a:schemeClr val="tx1"/>
                  </a:solidFill>
                  <a:latin typeface="+mj-lt"/>
                </a:rPr>
                <a:t>Confir</a:t>
              </a:r>
              <a:r>
                <a:rPr lang="en-SG" sz="2400" b="1" dirty="0">
                  <a:solidFill>
                    <a:schemeClr val="tx1"/>
                  </a:solidFill>
                  <a:latin typeface="+mj-lt"/>
                </a:rPr>
                <a:t>m</a:t>
              </a:r>
              <a:endParaRPr lang="en-SG" sz="2000" b="1" spc="0" dirty="0">
                <a:solidFill>
                  <a:schemeClr val="tx1"/>
                </a:solidFill>
                <a:latin typeface="+mj-lt"/>
              </a:endParaRPr>
            </a:p>
          </p:txBody>
        </p:sp>
        <p:pic>
          <p:nvPicPr>
            <p:cNvPr id="8" name="Picture 7" descr="A blue arrow pointing to the left&#10;&#10;AI-generated content may be incorrect.">
              <a:extLst>
                <a:ext uri="{FF2B5EF4-FFF2-40B4-BE49-F238E27FC236}">
                  <a16:creationId xmlns:a16="http://schemas.microsoft.com/office/drawing/2014/main" id="{00423881-7F63-79F3-13D1-B5699F0F5B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16420" y="6481328"/>
              <a:ext cx="409049" cy="223406"/>
            </a:xfrm>
            <a:prstGeom prst="rect">
              <a:avLst/>
            </a:prstGeom>
          </p:spPr>
        </p:pic>
        <p:pic>
          <p:nvPicPr>
            <p:cNvPr id="9" name="Picture 8" descr="A blue arrow pointing to the left&#10;&#10;AI-generated content may be incorrect.">
              <a:extLst>
                <a:ext uri="{FF2B5EF4-FFF2-40B4-BE49-F238E27FC236}">
                  <a16:creationId xmlns:a16="http://schemas.microsoft.com/office/drawing/2014/main" id="{FD7DBB9B-03B8-536F-05FB-074CF03152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51948" y="6481328"/>
              <a:ext cx="409049" cy="223406"/>
            </a:xfrm>
            <a:prstGeom prst="rect">
              <a:avLst/>
            </a:prstGeom>
          </p:spPr>
        </p:pic>
      </p:grpSp>
      <p:grpSp>
        <p:nvGrpSpPr>
          <p:cNvPr id="10" name="Group 9">
            <a:extLst>
              <a:ext uri="{FF2B5EF4-FFF2-40B4-BE49-F238E27FC236}">
                <a16:creationId xmlns:a16="http://schemas.microsoft.com/office/drawing/2014/main" id="{F269D8A3-7862-6A93-2E1C-801D9C5508C7}"/>
              </a:ext>
            </a:extLst>
          </p:cNvPr>
          <p:cNvGrpSpPr/>
          <p:nvPr/>
        </p:nvGrpSpPr>
        <p:grpSpPr>
          <a:xfrm>
            <a:off x="8271479" y="6316805"/>
            <a:ext cx="1465462" cy="552452"/>
            <a:chOff x="1" y="0"/>
            <a:chExt cx="1465462" cy="552452"/>
          </a:xfrm>
        </p:grpSpPr>
        <p:sp>
          <p:nvSpPr>
            <p:cNvPr id="11" name="Rectangle 10">
              <a:hlinkClick r:id="rId4" action="ppaction://hlinksldjump" tooltip="Return to previous page"/>
              <a:extLst>
                <a:ext uri="{FF2B5EF4-FFF2-40B4-BE49-F238E27FC236}">
                  <a16:creationId xmlns:a16="http://schemas.microsoft.com/office/drawing/2014/main" id="{2ECC8D6A-09CC-9ACC-EE3A-714716B7A294}"/>
                </a:ext>
              </a:extLst>
            </p:cNvPr>
            <p:cNvSpPr/>
            <p:nvPr userDrawn="1"/>
          </p:nvSpPr>
          <p:spPr>
            <a:xfrm>
              <a:off x="1" y="0"/>
              <a:ext cx="1465462"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r"/>
              <a:r>
                <a:rPr lang="en-SG" sz="2400" b="1" spc="0" dirty="0">
                  <a:solidFill>
                    <a:schemeClr val="tx1"/>
                  </a:solidFill>
                  <a:latin typeface="+mj-lt"/>
                </a:rPr>
                <a:t>Return</a:t>
              </a:r>
              <a:endParaRPr lang="en-SG" sz="2000" b="1" spc="0" dirty="0">
                <a:solidFill>
                  <a:schemeClr val="tx1"/>
                </a:solidFill>
                <a:latin typeface="+mj-lt"/>
              </a:endParaRPr>
            </a:p>
          </p:txBody>
        </p:sp>
        <p:pic>
          <p:nvPicPr>
            <p:cNvPr id="12" name="Picture 11" descr="A blue arrow pointing to the left&#10;&#10;AI-generated content may be incorrect.">
              <a:extLst>
                <a:ext uri="{FF2B5EF4-FFF2-40B4-BE49-F238E27FC236}">
                  <a16:creationId xmlns:a16="http://schemas.microsoft.com/office/drawing/2014/main" id="{615F9A8D-EFFD-48B0-2C1C-B80C5BEEA35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76198" y="164523"/>
              <a:ext cx="409049" cy="223406"/>
            </a:xfrm>
            <a:prstGeom prst="rect">
              <a:avLst/>
            </a:prstGeom>
          </p:spPr>
        </p:pic>
      </p:grpSp>
      <p:sp>
        <p:nvSpPr>
          <p:cNvPr id="13" name="Rectangle 12">
            <a:extLst>
              <a:ext uri="{FF2B5EF4-FFF2-40B4-BE49-F238E27FC236}">
                <a16:creationId xmlns:a16="http://schemas.microsoft.com/office/drawing/2014/main" id="{7439F653-C91E-5D18-3F96-5BDE04E66783}"/>
              </a:ext>
            </a:extLst>
          </p:cNvPr>
          <p:cNvSpPr/>
          <p:nvPr/>
        </p:nvSpPr>
        <p:spPr>
          <a:xfrm>
            <a:off x="0" y="1263408"/>
            <a:ext cx="4318000" cy="55945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t>%</a:t>
            </a:r>
          </a:p>
        </p:txBody>
      </p:sp>
      <p:sp>
        <p:nvSpPr>
          <p:cNvPr id="16" name="Rectangle 15">
            <a:extLst>
              <a:ext uri="{FF2B5EF4-FFF2-40B4-BE49-F238E27FC236}">
                <a16:creationId xmlns:a16="http://schemas.microsoft.com/office/drawing/2014/main" id="{DB66C695-EF67-A37F-9061-BD5728527A6F}"/>
              </a:ext>
            </a:extLst>
          </p:cNvPr>
          <p:cNvSpPr/>
          <p:nvPr/>
        </p:nvSpPr>
        <p:spPr>
          <a:xfrm>
            <a:off x="0" y="712592"/>
            <a:ext cx="1765979" cy="545068"/>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tx1"/>
                </a:solidFill>
              </a:rPr>
              <a:t>Plan 1</a:t>
            </a:r>
          </a:p>
        </p:txBody>
      </p:sp>
      <p:sp>
        <p:nvSpPr>
          <p:cNvPr id="21" name="TextBox 20">
            <a:extLst>
              <a:ext uri="{FF2B5EF4-FFF2-40B4-BE49-F238E27FC236}">
                <a16:creationId xmlns:a16="http://schemas.microsoft.com/office/drawing/2014/main" id="{B7923278-5741-151A-1A24-C675F479B256}"/>
              </a:ext>
            </a:extLst>
          </p:cNvPr>
          <p:cNvSpPr txBox="1"/>
          <p:nvPr/>
        </p:nvSpPr>
        <p:spPr>
          <a:xfrm>
            <a:off x="24204" y="1283250"/>
            <a:ext cx="1272015" cy="400110"/>
          </a:xfrm>
          <a:prstGeom prst="rect">
            <a:avLst/>
          </a:prstGeom>
          <a:noFill/>
        </p:spPr>
        <p:txBody>
          <a:bodyPr wrap="none" rtlCol="0">
            <a:spAutoFit/>
          </a:bodyPr>
          <a:lstStyle/>
          <a:p>
            <a:r>
              <a:rPr lang="en-SG" sz="2000" b="1" dirty="0">
                <a:solidFill>
                  <a:schemeClr val="tx2"/>
                </a:solidFill>
              </a:rPr>
              <a:t>Overview</a:t>
            </a:r>
            <a:endParaRPr lang="en-SG" sz="1600" b="1" dirty="0">
              <a:solidFill>
                <a:schemeClr val="tx2"/>
              </a:solidFill>
            </a:endParaRPr>
          </a:p>
        </p:txBody>
      </p:sp>
      <p:sp>
        <p:nvSpPr>
          <p:cNvPr id="44" name="Arrow: Pentagon 43">
            <a:extLst>
              <a:ext uri="{FF2B5EF4-FFF2-40B4-BE49-F238E27FC236}">
                <a16:creationId xmlns:a16="http://schemas.microsoft.com/office/drawing/2014/main" id="{B424EC6F-CFD7-68FA-A261-4872BF477664}"/>
              </a:ext>
            </a:extLst>
          </p:cNvPr>
          <p:cNvSpPr/>
          <p:nvPr/>
        </p:nvSpPr>
        <p:spPr>
          <a:xfrm>
            <a:off x="2453580" y="2178264"/>
            <a:ext cx="1280160" cy="404334"/>
          </a:xfrm>
          <a:prstGeom prst="homePlate">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Arrow: Pentagon 26">
            <a:extLst>
              <a:ext uri="{FF2B5EF4-FFF2-40B4-BE49-F238E27FC236}">
                <a16:creationId xmlns:a16="http://schemas.microsoft.com/office/drawing/2014/main" id="{6D2FF27C-2E3C-199C-8E68-F03274AA1857}"/>
              </a:ext>
            </a:extLst>
          </p:cNvPr>
          <p:cNvSpPr/>
          <p:nvPr/>
        </p:nvSpPr>
        <p:spPr>
          <a:xfrm>
            <a:off x="1204335" y="2183588"/>
            <a:ext cx="1412972" cy="399011"/>
          </a:xfrm>
          <a:prstGeom prst="homePlate">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Arrow: Pentagon 25">
            <a:extLst>
              <a:ext uri="{FF2B5EF4-FFF2-40B4-BE49-F238E27FC236}">
                <a16:creationId xmlns:a16="http://schemas.microsoft.com/office/drawing/2014/main" id="{C4E6126D-09D8-74B5-B339-4E59F17212B0}"/>
              </a:ext>
            </a:extLst>
          </p:cNvPr>
          <p:cNvSpPr/>
          <p:nvPr/>
        </p:nvSpPr>
        <p:spPr>
          <a:xfrm>
            <a:off x="87901" y="2183586"/>
            <a:ext cx="1336681" cy="399011"/>
          </a:xfrm>
          <a:prstGeom prst="homePlate">
            <a:avLst/>
          </a:prstGeom>
          <a:solidFill>
            <a:srgbClr val="FEE438"/>
          </a:solidFill>
          <a:ln>
            <a:solidFill>
              <a:srgbClr val="FEE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TextBox 29">
            <a:extLst>
              <a:ext uri="{FF2B5EF4-FFF2-40B4-BE49-F238E27FC236}">
                <a16:creationId xmlns:a16="http://schemas.microsoft.com/office/drawing/2014/main" id="{F45EF915-F66C-C2E6-442A-B36B88595B32}"/>
              </a:ext>
            </a:extLst>
          </p:cNvPr>
          <p:cNvSpPr txBox="1"/>
          <p:nvPr/>
        </p:nvSpPr>
        <p:spPr>
          <a:xfrm>
            <a:off x="84301" y="2229202"/>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Dragon Roller</a:t>
            </a:r>
          </a:p>
        </p:txBody>
      </p:sp>
      <p:sp>
        <p:nvSpPr>
          <p:cNvPr id="48" name="Arrow: Pentagon 47">
            <a:extLst>
              <a:ext uri="{FF2B5EF4-FFF2-40B4-BE49-F238E27FC236}">
                <a16:creationId xmlns:a16="http://schemas.microsoft.com/office/drawing/2014/main" id="{AE0FFB43-26C4-D34D-063A-6AE852838187}"/>
              </a:ext>
            </a:extLst>
          </p:cNvPr>
          <p:cNvSpPr/>
          <p:nvPr/>
        </p:nvSpPr>
        <p:spPr>
          <a:xfrm rot="5400000">
            <a:off x="3083835" y="2562397"/>
            <a:ext cx="1167280" cy="399011"/>
          </a:xfrm>
          <a:prstGeom prst="homePlate">
            <a:avLst>
              <a:gd name="adj" fmla="val 0"/>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1" name="TextBox 30">
            <a:extLst>
              <a:ext uri="{FF2B5EF4-FFF2-40B4-BE49-F238E27FC236}">
                <a16:creationId xmlns:a16="http://schemas.microsoft.com/office/drawing/2014/main" id="{21086589-237A-2C49-C734-4C4C46DA947E}"/>
              </a:ext>
            </a:extLst>
          </p:cNvPr>
          <p:cNvSpPr txBox="1"/>
          <p:nvPr/>
        </p:nvSpPr>
        <p:spPr>
          <a:xfrm>
            <a:off x="2491686" y="2220215"/>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Musical B’</a:t>
            </a:r>
          </a:p>
        </p:txBody>
      </p:sp>
      <p:sp>
        <p:nvSpPr>
          <p:cNvPr id="49" name="TextBox 48">
            <a:extLst>
              <a:ext uri="{FF2B5EF4-FFF2-40B4-BE49-F238E27FC236}">
                <a16:creationId xmlns:a16="http://schemas.microsoft.com/office/drawing/2014/main" id="{A3EA5343-F350-EC6E-44CD-836FD85CF653}"/>
              </a:ext>
            </a:extLst>
          </p:cNvPr>
          <p:cNvSpPr txBox="1"/>
          <p:nvPr/>
        </p:nvSpPr>
        <p:spPr>
          <a:xfrm>
            <a:off x="1259733" y="2229202"/>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Ben’s Place</a:t>
            </a:r>
          </a:p>
        </p:txBody>
      </p:sp>
      <p:sp>
        <p:nvSpPr>
          <p:cNvPr id="50" name="Arrow: Pentagon 49">
            <a:extLst>
              <a:ext uri="{FF2B5EF4-FFF2-40B4-BE49-F238E27FC236}">
                <a16:creationId xmlns:a16="http://schemas.microsoft.com/office/drawing/2014/main" id="{6D1C58C4-957A-46C8-67C5-1218AECC8D5B}"/>
              </a:ext>
            </a:extLst>
          </p:cNvPr>
          <p:cNvSpPr/>
          <p:nvPr/>
        </p:nvSpPr>
        <p:spPr>
          <a:xfrm rot="10800000">
            <a:off x="1515558" y="2943101"/>
            <a:ext cx="1735290" cy="399011"/>
          </a:xfrm>
          <a:prstGeom prst="homePlate">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Arrow: Pentagon 45">
            <a:extLst>
              <a:ext uri="{FF2B5EF4-FFF2-40B4-BE49-F238E27FC236}">
                <a16:creationId xmlns:a16="http://schemas.microsoft.com/office/drawing/2014/main" id="{C4F494C1-AD7F-810D-99B2-BA20B4123AF8}"/>
              </a:ext>
            </a:extLst>
          </p:cNvPr>
          <p:cNvSpPr/>
          <p:nvPr/>
        </p:nvSpPr>
        <p:spPr>
          <a:xfrm rot="10800000">
            <a:off x="3064846" y="2946532"/>
            <a:ext cx="399013" cy="399011"/>
          </a:xfrm>
          <a:prstGeom prst="homePlate">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1" name="TextBox 50">
            <a:extLst>
              <a:ext uri="{FF2B5EF4-FFF2-40B4-BE49-F238E27FC236}">
                <a16:creationId xmlns:a16="http://schemas.microsoft.com/office/drawing/2014/main" id="{832FF6E8-008A-1AC3-3989-10E0370251C0}"/>
              </a:ext>
            </a:extLst>
          </p:cNvPr>
          <p:cNvSpPr txBox="1"/>
          <p:nvPr/>
        </p:nvSpPr>
        <p:spPr>
          <a:xfrm>
            <a:off x="1590457" y="2977653"/>
            <a:ext cx="1585493" cy="307777"/>
          </a:xfrm>
          <a:prstGeom prst="rect">
            <a:avLst/>
          </a:prstGeom>
          <a:noFill/>
          <a:ln w="28575">
            <a:noFill/>
          </a:ln>
        </p:spPr>
        <p:txBody>
          <a:bodyPr wrap="square" rtlCol="0">
            <a:spAutoFit/>
          </a:bodyPr>
          <a:lstStyle/>
          <a:p>
            <a:pPr algn="ctr"/>
            <a:r>
              <a:rPr lang="en-SG" sz="1400" b="1" dirty="0">
                <a:solidFill>
                  <a:schemeClr val="tx2">
                    <a:lumMod val="50000"/>
                  </a:schemeClr>
                </a:solidFill>
              </a:rPr>
              <a:t>Cirque Du Luna</a:t>
            </a:r>
          </a:p>
        </p:txBody>
      </p:sp>
      <p:sp>
        <p:nvSpPr>
          <p:cNvPr id="52" name="TextBox 51">
            <a:extLst>
              <a:ext uri="{FF2B5EF4-FFF2-40B4-BE49-F238E27FC236}">
                <a16:creationId xmlns:a16="http://schemas.microsoft.com/office/drawing/2014/main" id="{31888E80-AD2E-B19A-102F-66E136D1A432}"/>
              </a:ext>
            </a:extLst>
          </p:cNvPr>
          <p:cNvSpPr txBox="1"/>
          <p:nvPr/>
        </p:nvSpPr>
        <p:spPr>
          <a:xfrm>
            <a:off x="-5957" y="1871315"/>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11:30 AM</a:t>
            </a:r>
          </a:p>
        </p:txBody>
      </p:sp>
      <p:sp>
        <p:nvSpPr>
          <p:cNvPr id="53" name="TextBox 52">
            <a:extLst>
              <a:ext uri="{FF2B5EF4-FFF2-40B4-BE49-F238E27FC236}">
                <a16:creationId xmlns:a16="http://schemas.microsoft.com/office/drawing/2014/main" id="{D3A4F016-72F2-F707-B373-5BA8F9EE3FEE}"/>
              </a:ext>
            </a:extLst>
          </p:cNvPr>
          <p:cNvSpPr txBox="1"/>
          <p:nvPr/>
        </p:nvSpPr>
        <p:spPr>
          <a:xfrm>
            <a:off x="1236223" y="1870487"/>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11:50 AM</a:t>
            </a:r>
          </a:p>
        </p:txBody>
      </p:sp>
      <p:sp>
        <p:nvSpPr>
          <p:cNvPr id="54" name="TextBox 53">
            <a:extLst>
              <a:ext uri="{FF2B5EF4-FFF2-40B4-BE49-F238E27FC236}">
                <a16:creationId xmlns:a16="http://schemas.microsoft.com/office/drawing/2014/main" id="{9FE0E060-C1ED-BB85-A877-67DACB24B61D}"/>
              </a:ext>
            </a:extLst>
          </p:cNvPr>
          <p:cNvSpPr txBox="1"/>
          <p:nvPr/>
        </p:nvSpPr>
        <p:spPr>
          <a:xfrm>
            <a:off x="2519466" y="1870486"/>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12:30 PM</a:t>
            </a:r>
          </a:p>
        </p:txBody>
      </p:sp>
      <p:sp>
        <p:nvSpPr>
          <p:cNvPr id="55" name="TextBox 54">
            <a:extLst>
              <a:ext uri="{FF2B5EF4-FFF2-40B4-BE49-F238E27FC236}">
                <a16:creationId xmlns:a16="http://schemas.microsoft.com/office/drawing/2014/main" id="{74359302-35DE-B405-451C-488B38008365}"/>
              </a:ext>
            </a:extLst>
          </p:cNvPr>
          <p:cNvSpPr txBox="1"/>
          <p:nvPr/>
        </p:nvSpPr>
        <p:spPr>
          <a:xfrm>
            <a:off x="440642" y="2782669"/>
            <a:ext cx="1244283" cy="646331"/>
          </a:xfrm>
          <a:prstGeom prst="rect">
            <a:avLst/>
          </a:prstGeom>
          <a:noFill/>
        </p:spPr>
        <p:txBody>
          <a:bodyPr wrap="square" rtlCol="0">
            <a:spAutoFit/>
          </a:bodyPr>
          <a:lstStyle/>
          <a:p>
            <a:pPr algn="ctr"/>
            <a:r>
              <a:rPr lang="en-SG" sz="3600" dirty="0"/>
              <a:t>…</a:t>
            </a:r>
          </a:p>
        </p:txBody>
      </p:sp>
      <p:sp>
        <p:nvSpPr>
          <p:cNvPr id="56" name="TextBox 55">
            <a:extLst>
              <a:ext uri="{FF2B5EF4-FFF2-40B4-BE49-F238E27FC236}">
                <a16:creationId xmlns:a16="http://schemas.microsoft.com/office/drawing/2014/main" id="{65D5E82B-A8AE-0490-D76D-679577F1505E}"/>
              </a:ext>
            </a:extLst>
          </p:cNvPr>
          <p:cNvSpPr txBox="1"/>
          <p:nvPr/>
        </p:nvSpPr>
        <p:spPr>
          <a:xfrm>
            <a:off x="1740463" y="2672492"/>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1:30 PM</a:t>
            </a:r>
          </a:p>
        </p:txBody>
      </p:sp>
      <p:pic>
        <p:nvPicPr>
          <p:cNvPr id="65" name="Picture 64" descr="A blue arrows pointing to a cross&#10;&#10;AI-generated content may be incorrect.">
            <a:extLst>
              <a:ext uri="{FF2B5EF4-FFF2-40B4-BE49-F238E27FC236}">
                <a16:creationId xmlns:a16="http://schemas.microsoft.com/office/drawing/2014/main" id="{98CE01F3-1863-1345-4288-A9D316B17F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6721" y="1305430"/>
            <a:ext cx="588469" cy="588469"/>
          </a:xfrm>
          <a:prstGeom prst="rect">
            <a:avLst/>
          </a:prstGeom>
        </p:spPr>
      </p:pic>
      <p:sp>
        <p:nvSpPr>
          <p:cNvPr id="66" name="TextBox 65">
            <a:extLst>
              <a:ext uri="{FF2B5EF4-FFF2-40B4-BE49-F238E27FC236}">
                <a16:creationId xmlns:a16="http://schemas.microsoft.com/office/drawing/2014/main" id="{7418593E-3ABF-A9CA-8505-5545B79F76FF}"/>
              </a:ext>
            </a:extLst>
          </p:cNvPr>
          <p:cNvSpPr txBox="1"/>
          <p:nvPr/>
        </p:nvSpPr>
        <p:spPr>
          <a:xfrm>
            <a:off x="31323" y="1548959"/>
            <a:ext cx="2760949" cy="307777"/>
          </a:xfrm>
          <a:prstGeom prst="rect">
            <a:avLst/>
          </a:prstGeom>
          <a:noFill/>
        </p:spPr>
        <p:txBody>
          <a:bodyPr wrap="none" rtlCol="0">
            <a:spAutoFit/>
          </a:bodyPr>
          <a:lstStyle/>
          <a:p>
            <a:r>
              <a:rPr lang="en-SG" sz="1400" dirty="0">
                <a:solidFill>
                  <a:schemeClr val="tx2"/>
                </a:solidFill>
              </a:rPr>
              <a:t>Expected start time of each event</a:t>
            </a:r>
            <a:endParaRPr lang="en-SG" sz="1100" dirty="0">
              <a:solidFill>
                <a:schemeClr val="tx2"/>
              </a:solidFill>
            </a:endParaRPr>
          </a:p>
        </p:txBody>
      </p:sp>
      <p:grpSp>
        <p:nvGrpSpPr>
          <p:cNvPr id="178" name="Group 177">
            <a:extLst>
              <a:ext uri="{FF2B5EF4-FFF2-40B4-BE49-F238E27FC236}">
                <a16:creationId xmlns:a16="http://schemas.microsoft.com/office/drawing/2014/main" id="{2969360A-D86B-BBA9-0788-5CEE8D8CD2D1}"/>
              </a:ext>
            </a:extLst>
          </p:cNvPr>
          <p:cNvGrpSpPr/>
          <p:nvPr/>
        </p:nvGrpSpPr>
        <p:grpSpPr>
          <a:xfrm>
            <a:off x="0" y="3423252"/>
            <a:ext cx="4316630" cy="1983646"/>
            <a:chOff x="1370" y="3428999"/>
            <a:chExt cx="5758704" cy="2646330"/>
          </a:xfrm>
        </p:grpSpPr>
        <p:sp>
          <p:nvSpPr>
            <p:cNvPr id="104" name="Rectangle 103">
              <a:extLst>
                <a:ext uri="{FF2B5EF4-FFF2-40B4-BE49-F238E27FC236}">
                  <a16:creationId xmlns:a16="http://schemas.microsoft.com/office/drawing/2014/main" id="{7C189DBC-A3DF-3080-6560-5FC1B2D6BADB}"/>
                </a:ext>
              </a:extLst>
            </p:cNvPr>
            <p:cNvSpPr/>
            <p:nvPr/>
          </p:nvSpPr>
          <p:spPr>
            <a:xfrm>
              <a:off x="1370" y="342899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5" name="Freeform: Shape 104">
              <a:extLst>
                <a:ext uri="{FF2B5EF4-FFF2-40B4-BE49-F238E27FC236}">
                  <a16:creationId xmlns:a16="http://schemas.microsoft.com/office/drawing/2014/main" id="{66DBC1F2-1F30-3B73-1983-904421D728C1}"/>
                </a:ext>
              </a:extLst>
            </p:cNvPr>
            <p:cNvSpPr/>
            <p:nvPr/>
          </p:nvSpPr>
          <p:spPr>
            <a:xfrm>
              <a:off x="15713" y="344861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58" name="Group 57">
            <a:extLst>
              <a:ext uri="{FF2B5EF4-FFF2-40B4-BE49-F238E27FC236}">
                <a16:creationId xmlns:a16="http://schemas.microsoft.com/office/drawing/2014/main" id="{E220A972-B4A2-47C7-D38A-2A15DEA58364}"/>
              </a:ext>
            </a:extLst>
          </p:cNvPr>
          <p:cNvGrpSpPr/>
          <p:nvPr/>
        </p:nvGrpSpPr>
        <p:grpSpPr>
          <a:xfrm>
            <a:off x="1370" y="3423252"/>
            <a:ext cx="767467" cy="436233"/>
            <a:chOff x="3211177" y="4204405"/>
            <a:chExt cx="971932" cy="552452"/>
          </a:xfrm>
        </p:grpSpPr>
        <p:sp>
          <p:nvSpPr>
            <p:cNvPr id="59" name="Rectangle 58">
              <a:extLst>
                <a:ext uri="{FF2B5EF4-FFF2-40B4-BE49-F238E27FC236}">
                  <a16:creationId xmlns:a16="http://schemas.microsoft.com/office/drawing/2014/main" id="{309DBF2C-07C9-B432-8665-18926AF36E68}"/>
                </a:ext>
              </a:extLst>
            </p:cNvPr>
            <p:cNvSpPr/>
            <p:nvPr userDrawn="1"/>
          </p:nvSpPr>
          <p:spPr>
            <a:xfrm>
              <a:off x="3211177" y="4204405"/>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60" name="TextBox 59">
              <a:extLst>
                <a:ext uri="{FF2B5EF4-FFF2-40B4-BE49-F238E27FC236}">
                  <a16:creationId xmlns:a16="http://schemas.microsoft.com/office/drawing/2014/main" id="{3B88634F-F97F-54AB-F1BE-7E0E3A120CA8}"/>
                </a:ext>
              </a:extLst>
            </p:cNvPr>
            <p:cNvSpPr txBox="1"/>
            <p:nvPr userDrawn="1"/>
          </p:nvSpPr>
          <p:spPr>
            <a:xfrm>
              <a:off x="3211177" y="4260295"/>
              <a:ext cx="971930" cy="400110"/>
            </a:xfrm>
            <a:prstGeom prst="rect">
              <a:avLst/>
            </a:prstGeom>
            <a:noFill/>
            <a:ln>
              <a:noFill/>
            </a:ln>
          </p:spPr>
          <p:txBody>
            <a:bodyPr wrap="square" rtlCol="0">
              <a:spAutoFit/>
            </a:bodyPr>
            <a:lstStyle/>
            <a:p>
              <a:pPr algn="ctr"/>
              <a:r>
                <a:rPr lang="en-SG" sz="2000" b="1" dirty="0">
                  <a:solidFill>
                    <a:srgbClr val="2F3C7E"/>
                  </a:solidFill>
                </a:rPr>
                <a:t>MAP</a:t>
              </a:r>
            </a:p>
          </p:txBody>
        </p:sp>
      </p:grpSp>
      <p:pic>
        <p:nvPicPr>
          <p:cNvPr id="179" name="Picture 178">
            <a:extLst>
              <a:ext uri="{FF2B5EF4-FFF2-40B4-BE49-F238E27FC236}">
                <a16:creationId xmlns:a16="http://schemas.microsoft.com/office/drawing/2014/main" id="{757878B1-216D-6D8E-8678-172FB0342259}"/>
              </a:ext>
            </a:extLst>
          </p:cNvPr>
          <p:cNvPicPr>
            <a:picLocks noChangeAspect="1"/>
          </p:cNvPicPr>
          <p:nvPr/>
        </p:nvPicPr>
        <p:blipFill>
          <a:blip r:embed="rId6"/>
          <a:stretch>
            <a:fillRect/>
          </a:stretch>
        </p:blipFill>
        <p:spPr>
          <a:xfrm>
            <a:off x="311471" y="4332516"/>
            <a:ext cx="481978" cy="241890"/>
          </a:xfrm>
          <a:prstGeom prst="rect">
            <a:avLst/>
          </a:prstGeom>
          <a:ln>
            <a:noFill/>
          </a:ln>
        </p:spPr>
      </p:pic>
      <p:sp>
        <p:nvSpPr>
          <p:cNvPr id="180" name="TextBox 179">
            <a:extLst>
              <a:ext uri="{FF2B5EF4-FFF2-40B4-BE49-F238E27FC236}">
                <a16:creationId xmlns:a16="http://schemas.microsoft.com/office/drawing/2014/main" id="{3A147502-19CC-A4BE-B250-F564B5888C86}"/>
              </a:ext>
            </a:extLst>
          </p:cNvPr>
          <p:cNvSpPr txBox="1"/>
          <p:nvPr/>
        </p:nvSpPr>
        <p:spPr>
          <a:xfrm>
            <a:off x="-55288" y="4517775"/>
            <a:ext cx="1215496" cy="230832"/>
          </a:xfrm>
          <a:prstGeom prst="rect">
            <a:avLst/>
          </a:prstGeom>
          <a:noFill/>
          <a:ln>
            <a:noFill/>
          </a:ln>
        </p:spPr>
        <p:txBody>
          <a:bodyPr wrap="square" rtlCol="0">
            <a:spAutoFit/>
          </a:bodyPr>
          <a:lstStyle/>
          <a:p>
            <a:pPr algn="ctr"/>
            <a:r>
              <a:rPr lang="en-SG" sz="900" b="1" dirty="0">
                <a:solidFill>
                  <a:schemeClr val="tx2"/>
                </a:solidFill>
                <a:latin typeface="+mn-lt"/>
              </a:rPr>
              <a:t>Dragon Roller</a:t>
            </a:r>
          </a:p>
        </p:txBody>
      </p:sp>
      <p:pic>
        <p:nvPicPr>
          <p:cNvPr id="182" name="Picture 181">
            <a:extLst>
              <a:ext uri="{FF2B5EF4-FFF2-40B4-BE49-F238E27FC236}">
                <a16:creationId xmlns:a16="http://schemas.microsoft.com/office/drawing/2014/main" id="{4F2711F1-CC5E-07C8-9044-465728BF161E}"/>
              </a:ext>
            </a:extLst>
          </p:cNvPr>
          <p:cNvPicPr>
            <a:picLocks noChangeAspect="1"/>
          </p:cNvPicPr>
          <p:nvPr/>
        </p:nvPicPr>
        <p:blipFill>
          <a:blip r:embed="rId7"/>
          <a:srcRect l="16117" r="13552"/>
          <a:stretch>
            <a:fillRect/>
          </a:stretch>
        </p:blipFill>
        <p:spPr>
          <a:xfrm>
            <a:off x="333490" y="4117766"/>
            <a:ext cx="334895" cy="476171"/>
          </a:xfrm>
          <a:prstGeom prst="rect">
            <a:avLst/>
          </a:prstGeom>
        </p:spPr>
      </p:pic>
      <p:sp>
        <p:nvSpPr>
          <p:cNvPr id="181" name="Rectangle: Rounded Corners 180">
            <a:extLst>
              <a:ext uri="{FF2B5EF4-FFF2-40B4-BE49-F238E27FC236}">
                <a16:creationId xmlns:a16="http://schemas.microsoft.com/office/drawing/2014/main" id="{B31ADD0C-A1AF-01DF-629B-6DA189A27D7F}"/>
              </a:ext>
            </a:extLst>
          </p:cNvPr>
          <p:cNvSpPr/>
          <p:nvPr/>
        </p:nvSpPr>
        <p:spPr>
          <a:xfrm>
            <a:off x="240605" y="4077528"/>
            <a:ext cx="528230" cy="178826"/>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b="1" dirty="0">
                <a:solidFill>
                  <a:schemeClr val="bg1"/>
                </a:solidFill>
                <a:latin typeface="+mj-lt"/>
              </a:rPr>
              <a:t>Start</a:t>
            </a:r>
            <a:endParaRPr lang="en-SG" sz="1400" b="1" dirty="0">
              <a:solidFill>
                <a:schemeClr val="bg1"/>
              </a:solidFill>
              <a:latin typeface="+mj-lt"/>
            </a:endParaRPr>
          </a:p>
        </p:txBody>
      </p:sp>
      <p:sp>
        <p:nvSpPr>
          <p:cNvPr id="183" name="Freeform: Shape 182">
            <a:extLst>
              <a:ext uri="{FF2B5EF4-FFF2-40B4-BE49-F238E27FC236}">
                <a16:creationId xmlns:a16="http://schemas.microsoft.com/office/drawing/2014/main" id="{ACA43533-DFF5-B9CB-D581-F470308476BB}"/>
              </a:ext>
            </a:extLst>
          </p:cNvPr>
          <p:cNvSpPr/>
          <p:nvPr/>
        </p:nvSpPr>
        <p:spPr>
          <a:xfrm>
            <a:off x="866009" y="4492657"/>
            <a:ext cx="963149" cy="163498"/>
          </a:xfrm>
          <a:custGeom>
            <a:avLst/>
            <a:gdLst>
              <a:gd name="connsiteX0" fmla="*/ 1763485 w 1763485"/>
              <a:gd name="connsiteY0" fmla="*/ 206829 h 299357"/>
              <a:gd name="connsiteX1" fmla="*/ 1540328 w 1763485"/>
              <a:gd name="connsiteY1" fmla="*/ 299357 h 299357"/>
              <a:gd name="connsiteX2" fmla="*/ 1409700 w 1763485"/>
              <a:gd name="connsiteY2" fmla="*/ 272143 h 299357"/>
              <a:gd name="connsiteX3" fmla="*/ 1322614 w 1763485"/>
              <a:gd name="connsiteY3" fmla="*/ 190500 h 299357"/>
              <a:gd name="connsiteX4" fmla="*/ 1306285 w 1763485"/>
              <a:gd name="connsiteY4" fmla="*/ 157843 h 299357"/>
              <a:gd name="connsiteX5" fmla="*/ 1284514 w 1763485"/>
              <a:gd name="connsiteY5" fmla="*/ 130629 h 299357"/>
              <a:gd name="connsiteX6" fmla="*/ 1273628 w 1763485"/>
              <a:gd name="connsiteY6" fmla="*/ 92529 h 299357"/>
              <a:gd name="connsiteX7" fmla="*/ 1268185 w 1763485"/>
              <a:gd name="connsiteY7" fmla="*/ 76200 h 299357"/>
              <a:gd name="connsiteX8" fmla="*/ 1191985 w 1763485"/>
              <a:gd name="connsiteY8" fmla="*/ 16329 h 299357"/>
              <a:gd name="connsiteX9" fmla="*/ 1028700 w 1763485"/>
              <a:gd name="connsiteY9" fmla="*/ 0 h 299357"/>
              <a:gd name="connsiteX10" fmla="*/ 849085 w 1763485"/>
              <a:gd name="connsiteY10" fmla="*/ 10886 h 299357"/>
              <a:gd name="connsiteX11" fmla="*/ 800100 w 1763485"/>
              <a:gd name="connsiteY11" fmla="*/ 43543 h 299357"/>
              <a:gd name="connsiteX12" fmla="*/ 685800 w 1763485"/>
              <a:gd name="connsiteY12" fmla="*/ 119743 h 299357"/>
              <a:gd name="connsiteX13" fmla="*/ 658585 w 1763485"/>
              <a:gd name="connsiteY13" fmla="*/ 136071 h 299357"/>
              <a:gd name="connsiteX14" fmla="*/ 544285 w 1763485"/>
              <a:gd name="connsiteY14" fmla="*/ 163286 h 299357"/>
              <a:gd name="connsiteX15" fmla="*/ 511628 w 1763485"/>
              <a:gd name="connsiteY15" fmla="*/ 174171 h 299357"/>
              <a:gd name="connsiteX16" fmla="*/ 255814 w 1763485"/>
              <a:gd name="connsiteY16" fmla="*/ 130629 h 299357"/>
              <a:gd name="connsiteX17" fmla="*/ 239485 w 1763485"/>
              <a:gd name="connsiteY17" fmla="*/ 119743 h 299357"/>
              <a:gd name="connsiteX18" fmla="*/ 217714 w 1763485"/>
              <a:gd name="connsiteY18" fmla="*/ 114300 h 299357"/>
              <a:gd name="connsiteX19" fmla="*/ 168728 w 1763485"/>
              <a:gd name="connsiteY19" fmla="*/ 76200 h 299357"/>
              <a:gd name="connsiteX20" fmla="*/ 54428 w 1763485"/>
              <a:gd name="connsiteY20" fmla="*/ 43543 h 299357"/>
              <a:gd name="connsiteX21" fmla="*/ 0 w 1763485"/>
              <a:gd name="connsiteY21" fmla="*/ 43543 h 29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3485" h="299357">
                <a:moveTo>
                  <a:pt x="1763485" y="206829"/>
                </a:moveTo>
                <a:cubicBezTo>
                  <a:pt x="1614475" y="277785"/>
                  <a:pt x="1689015" y="247316"/>
                  <a:pt x="1540328" y="299357"/>
                </a:cubicBezTo>
                <a:cubicBezTo>
                  <a:pt x="1496785" y="290286"/>
                  <a:pt x="1452266" y="285042"/>
                  <a:pt x="1409700" y="272143"/>
                </a:cubicBezTo>
                <a:cubicBezTo>
                  <a:pt x="1360103" y="257114"/>
                  <a:pt x="1349198" y="233034"/>
                  <a:pt x="1322614" y="190500"/>
                </a:cubicBezTo>
                <a:cubicBezTo>
                  <a:pt x="1316164" y="180179"/>
                  <a:pt x="1312819" y="168111"/>
                  <a:pt x="1306285" y="157843"/>
                </a:cubicBezTo>
                <a:cubicBezTo>
                  <a:pt x="1300048" y="148042"/>
                  <a:pt x="1291771" y="139700"/>
                  <a:pt x="1284514" y="130629"/>
                </a:cubicBezTo>
                <a:cubicBezTo>
                  <a:pt x="1280885" y="117929"/>
                  <a:pt x="1277423" y="105180"/>
                  <a:pt x="1273628" y="92529"/>
                </a:cubicBezTo>
                <a:cubicBezTo>
                  <a:pt x="1271979" y="87034"/>
                  <a:pt x="1271858" y="80608"/>
                  <a:pt x="1268185" y="76200"/>
                </a:cubicBezTo>
                <a:cubicBezTo>
                  <a:pt x="1250833" y="55378"/>
                  <a:pt x="1224333" y="20950"/>
                  <a:pt x="1191985" y="16329"/>
                </a:cubicBezTo>
                <a:cubicBezTo>
                  <a:pt x="1137835" y="8593"/>
                  <a:pt x="1028700" y="0"/>
                  <a:pt x="1028700" y="0"/>
                </a:cubicBezTo>
                <a:cubicBezTo>
                  <a:pt x="968828" y="3629"/>
                  <a:pt x="908007" y="-337"/>
                  <a:pt x="849085" y="10886"/>
                </a:cubicBezTo>
                <a:cubicBezTo>
                  <a:pt x="829807" y="14558"/>
                  <a:pt x="817184" y="33887"/>
                  <a:pt x="800100" y="43543"/>
                </a:cubicBezTo>
                <a:cubicBezTo>
                  <a:pt x="628196" y="140706"/>
                  <a:pt x="794349" y="29288"/>
                  <a:pt x="685800" y="119743"/>
                </a:cubicBezTo>
                <a:cubicBezTo>
                  <a:pt x="677673" y="126516"/>
                  <a:pt x="668445" y="132237"/>
                  <a:pt x="658585" y="136071"/>
                </a:cubicBezTo>
                <a:cubicBezTo>
                  <a:pt x="599918" y="158886"/>
                  <a:pt x="596861" y="156714"/>
                  <a:pt x="544285" y="163286"/>
                </a:cubicBezTo>
                <a:cubicBezTo>
                  <a:pt x="533399" y="166914"/>
                  <a:pt x="523087" y="174759"/>
                  <a:pt x="511628" y="174171"/>
                </a:cubicBezTo>
                <a:cubicBezTo>
                  <a:pt x="367189" y="166764"/>
                  <a:pt x="363109" y="161284"/>
                  <a:pt x="255814" y="130629"/>
                </a:cubicBezTo>
                <a:cubicBezTo>
                  <a:pt x="250371" y="127000"/>
                  <a:pt x="245498" y="122320"/>
                  <a:pt x="239485" y="119743"/>
                </a:cubicBezTo>
                <a:cubicBezTo>
                  <a:pt x="232609" y="116796"/>
                  <a:pt x="223003" y="119589"/>
                  <a:pt x="217714" y="114300"/>
                </a:cubicBezTo>
                <a:cubicBezTo>
                  <a:pt x="170934" y="67520"/>
                  <a:pt x="236527" y="87500"/>
                  <a:pt x="168728" y="76200"/>
                </a:cubicBezTo>
                <a:cubicBezTo>
                  <a:pt x="117113" y="55554"/>
                  <a:pt x="111054" y="48936"/>
                  <a:pt x="54428" y="43543"/>
                </a:cubicBezTo>
                <a:cubicBezTo>
                  <a:pt x="36367" y="41823"/>
                  <a:pt x="18143" y="43543"/>
                  <a:pt x="0" y="435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4" name="TextBox 183">
            <a:extLst>
              <a:ext uri="{FF2B5EF4-FFF2-40B4-BE49-F238E27FC236}">
                <a16:creationId xmlns:a16="http://schemas.microsoft.com/office/drawing/2014/main" id="{87E6E98F-1315-D65B-D2B3-79FCCA3ACB2A}"/>
              </a:ext>
            </a:extLst>
          </p:cNvPr>
          <p:cNvSpPr txBox="1"/>
          <p:nvPr/>
        </p:nvSpPr>
        <p:spPr>
          <a:xfrm>
            <a:off x="1593259" y="4465991"/>
            <a:ext cx="1215496" cy="230832"/>
          </a:xfrm>
          <a:prstGeom prst="rect">
            <a:avLst/>
          </a:prstGeom>
          <a:noFill/>
          <a:ln>
            <a:noFill/>
          </a:ln>
        </p:spPr>
        <p:txBody>
          <a:bodyPr wrap="square" rtlCol="0">
            <a:spAutoFit/>
          </a:bodyPr>
          <a:lstStyle/>
          <a:p>
            <a:pPr algn="ctr"/>
            <a:r>
              <a:rPr lang="en-SG" sz="900" b="1" dirty="0">
                <a:solidFill>
                  <a:schemeClr val="tx2"/>
                </a:solidFill>
                <a:latin typeface="+mn-lt"/>
              </a:rPr>
              <a:t>Ben’s Place</a:t>
            </a:r>
          </a:p>
        </p:txBody>
      </p:sp>
      <p:pic>
        <p:nvPicPr>
          <p:cNvPr id="185" name="Picture 184">
            <a:extLst>
              <a:ext uri="{FF2B5EF4-FFF2-40B4-BE49-F238E27FC236}">
                <a16:creationId xmlns:a16="http://schemas.microsoft.com/office/drawing/2014/main" id="{4A0D44B1-0E1E-CF36-70A2-0A196B728290}"/>
              </a:ext>
            </a:extLst>
          </p:cNvPr>
          <p:cNvPicPr>
            <a:picLocks noChangeAspect="1"/>
          </p:cNvPicPr>
          <p:nvPr/>
        </p:nvPicPr>
        <p:blipFill>
          <a:blip r:embed="rId8"/>
          <a:stretch>
            <a:fillRect/>
          </a:stretch>
        </p:blipFill>
        <p:spPr>
          <a:xfrm>
            <a:off x="1987937" y="4089700"/>
            <a:ext cx="395265" cy="395265"/>
          </a:xfrm>
          <a:prstGeom prst="rect">
            <a:avLst/>
          </a:prstGeom>
        </p:spPr>
      </p:pic>
      <p:pic>
        <p:nvPicPr>
          <p:cNvPr id="186" name="Picture 185">
            <a:extLst>
              <a:ext uri="{FF2B5EF4-FFF2-40B4-BE49-F238E27FC236}">
                <a16:creationId xmlns:a16="http://schemas.microsoft.com/office/drawing/2014/main" id="{2EB31DFA-B2CF-F7E0-9CC5-F59EAE8FA185}"/>
              </a:ext>
            </a:extLst>
          </p:cNvPr>
          <p:cNvPicPr>
            <a:picLocks noChangeAspect="1"/>
          </p:cNvPicPr>
          <p:nvPr/>
        </p:nvPicPr>
        <p:blipFill>
          <a:blip r:embed="rId9"/>
          <a:stretch>
            <a:fillRect/>
          </a:stretch>
        </p:blipFill>
        <p:spPr>
          <a:xfrm>
            <a:off x="3188167" y="4336996"/>
            <a:ext cx="498554" cy="498554"/>
          </a:xfrm>
          <a:prstGeom prst="rect">
            <a:avLst/>
          </a:prstGeom>
        </p:spPr>
      </p:pic>
      <p:pic>
        <p:nvPicPr>
          <p:cNvPr id="187" name="Picture 186" descr="A blue arrows pointing to a cross&#10;&#10;AI-generated content may be incorrect.">
            <a:extLst>
              <a:ext uri="{FF2B5EF4-FFF2-40B4-BE49-F238E27FC236}">
                <a16:creationId xmlns:a16="http://schemas.microsoft.com/office/drawing/2014/main" id="{80C51326-1934-6817-E94F-B3CEDAA3B4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38957" y="3460084"/>
            <a:ext cx="436233" cy="436233"/>
          </a:xfrm>
          <a:prstGeom prst="rect">
            <a:avLst/>
          </a:prstGeom>
        </p:spPr>
      </p:pic>
      <p:sp>
        <p:nvSpPr>
          <p:cNvPr id="188" name="TextBox 187">
            <a:extLst>
              <a:ext uri="{FF2B5EF4-FFF2-40B4-BE49-F238E27FC236}">
                <a16:creationId xmlns:a16="http://schemas.microsoft.com/office/drawing/2014/main" id="{5FC7FC1F-9254-FE27-73F2-8B8F9118B451}"/>
              </a:ext>
            </a:extLst>
          </p:cNvPr>
          <p:cNvSpPr txBox="1"/>
          <p:nvPr/>
        </p:nvSpPr>
        <p:spPr>
          <a:xfrm>
            <a:off x="2808755" y="4797842"/>
            <a:ext cx="1215496" cy="230832"/>
          </a:xfrm>
          <a:prstGeom prst="rect">
            <a:avLst/>
          </a:prstGeom>
          <a:noFill/>
          <a:ln>
            <a:noFill/>
          </a:ln>
        </p:spPr>
        <p:txBody>
          <a:bodyPr wrap="square" rtlCol="0">
            <a:spAutoFit/>
          </a:bodyPr>
          <a:lstStyle/>
          <a:p>
            <a:pPr algn="ctr"/>
            <a:r>
              <a:rPr lang="en-SG" sz="900" b="1" dirty="0">
                <a:solidFill>
                  <a:schemeClr val="tx2"/>
                </a:solidFill>
                <a:latin typeface="+mn-lt"/>
              </a:rPr>
              <a:t>Musical B’</a:t>
            </a:r>
          </a:p>
        </p:txBody>
      </p:sp>
      <p:sp>
        <p:nvSpPr>
          <p:cNvPr id="189" name="Freeform: Shape 188">
            <a:extLst>
              <a:ext uri="{FF2B5EF4-FFF2-40B4-BE49-F238E27FC236}">
                <a16:creationId xmlns:a16="http://schemas.microsoft.com/office/drawing/2014/main" id="{89EFF7BA-C2E6-15DA-8552-30A279FAC8E7}"/>
              </a:ext>
            </a:extLst>
          </p:cNvPr>
          <p:cNvSpPr/>
          <p:nvPr/>
        </p:nvSpPr>
        <p:spPr>
          <a:xfrm>
            <a:off x="2579018" y="4635470"/>
            <a:ext cx="514883" cy="295373"/>
          </a:xfrm>
          <a:custGeom>
            <a:avLst/>
            <a:gdLst>
              <a:gd name="connsiteX0" fmla="*/ 10910 w 1034167"/>
              <a:gd name="connsiteY0" fmla="*/ 0 h 593271"/>
              <a:gd name="connsiteX1" fmla="*/ 24 w 1034167"/>
              <a:gd name="connsiteY1" fmla="*/ 27214 h 593271"/>
              <a:gd name="connsiteX2" fmla="*/ 32681 w 1034167"/>
              <a:gd name="connsiteY2" fmla="*/ 141514 h 593271"/>
              <a:gd name="connsiteX3" fmla="*/ 119767 w 1034167"/>
              <a:gd name="connsiteY3" fmla="*/ 217714 h 593271"/>
              <a:gd name="connsiteX4" fmla="*/ 185081 w 1034167"/>
              <a:gd name="connsiteY4" fmla="*/ 250371 h 593271"/>
              <a:gd name="connsiteX5" fmla="*/ 283053 w 1034167"/>
              <a:gd name="connsiteY5" fmla="*/ 288471 h 593271"/>
              <a:gd name="connsiteX6" fmla="*/ 402796 w 1034167"/>
              <a:gd name="connsiteY6" fmla="*/ 293914 h 593271"/>
              <a:gd name="connsiteX7" fmla="*/ 604181 w 1034167"/>
              <a:gd name="connsiteY7" fmla="*/ 353786 h 593271"/>
              <a:gd name="connsiteX8" fmla="*/ 615067 w 1034167"/>
              <a:gd name="connsiteY8" fmla="*/ 370114 h 593271"/>
              <a:gd name="connsiteX9" fmla="*/ 631396 w 1034167"/>
              <a:gd name="connsiteY9" fmla="*/ 429986 h 593271"/>
              <a:gd name="connsiteX10" fmla="*/ 642281 w 1034167"/>
              <a:gd name="connsiteY10" fmla="*/ 533400 h 593271"/>
              <a:gd name="connsiteX11" fmla="*/ 680381 w 1034167"/>
              <a:gd name="connsiteY11" fmla="*/ 555171 h 593271"/>
              <a:gd name="connsiteX12" fmla="*/ 778353 w 1034167"/>
              <a:gd name="connsiteY12" fmla="*/ 593271 h 593271"/>
              <a:gd name="connsiteX13" fmla="*/ 881767 w 1034167"/>
              <a:gd name="connsiteY13" fmla="*/ 587829 h 593271"/>
              <a:gd name="connsiteX14" fmla="*/ 930753 w 1034167"/>
              <a:gd name="connsiteY14" fmla="*/ 549729 h 593271"/>
              <a:gd name="connsiteX15" fmla="*/ 1034167 w 1034167"/>
              <a:gd name="connsiteY15" fmla="*/ 538843 h 59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4167" h="593271">
                <a:moveTo>
                  <a:pt x="10910" y="0"/>
                </a:moveTo>
                <a:cubicBezTo>
                  <a:pt x="7281" y="9071"/>
                  <a:pt x="-490" y="17457"/>
                  <a:pt x="24" y="27214"/>
                </a:cubicBezTo>
                <a:cubicBezTo>
                  <a:pt x="423" y="34790"/>
                  <a:pt x="16134" y="123225"/>
                  <a:pt x="32681" y="141514"/>
                </a:cubicBezTo>
                <a:cubicBezTo>
                  <a:pt x="58560" y="170117"/>
                  <a:pt x="85267" y="200464"/>
                  <a:pt x="119767" y="217714"/>
                </a:cubicBezTo>
                <a:cubicBezTo>
                  <a:pt x="141538" y="228600"/>
                  <a:pt x="164016" y="238175"/>
                  <a:pt x="185081" y="250371"/>
                </a:cubicBezTo>
                <a:cubicBezTo>
                  <a:pt x="244050" y="284512"/>
                  <a:pt x="202154" y="281117"/>
                  <a:pt x="283053" y="288471"/>
                </a:cubicBezTo>
                <a:cubicBezTo>
                  <a:pt x="322844" y="292088"/>
                  <a:pt x="362882" y="292100"/>
                  <a:pt x="402796" y="293914"/>
                </a:cubicBezTo>
                <a:cubicBezTo>
                  <a:pt x="506337" y="314622"/>
                  <a:pt x="542016" y="298529"/>
                  <a:pt x="604181" y="353786"/>
                </a:cubicBezTo>
                <a:cubicBezTo>
                  <a:pt x="609070" y="358132"/>
                  <a:pt x="611438" y="364671"/>
                  <a:pt x="615067" y="370114"/>
                </a:cubicBezTo>
                <a:cubicBezTo>
                  <a:pt x="623153" y="394372"/>
                  <a:pt x="628319" y="405367"/>
                  <a:pt x="631396" y="429986"/>
                </a:cubicBezTo>
                <a:cubicBezTo>
                  <a:pt x="635695" y="464380"/>
                  <a:pt x="629650" y="501121"/>
                  <a:pt x="642281" y="533400"/>
                </a:cubicBezTo>
                <a:cubicBezTo>
                  <a:pt x="647611" y="547021"/>
                  <a:pt x="667298" y="548630"/>
                  <a:pt x="680381" y="555171"/>
                </a:cubicBezTo>
                <a:cubicBezTo>
                  <a:pt x="737030" y="583496"/>
                  <a:pt x="728360" y="578988"/>
                  <a:pt x="778353" y="593271"/>
                </a:cubicBezTo>
                <a:lnTo>
                  <a:pt x="881767" y="587829"/>
                </a:lnTo>
                <a:cubicBezTo>
                  <a:pt x="901657" y="582146"/>
                  <a:pt x="910209" y="552146"/>
                  <a:pt x="930753" y="549729"/>
                </a:cubicBezTo>
                <a:cubicBezTo>
                  <a:pt x="1026885" y="538419"/>
                  <a:pt x="992226" y="538843"/>
                  <a:pt x="1034167" y="5388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90" name="Group 189">
            <a:extLst>
              <a:ext uri="{FF2B5EF4-FFF2-40B4-BE49-F238E27FC236}">
                <a16:creationId xmlns:a16="http://schemas.microsoft.com/office/drawing/2014/main" id="{56EC4956-DDFD-B8B6-2AE7-AD78849CF4B5}"/>
              </a:ext>
            </a:extLst>
          </p:cNvPr>
          <p:cNvGrpSpPr/>
          <p:nvPr/>
        </p:nvGrpSpPr>
        <p:grpSpPr>
          <a:xfrm>
            <a:off x="3292671" y="3814432"/>
            <a:ext cx="694843" cy="422359"/>
            <a:chOff x="7620370" y="4729264"/>
            <a:chExt cx="1014010" cy="616364"/>
          </a:xfrm>
        </p:grpSpPr>
        <p:pic>
          <p:nvPicPr>
            <p:cNvPr id="191" name="Picture 190">
              <a:extLst>
                <a:ext uri="{FF2B5EF4-FFF2-40B4-BE49-F238E27FC236}">
                  <a16:creationId xmlns:a16="http://schemas.microsoft.com/office/drawing/2014/main" id="{E5E0AA0E-3CE8-2330-7D91-794C690F0B9C}"/>
                </a:ext>
              </a:extLst>
            </p:cNvPr>
            <p:cNvPicPr>
              <a:picLocks noChangeAspect="1"/>
            </p:cNvPicPr>
            <p:nvPr/>
          </p:nvPicPr>
          <p:blipFill>
            <a:blip r:embed="rId10"/>
            <a:stretch>
              <a:fillRect/>
            </a:stretch>
          </p:blipFill>
          <p:spPr>
            <a:xfrm>
              <a:off x="7884122" y="4729264"/>
              <a:ext cx="446487" cy="446487"/>
            </a:xfrm>
            <a:prstGeom prst="rect">
              <a:avLst/>
            </a:prstGeom>
          </p:spPr>
        </p:pic>
        <p:sp>
          <p:nvSpPr>
            <p:cNvPr id="192" name="TextBox 191">
              <a:extLst>
                <a:ext uri="{FF2B5EF4-FFF2-40B4-BE49-F238E27FC236}">
                  <a16:creationId xmlns:a16="http://schemas.microsoft.com/office/drawing/2014/main" id="{AED80819-1D7B-0E76-7372-8ED9D0D94092}"/>
                </a:ext>
              </a:extLst>
            </p:cNvPr>
            <p:cNvSpPr txBox="1"/>
            <p:nvPr/>
          </p:nvSpPr>
          <p:spPr>
            <a:xfrm>
              <a:off x="7620370" y="5114796"/>
              <a:ext cx="1014010" cy="230832"/>
            </a:xfrm>
            <a:prstGeom prst="rect">
              <a:avLst/>
            </a:prstGeom>
            <a:noFill/>
            <a:ln>
              <a:noFill/>
            </a:ln>
          </p:spPr>
          <p:txBody>
            <a:bodyPr wrap="square" rtlCol="0">
              <a:spAutoFit/>
            </a:bodyPr>
            <a:lstStyle/>
            <a:p>
              <a:pPr algn="ctr"/>
              <a:r>
                <a:rPr lang="en-SG" sz="900" b="1" dirty="0">
                  <a:solidFill>
                    <a:schemeClr val="tx2"/>
                  </a:solidFill>
                  <a:latin typeface="+mn-lt"/>
                </a:rPr>
                <a:t>Entrance</a:t>
              </a:r>
              <a:endParaRPr lang="en-SG" sz="1400" b="1" dirty="0">
                <a:solidFill>
                  <a:schemeClr val="tx2"/>
                </a:solidFill>
                <a:latin typeface="+mn-lt"/>
              </a:endParaRPr>
            </a:p>
          </p:txBody>
        </p:sp>
      </p:grpSp>
      <p:sp>
        <p:nvSpPr>
          <p:cNvPr id="194" name="Freeform: Shape 193">
            <a:extLst>
              <a:ext uri="{FF2B5EF4-FFF2-40B4-BE49-F238E27FC236}">
                <a16:creationId xmlns:a16="http://schemas.microsoft.com/office/drawing/2014/main" id="{88352625-0B44-6B08-B498-3BA7E81E2110}"/>
              </a:ext>
            </a:extLst>
          </p:cNvPr>
          <p:cNvSpPr/>
          <p:nvPr/>
        </p:nvSpPr>
        <p:spPr>
          <a:xfrm>
            <a:off x="3129527" y="4287772"/>
            <a:ext cx="89015" cy="347698"/>
          </a:xfrm>
          <a:custGeom>
            <a:avLst/>
            <a:gdLst>
              <a:gd name="connsiteX0" fmla="*/ 69058 w 69096"/>
              <a:gd name="connsiteY0" fmla="*/ 281214 h 281214"/>
              <a:gd name="connsiteX1" fmla="*/ 50915 w 69096"/>
              <a:gd name="connsiteY1" fmla="*/ 234043 h 281214"/>
              <a:gd name="connsiteX2" fmla="*/ 30958 w 69096"/>
              <a:gd name="connsiteY2" fmla="*/ 195943 h 281214"/>
              <a:gd name="connsiteX3" fmla="*/ 18258 w 69096"/>
              <a:gd name="connsiteY3" fmla="*/ 177800 h 281214"/>
              <a:gd name="connsiteX4" fmla="*/ 3743 w 69096"/>
              <a:gd name="connsiteY4" fmla="*/ 154214 h 281214"/>
              <a:gd name="connsiteX5" fmla="*/ 20072 w 69096"/>
              <a:gd name="connsiteY5" fmla="*/ 127000 h 281214"/>
              <a:gd name="connsiteX6" fmla="*/ 32772 w 69096"/>
              <a:gd name="connsiteY6" fmla="*/ 107043 h 281214"/>
              <a:gd name="connsiteX7" fmla="*/ 40029 w 69096"/>
              <a:gd name="connsiteY7" fmla="*/ 101600 h 281214"/>
              <a:gd name="connsiteX8" fmla="*/ 56358 w 69096"/>
              <a:gd name="connsiteY8" fmla="*/ 85272 h 281214"/>
              <a:gd name="connsiteX9" fmla="*/ 58172 w 69096"/>
              <a:gd name="connsiteY9" fmla="*/ 78014 h 281214"/>
              <a:gd name="connsiteX10" fmla="*/ 69058 w 69096"/>
              <a:gd name="connsiteY10" fmla="*/ 76200 h 281214"/>
              <a:gd name="connsiteX11" fmla="*/ 59986 w 69096"/>
              <a:gd name="connsiteY11" fmla="*/ 47172 h 281214"/>
              <a:gd name="connsiteX12" fmla="*/ 56358 w 69096"/>
              <a:gd name="connsiteY12" fmla="*/ 38100 h 281214"/>
              <a:gd name="connsiteX13" fmla="*/ 54543 w 69096"/>
              <a:gd name="connsiteY13" fmla="*/ 30843 h 281214"/>
              <a:gd name="connsiteX14" fmla="*/ 43658 w 69096"/>
              <a:gd name="connsiteY14" fmla="*/ 18143 h 281214"/>
              <a:gd name="connsiteX15" fmla="*/ 38215 w 69096"/>
              <a:gd name="connsiteY15" fmla="*/ 9072 h 281214"/>
              <a:gd name="connsiteX16" fmla="*/ 30958 w 69096"/>
              <a:gd name="connsiteY16" fmla="*/ 0 h 28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9096" h="281214">
                <a:moveTo>
                  <a:pt x="69058" y="281214"/>
                </a:moveTo>
                <a:cubicBezTo>
                  <a:pt x="64847" y="260170"/>
                  <a:pt x="67045" y="267916"/>
                  <a:pt x="50915" y="234043"/>
                </a:cubicBezTo>
                <a:cubicBezTo>
                  <a:pt x="44751" y="221099"/>
                  <a:pt x="38157" y="208341"/>
                  <a:pt x="30958" y="195943"/>
                </a:cubicBezTo>
                <a:cubicBezTo>
                  <a:pt x="27251" y="189559"/>
                  <a:pt x="22001" y="184163"/>
                  <a:pt x="18258" y="177800"/>
                </a:cubicBezTo>
                <a:cubicBezTo>
                  <a:pt x="1704" y="149659"/>
                  <a:pt x="25250" y="180021"/>
                  <a:pt x="3743" y="154214"/>
                </a:cubicBezTo>
                <a:cubicBezTo>
                  <a:pt x="-3793" y="135373"/>
                  <a:pt x="-724" y="151262"/>
                  <a:pt x="20072" y="127000"/>
                </a:cubicBezTo>
                <a:cubicBezTo>
                  <a:pt x="25204" y="121013"/>
                  <a:pt x="27900" y="113243"/>
                  <a:pt x="32772" y="107043"/>
                </a:cubicBezTo>
                <a:cubicBezTo>
                  <a:pt x="34640" y="104665"/>
                  <a:pt x="37891" y="103738"/>
                  <a:pt x="40029" y="101600"/>
                </a:cubicBezTo>
                <a:cubicBezTo>
                  <a:pt x="64851" y="76778"/>
                  <a:pt x="17305" y="117814"/>
                  <a:pt x="56358" y="85272"/>
                </a:cubicBezTo>
                <a:cubicBezTo>
                  <a:pt x="56963" y="82853"/>
                  <a:pt x="56143" y="79464"/>
                  <a:pt x="58172" y="78014"/>
                </a:cubicBezTo>
                <a:cubicBezTo>
                  <a:pt x="61165" y="75876"/>
                  <a:pt x="68842" y="79872"/>
                  <a:pt x="69058" y="76200"/>
                </a:cubicBezTo>
                <a:cubicBezTo>
                  <a:pt x="69653" y="66080"/>
                  <a:pt x="63192" y="56789"/>
                  <a:pt x="59986" y="47172"/>
                </a:cubicBezTo>
                <a:cubicBezTo>
                  <a:pt x="58956" y="44082"/>
                  <a:pt x="57388" y="41190"/>
                  <a:pt x="56358" y="38100"/>
                </a:cubicBezTo>
                <a:cubicBezTo>
                  <a:pt x="55569" y="35734"/>
                  <a:pt x="55882" y="32947"/>
                  <a:pt x="54543" y="30843"/>
                </a:cubicBezTo>
                <a:cubicBezTo>
                  <a:pt x="51550" y="26139"/>
                  <a:pt x="47003" y="22603"/>
                  <a:pt x="43658" y="18143"/>
                </a:cubicBezTo>
                <a:cubicBezTo>
                  <a:pt x="41542" y="15322"/>
                  <a:pt x="40237" y="11961"/>
                  <a:pt x="38215" y="9072"/>
                </a:cubicBezTo>
                <a:cubicBezTo>
                  <a:pt x="35994" y="5900"/>
                  <a:pt x="30958" y="0"/>
                  <a:pt x="30958" y="0"/>
                </a:cubicBezTo>
              </a:path>
            </a:pathLst>
          </a:custGeom>
          <a:noFill/>
          <a:ln w="7620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95" name="Picture 194">
            <a:extLst>
              <a:ext uri="{FF2B5EF4-FFF2-40B4-BE49-F238E27FC236}">
                <a16:creationId xmlns:a16="http://schemas.microsoft.com/office/drawing/2014/main" id="{70003CF2-5958-98F3-B769-9288408711BC}"/>
              </a:ext>
            </a:extLst>
          </p:cNvPr>
          <p:cNvPicPr>
            <a:picLocks noChangeAspect="1"/>
          </p:cNvPicPr>
          <p:nvPr/>
        </p:nvPicPr>
        <p:blipFill>
          <a:blip r:embed="rId11"/>
          <a:stretch>
            <a:fillRect/>
          </a:stretch>
        </p:blipFill>
        <p:spPr>
          <a:xfrm>
            <a:off x="2894704" y="3874881"/>
            <a:ext cx="300215" cy="300215"/>
          </a:xfrm>
          <a:prstGeom prst="rect">
            <a:avLst/>
          </a:prstGeom>
        </p:spPr>
      </p:pic>
      <p:sp>
        <p:nvSpPr>
          <p:cNvPr id="196" name="TextBox 195">
            <a:extLst>
              <a:ext uri="{FF2B5EF4-FFF2-40B4-BE49-F238E27FC236}">
                <a16:creationId xmlns:a16="http://schemas.microsoft.com/office/drawing/2014/main" id="{C1497428-3548-38A3-A2E5-230EC35D1A91}"/>
              </a:ext>
            </a:extLst>
          </p:cNvPr>
          <p:cNvSpPr txBox="1"/>
          <p:nvPr/>
        </p:nvSpPr>
        <p:spPr>
          <a:xfrm>
            <a:off x="2334031" y="4107623"/>
            <a:ext cx="1215496" cy="230832"/>
          </a:xfrm>
          <a:prstGeom prst="rect">
            <a:avLst/>
          </a:prstGeom>
          <a:noFill/>
          <a:ln>
            <a:noFill/>
          </a:ln>
        </p:spPr>
        <p:txBody>
          <a:bodyPr wrap="square" rtlCol="0">
            <a:spAutoFit/>
          </a:bodyPr>
          <a:lstStyle/>
          <a:p>
            <a:pPr algn="ctr"/>
            <a:r>
              <a:rPr lang="en-SG" sz="900" b="1" dirty="0">
                <a:solidFill>
                  <a:schemeClr val="tx2"/>
                </a:solidFill>
                <a:latin typeface="+mn-lt"/>
              </a:rPr>
              <a:t>Cirque Du Luna</a:t>
            </a:r>
          </a:p>
        </p:txBody>
      </p:sp>
      <p:sp>
        <p:nvSpPr>
          <p:cNvPr id="197" name="TextBox 196">
            <a:extLst>
              <a:ext uri="{FF2B5EF4-FFF2-40B4-BE49-F238E27FC236}">
                <a16:creationId xmlns:a16="http://schemas.microsoft.com/office/drawing/2014/main" id="{A1C80761-CE37-E8C9-F563-62B905C4F05B}"/>
              </a:ext>
            </a:extLst>
          </p:cNvPr>
          <p:cNvSpPr txBox="1"/>
          <p:nvPr/>
        </p:nvSpPr>
        <p:spPr>
          <a:xfrm>
            <a:off x="886077" y="4622269"/>
            <a:ext cx="726297" cy="215444"/>
          </a:xfrm>
          <a:prstGeom prst="rect">
            <a:avLst/>
          </a:prstGeom>
          <a:noFill/>
          <a:ln>
            <a:noFill/>
          </a:ln>
        </p:spPr>
        <p:txBody>
          <a:bodyPr wrap="square" rtlCol="0">
            <a:spAutoFit/>
          </a:bodyPr>
          <a:lstStyle/>
          <a:p>
            <a:pPr algn="ctr"/>
            <a:r>
              <a:rPr lang="en-SG" sz="800" dirty="0">
                <a:solidFill>
                  <a:schemeClr val="tx2"/>
                </a:solidFill>
              </a:rPr>
              <a:t>~ 20 mins</a:t>
            </a:r>
            <a:endParaRPr lang="en-SG" sz="800" dirty="0">
              <a:solidFill>
                <a:schemeClr val="tx2"/>
              </a:solidFill>
              <a:latin typeface="+mn-lt"/>
            </a:endParaRPr>
          </a:p>
        </p:txBody>
      </p:sp>
      <p:pic>
        <p:nvPicPr>
          <p:cNvPr id="198" name="Picture 197" descr="A person walking on a black background&#10;&#10;AI-generated content may be incorrect.">
            <a:extLst>
              <a:ext uri="{FF2B5EF4-FFF2-40B4-BE49-F238E27FC236}">
                <a16:creationId xmlns:a16="http://schemas.microsoft.com/office/drawing/2014/main" id="{2A7710A1-A022-08C8-8372-8B624F4F48E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451983" y="4635351"/>
            <a:ext cx="162491" cy="162491"/>
          </a:xfrm>
          <a:prstGeom prst="rect">
            <a:avLst/>
          </a:prstGeom>
        </p:spPr>
      </p:pic>
      <p:sp>
        <p:nvSpPr>
          <p:cNvPr id="199" name="Rectangle: Rounded Corners 198">
            <a:extLst>
              <a:ext uri="{FF2B5EF4-FFF2-40B4-BE49-F238E27FC236}">
                <a16:creationId xmlns:a16="http://schemas.microsoft.com/office/drawing/2014/main" id="{CA502997-1C18-51EB-A683-DF79EDB3CCF9}"/>
              </a:ext>
            </a:extLst>
          </p:cNvPr>
          <p:cNvSpPr/>
          <p:nvPr/>
        </p:nvSpPr>
        <p:spPr>
          <a:xfrm>
            <a:off x="991073" y="4537282"/>
            <a:ext cx="523791" cy="136964"/>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2.4 KM</a:t>
            </a:r>
          </a:p>
        </p:txBody>
      </p:sp>
      <p:sp>
        <p:nvSpPr>
          <p:cNvPr id="200" name="TextBox 199">
            <a:extLst>
              <a:ext uri="{FF2B5EF4-FFF2-40B4-BE49-F238E27FC236}">
                <a16:creationId xmlns:a16="http://schemas.microsoft.com/office/drawing/2014/main" id="{C3B0DB09-6F8C-FFEC-6CE3-581A118A445A}"/>
              </a:ext>
            </a:extLst>
          </p:cNvPr>
          <p:cNvSpPr txBox="1"/>
          <p:nvPr/>
        </p:nvSpPr>
        <p:spPr>
          <a:xfrm>
            <a:off x="2175919" y="4949975"/>
            <a:ext cx="726297" cy="215444"/>
          </a:xfrm>
          <a:prstGeom prst="rect">
            <a:avLst/>
          </a:prstGeom>
          <a:noFill/>
          <a:ln>
            <a:noFill/>
          </a:ln>
        </p:spPr>
        <p:txBody>
          <a:bodyPr wrap="square" rtlCol="0">
            <a:spAutoFit/>
          </a:bodyPr>
          <a:lstStyle/>
          <a:p>
            <a:pPr algn="ctr"/>
            <a:r>
              <a:rPr lang="en-SG" sz="800" dirty="0">
                <a:solidFill>
                  <a:schemeClr val="tx2"/>
                </a:solidFill>
              </a:rPr>
              <a:t>~ 7.5 mins</a:t>
            </a:r>
            <a:endParaRPr lang="en-SG" sz="800" dirty="0">
              <a:solidFill>
                <a:schemeClr val="tx2"/>
              </a:solidFill>
              <a:latin typeface="+mn-lt"/>
            </a:endParaRPr>
          </a:p>
        </p:txBody>
      </p:sp>
      <p:pic>
        <p:nvPicPr>
          <p:cNvPr id="201" name="Picture 200" descr="A person walking on a black background&#10;&#10;AI-generated content may be incorrect.">
            <a:extLst>
              <a:ext uri="{FF2B5EF4-FFF2-40B4-BE49-F238E27FC236}">
                <a16:creationId xmlns:a16="http://schemas.microsoft.com/office/drawing/2014/main" id="{1A3F07F6-4FF0-1E1D-A195-E7CBE50943A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741825" y="4963057"/>
            <a:ext cx="162491" cy="162491"/>
          </a:xfrm>
          <a:prstGeom prst="rect">
            <a:avLst/>
          </a:prstGeom>
        </p:spPr>
      </p:pic>
      <p:sp>
        <p:nvSpPr>
          <p:cNvPr id="202" name="Rectangle: Rounded Corners 201">
            <a:extLst>
              <a:ext uri="{FF2B5EF4-FFF2-40B4-BE49-F238E27FC236}">
                <a16:creationId xmlns:a16="http://schemas.microsoft.com/office/drawing/2014/main" id="{CF4CCF15-0EC1-0F9D-1085-AD6D0E3B8CB9}"/>
              </a:ext>
            </a:extLst>
          </p:cNvPr>
          <p:cNvSpPr/>
          <p:nvPr/>
        </p:nvSpPr>
        <p:spPr>
          <a:xfrm>
            <a:off x="2294659" y="4883478"/>
            <a:ext cx="496137" cy="120893"/>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800 m</a:t>
            </a:r>
          </a:p>
        </p:txBody>
      </p:sp>
      <p:sp>
        <p:nvSpPr>
          <p:cNvPr id="203" name="TextBox 202">
            <a:extLst>
              <a:ext uri="{FF2B5EF4-FFF2-40B4-BE49-F238E27FC236}">
                <a16:creationId xmlns:a16="http://schemas.microsoft.com/office/drawing/2014/main" id="{CA97C1EB-CC64-88EB-EACE-1466CF22AB1D}"/>
              </a:ext>
            </a:extLst>
          </p:cNvPr>
          <p:cNvSpPr txBox="1"/>
          <p:nvPr/>
        </p:nvSpPr>
        <p:spPr>
          <a:xfrm>
            <a:off x="2575917" y="4477314"/>
            <a:ext cx="726297" cy="215444"/>
          </a:xfrm>
          <a:prstGeom prst="rect">
            <a:avLst/>
          </a:prstGeom>
          <a:noFill/>
          <a:ln>
            <a:noFill/>
          </a:ln>
        </p:spPr>
        <p:txBody>
          <a:bodyPr wrap="square" rtlCol="0">
            <a:spAutoFit/>
          </a:bodyPr>
          <a:lstStyle/>
          <a:p>
            <a:pPr algn="ctr"/>
            <a:r>
              <a:rPr lang="en-SG" sz="800" dirty="0">
                <a:solidFill>
                  <a:schemeClr val="tx2"/>
                </a:solidFill>
              </a:rPr>
              <a:t>~ 3 mins</a:t>
            </a:r>
            <a:endParaRPr lang="en-SG" sz="800" dirty="0">
              <a:solidFill>
                <a:schemeClr val="tx2"/>
              </a:solidFill>
              <a:latin typeface="+mn-lt"/>
            </a:endParaRPr>
          </a:p>
        </p:txBody>
      </p:sp>
      <p:pic>
        <p:nvPicPr>
          <p:cNvPr id="204" name="Picture 203" descr="A person walking on a black background&#10;&#10;AI-generated content may be incorrect.">
            <a:extLst>
              <a:ext uri="{FF2B5EF4-FFF2-40B4-BE49-F238E27FC236}">
                <a16:creationId xmlns:a16="http://schemas.microsoft.com/office/drawing/2014/main" id="{E19DE4DE-4D38-E959-9B69-F31588CA8BC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094371" y="4477314"/>
            <a:ext cx="162491" cy="162491"/>
          </a:xfrm>
          <a:prstGeom prst="rect">
            <a:avLst/>
          </a:prstGeom>
        </p:spPr>
      </p:pic>
      <p:sp>
        <p:nvSpPr>
          <p:cNvPr id="205" name="Rectangle: Rounded Corners 204">
            <a:extLst>
              <a:ext uri="{FF2B5EF4-FFF2-40B4-BE49-F238E27FC236}">
                <a16:creationId xmlns:a16="http://schemas.microsoft.com/office/drawing/2014/main" id="{377DC0B7-8B46-DD59-59B4-467F30B07CF2}"/>
              </a:ext>
            </a:extLst>
          </p:cNvPr>
          <p:cNvSpPr/>
          <p:nvPr/>
        </p:nvSpPr>
        <p:spPr>
          <a:xfrm>
            <a:off x="2661348" y="4417704"/>
            <a:ext cx="477651" cy="107619"/>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200m</a:t>
            </a:r>
          </a:p>
        </p:txBody>
      </p:sp>
      <p:sp>
        <p:nvSpPr>
          <p:cNvPr id="206" name="Rectangle 205">
            <a:extLst>
              <a:ext uri="{FF2B5EF4-FFF2-40B4-BE49-F238E27FC236}">
                <a16:creationId xmlns:a16="http://schemas.microsoft.com/office/drawing/2014/main" id="{B47B8F3F-087F-D660-DFB4-41EE4564E6A0}"/>
              </a:ext>
            </a:extLst>
          </p:cNvPr>
          <p:cNvSpPr/>
          <p:nvPr/>
        </p:nvSpPr>
        <p:spPr>
          <a:xfrm>
            <a:off x="4331062" y="1548959"/>
            <a:ext cx="3497722" cy="532029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08" name="TextBox 207">
            <a:extLst>
              <a:ext uri="{FF2B5EF4-FFF2-40B4-BE49-F238E27FC236}">
                <a16:creationId xmlns:a16="http://schemas.microsoft.com/office/drawing/2014/main" id="{D9B6408B-EFCC-E6D7-9E4B-146D23DF9F70}"/>
              </a:ext>
            </a:extLst>
          </p:cNvPr>
          <p:cNvSpPr txBox="1"/>
          <p:nvPr/>
        </p:nvSpPr>
        <p:spPr>
          <a:xfrm>
            <a:off x="4288775" y="1656681"/>
            <a:ext cx="784830" cy="369332"/>
          </a:xfrm>
          <a:prstGeom prst="rect">
            <a:avLst/>
          </a:prstGeom>
          <a:noFill/>
        </p:spPr>
        <p:txBody>
          <a:bodyPr wrap="none" rtlCol="0">
            <a:spAutoFit/>
          </a:bodyPr>
          <a:lstStyle/>
          <a:p>
            <a:r>
              <a:rPr lang="en-SG" b="1" dirty="0">
                <a:solidFill>
                  <a:schemeClr val="tx2"/>
                </a:solidFill>
              </a:rPr>
              <a:t>Order</a:t>
            </a:r>
            <a:endParaRPr lang="en-SG" sz="1400" b="1" dirty="0">
              <a:solidFill>
                <a:schemeClr val="tx2"/>
              </a:solidFill>
            </a:endParaRPr>
          </a:p>
        </p:txBody>
      </p:sp>
      <p:grpSp>
        <p:nvGrpSpPr>
          <p:cNvPr id="212" name="Group 211">
            <a:extLst>
              <a:ext uri="{FF2B5EF4-FFF2-40B4-BE49-F238E27FC236}">
                <a16:creationId xmlns:a16="http://schemas.microsoft.com/office/drawing/2014/main" id="{C173AB77-D08B-0AAF-B613-92C8EBAA2AF2}"/>
              </a:ext>
            </a:extLst>
          </p:cNvPr>
          <p:cNvGrpSpPr/>
          <p:nvPr/>
        </p:nvGrpSpPr>
        <p:grpSpPr>
          <a:xfrm>
            <a:off x="4450212" y="2204053"/>
            <a:ext cx="1621240" cy="333680"/>
            <a:chOff x="4402271" y="2204053"/>
            <a:chExt cx="1621240" cy="333680"/>
          </a:xfrm>
        </p:grpSpPr>
        <p:sp>
          <p:nvSpPr>
            <p:cNvPr id="209" name="Rectangle: Rounded Corners 208">
              <a:extLst>
                <a:ext uri="{FF2B5EF4-FFF2-40B4-BE49-F238E27FC236}">
                  <a16:creationId xmlns:a16="http://schemas.microsoft.com/office/drawing/2014/main" id="{B792A28C-B942-0BEF-AAC2-5EC50324703F}"/>
                </a:ext>
              </a:extLst>
            </p:cNvPr>
            <p:cNvSpPr/>
            <p:nvPr/>
          </p:nvSpPr>
          <p:spPr>
            <a:xfrm>
              <a:off x="4605296" y="2204053"/>
              <a:ext cx="1418215" cy="333680"/>
            </a:xfrm>
            <a:prstGeom prst="roundRect">
              <a:avLst/>
            </a:prstGeom>
            <a:solidFill>
              <a:srgbClr val="FEE43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Dragon Roller</a:t>
              </a:r>
            </a:p>
          </p:txBody>
        </p:sp>
        <p:pic>
          <p:nvPicPr>
            <p:cNvPr id="210" name="Picture 209" descr="A blue arrow pointing to the left&#10;&#10;AI-generated content may be incorrect.">
              <a:extLst>
                <a:ext uri="{FF2B5EF4-FFF2-40B4-BE49-F238E27FC236}">
                  <a16:creationId xmlns:a16="http://schemas.microsoft.com/office/drawing/2014/main" id="{3AF2D1EC-1B7A-77E5-6E3D-E976C968BC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11" name="Picture 210" descr="A blue arrow pointing to the left&#10;&#10;AI-generated content may be incorrect.">
              <a:extLst>
                <a:ext uri="{FF2B5EF4-FFF2-40B4-BE49-F238E27FC236}">
                  <a16:creationId xmlns:a16="http://schemas.microsoft.com/office/drawing/2014/main" id="{CB3BD5C7-55F6-AF73-4063-54E67D9A09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sp>
        <p:nvSpPr>
          <p:cNvPr id="213" name="TextBox 212">
            <a:extLst>
              <a:ext uri="{FF2B5EF4-FFF2-40B4-BE49-F238E27FC236}">
                <a16:creationId xmlns:a16="http://schemas.microsoft.com/office/drawing/2014/main" id="{A6F09C2D-A095-B8F2-69D3-DF39E29DEDB5}"/>
              </a:ext>
            </a:extLst>
          </p:cNvPr>
          <p:cNvSpPr txBox="1"/>
          <p:nvPr/>
        </p:nvSpPr>
        <p:spPr>
          <a:xfrm>
            <a:off x="6040861" y="1656681"/>
            <a:ext cx="1833387" cy="369332"/>
          </a:xfrm>
          <a:prstGeom prst="rect">
            <a:avLst/>
          </a:prstGeom>
          <a:noFill/>
        </p:spPr>
        <p:txBody>
          <a:bodyPr wrap="none" rtlCol="0">
            <a:spAutoFit/>
          </a:bodyPr>
          <a:lstStyle/>
          <a:p>
            <a:r>
              <a:rPr lang="en-SG" b="1" dirty="0">
                <a:solidFill>
                  <a:schemeClr val="tx2"/>
                </a:solidFill>
              </a:rPr>
              <a:t>Walk/Wait Time</a:t>
            </a:r>
            <a:endParaRPr lang="en-SG" sz="1400" b="1" dirty="0">
              <a:solidFill>
                <a:schemeClr val="tx2"/>
              </a:solidFill>
            </a:endParaRPr>
          </a:p>
        </p:txBody>
      </p:sp>
      <p:sp>
        <p:nvSpPr>
          <p:cNvPr id="214" name="TextBox 213">
            <a:extLst>
              <a:ext uri="{FF2B5EF4-FFF2-40B4-BE49-F238E27FC236}">
                <a16:creationId xmlns:a16="http://schemas.microsoft.com/office/drawing/2014/main" id="{95CD4182-CCF8-4EEE-3438-1667C6C79DC7}"/>
              </a:ext>
            </a:extLst>
          </p:cNvPr>
          <p:cNvSpPr txBox="1"/>
          <p:nvPr/>
        </p:nvSpPr>
        <p:spPr>
          <a:xfrm>
            <a:off x="6639709" y="2183295"/>
            <a:ext cx="881973" cy="338554"/>
          </a:xfrm>
          <a:prstGeom prst="rect">
            <a:avLst/>
          </a:prstGeom>
          <a:noFill/>
        </p:spPr>
        <p:txBody>
          <a:bodyPr wrap="none" rtlCol="0">
            <a:spAutoFit/>
          </a:bodyPr>
          <a:lstStyle/>
          <a:p>
            <a:r>
              <a:rPr lang="en-SG" sz="1600" dirty="0">
                <a:solidFill>
                  <a:schemeClr val="tx2"/>
                </a:solidFill>
              </a:rPr>
              <a:t>50 mins</a:t>
            </a:r>
            <a:endParaRPr lang="en-SG" sz="1200" dirty="0">
              <a:solidFill>
                <a:schemeClr val="tx2"/>
              </a:solidFill>
            </a:endParaRPr>
          </a:p>
        </p:txBody>
      </p:sp>
      <p:pic>
        <p:nvPicPr>
          <p:cNvPr id="216" name="Picture 215" descr="A blue hourglass and arrow&#10;&#10;AI-generated content may be incorrect.">
            <a:extLst>
              <a:ext uri="{FF2B5EF4-FFF2-40B4-BE49-F238E27FC236}">
                <a16:creationId xmlns:a16="http://schemas.microsoft.com/office/drawing/2014/main" id="{90A3868D-D01E-2145-F353-8142B965ADA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40903" y="2178262"/>
            <a:ext cx="307777" cy="307777"/>
          </a:xfrm>
          <a:prstGeom prst="rect">
            <a:avLst/>
          </a:prstGeom>
        </p:spPr>
      </p:pic>
      <p:grpSp>
        <p:nvGrpSpPr>
          <p:cNvPr id="217" name="Group 216">
            <a:extLst>
              <a:ext uri="{FF2B5EF4-FFF2-40B4-BE49-F238E27FC236}">
                <a16:creationId xmlns:a16="http://schemas.microsoft.com/office/drawing/2014/main" id="{7F81339D-5EE7-758E-68AF-7B82DB47C6D7}"/>
              </a:ext>
            </a:extLst>
          </p:cNvPr>
          <p:cNvGrpSpPr/>
          <p:nvPr/>
        </p:nvGrpSpPr>
        <p:grpSpPr>
          <a:xfrm>
            <a:off x="4445473" y="3109021"/>
            <a:ext cx="1621239" cy="337727"/>
            <a:chOff x="4402271" y="2182592"/>
            <a:chExt cx="1621239" cy="337727"/>
          </a:xfrm>
        </p:grpSpPr>
        <p:sp>
          <p:nvSpPr>
            <p:cNvPr id="218" name="Rectangle: Rounded Corners 217">
              <a:extLst>
                <a:ext uri="{FF2B5EF4-FFF2-40B4-BE49-F238E27FC236}">
                  <a16:creationId xmlns:a16="http://schemas.microsoft.com/office/drawing/2014/main" id="{47C2223A-C31D-0DA2-A4CF-3B5E5AF0CD14}"/>
                </a:ext>
              </a:extLst>
            </p:cNvPr>
            <p:cNvSpPr/>
            <p:nvPr/>
          </p:nvSpPr>
          <p:spPr>
            <a:xfrm>
              <a:off x="4605295" y="2182592"/>
              <a:ext cx="1418215" cy="333680"/>
            </a:xfrm>
            <a:prstGeom prst="roundRect">
              <a:avLst/>
            </a:prstGeom>
            <a:solidFill>
              <a:srgbClr val="C0F7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Ben’s Place</a:t>
              </a:r>
            </a:p>
          </p:txBody>
        </p:sp>
        <p:pic>
          <p:nvPicPr>
            <p:cNvPr id="219" name="Picture 218" descr="A blue arrow pointing to the left&#10;&#10;AI-generated content may be incorrect.">
              <a:extLst>
                <a:ext uri="{FF2B5EF4-FFF2-40B4-BE49-F238E27FC236}">
                  <a16:creationId xmlns:a16="http://schemas.microsoft.com/office/drawing/2014/main" id="{BE064358-EAB2-95D1-7D3A-A3292D334E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20" name="Picture 219" descr="A blue arrow pointing to the left&#10;&#10;AI-generated content may be incorrect.">
              <a:extLst>
                <a:ext uri="{FF2B5EF4-FFF2-40B4-BE49-F238E27FC236}">
                  <a16:creationId xmlns:a16="http://schemas.microsoft.com/office/drawing/2014/main" id="{7C4E291D-E7DB-16C1-702E-C8AE6C786E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sp>
        <p:nvSpPr>
          <p:cNvPr id="223" name="TextBox 222">
            <a:extLst>
              <a:ext uri="{FF2B5EF4-FFF2-40B4-BE49-F238E27FC236}">
                <a16:creationId xmlns:a16="http://schemas.microsoft.com/office/drawing/2014/main" id="{770B953D-45EF-3AFD-E7CF-E5356D645CC7}"/>
              </a:ext>
            </a:extLst>
          </p:cNvPr>
          <p:cNvSpPr txBox="1"/>
          <p:nvPr/>
        </p:nvSpPr>
        <p:spPr>
          <a:xfrm>
            <a:off x="6009338" y="2646964"/>
            <a:ext cx="881973" cy="338554"/>
          </a:xfrm>
          <a:prstGeom prst="rect">
            <a:avLst/>
          </a:prstGeom>
          <a:noFill/>
        </p:spPr>
        <p:txBody>
          <a:bodyPr wrap="none" rtlCol="0">
            <a:spAutoFit/>
          </a:bodyPr>
          <a:lstStyle/>
          <a:p>
            <a:r>
              <a:rPr lang="en-SG" sz="1600" dirty="0">
                <a:solidFill>
                  <a:schemeClr val="tx2"/>
                </a:solidFill>
              </a:rPr>
              <a:t>20 mins</a:t>
            </a:r>
            <a:endParaRPr lang="en-SG" sz="1200" dirty="0">
              <a:solidFill>
                <a:schemeClr val="tx2"/>
              </a:solidFill>
            </a:endParaRPr>
          </a:p>
        </p:txBody>
      </p:sp>
      <p:pic>
        <p:nvPicPr>
          <p:cNvPr id="225" name="Picture 224" descr="A person walking on a black background&#10;&#10;AI-generated content may be incorrect.">
            <a:extLst>
              <a:ext uri="{FF2B5EF4-FFF2-40B4-BE49-F238E27FC236}">
                <a16:creationId xmlns:a16="http://schemas.microsoft.com/office/drawing/2014/main" id="{A7B94642-7524-3ACA-C0BE-81F5DCDDD8F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767760" y="2618601"/>
            <a:ext cx="328136" cy="328136"/>
          </a:xfrm>
          <a:prstGeom prst="rect">
            <a:avLst/>
          </a:prstGeom>
        </p:spPr>
      </p:pic>
      <p:cxnSp>
        <p:nvCxnSpPr>
          <p:cNvPr id="227" name="Straight Connector 226">
            <a:extLst>
              <a:ext uri="{FF2B5EF4-FFF2-40B4-BE49-F238E27FC236}">
                <a16:creationId xmlns:a16="http://schemas.microsoft.com/office/drawing/2014/main" id="{6CF45FBC-E13A-7012-14FD-A9B61AEC57CD}"/>
              </a:ext>
            </a:extLst>
          </p:cNvPr>
          <p:cNvCxnSpPr>
            <a:cxnSpLocks/>
            <a:stCxn id="209" idx="2"/>
            <a:endCxn id="218" idx="0"/>
          </p:cNvCxnSpPr>
          <p:nvPr/>
        </p:nvCxnSpPr>
        <p:spPr>
          <a:xfrm flipH="1">
            <a:off x="5357605" y="2537733"/>
            <a:ext cx="4740" cy="571288"/>
          </a:xfrm>
          <a:prstGeom prst="line">
            <a:avLst/>
          </a:prstGeom>
          <a:ln>
            <a:solidFill>
              <a:schemeClr val="tx2"/>
            </a:solidFill>
            <a:prstDash val="sysDot"/>
          </a:ln>
        </p:spPr>
        <p:style>
          <a:lnRef idx="2">
            <a:schemeClr val="accent1"/>
          </a:lnRef>
          <a:fillRef idx="0">
            <a:schemeClr val="accent1"/>
          </a:fillRef>
          <a:effectRef idx="1">
            <a:schemeClr val="accent1"/>
          </a:effectRef>
          <a:fontRef idx="minor">
            <a:schemeClr val="tx1"/>
          </a:fontRef>
        </p:style>
      </p:cxnSp>
      <p:grpSp>
        <p:nvGrpSpPr>
          <p:cNvPr id="237" name="Group 236">
            <a:extLst>
              <a:ext uri="{FF2B5EF4-FFF2-40B4-BE49-F238E27FC236}">
                <a16:creationId xmlns:a16="http://schemas.microsoft.com/office/drawing/2014/main" id="{E3619B06-7979-BBFA-5C04-FC8EA197A780}"/>
              </a:ext>
            </a:extLst>
          </p:cNvPr>
          <p:cNvGrpSpPr/>
          <p:nvPr/>
        </p:nvGrpSpPr>
        <p:grpSpPr>
          <a:xfrm>
            <a:off x="4466932" y="4006232"/>
            <a:ext cx="1621239" cy="337727"/>
            <a:chOff x="4402271" y="2182592"/>
            <a:chExt cx="1621239" cy="337727"/>
          </a:xfrm>
        </p:grpSpPr>
        <p:sp>
          <p:nvSpPr>
            <p:cNvPr id="238" name="Rectangle: Rounded Corners 237">
              <a:extLst>
                <a:ext uri="{FF2B5EF4-FFF2-40B4-BE49-F238E27FC236}">
                  <a16:creationId xmlns:a16="http://schemas.microsoft.com/office/drawing/2014/main" id="{27BCB187-E474-0F95-9851-62771B4B88FB}"/>
                </a:ext>
              </a:extLst>
            </p:cNvPr>
            <p:cNvSpPr/>
            <p:nvPr/>
          </p:nvSpPr>
          <p:spPr>
            <a:xfrm>
              <a:off x="4605295" y="2182592"/>
              <a:ext cx="1418215" cy="333680"/>
            </a:xfrm>
            <a:prstGeom prst="roundRect">
              <a:avLst/>
            </a:prstGeom>
            <a:solidFill>
              <a:srgbClr val="FFB9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Musical B’</a:t>
              </a:r>
            </a:p>
          </p:txBody>
        </p:sp>
        <p:pic>
          <p:nvPicPr>
            <p:cNvPr id="239" name="Picture 238" descr="A blue arrow pointing to the left&#10;&#10;AI-generated content may be incorrect.">
              <a:extLst>
                <a:ext uri="{FF2B5EF4-FFF2-40B4-BE49-F238E27FC236}">
                  <a16:creationId xmlns:a16="http://schemas.microsoft.com/office/drawing/2014/main" id="{4D3769B8-E9FE-0DFA-0189-51494A4CBA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40" name="Picture 239" descr="A blue arrow pointing to the left&#10;&#10;AI-generated content may be incorrect.">
              <a:extLst>
                <a:ext uri="{FF2B5EF4-FFF2-40B4-BE49-F238E27FC236}">
                  <a16:creationId xmlns:a16="http://schemas.microsoft.com/office/drawing/2014/main" id="{7536730B-F287-381B-CA3A-442FCB3C58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cxnSp>
        <p:nvCxnSpPr>
          <p:cNvPr id="241" name="Straight Connector 240">
            <a:extLst>
              <a:ext uri="{FF2B5EF4-FFF2-40B4-BE49-F238E27FC236}">
                <a16:creationId xmlns:a16="http://schemas.microsoft.com/office/drawing/2014/main" id="{0CA12F72-4CA8-D9D0-B853-8A945B8452C1}"/>
              </a:ext>
            </a:extLst>
          </p:cNvPr>
          <p:cNvCxnSpPr>
            <a:cxnSpLocks/>
          </p:cNvCxnSpPr>
          <p:nvPr/>
        </p:nvCxnSpPr>
        <p:spPr>
          <a:xfrm>
            <a:off x="5357604" y="3465937"/>
            <a:ext cx="2371" cy="526399"/>
          </a:xfrm>
          <a:prstGeom prst="line">
            <a:avLst/>
          </a:prstGeom>
          <a:ln>
            <a:solidFill>
              <a:schemeClr val="tx2"/>
            </a:solidFill>
            <a:prstDash val="sysDot"/>
          </a:ln>
        </p:spPr>
        <p:style>
          <a:lnRef idx="2">
            <a:schemeClr val="accent1"/>
          </a:lnRef>
          <a:fillRef idx="0">
            <a:schemeClr val="accent1"/>
          </a:fillRef>
          <a:effectRef idx="1">
            <a:schemeClr val="accent1"/>
          </a:effectRef>
          <a:fontRef idx="minor">
            <a:schemeClr val="tx1"/>
          </a:fontRef>
        </p:style>
      </p:cxnSp>
      <p:sp>
        <p:nvSpPr>
          <p:cNvPr id="242" name="TextBox 241">
            <a:extLst>
              <a:ext uri="{FF2B5EF4-FFF2-40B4-BE49-F238E27FC236}">
                <a16:creationId xmlns:a16="http://schemas.microsoft.com/office/drawing/2014/main" id="{81F71D5E-B742-E7CD-5B90-C50A92C9969F}"/>
              </a:ext>
            </a:extLst>
          </p:cNvPr>
          <p:cNvSpPr txBox="1"/>
          <p:nvPr/>
        </p:nvSpPr>
        <p:spPr>
          <a:xfrm>
            <a:off x="6742946" y="3124018"/>
            <a:ext cx="772969" cy="338554"/>
          </a:xfrm>
          <a:prstGeom prst="rect">
            <a:avLst/>
          </a:prstGeom>
          <a:noFill/>
        </p:spPr>
        <p:txBody>
          <a:bodyPr wrap="none" rtlCol="0">
            <a:spAutoFit/>
          </a:bodyPr>
          <a:lstStyle/>
          <a:p>
            <a:r>
              <a:rPr lang="en-SG" sz="1600" dirty="0">
                <a:solidFill>
                  <a:schemeClr val="tx2"/>
                </a:solidFill>
              </a:rPr>
              <a:t>5 mins</a:t>
            </a:r>
            <a:endParaRPr lang="en-SG" sz="1200" dirty="0">
              <a:solidFill>
                <a:schemeClr val="tx2"/>
              </a:solidFill>
            </a:endParaRPr>
          </a:p>
        </p:txBody>
      </p:sp>
      <p:pic>
        <p:nvPicPr>
          <p:cNvPr id="243" name="Picture 242" descr="A blue hourglass and arrow&#10;&#10;AI-generated content may be incorrect.">
            <a:extLst>
              <a:ext uri="{FF2B5EF4-FFF2-40B4-BE49-F238E27FC236}">
                <a16:creationId xmlns:a16="http://schemas.microsoft.com/office/drawing/2014/main" id="{520D86BD-833F-0042-FA91-2F8206B475D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39574" y="3105834"/>
            <a:ext cx="307777" cy="307777"/>
          </a:xfrm>
          <a:prstGeom prst="rect">
            <a:avLst/>
          </a:prstGeom>
        </p:spPr>
      </p:pic>
      <p:sp>
        <p:nvSpPr>
          <p:cNvPr id="244" name="TextBox 243">
            <a:extLst>
              <a:ext uri="{FF2B5EF4-FFF2-40B4-BE49-F238E27FC236}">
                <a16:creationId xmlns:a16="http://schemas.microsoft.com/office/drawing/2014/main" id="{A57C47EF-0E0E-BB1F-2D35-DC8EA3E5D80B}"/>
              </a:ext>
            </a:extLst>
          </p:cNvPr>
          <p:cNvSpPr txBox="1"/>
          <p:nvPr/>
        </p:nvSpPr>
        <p:spPr>
          <a:xfrm>
            <a:off x="6016271" y="3606469"/>
            <a:ext cx="941283" cy="338554"/>
          </a:xfrm>
          <a:prstGeom prst="rect">
            <a:avLst/>
          </a:prstGeom>
          <a:noFill/>
        </p:spPr>
        <p:txBody>
          <a:bodyPr wrap="none" rtlCol="0">
            <a:spAutoFit/>
          </a:bodyPr>
          <a:lstStyle/>
          <a:p>
            <a:r>
              <a:rPr lang="en-SG" sz="1600" dirty="0">
                <a:solidFill>
                  <a:schemeClr val="tx2"/>
                </a:solidFill>
              </a:rPr>
              <a:t>7.5 mins</a:t>
            </a:r>
            <a:endParaRPr lang="en-SG" sz="1200" dirty="0">
              <a:solidFill>
                <a:schemeClr val="tx2"/>
              </a:solidFill>
            </a:endParaRPr>
          </a:p>
        </p:txBody>
      </p:sp>
      <p:pic>
        <p:nvPicPr>
          <p:cNvPr id="245" name="Picture 244" descr="A person walking on a black background&#10;&#10;AI-generated content may be incorrect.">
            <a:extLst>
              <a:ext uri="{FF2B5EF4-FFF2-40B4-BE49-F238E27FC236}">
                <a16:creationId xmlns:a16="http://schemas.microsoft.com/office/drawing/2014/main" id="{D0577B00-A452-A6A7-9783-00B42A35BF7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801294" y="3565606"/>
            <a:ext cx="328136" cy="328136"/>
          </a:xfrm>
          <a:prstGeom prst="rect">
            <a:avLst/>
          </a:prstGeom>
        </p:spPr>
      </p:pic>
      <p:sp>
        <p:nvSpPr>
          <p:cNvPr id="246" name="TextBox 245">
            <a:extLst>
              <a:ext uri="{FF2B5EF4-FFF2-40B4-BE49-F238E27FC236}">
                <a16:creationId xmlns:a16="http://schemas.microsoft.com/office/drawing/2014/main" id="{0EF9A018-0EC9-7651-7F91-BC2F71BAD387}"/>
              </a:ext>
            </a:extLst>
          </p:cNvPr>
          <p:cNvSpPr txBox="1"/>
          <p:nvPr/>
        </p:nvSpPr>
        <p:spPr>
          <a:xfrm>
            <a:off x="6727065" y="4039391"/>
            <a:ext cx="782587" cy="338554"/>
          </a:xfrm>
          <a:prstGeom prst="rect">
            <a:avLst/>
          </a:prstGeom>
          <a:noFill/>
        </p:spPr>
        <p:txBody>
          <a:bodyPr wrap="none" rtlCol="0">
            <a:spAutoFit/>
          </a:bodyPr>
          <a:lstStyle/>
          <a:p>
            <a:r>
              <a:rPr lang="en-SG" sz="1600" dirty="0">
                <a:solidFill>
                  <a:schemeClr val="tx2"/>
                </a:solidFill>
              </a:rPr>
              <a:t>&lt;1 min</a:t>
            </a:r>
            <a:endParaRPr lang="en-SG" sz="1200" dirty="0">
              <a:solidFill>
                <a:schemeClr val="tx2"/>
              </a:solidFill>
            </a:endParaRPr>
          </a:p>
        </p:txBody>
      </p:sp>
      <p:pic>
        <p:nvPicPr>
          <p:cNvPr id="247" name="Picture 246" descr="A blue hourglass and arrow&#10;&#10;AI-generated content may be incorrect.">
            <a:extLst>
              <a:ext uri="{FF2B5EF4-FFF2-40B4-BE49-F238E27FC236}">
                <a16:creationId xmlns:a16="http://schemas.microsoft.com/office/drawing/2014/main" id="{76ED4A28-0473-F46E-6CA6-527F3694CE3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39574" y="4021207"/>
            <a:ext cx="307777" cy="307777"/>
          </a:xfrm>
          <a:prstGeom prst="rect">
            <a:avLst/>
          </a:prstGeom>
        </p:spPr>
      </p:pic>
      <p:sp>
        <p:nvSpPr>
          <p:cNvPr id="248" name="Rectangle 247">
            <a:extLst>
              <a:ext uri="{FF2B5EF4-FFF2-40B4-BE49-F238E27FC236}">
                <a16:creationId xmlns:a16="http://schemas.microsoft.com/office/drawing/2014/main" id="{EB4D804A-AC0D-F9CD-E016-68336C3443A9}"/>
              </a:ext>
            </a:extLst>
          </p:cNvPr>
          <p:cNvSpPr/>
          <p:nvPr/>
        </p:nvSpPr>
        <p:spPr>
          <a:xfrm>
            <a:off x="4318000" y="5051460"/>
            <a:ext cx="3497722" cy="18130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9" name="TextBox 248">
            <a:extLst>
              <a:ext uri="{FF2B5EF4-FFF2-40B4-BE49-F238E27FC236}">
                <a16:creationId xmlns:a16="http://schemas.microsoft.com/office/drawing/2014/main" id="{3F5E37BD-4B3A-83B7-6B11-CCD0397EDF99}"/>
              </a:ext>
            </a:extLst>
          </p:cNvPr>
          <p:cNvSpPr txBox="1"/>
          <p:nvPr/>
        </p:nvSpPr>
        <p:spPr>
          <a:xfrm rot="5400000">
            <a:off x="4867762" y="4325596"/>
            <a:ext cx="1244283" cy="646331"/>
          </a:xfrm>
          <a:prstGeom prst="rect">
            <a:avLst/>
          </a:prstGeom>
          <a:noFill/>
        </p:spPr>
        <p:txBody>
          <a:bodyPr wrap="square" rtlCol="0">
            <a:spAutoFit/>
          </a:bodyPr>
          <a:lstStyle/>
          <a:p>
            <a:pPr algn="ctr"/>
            <a:r>
              <a:rPr lang="en-SG" sz="3600" dirty="0"/>
              <a:t>…</a:t>
            </a:r>
          </a:p>
        </p:txBody>
      </p:sp>
      <p:sp>
        <p:nvSpPr>
          <p:cNvPr id="250" name="Rectangle: Rounded Corners 249">
            <a:extLst>
              <a:ext uri="{FF2B5EF4-FFF2-40B4-BE49-F238E27FC236}">
                <a16:creationId xmlns:a16="http://schemas.microsoft.com/office/drawing/2014/main" id="{A17FD825-61FC-615E-45C7-DBBE073DABC5}"/>
              </a:ext>
            </a:extLst>
          </p:cNvPr>
          <p:cNvSpPr/>
          <p:nvPr/>
        </p:nvSpPr>
        <p:spPr>
          <a:xfrm rot="5400000">
            <a:off x="4111744" y="2463069"/>
            <a:ext cx="556075" cy="4594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252" name="TextBox 251">
            <a:extLst>
              <a:ext uri="{FF2B5EF4-FFF2-40B4-BE49-F238E27FC236}">
                <a16:creationId xmlns:a16="http://schemas.microsoft.com/office/drawing/2014/main" id="{4B971381-6DB5-9F2D-ED1A-56A77D888D49}"/>
              </a:ext>
            </a:extLst>
          </p:cNvPr>
          <p:cNvSpPr txBox="1"/>
          <p:nvPr/>
        </p:nvSpPr>
        <p:spPr>
          <a:xfrm>
            <a:off x="234409" y="5504755"/>
            <a:ext cx="1851597" cy="369332"/>
          </a:xfrm>
          <a:prstGeom prst="rect">
            <a:avLst/>
          </a:prstGeom>
          <a:noFill/>
        </p:spPr>
        <p:txBody>
          <a:bodyPr wrap="none" rtlCol="0">
            <a:spAutoFit/>
          </a:bodyPr>
          <a:lstStyle/>
          <a:p>
            <a:r>
              <a:rPr lang="en-SG" b="1" dirty="0">
                <a:solidFill>
                  <a:schemeClr val="tx2"/>
                </a:solidFill>
              </a:rPr>
              <a:t>Total Time: </a:t>
            </a:r>
            <a:r>
              <a:rPr lang="en-SG" dirty="0">
                <a:solidFill>
                  <a:schemeClr val="tx2"/>
                </a:solidFill>
              </a:rPr>
              <a:t>2 hrs</a:t>
            </a:r>
            <a:endParaRPr lang="en-SG" sz="1400" b="1" dirty="0">
              <a:solidFill>
                <a:schemeClr val="tx2"/>
              </a:solidFill>
            </a:endParaRPr>
          </a:p>
        </p:txBody>
      </p:sp>
      <p:sp>
        <p:nvSpPr>
          <p:cNvPr id="253" name="TextBox 252">
            <a:extLst>
              <a:ext uri="{FF2B5EF4-FFF2-40B4-BE49-F238E27FC236}">
                <a16:creationId xmlns:a16="http://schemas.microsoft.com/office/drawing/2014/main" id="{303ABCBF-275E-1219-E3D8-1D86CD114D2E}"/>
              </a:ext>
            </a:extLst>
          </p:cNvPr>
          <p:cNvSpPr txBox="1"/>
          <p:nvPr/>
        </p:nvSpPr>
        <p:spPr>
          <a:xfrm>
            <a:off x="238846" y="5872175"/>
            <a:ext cx="2114746" cy="369332"/>
          </a:xfrm>
          <a:prstGeom prst="rect">
            <a:avLst/>
          </a:prstGeom>
          <a:noFill/>
        </p:spPr>
        <p:txBody>
          <a:bodyPr wrap="none" rtlCol="0">
            <a:spAutoFit/>
          </a:bodyPr>
          <a:lstStyle/>
          <a:p>
            <a:r>
              <a:rPr lang="en-SG" b="1" dirty="0">
                <a:solidFill>
                  <a:schemeClr val="tx2"/>
                </a:solidFill>
              </a:rPr>
              <a:t>Total Wait: </a:t>
            </a:r>
            <a:r>
              <a:rPr lang="en-SG" dirty="0">
                <a:solidFill>
                  <a:schemeClr val="tx2"/>
                </a:solidFill>
              </a:rPr>
              <a:t>30 mins</a:t>
            </a:r>
            <a:endParaRPr lang="en-SG" sz="1400" b="1" dirty="0">
              <a:solidFill>
                <a:schemeClr val="tx2"/>
              </a:solidFill>
            </a:endParaRPr>
          </a:p>
        </p:txBody>
      </p:sp>
      <p:sp>
        <p:nvSpPr>
          <p:cNvPr id="254" name="TextBox 253">
            <a:extLst>
              <a:ext uri="{FF2B5EF4-FFF2-40B4-BE49-F238E27FC236}">
                <a16:creationId xmlns:a16="http://schemas.microsoft.com/office/drawing/2014/main" id="{EF874861-0FC5-90E9-B9C8-0C64503C37AF}"/>
              </a:ext>
            </a:extLst>
          </p:cNvPr>
          <p:cNvSpPr txBox="1"/>
          <p:nvPr/>
        </p:nvSpPr>
        <p:spPr>
          <a:xfrm>
            <a:off x="249147" y="6232896"/>
            <a:ext cx="2317622" cy="369332"/>
          </a:xfrm>
          <a:prstGeom prst="rect">
            <a:avLst/>
          </a:prstGeom>
          <a:noFill/>
        </p:spPr>
        <p:txBody>
          <a:bodyPr wrap="none" rtlCol="0">
            <a:spAutoFit/>
          </a:bodyPr>
          <a:lstStyle/>
          <a:p>
            <a:r>
              <a:rPr lang="en-SG" b="1" dirty="0">
                <a:solidFill>
                  <a:schemeClr val="tx2"/>
                </a:solidFill>
              </a:rPr>
              <a:t>Activity Time: </a:t>
            </a:r>
            <a:r>
              <a:rPr lang="en-SG" dirty="0">
                <a:solidFill>
                  <a:schemeClr val="tx2"/>
                </a:solidFill>
              </a:rPr>
              <a:t>1.5 hrs</a:t>
            </a:r>
            <a:endParaRPr lang="en-SG" sz="1400" b="1" dirty="0">
              <a:solidFill>
                <a:schemeClr val="tx2"/>
              </a:solidFill>
            </a:endParaRPr>
          </a:p>
        </p:txBody>
      </p:sp>
      <p:sp>
        <p:nvSpPr>
          <p:cNvPr id="255" name="Rectangle: Rounded Corners 254">
            <a:extLst>
              <a:ext uri="{FF2B5EF4-FFF2-40B4-BE49-F238E27FC236}">
                <a16:creationId xmlns:a16="http://schemas.microsoft.com/office/drawing/2014/main" id="{ED1044E6-5BE4-FC68-F739-2B7F19B95A3A}"/>
              </a:ext>
            </a:extLst>
          </p:cNvPr>
          <p:cNvSpPr/>
          <p:nvPr/>
        </p:nvSpPr>
        <p:spPr>
          <a:xfrm>
            <a:off x="4974707" y="5701123"/>
            <a:ext cx="2368733" cy="44616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Add more destinations</a:t>
            </a:r>
          </a:p>
        </p:txBody>
      </p:sp>
      <p:sp>
        <p:nvSpPr>
          <p:cNvPr id="256" name="Rectangle: Rounded Corners 255">
            <a:extLst>
              <a:ext uri="{FF2B5EF4-FFF2-40B4-BE49-F238E27FC236}">
                <a16:creationId xmlns:a16="http://schemas.microsoft.com/office/drawing/2014/main" id="{A21C227C-9C18-EF12-C0FB-C76EAC201691}"/>
              </a:ext>
            </a:extLst>
          </p:cNvPr>
          <p:cNvSpPr/>
          <p:nvPr/>
        </p:nvSpPr>
        <p:spPr>
          <a:xfrm>
            <a:off x="4470361" y="6241507"/>
            <a:ext cx="1504118" cy="446163"/>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Cancel plan</a:t>
            </a:r>
          </a:p>
        </p:txBody>
      </p:sp>
      <p:sp>
        <p:nvSpPr>
          <p:cNvPr id="257" name="Rectangle: Rounded Corners 256">
            <a:extLst>
              <a:ext uri="{FF2B5EF4-FFF2-40B4-BE49-F238E27FC236}">
                <a16:creationId xmlns:a16="http://schemas.microsoft.com/office/drawing/2014/main" id="{C370D69A-5834-7949-2228-25A3BA8D45EF}"/>
              </a:ext>
            </a:extLst>
          </p:cNvPr>
          <p:cNvSpPr/>
          <p:nvPr/>
        </p:nvSpPr>
        <p:spPr>
          <a:xfrm>
            <a:off x="6209985" y="6239526"/>
            <a:ext cx="1504118" cy="446163"/>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Confirm plan</a:t>
            </a:r>
          </a:p>
        </p:txBody>
      </p:sp>
      <p:cxnSp>
        <p:nvCxnSpPr>
          <p:cNvPr id="258" name="Straight Connector 257">
            <a:extLst>
              <a:ext uri="{FF2B5EF4-FFF2-40B4-BE49-F238E27FC236}">
                <a16:creationId xmlns:a16="http://schemas.microsoft.com/office/drawing/2014/main" id="{BDCEE729-46BC-D658-CF9B-904BBF010D5B}"/>
              </a:ext>
            </a:extLst>
          </p:cNvPr>
          <p:cNvCxnSpPr>
            <a:cxnSpLocks/>
          </p:cNvCxnSpPr>
          <p:nvPr/>
        </p:nvCxnSpPr>
        <p:spPr>
          <a:xfrm flipV="1">
            <a:off x="2086006" y="1002910"/>
            <a:ext cx="5507456" cy="14002"/>
          </a:xfrm>
          <a:prstGeom prst="line">
            <a:avLst/>
          </a:prstGeom>
          <a:ln>
            <a:solidFill>
              <a:schemeClr val="tx2"/>
            </a:solidFill>
            <a:prstDash val="sysDot"/>
            <a:tailEnd type="stealth"/>
          </a:ln>
        </p:spPr>
        <p:style>
          <a:lnRef idx="2">
            <a:schemeClr val="accent1"/>
          </a:lnRef>
          <a:fillRef idx="0">
            <a:schemeClr val="accent1"/>
          </a:fillRef>
          <a:effectRef idx="1">
            <a:schemeClr val="accent1"/>
          </a:effectRef>
          <a:fontRef idx="minor">
            <a:schemeClr val="tx1"/>
          </a:fontRef>
        </p:style>
      </p:cxnSp>
      <p:sp>
        <p:nvSpPr>
          <p:cNvPr id="261" name="TextBox 260">
            <a:extLst>
              <a:ext uri="{FF2B5EF4-FFF2-40B4-BE49-F238E27FC236}">
                <a16:creationId xmlns:a16="http://schemas.microsoft.com/office/drawing/2014/main" id="{6C2265E6-A08D-7F0A-B990-09A677FC2269}"/>
              </a:ext>
            </a:extLst>
          </p:cNvPr>
          <p:cNvSpPr txBox="1"/>
          <p:nvPr/>
        </p:nvSpPr>
        <p:spPr>
          <a:xfrm>
            <a:off x="3639139" y="690051"/>
            <a:ext cx="3064172" cy="338554"/>
          </a:xfrm>
          <a:prstGeom prst="rect">
            <a:avLst/>
          </a:prstGeom>
          <a:noFill/>
        </p:spPr>
        <p:txBody>
          <a:bodyPr wrap="none" rtlCol="0">
            <a:spAutoFit/>
          </a:bodyPr>
          <a:lstStyle/>
          <a:p>
            <a:r>
              <a:rPr lang="en-SG" sz="1600" dirty="0">
                <a:solidFill>
                  <a:schemeClr val="tx2">
                    <a:lumMod val="40000"/>
                    <a:lumOff val="60000"/>
                  </a:schemeClr>
                </a:solidFill>
              </a:rPr>
              <a:t>Scroll to see more created  plans</a:t>
            </a:r>
            <a:endParaRPr lang="en-SG" sz="1200" dirty="0">
              <a:solidFill>
                <a:schemeClr val="tx2">
                  <a:lumMod val="40000"/>
                  <a:lumOff val="60000"/>
                </a:schemeClr>
              </a:solidFill>
            </a:endParaRPr>
          </a:p>
        </p:txBody>
      </p:sp>
      <p:pic>
        <p:nvPicPr>
          <p:cNvPr id="262" name="Picture 261">
            <a:extLst>
              <a:ext uri="{FF2B5EF4-FFF2-40B4-BE49-F238E27FC236}">
                <a16:creationId xmlns:a16="http://schemas.microsoft.com/office/drawing/2014/main" id="{D5C73F75-2640-CB4E-66C5-B8EE0DE3577F}"/>
              </a:ext>
            </a:extLst>
          </p:cNvPr>
          <p:cNvPicPr>
            <a:picLocks noChangeAspect="1"/>
          </p:cNvPicPr>
          <p:nvPr/>
        </p:nvPicPr>
        <p:blipFill>
          <a:blip r:embed="rId14"/>
          <a:stretch>
            <a:fillRect/>
          </a:stretch>
        </p:blipFill>
        <p:spPr>
          <a:xfrm>
            <a:off x="6532578" y="752985"/>
            <a:ext cx="676356" cy="676356"/>
          </a:xfrm>
          <a:prstGeom prst="rect">
            <a:avLst/>
          </a:prstGeom>
        </p:spPr>
      </p:pic>
      <p:sp>
        <p:nvSpPr>
          <p:cNvPr id="263" name="TextBox 262">
            <a:extLst>
              <a:ext uri="{FF2B5EF4-FFF2-40B4-BE49-F238E27FC236}">
                <a16:creationId xmlns:a16="http://schemas.microsoft.com/office/drawing/2014/main" id="{57B3A1C3-9841-9CBB-812B-C24F8A207A42}"/>
              </a:ext>
            </a:extLst>
          </p:cNvPr>
          <p:cNvSpPr txBox="1"/>
          <p:nvPr/>
        </p:nvSpPr>
        <p:spPr>
          <a:xfrm>
            <a:off x="8357025" y="4453461"/>
            <a:ext cx="2382992" cy="923330"/>
          </a:xfrm>
          <a:prstGeom prst="rect">
            <a:avLst/>
          </a:prstGeom>
          <a:noFill/>
        </p:spPr>
        <p:txBody>
          <a:bodyPr wrap="square" rtlCol="0">
            <a:spAutoFit/>
          </a:bodyPr>
          <a:lstStyle/>
          <a:p>
            <a:r>
              <a:rPr lang="en-SG" dirty="0">
                <a:solidFill>
                  <a:schemeClr val="bg1">
                    <a:lumMod val="65000"/>
                  </a:schemeClr>
                </a:solidFill>
              </a:rPr>
              <a:t>No cancelled plans at the moment.</a:t>
            </a:r>
          </a:p>
          <a:p>
            <a:endParaRPr lang="en-SG" dirty="0"/>
          </a:p>
        </p:txBody>
      </p:sp>
      <p:sp>
        <p:nvSpPr>
          <p:cNvPr id="264" name="TextBox 263">
            <a:extLst>
              <a:ext uri="{FF2B5EF4-FFF2-40B4-BE49-F238E27FC236}">
                <a16:creationId xmlns:a16="http://schemas.microsoft.com/office/drawing/2014/main" id="{C531816B-031D-C6FD-0F86-C8DCF29B23DF}"/>
              </a:ext>
            </a:extLst>
          </p:cNvPr>
          <p:cNvSpPr txBox="1"/>
          <p:nvPr/>
        </p:nvSpPr>
        <p:spPr>
          <a:xfrm>
            <a:off x="8357025" y="1614321"/>
            <a:ext cx="2382992" cy="923330"/>
          </a:xfrm>
          <a:prstGeom prst="rect">
            <a:avLst/>
          </a:prstGeom>
          <a:noFill/>
        </p:spPr>
        <p:txBody>
          <a:bodyPr wrap="square" rtlCol="0">
            <a:spAutoFit/>
          </a:bodyPr>
          <a:lstStyle/>
          <a:p>
            <a:r>
              <a:rPr lang="en-SG" dirty="0">
                <a:solidFill>
                  <a:schemeClr val="bg1">
                    <a:lumMod val="65000"/>
                  </a:schemeClr>
                </a:solidFill>
              </a:rPr>
              <a:t>No confirmed plans at the moment.</a:t>
            </a:r>
          </a:p>
          <a:p>
            <a:endParaRPr lang="en-SG" dirty="0"/>
          </a:p>
        </p:txBody>
      </p:sp>
      <p:sp>
        <p:nvSpPr>
          <p:cNvPr id="265" name="Rectangle: Rounded Corners 264">
            <a:extLst>
              <a:ext uri="{FF2B5EF4-FFF2-40B4-BE49-F238E27FC236}">
                <a16:creationId xmlns:a16="http://schemas.microsoft.com/office/drawing/2014/main" id="{C82626DE-88C9-DA01-653E-E38B276F78F5}"/>
              </a:ext>
            </a:extLst>
          </p:cNvPr>
          <p:cNvSpPr/>
          <p:nvPr/>
        </p:nvSpPr>
        <p:spPr>
          <a:xfrm>
            <a:off x="4970493" y="5119848"/>
            <a:ext cx="2368733" cy="44616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solidFill>
                  <a:srgbClr val="000000"/>
                </a:solidFill>
              </a:rPr>
              <a:t>Recalculate Route</a:t>
            </a:r>
          </a:p>
        </p:txBody>
      </p:sp>
      <p:grpSp>
        <p:nvGrpSpPr>
          <p:cNvPr id="277" name="Group 276">
            <a:extLst>
              <a:ext uri="{FF2B5EF4-FFF2-40B4-BE49-F238E27FC236}">
                <a16:creationId xmlns:a16="http://schemas.microsoft.com/office/drawing/2014/main" id="{13B17FAC-FB85-D3CD-6AAE-42BDFDE17128}"/>
              </a:ext>
            </a:extLst>
          </p:cNvPr>
          <p:cNvGrpSpPr/>
          <p:nvPr/>
        </p:nvGrpSpPr>
        <p:grpSpPr>
          <a:xfrm>
            <a:off x="6414577" y="2566409"/>
            <a:ext cx="3754561" cy="2309692"/>
            <a:chOff x="3727545" y="1965711"/>
            <a:chExt cx="3754561" cy="2309692"/>
          </a:xfrm>
        </p:grpSpPr>
        <p:grpSp>
          <p:nvGrpSpPr>
            <p:cNvPr id="272" name="Group 271">
              <a:extLst>
                <a:ext uri="{FF2B5EF4-FFF2-40B4-BE49-F238E27FC236}">
                  <a16:creationId xmlns:a16="http://schemas.microsoft.com/office/drawing/2014/main" id="{6B6F6A42-DFAC-DC32-06A4-B830471C9E1E}"/>
                </a:ext>
              </a:extLst>
            </p:cNvPr>
            <p:cNvGrpSpPr/>
            <p:nvPr/>
          </p:nvGrpSpPr>
          <p:grpSpPr>
            <a:xfrm>
              <a:off x="3727545" y="1965711"/>
              <a:ext cx="3754561" cy="2309692"/>
              <a:chOff x="3225800" y="2071914"/>
              <a:chExt cx="5740399" cy="2714172"/>
            </a:xfrm>
          </p:grpSpPr>
          <p:sp>
            <p:nvSpPr>
              <p:cNvPr id="274" name="Rectangle: Rounded Corners 273">
                <a:extLst>
                  <a:ext uri="{FF2B5EF4-FFF2-40B4-BE49-F238E27FC236}">
                    <a16:creationId xmlns:a16="http://schemas.microsoft.com/office/drawing/2014/main" id="{9C1B45E0-8B85-A889-9D89-3C90EA01DEF0}"/>
                  </a:ext>
                </a:extLst>
              </p:cNvPr>
              <p:cNvSpPr/>
              <p:nvPr/>
            </p:nvSpPr>
            <p:spPr>
              <a:xfrm>
                <a:off x="3225800" y="2071914"/>
                <a:ext cx="5740399" cy="2714172"/>
              </a:xfrm>
              <a:prstGeom prst="round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5" name="Rectangle: Rounded Corners 274">
                <a:extLst>
                  <a:ext uri="{FF2B5EF4-FFF2-40B4-BE49-F238E27FC236}">
                    <a16:creationId xmlns:a16="http://schemas.microsoft.com/office/drawing/2014/main" id="{C751AE68-7565-19B3-0B51-12B592839D95}"/>
                  </a:ext>
                </a:extLst>
              </p:cNvPr>
              <p:cNvSpPr/>
              <p:nvPr/>
            </p:nvSpPr>
            <p:spPr>
              <a:xfrm>
                <a:off x="3360055" y="2184399"/>
                <a:ext cx="5477122" cy="2489199"/>
              </a:xfrm>
              <a:prstGeom prst="roundRect">
                <a:avLst/>
              </a:prstGeom>
              <a:solidFill>
                <a:schemeClr val="accent5"/>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273" name="TextBox 272">
              <a:extLst>
                <a:ext uri="{FF2B5EF4-FFF2-40B4-BE49-F238E27FC236}">
                  <a16:creationId xmlns:a16="http://schemas.microsoft.com/office/drawing/2014/main" id="{5AA45592-616F-B2C0-10B1-A28ED0EA4A95}"/>
                </a:ext>
              </a:extLst>
            </p:cNvPr>
            <p:cNvSpPr txBox="1"/>
            <p:nvPr/>
          </p:nvSpPr>
          <p:spPr>
            <a:xfrm>
              <a:off x="3978318" y="2144744"/>
              <a:ext cx="3394799" cy="1461939"/>
            </a:xfrm>
            <a:prstGeom prst="rect">
              <a:avLst/>
            </a:prstGeom>
            <a:noFill/>
          </p:spPr>
          <p:txBody>
            <a:bodyPr wrap="square" rtlCol="0">
              <a:spAutoFit/>
            </a:bodyPr>
            <a:lstStyle/>
            <a:p>
              <a:r>
                <a:rPr lang="en-SG" sz="2000" b="1" dirty="0">
                  <a:solidFill>
                    <a:schemeClr val="bg1"/>
                  </a:solidFill>
                </a:rPr>
                <a:t>Drag to re-order your destinations, then hit “Recalculate Route” and we’ll help you navigate!</a:t>
              </a:r>
            </a:p>
            <a:p>
              <a:endParaRPr lang="en-SG" sz="900" b="1" dirty="0">
                <a:solidFill>
                  <a:schemeClr val="bg1"/>
                </a:solidFill>
              </a:endParaRPr>
            </a:p>
          </p:txBody>
        </p:sp>
      </p:grpSp>
      <p:pic>
        <p:nvPicPr>
          <p:cNvPr id="271" name="Picture 270" descr="A blue and white logo&#10;&#10;AI-generated content may be incorrect.">
            <a:extLst>
              <a:ext uri="{FF2B5EF4-FFF2-40B4-BE49-F238E27FC236}">
                <a16:creationId xmlns:a16="http://schemas.microsoft.com/office/drawing/2014/main" id="{7B3722EA-3B0D-7195-AE76-43C1F52144BC}"/>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009517" y="2203294"/>
            <a:ext cx="758741" cy="758741"/>
          </a:xfrm>
          <a:prstGeom prst="rect">
            <a:avLst/>
          </a:prstGeom>
        </p:spPr>
      </p:pic>
      <p:sp>
        <p:nvSpPr>
          <p:cNvPr id="276" name="Rectangle: Rounded Corners 275">
            <a:hlinkClick r:id="rId16" action="ppaction://hlinksldjump"/>
            <a:extLst>
              <a:ext uri="{FF2B5EF4-FFF2-40B4-BE49-F238E27FC236}">
                <a16:creationId xmlns:a16="http://schemas.microsoft.com/office/drawing/2014/main" id="{3FA58C4A-B849-AE47-3597-2897E26B44A2}"/>
              </a:ext>
            </a:extLst>
          </p:cNvPr>
          <p:cNvSpPr/>
          <p:nvPr/>
        </p:nvSpPr>
        <p:spPr>
          <a:xfrm>
            <a:off x="7526766" y="4113234"/>
            <a:ext cx="1443346" cy="479800"/>
          </a:xfrm>
          <a:prstGeom prst="roundRect">
            <a:avLst>
              <a:gd name="adj" fmla="val 18237"/>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b="1" dirty="0">
                <a:solidFill>
                  <a:schemeClr val="bg1"/>
                </a:solidFill>
                <a:latin typeface="+mj-lt"/>
              </a:rPr>
              <a:t>OK</a:t>
            </a:r>
          </a:p>
        </p:txBody>
      </p:sp>
      <p:pic>
        <p:nvPicPr>
          <p:cNvPr id="280" name="Picture 279" descr="A yellow hand pointing up&#10;&#10;AI-generated content may be incorrect.">
            <a:extLst>
              <a:ext uri="{FF2B5EF4-FFF2-40B4-BE49-F238E27FC236}">
                <a16:creationId xmlns:a16="http://schemas.microsoft.com/office/drawing/2014/main" id="{613BCBD8-9DFC-DFCB-E34D-34BBCA3660A8}"/>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8572199" y="4301258"/>
            <a:ext cx="663866" cy="663866"/>
          </a:xfrm>
          <a:prstGeom prst="rect">
            <a:avLst/>
          </a:prstGeom>
        </p:spPr>
      </p:pic>
    </p:spTree>
    <p:extLst>
      <p:ext uri="{BB962C8B-B14F-4D97-AF65-F5344CB8AC3E}">
        <p14:creationId xmlns:p14="http://schemas.microsoft.com/office/powerpoint/2010/main" val="30741364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0"/>
                                  </p:stCondLst>
                                  <p:childTnLst>
                                    <p:set>
                                      <p:cBhvr>
                                        <p:cTn id="6" dur="1" fill="hold">
                                          <p:stCondLst>
                                            <p:cond delay="0"/>
                                          </p:stCondLst>
                                        </p:cTn>
                                        <p:tgtEl>
                                          <p:spTgt spid="280"/>
                                        </p:tgtEl>
                                        <p:attrNameLst>
                                          <p:attrName>style.visibility</p:attrName>
                                        </p:attrNameLst>
                                      </p:cBhvr>
                                      <p:to>
                                        <p:strVal val="visible"/>
                                      </p:to>
                                    </p:set>
                                    <p:animEffect transition="in" filter="fade">
                                      <p:cBhvr>
                                        <p:cTn id="7" dur="500"/>
                                        <p:tgtEl>
                                          <p:spTgt spid="280"/>
                                        </p:tgtEl>
                                      </p:cBhvr>
                                    </p:animEffect>
                                  </p:childTnLst>
                                </p:cTn>
                              </p:par>
                            </p:childTnLst>
                          </p:cTn>
                        </p:par>
                        <p:par>
                          <p:cTn id="8" fill="hold">
                            <p:stCondLst>
                              <p:cond delay="1500"/>
                            </p:stCondLst>
                            <p:childTnLst>
                              <p:par>
                                <p:cTn id="9" presetID="32" presetClass="emph" presetSubtype="0" fill="hold" nodeType="afterEffect">
                                  <p:stCondLst>
                                    <p:cond delay="0"/>
                                  </p:stCondLst>
                                  <p:childTnLst>
                                    <p:animRot by="120000">
                                      <p:cBhvr>
                                        <p:cTn id="10" dur="100" fill="hold">
                                          <p:stCondLst>
                                            <p:cond delay="0"/>
                                          </p:stCondLst>
                                        </p:cTn>
                                        <p:tgtEl>
                                          <p:spTgt spid="280"/>
                                        </p:tgtEl>
                                        <p:attrNameLst>
                                          <p:attrName>r</p:attrName>
                                        </p:attrNameLst>
                                      </p:cBhvr>
                                    </p:animRot>
                                    <p:animRot by="-240000">
                                      <p:cBhvr>
                                        <p:cTn id="11" dur="200" fill="hold">
                                          <p:stCondLst>
                                            <p:cond delay="200"/>
                                          </p:stCondLst>
                                        </p:cTn>
                                        <p:tgtEl>
                                          <p:spTgt spid="280"/>
                                        </p:tgtEl>
                                        <p:attrNameLst>
                                          <p:attrName>r</p:attrName>
                                        </p:attrNameLst>
                                      </p:cBhvr>
                                    </p:animRot>
                                    <p:animRot by="240000">
                                      <p:cBhvr>
                                        <p:cTn id="12" dur="200" fill="hold">
                                          <p:stCondLst>
                                            <p:cond delay="400"/>
                                          </p:stCondLst>
                                        </p:cTn>
                                        <p:tgtEl>
                                          <p:spTgt spid="280"/>
                                        </p:tgtEl>
                                        <p:attrNameLst>
                                          <p:attrName>r</p:attrName>
                                        </p:attrNameLst>
                                      </p:cBhvr>
                                    </p:animRot>
                                    <p:animRot by="-240000">
                                      <p:cBhvr>
                                        <p:cTn id="13" dur="200" fill="hold">
                                          <p:stCondLst>
                                            <p:cond delay="600"/>
                                          </p:stCondLst>
                                        </p:cTn>
                                        <p:tgtEl>
                                          <p:spTgt spid="280"/>
                                        </p:tgtEl>
                                        <p:attrNameLst>
                                          <p:attrName>r</p:attrName>
                                        </p:attrNameLst>
                                      </p:cBhvr>
                                    </p:animRot>
                                    <p:animRot by="120000">
                                      <p:cBhvr>
                                        <p:cTn id="14" dur="200" fill="hold">
                                          <p:stCondLst>
                                            <p:cond delay="800"/>
                                          </p:stCondLst>
                                        </p:cTn>
                                        <p:tgtEl>
                                          <p:spTgt spid="28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C3C69-B7AD-8D35-489D-DA685E821A3B}"/>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6BF81E0D-C898-2EC0-3C6C-E3D7AA927BB0}"/>
              </a:ext>
            </a:extLst>
          </p:cNvPr>
          <p:cNvSpPr/>
          <p:nvPr/>
        </p:nvSpPr>
        <p:spPr>
          <a:xfrm>
            <a:off x="7817482" y="732916"/>
            <a:ext cx="1765979" cy="524744"/>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b="1" dirty="0">
                <a:solidFill>
                  <a:schemeClr val="tx1"/>
                </a:solidFill>
              </a:rPr>
              <a:t>  Plan 2</a:t>
            </a:r>
          </a:p>
        </p:txBody>
      </p:sp>
      <p:sp>
        <p:nvSpPr>
          <p:cNvPr id="14" name="Rectangle 13">
            <a:extLst>
              <a:ext uri="{FF2B5EF4-FFF2-40B4-BE49-F238E27FC236}">
                <a16:creationId xmlns:a16="http://schemas.microsoft.com/office/drawing/2014/main" id="{17C30D17-D6ED-D625-875E-2901E8E1E4CC}"/>
              </a:ext>
            </a:extLst>
          </p:cNvPr>
          <p:cNvSpPr/>
          <p:nvPr/>
        </p:nvSpPr>
        <p:spPr>
          <a:xfrm>
            <a:off x="7820462" y="1269961"/>
            <a:ext cx="2710150" cy="55945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 name="Rectangle 1">
            <a:extLst>
              <a:ext uri="{FF2B5EF4-FFF2-40B4-BE49-F238E27FC236}">
                <a16:creationId xmlns:a16="http://schemas.microsoft.com/office/drawing/2014/main" id="{B5E46033-7206-578B-BB50-FFBEFA661254}"/>
              </a:ext>
            </a:extLst>
          </p:cNvPr>
          <p:cNvSpPr/>
          <p:nvPr/>
        </p:nvSpPr>
        <p:spPr>
          <a:xfrm>
            <a:off x="8271481" y="732916"/>
            <a:ext cx="3920519" cy="6125084"/>
          </a:xfrm>
          <a:prstGeom prst="rect">
            <a:avLst/>
          </a:prstGeom>
          <a:solidFill>
            <a:schemeClr val="accent5">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 name="TextBox 2">
            <a:extLst>
              <a:ext uri="{FF2B5EF4-FFF2-40B4-BE49-F238E27FC236}">
                <a16:creationId xmlns:a16="http://schemas.microsoft.com/office/drawing/2014/main" id="{8047F51A-C1ED-4663-4C25-803F169BA763}"/>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4" name="TextBox 3">
            <a:extLst>
              <a:ext uri="{FF2B5EF4-FFF2-40B4-BE49-F238E27FC236}">
                <a16:creationId xmlns:a16="http://schemas.microsoft.com/office/drawing/2014/main" id="{BB7A1D97-C8F4-F6A2-AB4A-15542BFEC8BC}"/>
              </a:ext>
            </a:extLst>
          </p:cNvPr>
          <p:cNvSpPr txBox="1"/>
          <p:nvPr/>
        </p:nvSpPr>
        <p:spPr>
          <a:xfrm>
            <a:off x="8347099" y="937168"/>
            <a:ext cx="3458268" cy="461665"/>
          </a:xfrm>
          <a:prstGeom prst="rect">
            <a:avLst/>
          </a:prstGeom>
          <a:noFill/>
        </p:spPr>
        <p:txBody>
          <a:bodyPr wrap="square" rtlCol="0">
            <a:spAutoFit/>
          </a:bodyPr>
          <a:lstStyle/>
          <a:p>
            <a:r>
              <a:rPr lang="en-SG" sz="2400" b="1" dirty="0">
                <a:solidFill>
                  <a:schemeClr val="accent2"/>
                </a:solidFill>
                <a:latin typeface="+mj-lt"/>
              </a:rPr>
              <a:t>Confirmed Plans &amp; Users</a:t>
            </a:r>
          </a:p>
        </p:txBody>
      </p:sp>
      <p:sp>
        <p:nvSpPr>
          <p:cNvPr id="5" name="TextBox 4">
            <a:extLst>
              <a:ext uri="{FF2B5EF4-FFF2-40B4-BE49-F238E27FC236}">
                <a16:creationId xmlns:a16="http://schemas.microsoft.com/office/drawing/2014/main" id="{0468AFF6-279A-6721-65CB-131CCD7BC915}"/>
              </a:ext>
            </a:extLst>
          </p:cNvPr>
          <p:cNvSpPr txBox="1"/>
          <p:nvPr/>
        </p:nvSpPr>
        <p:spPr>
          <a:xfrm>
            <a:off x="8347099" y="3861769"/>
            <a:ext cx="2792061" cy="461665"/>
          </a:xfrm>
          <a:prstGeom prst="rect">
            <a:avLst/>
          </a:prstGeom>
          <a:noFill/>
        </p:spPr>
        <p:txBody>
          <a:bodyPr wrap="square" rtlCol="0">
            <a:spAutoFit/>
          </a:bodyPr>
          <a:lstStyle/>
          <a:p>
            <a:r>
              <a:rPr lang="en-SG" sz="2400" b="1" dirty="0">
                <a:solidFill>
                  <a:schemeClr val="accent4"/>
                </a:solidFill>
                <a:latin typeface="+mj-lt"/>
              </a:rPr>
              <a:t>Cancelled Plans</a:t>
            </a:r>
          </a:p>
        </p:txBody>
      </p:sp>
      <p:grpSp>
        <p:nvGrpSpPr>
          <p:cNvPr id="6" name="Group 5">
            <a:extLst>
              <a:ext uri="{FF2B5EF4-FFF2-40B4-BE49-F238E27FC236}">
                <a16:creationId xmlns:a16="http://schemas.microsoft.com/office/drawing/2014/main" id="{16992ABC-3B7F-AEAD-F0F0-2F4D040CCE20}"/>
              </a:ext>
            </a:extLst>
          </p:cNvPr>
          <p:cNvGrpSpPr/>
          <p:nvPr/>
        </p:nvGrpSpPr>
        <p:grpSpPr>
          <a:xfrm>
            <a:off x="10414386" y="6305548"/>
            <a:ext cx="1777612" cy="552452"/>
            <a:chOff x="10168773" y="6305548"/>
            <a:chExt cx="2023228" cy="552452"/>
          </a:xfrm>
        </p:grpSpPr>
        <p:sp>
          <p:nvSpPr>
            <p:cNvPr id="7" name="Rectangle 6">
              <a:extLst>
                <a:ext uri="{FF2B5EF4-FFF2-40B4-BE49-F238E27FC236}">
                  <a16:creationId xmlns:a16="http://schemas.microsoft.com/office/drawing/2014/main" id="{690AB505-6777-65A3-955C-44CD1F128307}"/>
                </a:ext>
              </a:extLst>
            </p:cNvPr>
            <p:cNvSpPr/>
            <p:nvPr userDrawn="1"/>
          </p:nvSpPr>
          <p:spPr>
            <a:xfrm>
              <a:off x="10168773" y="6305548"/>
              <a:ext cx="2023228"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SG" sz="2400" b="1" spc="0" dirty="0">
                  <a:solidFill>
                    <a:schemeClr val="tx1"/>
                  </a:solidFill>
                  <a:latin typeface="+mj-lt"/>
                </a:rPr>
                <a:t>Confir</a:t>
              </a:r>
              <a:r>
                <a:rPr lang="en-SG" sz="2400" b="1" dirty="0">
                  <a:solidFill>
                    <a:schemeClr val="tx1"/>
                  </a:solidFill>
                  <a:latin typeface="+mj-lt"/>
                </a:rPr>
                <a:t>m</a:t>
              </a:r>
              <a:endParaRPr lang="en-SG" sz="2000" b="1" spc="0" dirty="0">
                <a:solidFill>
                  <a:schemeClr val="tx1"/>
                </a:solidFill>
                <a:latin typeface="+mj-lt"/>
              </a:endParaRPr>
            </a:p>
          </p:txBody>
        </p:sp>
        <p:pic>
          <p:nvPicPr>
            <p:cNvPr id="8" name="Picture 7" descr="A blue arrow pointing to the left&#10;&#10;AI-generated content may be incorrect.">
              <a:extLst>
                <a:ext uri="{FF2B5EF4-FFF2-40B4-BE49-F238E27FC236}">
                  <a16:creationId xmlns:a16="http://schemas.microsoft.com/office/drawing/2014/main" id="{37C741DB-1839-F490-3398-0FD2F26C83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16420" y="6481328"/>
              <a:ext cx="409049" cy="223406"/>
            </a:xfrm>
            <a:prstGeom prst="rect">
              <a:avLst/>
            </a:prstGeom>
          </p:spPr>
        </p:pic>
        <p:pic>
          <p:nvPicPr>
            <p:cNvPr id="9" name="Picture 8" descr="A blue arrow pointing to the left&#10;&#10;AI-generated content may be incorrect.">
              <a:extLst>
                <a:ext uri="{FF2B5EF4-FFF2-40B4-BE49-F238E27FC236}">
                  <a16:creationId xmlns:a16="http://schemas.microsoft.com/office/drawing/2014/main" id="{831EEEA2-D8E2-E2E9-20AC-4CB416FC24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51948" y="6481328"/>
              <a:ext cx="409049" cy="223406"/>
            </a:xfrm>
            <a:prstGeom prst="rect">
              <a:avLst/>
            </a:prstGeom>
          </p:spPr>
        </p:pic>
      </p:grpSp>
      <p:grpSp>
        <p:nvGrpSpPr>
          <p:cNvPr id="10" name="Group 9">
            <a:extLst>
              <a:ext uri="{FF2B5EF4-FFF2-40B4-BE49-F238E27FC236}">
                <a16:creationId xmlns:a16="http://schemas.microsoft.com/office/drawing/2014/main" id="{83A4A6DB-D3DD-271A-4D54-258FC9A59D3D}"/>
              </a:ext>
            </a:extLst>
          </p:cNvPr>
          <p:cNvGrpSpPr/>
          <p:nvPr/>
        </p:nvGrpSpPr>
        <p:grpSpPr>
          <a:xfrm>
            <a:off x="8271479" y="6316805"/>
            <a:ext cx="1465462" cy="552452"/>
            <a:chOff x="1" y="0"/>
            <a:chExt cx="1465462" cy="552452"/>
          </a:xfrm>
        </p:grpSpPr>
        <p:sp>
          <p:nvSpPr>
            <p:cNvPr id="11" name="Rectangle 10">
              <a:hlinkClick r:id="rId4" action="ppaction://hlinksldjump" tooltip="Return to previous page"/>
              <a:extLst>
                <a:ext uri="{FF2B5EF4-FFF2-40B4-BE49-F238E27FC236}">
                  <a16:creationId xmlns:a16="http://schemas.microsoft.com/office/drawing/2014/main" id="{DB5889B6-EE30-300E-CB95-73BDCF32509D}"/>
                </a:ext>
              </a:extLst>
            </p:cNvPr>
            <p:cNvSpPr/>
            <p:nvPr userDrawn="1"/>
          </p:nvSpPr>
          <p:spPr>
            <a:xfrm>
              <a:off x="1" y="0"/>
              <a:ext cx="1465462"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r"/>
              <a:r>
                <a:rPr lang="en-SG" sz="2400" b="1" spc="0" dirty="0">
                  <a:solidFill>
                    <a:schemeClr val="tx1"/>
                  </a:solidFill>
                  <a:latin typeface="+mj-lt"/>
                </a:rPr>
                <a:t>Return</a:t>
              </a:r>
              <a:endParaRPr lang="en-SG" sz="2000" b="1" spc="0" dirty="0">
                <a:solidFill>
                  <a:schemeClr val="tx1"/>
                </a:solidFill>
                <a:latin typeface="+mj-lt"/>
              </a:endParaRPr>
            </a:p>
          </p:txBody>
        </p:sp>
        <p:pic>
          <p:nvPicPr>
            <p:cNvPr id="12" name="Picture 11" descr="A blue arrow pointing to the left&#10;&#10;AI-generated content may be incorrect.">
              <a:extLst>
                <a:ext uri="{FF2B5EF4-FFF2-40B4-BE49-F238E27FC236}">
                  <a16:creationId xmlns:a16="http://schemas.microsoft.com/office/drawing/2014/main" id="{A858CC33-71C3-37BC-0977-267C76C3E6E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76198" y="164523"/>
              <a:ext cx="409049" cy="223406"/>
            </a:xfrm>
            <a:prstGeom prst="rect">
              <a:avLst/>
            </a:prstGeom>
          </p:spPr>
        </p:pic>
      </p:grpSp>
      <p:sp>
        <p:nvSpPr>
          <p:cNvPr id="13" name="Rectangle 12">
            <a:extLst>
              <a:ext uri="{FF2B5EF4-FFF2-40B4-BE49-F238E27FC236}">
                <a16:creationId xmlns:a16="http://schemas.microsoft.com/office/drawing/2014/main" id="{445B4730-CEC8-EA5E-E273-276D0EEAF43D}"/>
              </a:ext>
            </a:extLst>
          </p:cNvPr>
          <p:cNvSpPr/>
          <p:nvPr/>
        </p:nvSpPr>
        <p:spPr>
          <a:xfrm>
            <a:off x="0" y="1263408"/>
            <a:ext cx="4318000" cy="55945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t>%</a:t>
            </a:r>
          </a:p>
        </p:txBody>
      </p:sp>
      <p:sp>
        <p:nvSpPr>
          <p:cNvPr id="16" name="Rectangle 15">
            <a:extLst>
              <a:ext uri="{FF2B5EF4-FFF2-40B4-BE49-F238E27FC236}">
                <a16:creationId xmlns:a16="http://schemas.microsoft.com/office/drawing/2014/main" id="{495BDFD3-2444-B387-E60E-33F6271CA8C2}"/>
              </a:ext>
            </a:extLst>
          </p:cNvPr>
          <p:cNvSpPr/>
          <p:nvPr/>
        </p:nvSpPr>
        <p:spPr>
          <a:xfrm>
            <a:off x="0" y="712592"/>
            <a:ext cx="1765979" cy="545068"/>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tx1"/>
                </a:solidFill>
              </a:rPr>
              <a:t>Plan 1</a:t>
            </a:r>
          </a:p>
        </p:txBody>
      </p:sp>
      <p:sp>
        <p:nvSpPr>
          <p:cNvPr id="21" name="TextBox 20">
            <a:extLst>
              <a:ext uri="{FF2B5EF4-FFF2-40B4-BE49-F238E27FC236}">
                <a16:creationId xmlns:a16="http://schemas.microsoft.com/office/drawing/2014/main" id="{1B807AA9-86D7-6D53-904E-10D82C79C556}"/>
              </a:ext>
            </a:extLst>
          </p:cNvPr>
          <p:cNvSpPr txBox="1"/>
          <p:nvPr/>
        </p:nvSpPr>
        <p:spPr>
          <a:xfrm>
            <a:off x="24204" y="1283250"/>
            <a:ext cx="1272015" cy="400110"/>
          </a:xfrm>
          <a:prstGeom prst="rect">
            <a:avLst/>
          </a:prstGeom>
          <a:noFill/>
        </p:spPr>
        <p:txBody>
          <a:bodyPr wrap="none" rtlCol="0">
            <a:spAutoFit/>
          </a:bodyPr>
          <a:lstStyle/>
          <a:p>
            <a:r>
              <a:rPr lang="en-SG" sz="2000" b="1" dirty="0">
                <a:solidFill>
                  <a:schemeClr val="tx2"/>
                </a:solidFill>
              </a:rPr>
              <a:t>Overview</a:t>
            </a:r>
            <a:endParaRPr lang="en-SG" sz="1600" b="1" dirty="0">
              <a:solidFill>
                <a:schemeClr val="tx2"/>
              </a:solidFill>
            </a:endParaRPr>
          </a:p>
        </p:txBody>
      </p:sp>
      <p:sp>
        <p:nvSpPr>
          <p:cNvPr id="44" name="Arrow: Pentagon 43">
            <a:extLst>
              <a:ext uri="{FF2B5EF4-FFF2-40B4-BE49-F238E27FC236}">
                <a16:creationId xmlns:a16="http://schemas.microsoft.com/office/drawing/2014/main" id="{F4D5B989-34FE-CB8A-7696-D1124B8FE34B}"/>
              </a:ext>
            </a:extLst>
          </p:cNvPr>
          <p:cNvSpPr/>
          <p:nvPr/>
        </p:nvSpPr>
        <p:spPr>
          <a:xfrm>
            <a:off x="2453580" y="2178264"/>
            <a:ext cx="1280160" cy="404334"/>
          </a:xfrm>
          <a:prstGeom prst="homePlate">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Arrow: Pentagon 26">
            <a:extLst>
              <a:ext uri="{FF2B5EF4-FFF2-40B4-BE49-F238E27FC236}">
                <a16:creationId xmlns:a16="http://schemas.microsoft.com/office/drawing/2014/main" id="{F52C54DF-3166-B8D4-88EB-1C979BD9A850}"/>
              </a:ext>
            </a:extLst>
          </p:cNvPr>
          <p:cNvSpPr/>
          <p:nvPr/>
        </p:nvSpPr>
        <p:spPr>
          <a:xfrm>
            <a:off x="1204335" y="2183588"/>
            <a:ext cx="1412972" cy="399011"/>
          </a:xfrm>
          <a:prstGeom prst="homePlate">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Arrow: Pentagon 25">
            <a:extLst>
              <a:ext uri="{FF2B5EF4-FFF2-40B4-BE49-F238E27FC236}">
                <a16:creationId xmlns:a16="http://schemas.microsoft.com/office/drawing/2014/main" id="{B9D91767-258C-B1D3-0221-4321863815C0}"/>
              </a:ext>
            </a:extLst>
          </p:cNvPr>
          <p:cNvSpPr/>
          <p:nvPr/>
        </p:nvSpPr>
        <p:spPr>
          <a:xfrm>
            <a:off x="87901" y="2183586"/>
            <a:ext cx="1336681" cy="399011"/>
          </a:xfrm>
          <a:prstGeom prst="homePlate">
            <a:avLst/>
          </a:prstGeom>
          <a:solidFill>
            <a:srgbClr val="FEE438"/>
          </a:solidFill>
          <a:ln>
            <a:solidFill>
              <a:srgbClr val="FEE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TextBox 29">
            <a:extLst>
              <a:ext uri="{FF2B5EF4-FFF2-40B4-BE49-F238E27FC236}">
                <a16:creationId xmlns:a16="http://schemas.microsoft.com/office/drawing/2014/main" id="{032E3A0E-D12C-CE64-622B-73711B8FA506}"/>
              </a:ext>
            </a:extLst>
          </p:cNvPr>
          <p:cNvSpPr txBox="1"/>
          <p:nvPr/>
        </p:nvSpPr>
        <p:spPr>
          <a:xfrm>
            <a:off x="84301" y="2229202"/>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Dragon Roller</a:t>
            </a:r>
          </a:p>
        </p:txBody>
      </p:sp>
      <p:sp>
        <p:nvSpPr>
          <p:cNvPr id="48" name="Arrow: Pentagon 47">
            <a:extLst>
              <a:ext uri="{FF2B5EF4-FFF2-40B4-BE49-F238E27FC236}">
                <a16:creationId xmlns:a16="http://schemas.microsoft.com/office/drawing/2014/main" id="{7E3BE0D2-2575-37E1-211B-226FA9531F78}"/>
              </a:ext>
            </a:extLst>
          </p:cNvPr>
          <p:cNvSpPr/>
          <p:nvPr/>
        </p:nvSpPr>
        <p:spPr>
          <a:xfrm rot="5400000">
            <a:off x="3083835" y="2562397"/>
            <a:ext cx="1167280" cy="399011"/>
          </a:xfrm>
          <a:prstGeom prst="homePlate">
            <a:avLst>
              <a:gd name="adj" fmla="val 0"/>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1" name="TextBox 30">
            <a:extLst>
              <a:ext uri="{FF2B5EF4-FFF2-40B4-BE49-F238E27FC236}">
                <a16:creationId xmlns:a16="http://schemas.microsoft.com/office/drawing/2014/main" id="{F8B6D6AD-C67A-B605-F977-C4FE583B10DD}"/>
              </a:ext>
            </a:extLst>
          </p:cNvPr>
          <p:cNvSpPr txBox="1"/>
          <p:nvPr/>
        </p:nvSpPr>
        <p:spPr>
          <a:xfrm>
            <a:off x="2491686" y="2220215"/>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Musical B’</a:t>
            </a:r>
          </a:p>
        </p:txBody>
      </p:sp>
      <p:sp>
        <p:nvSpPr>
          <p:cNvPr id="49" name="TextBox 48">
            <a:extLst>
              <a:ext uri="{FF2B5EF4-FFF2-40B4-BE49-F238E27FC236}">
                <a16:creationId xmlns:a16="http://schemas.microsoft.com/office/drawing/2014/main" id="{2742547E-9C27-E1CB-BD4C-4539FCE5C337}"/>
              </a:ext>
            </a:extLst>
          </p:cNvPr>
          <p:cNvSpPr txBox="1"/>
          <p:nvPr/>
        </p:nvSpPr>
        <p:spPr>
          <a:xfrm>
            <a:off x="1259733" y="2229202"/>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Ben’s Place</a:t>
            </a:r>
          </a:p>
        </p:txBody>
      </p:sp>
      <p:sp>
        <p:nvSpPr>
          <p:cNvPr id="50" name="Arrow: Pentagon 49">
            <a:extLst>
              <a:ext uri="{FF2B5EF4-FFF2-40B4-BE49-F238E27FC236}">
                <a16:creationId xmlns:a16="http://schemas.microsoft.com/office/drawing/2014/main" id="{AEB30BA7-DE16-2CA3-17FB-7AC21DDD23B9}"/>
              </a:ext>
            </a:extLst>
          </p:cNvPr>
          <p:cNvSpPr/>
          <p:nvPr/>
        </p:nvSpPr>
        <p:spPr>
          <a:xfrm rot="10800000">
            <a:off x="1515558" y="2943101"/>
            <a:ext cx="1735290" cy="399011"/>
          </a:xfrm>
          <a:prstGeom prst="homePlate">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Arrow: Pentagon 45">
            <a:extLst>
              <a:ext uri="{FF2B5EF4-FFF2-40B4-BE49-F238E27FC236}">
                <a16:creationId xmlns:a16="http://schemas.microsoft.com/office/drawing/2014/main" id="{696916C2-3CF7-1911-D145-E85F4299161A}"/>
              </a:ext>
            </a:extLst>
          </p:cNvPr>
          <p:cNvSpPr/>
          <p:nvPr/>
        </p:nvSpPr>
        <p:spPr>
          <a:xfrm rot="10800000">
            <a:off x="3064846" y="2946532"/>
            <a:ext cx="399013" cy="399011"/>
          </a:xfrm>
          <a:prstGeom prst="homePlate">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1" name="TextBox 50">
            <a:extLst>
              <a:ext uri="{FF2B5EF4-FFF2-40B4-BE49-F238E27FC236}">
                <a16:creationId xmlns:a16="http://schemas.microsoft.com/office/drawing/2014/main" id="{6C803E95-4D22-8756-5819-CFD562E64F06}"/>
              </a:ext>
            </a:extLst>
          </p:cNvPr>
          <p:cNvSpPr txBox="1"/>
          <p:nvPr/>
        </p:nvSpPr>
        <p:spPr>
          <a:xfrm>
            <a:off x="1590457" y="2977653"/>
            <a:ext cx="1585493" cy="307777"/>
          </a:xfrm>
          <a:prstGeom prst="rect">
            <a:avLst/>
          </a:prstGeom>
          <a:noFill/>
          <a:ln w="28575">
            <a:noFill/>
          </a:ln>
        </p:spPr>
        <p:txBody>
          <a:bodyPr wrap="square" rtlCol="0">
            <a:spAutoFit/>
          </a:bodyPr>
          <a:lstStyle/>
          <a:p>
            <a:pPr algn="ctr"/>
            <a:r>
              <a:rPr lang="en-SG" sz="1400" b="1" dirty="0">
                <a:solidFill>
                  <a:schemeClr val="tx2">
                    <a:lumMod val="50000"/>
                  </a:schemeClr>
                </a:solidFill>
              </a:rPr>
              <a:t>Cirque Du Luna</a:t>
            </a:r>
          </a:p>
        </p:txBody>
      </p:sp>
      <p:sp>
        <p:nvSpPr>
          <p:cNvPr id="52" name="TextBox 51">
            <a:extLst>
              <a:ext uri="{FF2B5EF4-FFF2-40B4-BE49-F238E27FC236}">
                <a16:creationId xmlns:a16="http://schemas.microsoft.com/office/drawing/2014/main" id="{85DE55E7-FA3A-B3F4-4CF5-D16F410C71CE}"/>
              </a:ext>
            </a:extLst>
          </p:cNvPr>
          <p:cNvSpPr txBox="1"/>
          <p:nvPr/>
        </p:nvSpPr>
        <p:spPr>
          <a:xfrm>
            <a:off x="-5957" y="1871315"/>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11:30 AM</a:t>
            </a:r>
          </a:p>
        </p:txBody>
      </p:sp>
      <p:sp>
        <p:nvSpPr>
          <p:cNvPr id="53" name="TextBox 52">
            <a:extLst>
              <a:ext uri="{FF2B5EF4-FFF2-40B4-BE49-F238E27FC236}">
                <a16:creationId xmlns:a16="http://schemas.microsoft.com/office/drawing/2014/main" id="{B90B16E1-0AE3-9733-BEA3-B9451FDB4047}"/>
              </a:ext>
            </a:extLst>
          </p:cNvPr>
          <p:cNvSpPr txBox="1"/>
          <p:nvPr/>
        </p:nvSpPr>
        <p:spPr>
          <a:xfrm>
            <a:off x="1236223" y="1870487"/>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11:50 AM</a:t>
            </a:r>
          </a:p>
        </p:txBody>
      </p:sp>
      <p:sp>
        <p:nvSpPr>
          <p:cNvPr id="54" name="TextBox 53">
            <a:extLst>
              <a:ext uri="{FF2B5EF4-FFF2-40B4-BE49-F238E27FC236}">
                <a16:creationId xmlns:a16="http://schemas.microsoft.com/office/drawing/2014/main" id="{FCB96D3A-522D-5EA2-572F-C5D4C96AE52E}"/>
              </a:ext>
            </a:extLst>
          </p:cNvPr>
          <p:cNvSpPr txBox="1"/>
          <p:nvPr/>
        </p:nvSpPr>
        <p:spPr>
          <a:xfrm>
            <a:off x="2519466" y="1870486"/>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12:30 PM</a:t>
            </a:r>
          </a:p>
        </p:txBody>
      </p:sp>
      <p:sp>
        <p:nvSpPr>
          <p:cNvPr id="55" name="TextBox 54">
            <a:extLst>
              <a:ext uri="{FF2B5EF4-FFF2-40B4-BE49-F238E27FC236}">
                <a16:creationId xmlns:a16="http://schemas.microsoft.com/office/drawing/2014/main" id="{3C191F76-708C-1C2F-8893-CE86357B3817}"/>
              </a:ext>
            </a:extLst>
          </p:cNvPr>
          <p:cNvSpPr txBox="1"/>
          <p:nvPr/>
        </p:nvSpPr>
        <p:spPr>
          <a:xfrm>
            <a:off x="440642" y="2782669"/>
            <a:ext cx="1244283" cy="646331"/>
          </a:xfrm>
          <a:prstGeom prst="rect">
            <a:avLst/>
          </a:prstGeom>
          <a:noFill/>
        </p:spPr>
        <p:txBody>
          <a:bodyPr wrap="square" rtlCol="0">
            <a:spAutoFit/>
          </a:bodyPr>
          <a:lstStyle/>
          <a:p>
            <a:pPr algn="ctr"/>
            <a:r>
              <a:rPr lang="en-SG" sz="3600" dirty="0"/>
              <a:t>…</a:t>
            </a:r>
          </a:p>
        </p:txBody>
      </p:sp>
      <p:sp>
        <p:nvSpPr>
          <p:cNvPr id="56" name="TextBox 55">
            <a:extLst>
              <a:ext uri="{FF2B5EF4-FFF2-40B4-BE49-F238E27FC236}">
                <a16:creationId xmlns:a16="http://schemas.microsoft.com/office/drawing/2014/main" id="{B9E06FB8-5505-8C5B-FE66-F64EFE5B3C98}"/>
              </a:ext>
            </a:extLst>
          </p:cNvPr>
          <p:cNvSpPr txBox="1"/>
          <p:nvPr/>
        </p:nvSpPr>
        <p:spPr>
          <a:xfrm>
            <a:off x="1740463" y="2672492"/>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1:30 PM</a:t>
            </a:r>
          </a:p>
        </p:txBody>
      </p:sp>
      <p:pic>
        <p:nvPicPr>
          <p:cNvPr id="65" name="Picture 64" descr="A blue arrows pointing to a cross&#10;&#10;AI-generated content may be incorrect.">
            <a:extLst>
              <a:ext uri="{FF2B5EF4-FFF2-40B4-BE49-F238E27FC236}">
                <a16:creationId xmlns:a16="http://schemas.microsoft.com/office/drawing/2014/main" id="{49B1B160-7FC6-E7F4-F721-6286119C49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6721" y="1305430"/>
            <a:ext cx="588469" cy="588469"/>
          </a:xfrm>
          <a:prstGeom prst="rect">
            <a:avLst/>
          </a:prstGeom>
        </p:spPr>
      </p:pic>
      <p:sp>
        <p:nvSpPr>
          <p:cNvPr id="66" name="TextBox 65">
            <a:extLst>
              <a:ext uri="{FF2B5EF4-FFF2-40B4-BE49-F238E27FC236}">
                <a16:creationId xmlns:a16="http://schemas.microsoft.com/office/drawing/2014/main" id="{455AEC48-0545-FEF2-2930-6EC08A1CDECA}"/>
              </a:ext>
            </a:extLst>
          </p:cNvPr>
          <p:cNvSpPr txBox="1"/>
          <p:nvPr/>
        </p:nvSpPr>
        <p:spPr>
          <a:xfrm>
            <a:off x="31323" y="1548959"/>
            <a:ext cx="2760949" cy="307777"/>
          </a:xfrm>
          <a:prstGeom prst="rect">
            <a:avLst/>
          </a:prstGeom>
          <a:noFill/>
        </p:spPr>
        <p:txBody>
          <a:bodyPr wrap="none" rtlCol="0">
            <a:spAutoFit/>
          </a:bodyPr>
          <a:lstStyle/>
          <a:p>
            <a:r>
              <a:rPr lang="en-SG" sz="1400" dirty="0">
                <a:solidFill>
                  <a:schemeClr val="tx2"/>
                </a:solidFill>
              </a:rPr>
              <a:t>Expected start time of each event</a:t>
            </a:r>
            <a:endParaRPr lang="en-SG" sz="1100" dirty="0">
              <a:solidFill>
                <a:schemeClr val="tx2"/>
              </a:solidFill>
            </a:endParaRPr>
          </a:p>
        </p:txBody>
      </p:sp>
      <p:grpSp>
        <p:nvGrpSpPr>
          <p:cNvPr id="178" name="Group 177">
            <a:extLst>
              <a:ext uri="{FF2B5EF4-FFF2-40B4-BE49-F238E27FC236}">
                <a16:creationId xmlns:a16="http://schemas.microsoft.com/office/drawing/2014/main" id="{1B5B5FF2-AB56-C8FC-E4AD-C622876E3C0B}"/>
              </a:ext>
            </a:extLst>
          </p:cNvPr>
          <p:cNvGrpSpPr/>
          <p:nvPr/>
        </p:nvGrpSpPr>
        <p:grpSpPr>
          <a:xfrm>
            <a:off x="0" y="3423252"/>
            <a:ext cx="4316630" cy="1983646"/>
            <a:chOff x="1370" y="3428999"/>
            <a:chExt cx="5758704" cy="2646330"/>
          </a:xfrm>
        </p:grpSpPr>
        <p:sp>
          <p:nvSpPr>
            <p:cNvPr id="104" name="Rectangle 103">
              <a:extLst>
                <a:ext uri="{FF2B5EF4-FFF2-40B4-BE49-F238E27FC236}">
                  <a16:creationId xmlns:a16="http://schemas.microsoft.com/office/drawing/2014/main" id="{7F354DF6-F67F-467A-7272-537E8F5B6256}"/>
                </a:ext>
              </a:extLst>
            </p:cNvPr>
            <p:cNvSpPr/>
            <p:nvPr/>
          </p:nvSpPr>
          <p:spPr>
            <a:xfrm>
              <a:off x="1370" y="342899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5" name="Freeform: Shape 104">
              <a:extLst>
                <a:ext uri="{FF2B5EF4-FFF2-40B4-BE49-F238E27FC236}">
                  <a16:creationId xmlns:a16="http://schemas.microsoft.com/office/drawing/2014/main" id="{28E4246A-0997-A6B6-3703-E09E7287C7E9}"/>
                </a:ext>
              </a:extLst>
            </p:cNvPr>
            <p:cNvSpPr/>
            <p:nvPr/>
          </p:nvSpPr>
          <p:spPr>
            <a:xfrm>
              <a:off x="15713" y="344861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58" name="Group 57">
            <a:extLst>
              <a:ext uri="{FF2B5EF4-FFF2-40B4-BE49-F238E27FC236}">
                <a16:creationId xmlns:a16="http://schemas.microsoft.com/office/drawing/2014/main" id="{75886F7E-C97D-D61C-58E9-D701DA6DD2ED}"/>
              </a:ext>
            </a:extLst>
          </p:cNvPr>
          <p:cNvGrpSpPr/>
          <p:nvPr/>
        </p:nvGrpSpPr>
        <p:grpSpPr>
          <a:xfrm>
            <a:off x="1370" y="3423252"/>
            <a:ext cx="767467" cy="436233"/>
            <a:chOff x="3211177" y="4204405"/>
            <a:chExt cx="971932" cy="552452"/>
          </a:xfrm>
        </p:grpSpPr>
        <p:sp>
          <p:nvSpPr>
            <p:cNvPr id="59" name="Rectangle 58">
              <a:extLst>
                <a:ext uri="{FF2B5EF4-FFF2-40B4-BE49-F238E27FC236}">
                  <a16:creationId xmlns:a16="http://schemas.microsoft.com/office/drawing/2014/main" id="{2BC2E572-D1C4-AB51-0557-D91B6C2611A2}"/>
                </a:ext>
              </a:extLst>
            </p:cNvPr>
            <p:cNvSpPr/>
            <p:nvPr userDrawn="1"/>
          </p:nvSpPr>
          <p:spPr>
            <a:xfrm>
              <a:off x="3211177" y="4204405"/>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60" name="TextBox 59">
              <a:extLst>
                <a:ext uri="{FF2B5EF4-FFF2-40B4-BE49-F238E27FC236}">
                  <a16:creationId xmlns:a16="http://schemas.microsoft.com/office/drawing/2014/main" id="{436401CF-A61A-DDF1-BB94-FA085556AE19}"/>
                </a:ext>
              </a:extLst>
            </p:cNvPr>
            <p:cNvSpPr txBox="1"/>
            <p:nvPr userDrawn="1"/>
          </p:nvSpPr>
          <p:spPr>
            <a:xfrm>
              <a:off x="3211177" y="4260295"/>
              <a:ext cx="971930" cy="400110"/>
            </a:xfrm>
            <a:prstGeom prst="rect">
              <a:avLst/>
            </a:prstGeom>
            <a:noFill/>
            <a:ln>
              <a:noFill/>
            </a:ln>
          </p:spPr>
          <p:txBody>
            <a:bodyPr wrap="square" rtlCol="0">
              <a:spAutoFit/>
            </a:bodyPr>
            <a:lstStyle/>
            <a:p>
              <a:pPr algn="ctr"/>
              <a:r>
                <a:rPr lang="en-SG" sz="2000" b="1" dirty="0">
                  <a:solidFill>
                    <a:srgbClr val="2F3C7E"/>
                  </a:solidFill>
                </a:rPr>
                <a:t>MAP</a:t>
              </a:r>
            </a:p>
          </p:txBody>
        </p:sp>
      </p:grpSp>
      <p:pic>
        <p:nvPicPr>
          <p:cNvPr id="179" name="Picture 178">
            <a:extLst>
              <a:ext uri="{FF2B5EF4-FFF2-40B4-BE49-F238E27FC236}">
                <a16:creationId xmlns:a16="http://schemas.microsoft.com/office/drawing/2014/main" id="{7856D51E-7C54-95F2-DAFC-F34C1FC03E19}"/>
              </a:ext>
            </a:extLst>
          </p:cNvPr>
          <p:cNvPicPr>
            <a:picLocks noChangeAspect="1"/>
          </p:cNvPicPr>
          <p:nvPr/>
        </p:nvPicPr>
        <p:blipFill>
          <a:blip r:embed="rId6"/>
          <a:stretch>
            <a:fillRect/>
          </a:stretch>
        </p:blipFill>
        <p:spPr>
          <a:xfrm>
            <a:off x="311471" y="4332516"/>
            <a:ext cx="481978" cy="241890"/>
          </a:xfrm>
          <a:prstGeom prst="rect">
            <a:avLst/>
          </a:prstGeom>
          <a:ln>
            <a:noFill/>
          </a:ln>
        </p:spPr>
      </p:pic>
      <p:sp>
        <p:nvSpPr>
          <p:cNvPr id="180" name="TextBox 179">
            <a:extLst>
              <a:ext uri="{FF2B5EF4-FFF2-40B4-BE49-F238E27FC236}">
                <a16:creationId xmlns:a16="http://schemas.microsoft.com/office/drawing/2014/main" id="{ECD7D91A-67CF-7621-632E-53A99215D6BA}"/>
              </a:ext>
            </a:extLst>
          </p:cNvPr>
          <p:cNvSpPr txBox="1"/>
          <p:nvPr/>
        </p:nvSpPr>
        <p:spPr>
          <a:xfrm>
            <a:off x="-55288" y="4517775"/>
            <a:ext cx="1215496" cy="230832"/>
          </a:xfrm>
          <a:prstGeom prst="rect">
            <a:avLst/>
          </a:prstGeom>
          <a:noFill/>
          <a:ln>
            <a:noFill/>
          </a:ln>
        </p:spPr>
        <p:txBody>
          <a:bodyPr wrap="square" rtlCol="0">
            <a:spAutoFit/>
          </a:bodyPr>
          <a:lstStyle/>
          <a:p>
            <a:pPr algn="ctr"/>
            <a:r>
              <a:rPr lang="en-SG" sz="900" b="1" dirty="0">
                <a:solidFill>
                  <a:schemeClr val="tx2"/>
                </a:solidFill>
                <a:latin typeface="+mn-lt"/>
              </a:rPr>
              <a:t>Dragon Roller</a:t>
            </a:r>
          </a:p>
        </p:txBody>
      </p:sp>
      <p:pic>
        <p:nvPicPr>
          <p:cNvPr id="182" name="Picture 181">
            <a:extLst>
              <a:ext uri="{FF2B5EF4-FFF2-40B4-BE49-F238E27FC236}">
                <a16:creationId xmlns:a16="http://schemas.microsoft.com/office/drawing/2014/main" id="{69AAB42B-FB4F-131C-9EC1-8E711E84B74C}"/>
              </a:ext>
            </a:extLst>
          </p:cNvPr>
          <p:cNvPicPr>
            <a:picLocks noChangeAspect="1"/>
          </p:cNvPicPr>
          <p:nvPr/>
        </p:nvPicPr>
        <p:blipFill>
          <a:blip r:embed="rId7"/>
          <a:srcRect l="16117" r="13552"/>
          <a:stretch>
            <a:fillRect/>
          </a:stretch>
        </p:blipFill>
        <p:spPr>
          <a:xfrm>
            <a:off x="333490" y="4117766"/>
            <a:ext cx="334895" cy="476171"/>
          </a:xfrm>
          <a:prstGeom prst="rect">
            <a:avLst/>
          </a:prstGeom>
        </p:spPr>
      </p:pic>
      <p:sp>
        <p:nvSpPr>
          <p:cNvPr id="181" name="Rectangle: Rounded Corners 180">
            <a:extLst>
              <a:ext uri="{FF2B5EF4-FFF2-40B4-BE49-F238E27FC236}">
                <a16:creationId xmlns:a16="http://schemas.microsoft.com/office/drawing/2014/main" id="{19F1299A-BEA0-8997-4D92-A94CE62D199F}"/>
              </a:ext>
            </a:extLst>
          </p:cNvPr>
          <p:cNvSpPr/>
          <p:nvPr/>
        </p:nvSpPr>
        <p:spPr>
          <a:xfrm>
            <a:off x="240605" y="4077528"/>
            <a:ext cx="528230" cy="178826"/>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b="1" dirty="0">
                <a:solidFill>
                  <a:schemeClr val="bg1"/>
                </a:solidFill>
                <a:latin typeface="+mj-lt"/>
              </a:rPr>
              <a:t>Start</a:t>
            </a:r>
            <a:endParaRPr lang="en-SG" sz="1400" b="1" dirty="0">
              <a:solidFill>
                <a:schemeClr val="bg1"/>
              </a:solidFill>
              <a:latin typeface="+mj-lt"/>
            </a:endParaRPr>
          </a:p>
        </p:txBody>
      </p:sp>
      <p:sp>
        <p:nvSpPr>
          <p:cNvPr id="183" name="Freeform: Shape 182">
            <a:extLst>
              <a:ext uri="{FF2B5EF4-FFF2-40B4-BE49-F238E27FC236}">
                <a16:creationId xmlns:a16="http://schemas.microsoft.com/office/drawing/2014/main" id="{2DCA0F5C-F357-FFF9-4A3B-EB9C08DD9960}"/>
              </a:ext>
            </a:extLst>
          </p:cNvPr>
          <p:cNvSpPr/>
          <p:nvPr/>
        </p:nvSpPr>
        <p:spPr>
          <a:xfrm>
            <a:off x="866009" y="4492657"/>
            <a:ext cx="963149" cy="163498"/>
          </a:xfrm>
          <a:custGeom>
            <a:avLst/>
            <a:gdLst>
              <a:gd name="connsiteX0" fmla="*/ 1763485 w 1763485"/>
              <a:gd name="connsiteY0" fmla="*/ 206829 h 299357"/>
              <a:gd name="connsiteX1" fmla="*/ 1540328 w 1763485"/>
              <a:gd name="connsiteY1" fmla="*/ 299357 h 299357"/>
              <a:gd name="connsiteX2" fmla="*/ 1409700 w 1763485"/>
              <a:gd name="connsiteY2" fmla="*/ 272143 h 299357"/>
              <a:gd name="connsiteX3" fmla="*/ 1322614 w 1763485"/>
              <a:gd name="connsiteY3" fmla="*/ 190500 h 299357"/>
              <a:gd name="connsiteX4" fmla="*/ 1306285 w 1763485"/>
              <a:gd name="connsiteY4" fmla="*/ 157843 h 299357"/>
              <a:gd name="connsiteX5" fmla="*/ 1284514 w 1763485"/>
              <a:gd name="connsiteY5" fmla="*/ 130629 h 299357"/>
              <a:gd name="connsiteX6" fmla="*/ 1273628 w 1763485"/>
              <a:gd name="connsiteY6" fmla="*/ 92529 h 299357"/>
              <a:gd name="connsiteX7" fmla="*/ 1268185 w 1763485"/>
              <a:gd name="connsiteY7" fmla="*/ 76200 h 299357"/>
              <a:gd name="connsiteX8" fmla="*/ 1191985 w 1763485"/>
              <a:gd name="connsiteY8" fmla="*/ 16329 h 299357"/>
              <a:gd name="connsiteX9" fmla="*/ 1028700 w 1763485"/>
              <a:gd name="connsiteY9" fmla="*/ 0 h 299357"/>
              <a:gd name="connsiteX10" fmla="*/ 849085 w 1763485"/>
              <a:gd name="connsiteY10" fmla="*/ 10886 h 299357"/>
              <a:gd name="connsiteX11" fmla="*/ 800100 w 1763485"/>
              <a:gd name="connsiteY11" fmla="*/ 43543 h 299357"/>
              <a:gd name="connsiteX12" fmla="*/ 685800 w 1763485"/>
              <a:gd name="connsiteY12" fmla="*/ 119743 h 299357"/>
              <a:gd name="connsiteX13" fmla="*/ 658585 w 1763485"/>
              <a:gd name="connsiteY13" fmla="*/ 136071 h 299357"/>
              <a:gd name="connsiteX14" fmla="*/ 544285 w 1763485"/>
              <a:gd name="connsiteY14" fmla="*/ 163286 h 299357"/>
              <a:gd name="connsiteX15" fmla="*/ 511628 w 1763485"/>
              <a:gd name="connsiteY15" fmla="*/ 174171 h 299357"/>
              <a:gd name="connsiteX16" fmla="*/ 255814 w 1763485"/>
              <a:gd name="connsiteY16" fmla="*/ 130629 h 299357"/>
              <a:gd name="connsiteX17" fmla="*/ 239485 w 1763485"/>
              <a:gd name="connsiteY17" fmla="*/ 119743 h 299357"/>
              <a:gd name="connsiteX18" fmla="*/ 217714 w 1763485"/>
              <a:gd name="connsiteY18" fmla="*/ 114300 h 299357"/>
              <a:gd name="connsiteX19" fmla="*/ 168728 w 1763485"/>
              <a:gd name="connsiteY19" fmla="*/ 76200 h 299357"/>
              <a:gd name="connsiteX20" fmla="*/ 54428 w 1763485"/>
              <a:gd name="connsiteY20" fmla="*/ 43543 h 299357"/>
              <a:gd name="connsiteX21" fmla="*/ 0 w 1763485"/>
              <a:gd name="connsiteY21" fmla="*/ 43543 h 29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3485" h="299357">
                <a:moveTo>
                  <a:pt x="1763485" y="206829"/>
                </a:moveTo>
                <a:cubicBezTo>
                  <a:pt x="1614475" y="277785"/>
                  <a:pt x="1689015" y="247316"/>
                  <a:pt x="1540328" y="299357"/>
                </a:cubicBezTo>
                <a:cubicBezTo>
                  <a:pt x="1496785" y="290286"/>
                  <a:pt x="1452266" y="285042"/>
                  <a:pt x="1409700" y="272143"/>
                </a:cubicBezTo>
                <a:cubicBezTo>
                  <a:pt x="1360103" y="257114"/>
                  <a:pt x="1349198" y="233034"/>
                  <a:pt x="1322614" y="190500"/>
                </a:cubicBezTo>
                <a:cubicBezTo>
                  <a:pt x="1316164" y="180179"/>
                  <a:pt x="1312819" y="168111"/>
                  <a:pt x="1306285" y="157843"/>
                </a:cubicBezTo>
                <a:cubicBezTo>
                  <a:pt x="1300048" y="148042"/>
                  <a:pt x="1291771" y="139700"/>
                  <a:pt x="1284514" y="130629"/>
                </a:cubicBezTo>
                <a:cubicBezTo>
                  <a:pt x="1280885" y="117929"/>
                  <a:pt x="1277423" y="105180"/>
                  <a:pt x="1273628" y="92529"/>
                </a:cubicBezTo>
                <a:cubicBezTo>
                  <a:pt x="1271979" y="87034"/>
                  <a:pt x="1271858" y="80608"/>
                  <a:pt x="1268185" y="76200"/>
                </a:cubicBezTo>
                <a:cubicBezTo>
                  <a:pt x="1250833" y="55378"/>
                  <a:pt x="1224333" y="20950"/>
                  <a:pt x="1191985" y="16329"/>
                </a:cubicBezTo>
                <a:cubicBezTo>
                  <a:pt x="1137835" y="8593"/>
                  <a:pt x="1028700" y="0"/>
                  <a:pt x="1028700" y="0"/>
                </a:cubicBezTo>
                <a:cubicBezTo>
                  <a:pt x="968828" y="3629"/>
                  <a:pt x="908007" y="-337"/>
                  <a:pt x="849085" y="10886"/>
                </a:cubicBezTo>
                <a:cubicBezTo>
                  <a:pt x="829807" y="14558"/>
                  <a:pt x="817184" y="33887"/>
                  <a:pt x="800100" y="43543"/>
                </a:cubicBezTo>
                <a:cubicBezTo>
                  <a:pt x="628196" y="140706"/>
                  <a:pt x="794349" y="29288"/>
                  <a:pt x="685800" y="119743"/>
                </a:cubicBezTo>
                <a:cubicBezTo>
                  <a:pt x="677673" y="126516"/>
                  <a:pt x="668445" y="132237"/>
                  <a:pt x="658585" y="136071"/>
                </a:cubicBezTo>
                <a:cubicBezTo>
                  <a:pt x="599918" y="158886"/>
                  <a:pt x="596861" y="156714"/>
                  <a:pt x="544285" y="163286"/>
                </a:cubicBezTo>
                <a:cubicBezTo>
                  <a:pt x="533399" y="166914"/>
                  <a:pt x="523087" y="174759"/>
                  <a:pt x="511628" y="174171"/>
                </a:cubicBezTo>
                <a:cubicBezTo>
                  <a:pt x="367189" y="166764"/>
                  <a:pt x="363109" y="161284"/>
                  <a:pt x="255814" y="130629"/>
                </a:cubicBezTo>
                <a:cubicBezTo>
                  <a:pt x="250371" y="127000"/>
                  <a:pt x="245498" y="122320"/>
                  <a:pt x="239485" y="119743"/>
                </a:cubicBezTo>
                <a:cubicBezTo>
                  <a:pt x="232609" y="116796"/>
                  <a:pt x="223003" y="119589"/>
                  <a:pt x="217714" y="114300"/>
                </a:cubicBezTo>
                <a:cubicBezTo>
                  <a:pt x="170934" y="67520"/>
                  <a:pt x="236527" y="87500"/>
                  <a:pt x="168728" y="76200"/>
                </a:cubicBezTo>
                <a:cubicBezTo>
                  <a:pt x="117113" y="55554"/>
                  <a:pt x="111054" y="48936"/>
                  <a:pt x="54428" y="43543"/>
                </a:cubicBezTo>
                <a:cubicBezTo>
                  <a:pt x="36367" y="41823"/>
                  <a:pt x="18143" y="43543"/>
                  <a:pt x="0" y="435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4" name="TextBox 183">
            <a:extLst>
              <a:ext uri="{FF2B5EF4-FFF2-40B4-BE49-F238E27FC236}">
                <a16:creationId xmlns:a16="http://schemas.microsoft.com/office/drawing/2014/main" id="{220B696A-EA28-755C-4E64-2282AA165E83}"/>
              </a:ext>
            </a:extLst>
          </p:cNvPr>
          <p:cNvSpPr txBox="1"/>
          <p:nvPr/>
        </p:nvSpPr>
        <p:spPr>
          <a:xfrm>
            <a:off x="1593259" y="4465991"/>
            <a:ext cx="1215496" cy="230832"/>
          </a:xfrm>
          <a:prstGeom prst="rect">
            <a:avLst/>
          </a:prstGeom>
          <a:noFill/>
          <a:ln>
            <a:noFill/>
          </a:ln>
        </p:spPr>
        <p:txBody>
          <a:bodyPr wrap="square" rtlCol="0">
            <a:spAutoFit/>
          </a:bodyPr>
          <a:lstStyle/>
          <a:p>
            <a:pPr algn="ctr"/>
            <a:r>
              <a:rPr lang="en-SG" sz="900" b="1" dirty="0">
                <a:solidFill>
                  <a:schemeClr val="tx2"/>
                </a:solidFill>
                <a:latin typeface="+mn-lt"/>
              </a:rPr>
              <a:t>Ben’s Place</a:t>
            </a:r>
          </a:p>
        </p:txBody>
      </p:sp>
      <p:pic>
        <p:nvPicPr>
          <p:cNvPr id="185" name="Picture 184">
            <a:extLst>
              <a:ext uri="{FF2B5EF4-FFF2-40B4-BE49-F238E27FC236}">
                <a16:creationId xmlns:a16="http://schemas.microsoft.com/office/drawing/2014/main" id="{6F9B7687-6105-A834-296F-F260C7B3D5E2}"/>
              </a:ext>
            </a:extLst>
          </p:cNvPr>
          <p:cNvPicPr>
            <a:picLocks noChangeAspect="1"/>
          </p:cNvPicPr>
          <p:nvPr/>
        </p:nvPicPr>
        <p:blipFill>
          <a:blip r:embed="rId8"/>
          <a:stretch>
            <a:fillRect/>
          </a:stretch>
        </p:blipFill>
        <p:spPr>
          <a:xfrm>
            <a:off x="1987937" y="4089700"/>
            <a:ext cx="395265" cy="395265"/>
          </a:xfrm>
          <a:prstGeom prst="rect">
            <a:avLst/>
          </a:prstGeom>
        </p:spPr>
      </p:pic>
      <p:pic>
        <p:nvPicPr>
          <p:cNvPr id="186" name="Picture 185">
            <a:extLst>
              <a:ext uri="{FF2B5EF4-FFF2-40B4-BE49-F238E27FC236}">
                <a16:creationId xmlns:a16="http://schemas.microsoft.com/office/drawing/2014/main" id="{6D46B03C-D8DC-CB1B-11A6-9CFD081E7BD6}"/>
              </a:ext>
            </a:extLst>
          </p:cNvPr>
          <p:cNvPicPr>
            <a:picLocks noChangeAspect="1"/>
          </p:cNvPicPr>
          <p:nvPr/>
        </p:nvPicPr>
        <p:blipFill>
          <a:blip r:embed="rId9"/>
          <a:stretch>
            <a:fillRect/>
          </a:stretch>
        </p:blipFill>
        <p:spPr>
          <a:xfrm>
            <a:off x="3188167" y="4336996"/>
            <a:ext cx="498554" cy="498554"/>
          </a:xfrm>
          <a:prstGeom prst="rect">
            <a:avLst/>
          </a:prstGeom>
        </p:spPr>
      </p:pic>
      <p:pic>
        <p:nvPicPr>
          <p:cNvPr id="187" name="Picture 186" descr="A blue arrows pointing to a cross&#10;&#10;AI-generated content may be incorrect.">
            <a:extLst>
              <a:ext uri="{FF2B5EF4-FFF2-40B4-BE49-F238E27FC236}">
                <a16:creationId xmlns:a16="http://schemas.microsoft.com/office/drawing/2014/main" id="{EBBB95D8-CB3D-5E22-DFA2-D431B86790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38957" y="3460084"/>
            <a:ext cx="436233" cy="436233"/>
          </a:xfrm>
          <a:prstGeom prst="rect">
            <a:avLst/>
          </a:prstGeom>
        </p:spPr>
      </p:pic>
      <p:sp>
        <p:nvSpPr>
          <p:cNvPr id="188" name="TextBox 187">
            <a:extLst>
              <a:ext uri="{FF2B5EF4-FFF2-40B4-BE49-F238E27FC236}">
                <a16:creationId xmlns:a16="http://schemas.microsoft.com/office/drawing/2014/main" id="{0FE503C4-6818-8982-8ED8-B947B9A1FC72}"/>
              </a:ext>
            </a:extLst>
          </p:cNvPr>
          <p:cNvSpPr txBox="1"/>
          <p:nvPr/>
        </p:nvSpPr>
        <p:spPr>
          <a:xfrm>
            <a:off x="2808755" y="4797842"/>
            <a:ext cx="1215496" cy="230832"/>
          </a:xfrm>
          <a:prstGeom prst="rect">
            <a:avLst/>
          </a:prstGeom>
          <a:noFill/>
          <a:ln>
            <a:noFill/>
          </a:ln>
        </p:spPr>
        <p:txBody>
          <a:bodyPr wrap="square" rtlCol="0">
            <a:spAutoFit/>
          </a:bodyPr>
          <a:lstStyle/>
          <a:p>
            <a:pPr algn="ctr"/>
            <a:r>
              <a:rPr lang="en-SG" sz="900" b="1" dirty="0">
                <a:solidFill>
                  <a:schemeClr val="tx2"/>
                </a:solidFill>
                <a:latin typeface="+mn-lt"/>
              </a:rPr>
              <a:t>Musical B’</a:t>
            </a:r>
          </a:p>
        </p:txBody>
      </p:sp>
      <p:sp>
        <p:nvSpPr>
          <p:cNvPr id="189" name="Freeform: Shape 188">
            <a:extLst>
              <a:ext uri="{FF2B5EF4-FFF2-40B4-BE49-F238E27FC236}">
                <a16:creationId xmlns:a16="http://schemas.microsoft.com/office/drawing/2014/main" id="{D3BF47D5-7B4A-7ABE-3603-F398DD5C254D}"/>
              </a:ext>
            </a:extLst>
          </p:cNvPr>
          <p:cNvSpPr/>
          <p:nvPr/>
        </p:nvSpPr>
        <p:spPr>
          <a:xfrm>
            <a:off x="2579018" y="4635470"/>
            <a:ext cx="514883" cy="295373"/>
          </a:xfrm>
          <a:custGeom>
            <a:avLst/>
            <a:gdLst>
              <a:gd name="connsiteX0" fmla="*/ 10910 w 1034167"/>
              <a:gd name="connsiteY0" fmla="*/ 0 h 593271"/>
              <a:gd name="connsiteX1" fmla="*/ 24 w 1034167"/>
              <a:gd name="connsiteY1" fmla="*/ 27214 h 593271"/>
              <a:gd name="connsiteX2" fmla="*/ 32681 w 1034167"/>
              <a:gd name="connsiteY2" fmla="*/ 141514 h 593271"/>
              <a:gd name="connsiteX3" fmla="*/ 119767 w 1034167"/>
              <a:gd name="connsiteY3" fmla="*/ 217714 h 593271"/>
              <a:gd name="connsiteX4" fmla="*/ 185081 w 1034167"/>
              <a:gd name="connsiteY4" fmla="*/ 250371 h 593271"/>
              <a:gd name="connsiteX5" fmla="*/ 283053 w 1034167"/>
              <a:gd name="connsiteY5" fmla="*/ 288471 h 593271"/>
              <a:gd name="connsiteX6" fmla="*/ 402796 w 1034167"/>
              <a:gd name="connsiteY6" fmla="*/ 293914 h 593271"/>
              <a:gd name="connsiteX7" fmla="*/ 604181 w 1034167"/>
              <a:gd name="connsiteY7" fmla="*/ 353786 h 593271"/>
              <a:gd name="connsiteX8" fmla="*/ 615067 w 1034167"/>
              <a:gd name="connsiteY8" fmla="*/ 370114 h 593271"/>
              <a:gd name="connsiteX9" fmla="*/ 631396 w 1034167"/>
              <a:gd name="connsiteY9" fmla="*/ 429986 h 593271"/>
              <a:gd name="connsiteX10" fmla="*/ 642281 w 1034167"/>
              <a:gd name="connsiteY10" fmla="*/ 533400 h 593271"/>
              <a:gd name="connsiteX11" fmla="*/ 680381 w 1034167"/>
              <a:gd name="connsiteY11" fmla="*/ 555171 h 593271"/>
              <a:gd name="connsiteX12" fmla="*/ 778353 w 1034167"/>
              <a:gd name="connsiteY12" fmla="*/ 593271 h 593271"/>
              <a:gd name="connsiteX13" fmla="*/ 881767 w 1034167"/>
              <a:gd name="connsiteY13" fmla="*/ 587829 h 593271"/>
              <a:gd name="connsiteX14" fmla="*/ 930753 w 1034167"/>
              <a:gd name="connsiteY14" fmla="*/ 549729 h 593271"/>
              <a:gd name="connsiteX15" fmla="*/ 1034167 w 1034167"/>
              <a:gd name="connsiteY15" fmla="*/ 538843 h 59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4167" h="593271">
                <a:moveTo>
                  <a:pt x="10910" y="0"/>
                </a:moveTo>
                <a:cubicBezTo>
                  <a:pt x="7281" y="9071"/>
                  <a:pt x="-490" y="17457"/>
                  <a:pt x="24" y="27214"/>
                </a:cubicBezTo>
                <a:cubicBezTo>
                  <a:pt x="423" y="34790"/>
                  <a:pt x="16134" y="123225"/>
                  <a:pt x="32681" y="141514"/>
                </a:cubicBezTo>
                <a:cubicBezTo>
                  <a:pt x="58560" y="170117"/>
                  <a:pt x="85267" y="200464"/>
                  <a:pt x="119767" y="217714"/>
                </a:cubicBezTo>
                <a:cubicBezTo>
                  <a:pt x="141538" y="228600"/>
                  <a:pt x="164016" y="238175"/>
                  <a:pt x="185081" y="250371"/>
                </a:cubicBezTo>
                <a:cubicBezTo>
                  <a:pt x="244050" y="284512"/>
                  <a:pt x="202154" y="281117"/>
                  <a:pt x="283053" y="288471"/>
                </a:cubicBezTo>
                <a:cubicBezTo>
                  <a:pt x="322844" y="292088"/>
                  <a:pt x="362882" y="292100"/>
                  <a:pt x="402796" y="293914"/>
                </a:cubicBezTo>
                <a:cubicBezTo>
                  <a:pt x="506337" y="314622"/>
                  <a:pt x="542016" y="298529"/>
                  <a:pt x="604181" y="353786"/>
                </a:cubicBezTo>
                <a:cubicBezTo>
                  <a:pt x="609070" y="358132"/>
                  <a:pt x="611438" y="364671"/>
                  <a:pt x="615067" y="370114"/>
                </a:cubicBezTo>
                <a:cubicBezTo>
                  <a:pt x="623153" y="394372"/>
                  <a:pt x="628319" y="405367"/>
                  <a:pt x="631396" y="429986"/>
                </a:cubicBezTo>
                <a:cubicBezTo>
                  <a:pt x="635695" y="464380"/>
                  <a:pt x="629650" y="501121"/>
                  <a:pt x="642281" y="533400"/>
                </a:cubicBezTo>
                <a:cubicBezTo>
                  <a:pt x="647611" y="547021"/>
                  <a:pt x="667298" y="548630"/>
                  <a:pt x="680381" y="555171"/>
                </a:cubicBezTo>
                <a:cubicBezTo>
                  <a:pt x="737030" y="583496"/>
                  <a:pt x="728360" y="578988"/>
                  <a:pt x="778353" y="593271"/>
                </a:cubicBezTo>
                <a:lnTo>
                  <a:pt x="881767" y="587829"/>
                </a:lnTo>
                <a:cubicBezTo>
                  <a:pt x="901657" y="582146"/>
                  <a:pt x="910209" y="552146"/>
                  <a:pt x="930753" y="549729"/>
                </a:cubicBezTo>
                <a:cubicBezTo>
                  <a:pt x="1026885" y="538419"/>
                  <a:pt x="992226" y="538843"/>
                  <a:pt x="1034167" y="5388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90" name="Group 189">
            <a:extLst>
              <a:ext uri="{FF2B5EF4-FFF2-40B4-BE49-F238E27FC236}">
                <a16:creationId xmlns:a16="http://schemas.microsoft.com/office/drawing/2014/main" id="{EA40FE8A-7E0D-7E81-DE0B-1C9F2954B778}"/>
              </a:ext>
            </a:extLst>
          </p:cNvPr>
          <p:cNvGrpSpPr/>
          <p:nvPr/>
        </p:nvGrpSpPr>
        <p:grpSpPr>
          <a:xfrm>
            <a:off x="3292671" y="3814432"/>
            <a:ext cx="694843" cy="422359"/>
            <a:chOff x="7620370" y="4729264"/>
            <a:chExt cx="1014010" cy="616364"/>
          </a:xfrm>
        </p:grpSpPr>
        <p:pic>
          <p:nvPicPr>
            <p:cNvPr id="191" name="Picture 190">
              <a:extLst>
                <a:ext uri="{FF2B5EF4-FFF2-40B4-BE49-F238E27FC236}">
                  <a16:creationId xmlns:a16="http://schemas.microsoft.com/office/drawing/2014/main" id="{182FF8CD-06AA-A7D3-EF65-255228D3CBF9}"/>
                </a:ext>
              </a:extLst>
            </p:cNvPr>
            <p:cNvPicPr>
              <a:picLocks noChangeAspect="1"/>
            </p:cNvPicPr>
            <p:nvPr/>
          </p:nvPicPr>
          <p:blipFill>
            <a:blip r:embed="rId10"/>
            <a:stretch>
              <a:fillRect/>
            </a:stretch>
          </p:blipFill>
          <p:spPr>
            <a:xfrm>
              <a:off x="7884122" y="4729264"/>
              <a:ext cx="446487" cy="446487"/>
            </a:xfrm>
            <a:prstGeom prst="rect">
              <a:avLst/>
            </a:prstGeom>
          </p:spPr>
        </p:pic>
        <p:sp>
          <p:nvSpPr>
            <p:cNvPr id="192" name="TextBox 191">
              <a:extLst>
                <a:ext uri="{FF2B5EF4-FFF2-40B4-BE49-F238E27FC236}">
                  <a16:creationId xmlns:a16="http://schemas.microsoft.com/office/drawing/2014/main" id="{836CF66B-9771-9FEE-1958-D48ADA563AFB}"/>
                </a:ext>
              </a:extLst>
            </p:cNvPr>
            <p:cNvSpPr txBox="1"/>
            <p:nvPr/>
          </p:nvSpPr>
          <p:spPr>
            <a:xfrm>
              <a:off x="7620370" y="5114796"/>
              <a:ext cx="1014010" cy="230832"/>
            </a:xfrm>
            <a:prstGeom prst="rect">
              <a:avLst/>
            </a:prstGeom>
            <a:noFill/>
            <a:ln>
              <a:noFill/>
            </a:ln>
          </p:spPr>
          <p:txBody>
            <a:bodyPr wrap="square" rtlCol="0">
              <a:spAutoFit/>
            </a:bodyPr>
            <a:lstStyle/>
            <a:p>
              <a:pPr algn="ctr"/>
              <a:r>
                <a:rPr lang="en-SG" sz="900" b="1" dirty="0">
                  <a:solidFill>
                    <a:schemeClr val="tx2"/>
                  </a:solidFill>
                  <a:latin typeface="+mn-lt"/>
                </a:rPr>
                <a:t>Entrance</a:t>
              </a:r>
              <a:endParaRPr lang="en-SG" sz="1400" b="1" dirty="0">
                <a:solidFill>
                  <a:schemeClr val="tx2"/>
                </a:solidFill>
                <a:latin typeface="+mn-lt"/>
              </a:endParaRPr>
            </a:p>
          </p:txBody>
        </p:sp>
      </p:grpSp>
      <p:sp>
        <p:nvSpPr>
          <p:cNvPr id="194" name="Freeform: Shape 193">
            <a:extLst>
              <a:ext uri="{FF2B5EF4-FFF2-40B4-BE49-F238E27FC236}">
                <a16:creationId xmlns:a16="http://schemas.microsoft.com/office/drawing/2014/main" id="{D7091D03-9D80-6CEE-BEA4-FE1DA566DD95}"/>
              </a:ext>
            </a:extLst>
          </p:cNvPr>
          <p:cNvSpPr/>
          <p:nvPr/>
        </p:nvSpPr>
        <p:spPr>
          <a:xfrm>
            <a:off x="3129527" y="4287772"/>
            <a:ext cx="89015" cy="347698"/>
          </a:xfrm>
          <a:custGeom>
            <a:avLst/>
            <a:gdLst>
              <a:gd name="connsiteX0" fmla="*/ 69058 w 69096"/>
              <a:gd name="connsiteY0" fmla="*/ 281214 h 281214"/>
              <a:gd name="connsiteX1" fmla="*/ 50915 w 69096"/>
              <a:gd name="connsiteY1" fmla="*/ 234043 h 281214"/>
              <a:gd name="connsiteX2" fmla="*/ 30958 w 69096"/>
              <a:gd name="connsiteY2" fmla="*/ 195943 h 281214"/>
              <a:gd name="connsiteX3" fmla="*/ 18258 w 69096"/>
              <a:gd name="connsiteY3" fmla="*/ 177800 h 281214"/>
              <a:gd name="connsiteX4" fmla="*/ 3743 w 69096"/>
              <a:gd name="connsiteY4" fmla="*/ 154214 h 281214"/>
              <a:gd name="connsiteX5" fmla="*/ 20072 w 69096"/>
              <a:gd name="connsiteY5" fmla="*/ 127000 h 281214"/>
              <a:gd name="connsiteX6" fmla="*/ 32772 w 69096"/>
              <a:gd name="connsiteY6" fmla="*/ 107043 h 281214"/>
              <a:gd name="connsiteX7" fmla="*/ 40029 w 69096"/>
              <a:gd name="connsiteY7" fmla="*/ 101600 h 281214"/>
              <a:gd name="connsiteX8" fmla="*/ 56358 w 69096"/>
              <a:gd name="connsiteY8" fmla="*/ 85272 h 281214"/>
              <a:gd name="connsiteX9" fmla="*/ 58172 w 69096"/>
              <a:gd name="connsiteY9" fmla="*/ 78014 h 281214"/>
              <a:gd name="connsiteX10" fmla="*/ 69058 w 69096"/>
              <a:gd name="connsiteY10" fmla="*/ 76200 h 281214"/>
              <a:gd name="connsiteX11" fmla="*/ 59986 w 69096"/>
              <a:gd name="connsiteY11" fmla="*/ 47172 h 281214"/>
              <a:gd name="connsiteX12" fmla="*/ 56358 w 69096"/>
              <a:gd name="connsiteY12" fmla="*/ 38100 h 281214"/>
              <a:gd name="connsiteX13" fmla="*/ 54543 w 69096"/>
              <a:gd name="connsiteY13" fmla="*/ 30843 h 281214"/>
              <a:gd name="connsiteX14" fmla="*/ 43658 w 69096"/>
              <a:gd name="connsiteY14" fmla="*/ 18143 h 281214"/>
              <a:gd name="connsiteX15" fmla="*/ 38215 w 69096"/>
              <a:gd name="connsiteY15" fmla="*/ 9072 h 281214"/>
              <a:gd name="connsiteX16" fmla="*/ 30958 w 69096"/>
              <a:gd name="connsiteY16" fmla="*/ 0 h 28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9096" h="281214">
                <a:moveTo>
                  <a:pt x="69058" y="281214"/>
                </a:moveTo>
                <a:cubicBezTo>
                  <a:pt x="64847" y="260170"/>
                  <a:pt x="67045" y="267916"/>
                  <a:pt x="50915" y="234043"/>
                </a:cubicBezTo>
                <a:cubicBezTo>
                  <a:pt x="44751" y="221099"/>
                  <a:pt x="38157" y="208341"/>
                  <a:pt x="30958" y="195943"/>
                </a:cubicBezTo>
                <a:cubicBezTo>
                  <a:pt x="27251" y="189559"/>
                  <a:pt x="22001" y="184163"/>
                  <a:pt x="18258" y="177800"/>
                </a:cubicBezTo>
                <a:cubicBezTo>
                  <a:pt x="1704" y="149659"/>
                  <a:pt x="25250" y="180021"/>
                  <a:pt x="3743" y="154214"/>
                </a:cubicBezTo>
                <a:cubicBezTo>
                  <a:pt x="-3793" y="135373"/>
                  <a:pt x="-724" y="151262"/>
                  <a:pt x="20072" y="127000"/>
                </a:cubicBezTo>
                <a:cubicBezTo>
                  <a:pt x="25204" y="121013"/>
                  <a:pt x="27900" y="113243"/>
                  <a:pt x="32772" y="107043"/>
                </a:cubicBezTo>
                <a:cubicBezTo>
                  <a:pt x="34640" y="104665"/>
                  <a:pt x="37891" y="103738"/>
                  <a:pt x="40029" y="101600"/>
                </a:cubicBezTo>
                <a:cubicBezTo>
                  <a:pt x="64851" y="76778"/>
                  <a:pt x="17305" y="117814"/>
                  <a:pt x="56358" y="85272"/>
                </a:cubicBezTo>
                <a:cubicBezTo>
                  <a:pt x="56963" y="82853"/>
                  <a:pt x="56143" y="79464"/>
                  <a:pt x="58172" y="78014"/>
                </a:cubicBezTo>
                <a:cubicBezTo>
                  <a:pt x="61165" y="75876"/>
                  <a:pt x="68842" y="79872"/>
                  <a:pt x="69058" y="76200"/>
                </a:cubicBezTo>
                <a:cubicBezTo>
                  <a:pt x="69653" y="66080"/>
                  <a:pt x="63192" y="56789"/>
                  <a:pt x="59986" y="47172"/>
                </a:cubicBezTo>
                <a:cubicBezTo>
                  <a:pt x="58956" y="44082"/>
                  <a:pt x="57388" y="41190"/>
                  <a:pt x="56358" y="38100"/>
                </a:cubicBezTo>
                <a:cubicBezTo>
                  <a:pt x="55569" y="35734"/>
                  <a:pt x="55882" y="32947"/>
                  <a:pt x="54543" y="30843"/>
                </a:cubicBezTo>
                <a:cubicBezTo>
                  <a:pt x="51550" y="26139"/>
                  <a:pt x="47003" y="22603"/>
                  <a:pt x="43658" y="18143"/>
                </a:cubicBezTo>
                <a:cubicBezTo>
                  <a:pt x="41542" y="15322"/>
                  <a:pt x="40237" y="11961"/>
                  <a:pt x="38215" y="9072"/>
                </a:cubicBezTo>
                <a:cubicBezTo>
                  <a:pt x="35994" y="5900"/>
                  <a:pt x="30958" y="0"/>
                  <a:pt x="30958" y="0"/>
                </a:cubicBezTo>
              </a:path>
            </a:pathLst>
          </a:custGeom>
          <a:noFill/>
          <a:ln w="7620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95" name="Picture 194">
            <a:extLst>
              <a:ext uri="{FF2B5EF4-FFF2-40B4-BE49-F238E27FC236}">
                <a16:creationId xmlns:a16="http://schemas.microsoft.com/office/drawing/2014/main" id="{BD3AE589-BF63-95BE-3122-1FC34FB3A31D}"/>
              </a:ext>
            </a:extLst>
          </p:cNvPr>
          <p:cNvPicPr>
            <a:picLocks noChangeAspect="1"/>
          </p:cNvPicPr>
          <p:nvPr/>
        </p:nvPicPr>
        <p:blipFill>
          <a:blip r:embed="rId11"/>
          <a:stretch>
            <a:fillRect/>
          </a:stretch>
        </p:blipFill>
        <p:spPr>
          <a:xfrm>
            <a:off x="2894704" y="3874881"/>
            <a:ext cx="300215" cy="300215"/>
          </a:xfrm>
          <a:prstGeom prst="rect">
            <a:avLst/>
          </a:prstGeom>
        </p:spPr>
      </p:pic>
      <p:sp>
        <p:nvSpPr>
          <p:cNvPr id="196" name="TextBox 195">
            <a:extLst>
              <a:ext uri="{FF2B5EF4-FFF2-40B4-BE49-F238E27FC236}">
                <a16:creationId xmlns:a16="http://schemas.microsoft.com/office/drawing/2014/main" id="{42FBC1AC-D3BC-D487-E0B7-30475F866113}"/>
              </a:ext>
            </a:extLst>
          </p:cNvPr>
          <p:cNvSpPr txBox="1"/>
          <p:nvPr/>
        </p:nvSpPr>
        <p:spPr>
          <a:xfrm>
            <a:off x="2334031" y="4107623"/>
            <a:ext cx="1215496" cy="230832"/>
          </a:xfrm>
          <a:prstGeom prst="rect">
            <a:avLst/>
          </a:prstGeom>
          <a:noFill/>
          <a:ln>
            <a:noFill/>
          </a:ln>
        </p:spPr>
        <p:txBody>
          <a:bodyPr wrap="square" rtlCol="0">
            <a:spAutoFit/>
          </a:bodyPr>
          <a:lstStyle/>
          <a:p>
            <a:pPr algn="ctr"/>
            <a:r>
              <a:rPr lang="en-SG" sz="900" b="1" dirty="0">
                <a:solidFill>
                  <a:schemeClr val="tx2"/>
                </a:solidFill>
                <a:latin typeface="+mn-lt"/>
              </a:rPr>
              <a:t>Cirque Du Luna</a:t>
            </a:r>
          </a:p>
        </p:txBody>
      </p:sp>
      <p:sp>
        <p:nvSpPr>
          <p:cNvPr id="197" name="TextBox 196">
            <a:extLst>
              <a:ext uri="{FF2B5EF4-FFF2-40B4-BE49-F238E27FC236}">
                <a16:creationId xmlns:a16="http://schemas.microsoft.com/office/drawing/2014/main" id="{32EC17F1-350A-E84D-3672-1416B67297E4}"/>
              </a:ext>
            </a:extLst>
          </p:cNvPr>
          <p:cNvSpPr txBox="1"/>
          <p:nvPr/>
        </p:nvSpPr>
        <p:spPr>
          <a:xfrm>
            <a:off x="886077" y="4622269"/>
            <a:ext cx="726297" cy="215444"/>
          </a:xfrm>
          <a:prstGeom prst="rect">
            <a:avLst/>
          </a:prstGeom>
          <a:noFill/>
          <a:ln>
            <a:noFill/>
          </a:ln>
        </p:spPr>
        <p:txBody>
          <a:bodyPr wrap="square" rtlCol="0">
            <a:spAutoFit/>
          </a:bodyPr>
          <a:lstStyle/>
          <a:p>
            <a:pPr algn="ctr"/>
            <a:r>
              <a:rPr lang="en-SG" sz="800" dirty="0">
                <a:solidFill>
                  <a:schemeClr val="tx2"/>
                </a:solidFill>
              </a:rPr>
              <a:t>~ 20 mins</a:t>
            </a:r>
            <a:endParaRPr lang="en-SG" sz="800" dirty="0">
              <a:solidFill>
                <a:schemeClr val="tx2"/>
              </a:solidFill>
              <a:latin typeface="+mn-lt"/>
            </a:endParaRPr>
          </a:p>
        </p:txBody>
      </p:sp>
      <p:pic>
        <p:nvPicPr>
          <p:cNvPr id="198" name="Picture 197" descr="A person walking on a black background&#10;&#10;AI-generated content may be incorrect.">
            <a:extLst>
              <a:ext uri="{FF2B5EF4-FFF2-40B4-BE49-F238E27FC236}">
                <a16:creationId xmlns:a16="http://schemas.microsoft.com/office/drawing/2014/main" id="{B3D5FCAF-2101-6741-6690-59151064D8D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451983" y="4635351"/>
            <a:ext cx="162491" cy="162491"/>
          </a:xfrm>
          <a:prstGeom prst="rect">
            <a:avLst/>
          </a:prstGeom>
        </p:spPr>
      </p:pic>
      <p:sp>
        <p:nvSpPr>
          <p:cNvPr id="199" name="Rectangle: Rounded Corners 198">
            <a:extLst>
              <a:ext uri="{FF2B5EF4-FFF2-40B4-BE49-F238E27FC236}">
                <a16:creationId xmlns:a16="http://schemas.microsoft.com/office/drawing/2014/main" id="{05B64708-2792-1AD8-4952-A18CD1127059}"/>
              </a:ext>
            </a:extLst>
          </p:cNvPr>
          <p:cNvSpPr/>
          <p:nvPr/>
        </p:nvSpPr>
        <p:spPr>
          <a:xfrm>
            <a:off x="991073" y="4537282"/>
            <a:ext cx="523791" cy="136964"/>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2.4 KM</a:t>
            </a:r>
          </a:p>
        </p:txBody>
      </p:sp>
      <p:sp>
        <p:nvSpPr>
          <p:cNvPr id="200" name="TextBox 199">
            <a:extLst>
              <a:ext uri="{FF2B5EF4-FFF2-40B4-BE49-F238E27FC236}">
                <a16:creationId xmlns:a16="http://schemas.microsoft.com/office/drawing/2014/main" id="{6AB685A1-B1D6-7776-60DD-D5DE4EBFAF0D}"/>
              </a:ext>
            </a:extLst>
          </p:cNvPr>
          <p:cNvSpPr txBox="1"/>
          <p:nvPr/>
        </p:nvSpPr>
        <p:spPr>
          <a:xfrm>
            <a:off x="2175919" y="4949975"/>
            <a:ext cx="726297" cy="215444"/>
          </a:xfrm>
          <a:prstGeom prst="rect">
            <a:avLst/>
          </a:prstGeom>
          <a:noFill/>
          <a:ln>
            <a:noFill/>
          </a:ln>
        </p:spPr>
        <p:txBody>
          <a:bodyPr wrap="square" rtlCol="0">
            <a:spAutoFit/>
          </a:bodyPr>
          <a:lstStyle/>
          <a:p>
            <a:pPr algn="ctr"/>
            <a:r>
              <a:rPr lang="en-SG" sz="800" dirty="0">
                <a:solidFill>
                  <a:schemeClr val="tx2"/>
                </a:solidFill>
              </a:rPr>
              <a:t>~ 7.5 mins</a:t>
            </a:r>
            <a:endParaRPr lang="en-SG" sz="800" dirty="0">
              <a:solidFill>
                <a:schemeClr val="tx2"/>
              </a:solidFill>
              <a:latin typeface="+mn-lt"/>
            </a:endParaRPr>
          </a:p>
        </p:txBody>
      </p:sp>
      <p:pic>
        <p:nvPicPr>
          <p:cNvPr id="201" name="Picture 200" descr="A person walking on a black background&#10;&#10;AI-generated content may be incorrect.">
            <a:extLst>
              <a:ext uri="{FF2B5EF4-FFF2-40B4-BE49-F238E27FC236}">
                <a16:creationId xmlns:a16="http://schemas.microsoft.com/office/drawing/2014/main" id="{C1799EA2-9E56-4A62-3BA7-DE8B80A8101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741825" y="4963057"/>
            <a:ext cx="162491" cy="162491"/>
          </a:xfrm>
          <a:prstGeom prst="rect">
            <a:avLst/>
          </a:prstGeom>
        </p:spPr>
      </p:pic>
      <p:sp>
        <p:nvSpPr>
          <p:cNvPr id="202" name="Rectangle: Rounded Corners 201">
            <a:extLst>
              <a:ext uri="{FF2B5EF4-FFF2-40B4-BE49-F238E27FC236}">
                <a16:creationId xmlns:a16="http://schemas.microsoft.com/office/drawing/2014/main" id="{EF0E79EE-B47E-C109-6ECE-A1580FF8F77B}"/>
              </a:ext>
            </a:extLst>
          </p:cNvPr>
          <p:cNvSpPr/>
          <p:nvPr/>
        </p:nvSpPr>
        <p:spPr>
          <a:xfrm>
            <a:off x="2294659" y="4883478"/>
            <a:ext cx="496137" cy="120893"/>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800 m</a:t>
            </a:r>
          </a:p>
        </p:txBody>
      </p:sp>
      <p:sp>
        <p:nvSpPr>
          <p:cNvPr id="203" name="TextBox 202">
            <a:extLst>
              <a:ext uri="{FF2B5EF4-FFF2-40B4-BE49-F238E27FC236}">
                <a16:creationId xmlns:a16="http://schemas.microsoft.com/office/drawing/2014/main" id="{5FB823ED-93AC-0029-872F-BAF2E18BFC44}"/>
              </a:ext>
            </a:extLst>
          </p:cNvPr>
          <p:cNvSpPr txBox="1"/>
          <p:nvPr/>
        </p:nvSpPr>
        <p:spPr>
          <a:xfrm>
            <a:off x="2575917" y="4477314"/>
            <a:ext cx="726297" cy="215444"/>
          </a:xfrm>
          <a:prstGeom prst="rect">
            <a:avLst/>
          </a:prstGeom>
          <a:noFill/>
          <a:ln>
            <a:noFill/>
          </a:ln>
        </p:spPr>
        <p:txBody>
          <a:bodyPr wrap="square" rtlCol="0">
            <a:spAutoFit/>
          </a:bodyPr>
          <a:lstStyle/>
          <a:p>
            <a:pPr algn="ctr"/>
            <a:r>
              <a:rPr lang="en-SG" sz="800" dirty="0">
                <a:solidFill>
                  <a:schemeClr val="tx2"/>
                </a:solidFill>
              </a:rPr>
              <a:t>~ 3 mins</a:t>
            </a:r>
            <a:endParaRPr lang="en-SG" sz="800" dirty="0">
              <a:solidFill>
                <a:schemeClr val="tx2"/>
              </a:solidFill>
              <a:latin typeface="+mn-lt"/>
            </a:endParaRPr>
          </a:p>
        </p:txBody>
      </p:sp>
      <p:pic>
        <p:nvPicPr>
          <p:cNvPr id="204" name="Picture 203" descr="A person walking on a black background&#10;&#10;AI-generated content may be incorrect.">
            <a:extLst>
              <a:ext uri="{FF2B5EF4-FFF2-40B4-BE49-F238E27FC236}">
                <a16:creationId xmlns:a16="http://schemas.microsoft.com/office/drawing/2014/main" id="{348FA5D6-2FBC-AD21-E355-182210D3379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094371" y="4477314"/>
            <a:ext cx="162491" cy="162491"/>
          </a:xfrm>
          <a:prstGeom prst="rect">
            <a:avLst/>
          </a:prstGeom>
        </p:spPr>
      </p:pic>
      <p:sp>
        <p:nvSpPr>
          <p:cNvPr id="205" name="Rectangle: Rounded Corners 204">
            <a:extLst>
              <a:ext uri="{FF2B5EF4-FFF2-40B4-BE49-F238E27FC236}">
                <a16:creationId xmlns:a16="http://schemas.microsoft.com/office/drawing/2014/main" id="{3F3D56A4-CDCC-04E1-4463-7401BB2B65B3}"/>
              </a:ext>
            </a:extLst>
          </p:cNvPr>
          <p:cNvSpPr/>
          <p:nvPr/>
        </p:nvSpPr>
        <p:spPr>
          <a:xfrm>
            <a:off x="2661348" y="4417704"/>
            <a:ext cx="477651" cy="107619"/>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200m</a:t>
            </a:r>
          </a:p>
        </p:txBody>
      </p:sp>
      <p:sp>
        <p:nvSpPr>
          <p:cNvPr id="206" name="Rectangle 205">
            <a:extLst>
              <a:ext uri="{FF2B5EF4-FFF2-40B4-BE49-F238E27FC236}">
                <a16:creationId xmlns:a16="http://schemas.microsoft.com/office/drawing/2014/main" id="{D9B52B3C-C764-7218-B22A-76DC7C6861B3}"/>
              </a:ext>
            </a:extLst>
          </p:cNvPr>
          <p:cNvSpPr/>
          <p:nvPr/>
        </p:nvSpPr>
        <p:spPr>
          <a:xfrm>
            <a:off x="4331062" y="1548959"/>
            <a:ext cx="3497722" cy="532029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08" name="TextBox 207">
            <a:extLst>
              <a:ext uri="{FF2B5EF4-FFF2-40B4-BE49-F238E27FC236}">
                <a16:creationId xmlns:a16="http://schemas.microsoft.com/office/drawing/2014/main" id="{C9FC8FB2-FDFF-2216-12EE-80E1E7E92278}"/>
              </a:ext>
            </a:extLst>
          </p:cNvPr>
          <p:cNvSpPr txBox="1"/>
          <p:nvPr/>
        </p:nvSpPr>
        <p:spPr>
          <a:xfrm>
            <a:off x="4288775" y="1656681"/>
            <a:ext cx="784830" cy="369332"/>
          </a:xfrm>
          <a:prstGeom prst="rect">
            <a:avLst/>
          </a:prstGeom>
          <a:noFill/>
        </p:spPr>
        <p:txBody>
          <a:bodyPr wrap="none" rtlCol="0">
            <a:spAutoFit/>
          </a:bodyPr>
          <a:lstStyle/>
          <a:p>
            <a:r>
              <a:rPr lang="en-SG" b="1" dirty="0">
                <a:solidFill>
                  <a:schemeClr val="tx2"/>
                </a:solidFill>
              </a:rPr>
              <a:t>Order</a:t>
            </a:r>
            <a:endParaRPr lang="en-SG" sz="1400" b="1" dirty="0">
              <a:solidFill>
                <a:schemeClr val="tx2"/>
              </a:solidFill>
            </a:endParaRPr>
          </a:p>
        </p:txBody>
      </p:sp>
      <p:grpSp>
        <p:nvGrpSpPr>
          <p:cNvPr id="212" name="Group 211">
            <a:extLst>
              <a:ext uri="{FF2B5EF4-FFF2-40B4-BE49-F238E27FC236}">
                <a16:creationId xmlns:a16="http://schemas.microsoft.com/office/drawing/2014/main" id="{9DD28F9A-BA50-F784-75B5-53DCCC021138}"/>
              </a:ext>
            </a:extLst>
          </p:cNvPr>
          <p:cNvGrpSpPr/>
          <p:nvPr/>
        </p:nvGrpSpPr>
        <p:grpSpPr>
          <a:xfrm>
            <a:off x="4450212" y="2204053"/>
            <a:ext cx="1621240" cy="333680"/>
            <a:chOff x="4402271" y="2204053"/>
            <a:chExt cx="1621240" cy="333680"/>
          </a:xfrm>
        </p:grpSpPr>
        <p:sp>
          <p:nvSpPr>
            <p:cNvPr id="209" name="Rectangle: Rounded Corners 208">
              <a:extLst>
                <a:ext uri="{FF2B5EF4-FFF2-40B4-BE49-F238E27FC236}">
                  <a16:creationId xmlns:a16="http://schemas.microsoft.com/office/drawing/2014/main" id="{D87BE707-BA28-B8E7-F0A9-95460D54F5CD}"/>
                </a:ext>
              </a:extLst>
            </p:cNvPr>
            <p:cNvSpPr/>
            <p:nvPr/>
          </p:nvSpPr>
          <p:spPr>
            <a:xfrm>
              <a:off x="4605296" y="2204053"/>
              <a:ext cx="1418215" cy="333680"/>
            </a:xfrm>
            <a:prstGeom prst="roundRect">
              <a:avLst/>
            </a:prstGeom>
            <a:solidFill>
              <a:srgbClr val="FEE43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Dragon Roller</a:t>
              </a:r>
            </a:p>
          </p:txBody>
        </p:sp>
        <p:pic>
          <p:nvPicPr>
            <p:cNvPr id="210" name="Picture 209" descr="A blue arrow pointing to the left&#10;&#10;AI-generated content may be incorrect.">
              <a:extLst>
                <a:ext uri="{FF2B5EF4-FFF2-40B4-BE49-F238E27FC236}">
                  <a16:creationId xmlns:a16="http://schemas.microsoft.com/office/drawing/2014/main" id="{CCDDEB64-92D6-3898-D426-F0C57B419C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11" name="Picture 210" descr="A blue arrow pointing to the left&#10;&#10;AI-generated content may be incorrect.">
              <a:extLst>
                <a:ext uri="{FF2B5EF4-FFF2-40B4-BE49-F238E27FC236}">
                  <a16:creationId xmlns:a16="http://schemas.microsoft.com/office/drawing/2014/main" id="{A5C280FA-2779-1AC6-B715-EA86FCAE8F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sp>
        <p:nvSpPr>
          <p:cNvPr id="213" name="TextBox 212">
            <a:extLst>
              <a:ext uri="{FF2B5EF4-FFF2-40B4-BE49-F238E27FC236}">
                <a16:creationId xmlns:a16="http://schemas.microsoft.com/office/drawing/2014/main" id="{7D4D46CB-38BD-798E-70B3-3668D1293637}"/>
              </a:ext>
            </a:extLst>
          </p:cNvPr>
          <p:cNvSpPr txBox="1"/>
          <p:nvPr/>
        </p:nvSpPr>
        <p:spPr>
          <a:xfrm>
            <a:off x="6040861" y="1656681"/>
            <a:ext cx="1833387" cy="369332"/>
          </a:xfrm>
          <a:prstGeom prst="rect">
            <a:avLst/>
          </a:prstGeom>
          <a:noFill/>
        </p:spPr>
        <p:txBody>
          <a:bodyPr wrap="none" rtlCol="0">
            <a:spAutoFit/>
          </a:bodyPr>
          <a:lstStyle/>
          <a:p>
            <a:r>
              <a:rPr lang="en-SG" b="1" dirty="0">
                <a:solidFill>
                  <a:schemeClr val="tx2"/>
                </a:solidFill>
              </a:rPr>
              <a:t>Walk/Wait Time</a:t>
            </a:r>
            <a:endParaRPr lang="en-SG" sz="1400" b="1" dirty="0">
              <a:solidFill>
                <a:schemeClr val="tx2"/>
              </a:solidFill>
            </a:endParaRPr>
          </a:p>
        </p:txBody>
      </p:sp>
      <p:sp>
        <p:nvSpPr>
          <p:cNvPr id="214" name="TextBox 213">
            <a:extLst>
              <a:ext uri="{FF2B5EF4-FFF2-40B4-BE49-F238E27FC236}">
                <a16:creationId xmlns:a16="http://schemas.microsoft.com/office/drawing/2014/main" id="{F2EE0037-EB85-99BE-1761-F9625F3C5FB8}"/>
              </a:ext>
            </a:extLst>
          </p:cNvPr>
          <p:cNvSpPr txBox="1"/>
          <p:nvPr/>
        </p:nvSpPr>
        <p:spPr>
          <a:xfrm>
            <a:off x="6639709" y="2183295"/>
            <a:ext cx="881973" cy="338554"/>
          </a:xfrm>
          <a:prstGeom prst="rect">
            <a:avLst/>
          </a:prstGeom>
          <a:noFill/>
        </p:spPr>
        <p:txBody>
          <a:bodyPr wrap="none" rtlCol="0">
            <a:spAutoFit/>
          </a:bodyPr>
          <a:lstStyle/>
          <a:p>
            <a:r>
              <a:rPr lang="en-SG" sz="1600" dirty="0">
                <a:solidFill>
                  <a:schemeClr val="tx2"/>
                </a:solidFill>
              </a:rPr>
              <a:t>50 mins</a:t>
            </a:r>
            <a:endParaRPr lang="en-SG" sz="1200" dirty="0">
              <a:solidFill>
                <a:schemeClr val="tx2"/>
              </a:solidFill>
            </a:endParaRPr>
          </a:p>
        </p:txBody>
      </p:sp>
      <p:pic>
        <p:nvPicPr>
          <p:cNvPr id="216" name="Picture 215" descr="A blue hourglass and arrow&#10;&#10;AI-generated content may be incorrect.">
            <a:extLst>
              <a:ext uri="{FF2B5EF4-FFF2-40B4-BE49-F238E27FC236}">
                <a16:creationId xmlns:a16="http://schemas.microsoft.com/office/drawing/2014/main" id="{8B133251-0402-8581-1503-C19E9E202A3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40903" y="2178262"/>
            <a:ext cx="307777" cy="307777"/>
          </a:xfrm>
          <a:prstGeom prst="rect">
            <a:avLst/>
          </a:prstGeom>
        </p:spPr>
      </p:pic>
      <p:grpSp>
        <p:nvGrpSpPr>
          <p:cNvPr id="217" name="Group 216">
            <a:extLst>
              <a:ext uri="{FF2B5EF4-FFF2-40B4-BE49-F238E27FC236}">
                <a16:creationId xmlns:a16="http://schemas.microsoft.com/office/drawing/2014/main" id="{D947FCE8-5965-AE78-9867-D95B29768908}"/>
              </a:ext>
            </a:extLst>
          </p:cNvPr>
          <p:cNvGrpSpPr/>
          <p:nvPr/>
        </p:nvGrpSpPr>
        <p:grpSpPr>
          <a:xfrm>
            <a:off x="4445473" y="3109021"/>
            <a:ext cx="1621239" cy="337727"/>
            <a:chOff x="4402271" y="2182592"/>
            <a:chExt cx="1621239" cy="337727"/>
          </a:xfrm>
        </p:grpSpPr>
        <p:sp>
          <p:nvSpPr>
            <p:cNvPr id="218" name="Rectangle: Rounded Corners 217">
              <a:extLst>
                <a:ext uri="{FF2B5EF4-FFF2-40B4-BE49-F238E27FC236}">
                  <a16:creationId xmlns:a16="http://schemas.microsoft.com/office/drawing/2014/main" id="{DCF47B1E-C3DA-A0A2-E70E-533FBCD6F900}"/>
                </a:ext>
              </a:extLst>
            </p:cNvPr>
            <p:cNvSpPr/>
            <p:nvPr/>
          </p:nvSpPr>
          <p:spPr>
            <a:xfrm>
              <a:off x="4605295" y="2182592"/>
              <a:ext cx="1418215" cy="333680"/>
            </a:xfrm>
            <a:prstGeom prst="roundRect">
              <a:avLst/>
            </a:prstGeom>
            <a:solidFill>
              <a:srgbClr val="C0F7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Ben’s Place</a:t>
              </a:r>
            </a:p>
          </p:txBody>
        </p:sp>
        <p:pic>
          <p:nvPicPr>
            <p:cNvPr id="219" name="Picture 218" descr="A blue arrow pointing to the left&#10;&#10;AI-generated content may be incorrect.">
              <a:extLst>
                <a:ext uri="{FF2B5EF4-FFF2-40B4-BE49-F238E27FC236}">
                  <a16:creationId xmlns:a16="http://schemas.microsoft.com/office/drawing/2014/main" id="{30252E88-DD80-BEBA-5DBD-D72E3D6276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20" name="Picture 219" descr="A blue arrow pointing to the left&#10;&#10;AI-generated content may be incorrect.">
              <a:extLst>
                <a:ext uri="{FF2B5EF4-FFF2-40B4-BE49-F238E27FC236}">
                  <a16:creationId xmlns:a16="http://schemas.microsoft.com/office/drawing/2014/main" id="{0D4D8CDC-7DE6-7C59-A1FF-8A96167D1A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sp>
        <p:nvSpPr>
          <p:cNvPr id="223" name="TextBox 222">
            <a:extLst>
              <a:ext uri="{FF2B5EF4-FFF2-40B4-BE49-F238E27FC236}">
                <a16:creationId xmlns:a16="http://schemas.microsoft.com/office/drawing/2014/main" id="{BAAB0358-FD0C-EB52-0D87-2D37657B8307}"/>
              </a:ext>
            </a:extLst>
          </p:cNvPr>
          <p:cNvSpPr txBox="1"/>
          <p:nvPr/>
        </p:nvSpPr>
        <p:spPr>
          <a:xfrm>
            <a:off x="6009338" y="2646964"/>
            <a:ext cx="881973" cy="338554"/>
          </a:xfrm>
          <a:prstGeom prst="rect">
            <a:avLst/>
          </a:prstGeom>
          <a:noFill/>
        </p:spPr>
        <p:txBody>
          <a:bodyPr wrap="none" rtlCol="0">
            <a:spAutoFit/>
          </a:bodyPr>
          <a:lstStyle/>
          <a:p>
            <a:r>
              <a:rPr lang="en-SG" sz="1600" dirty="0">
                <a:solidFill>
                  <a:schemeClr val="tx2"/>
                </a:solidFill>
              </a:rPr>
              <a:t>20 mins</a:t>
            </a:r>
            <a:endParaRPr lang="en-SG" sz="1200" dirty="0">
              <a:solidFill>
                <a:schemeClr val="tx2"/>
              </a:solidFill>
            </a:endParaRPr>
          </a:p>
        </p:txBody>
      </p:sp>
      <p:pic>
        <p:nvPicPr>
          <p:cNvPr id="225" name="Picture 224" descr="A person walking on a black background&#10;&#10;AI-generated content may be incorrect.">
            <a:extLst>
              <a:ext uri="{FF2B5EF4-FFF2-40B4-BE49-F238E27FC236}">
                <a16:creationId xmlns:a16="http://schemas.microsoft.com/office/drawing/2014/main" id="{4B24C969-399C-8235-1D6E-E58D5D597BC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767760" y="2618601"/>
            <a:ext cx="328136" cy="328136"/>
          </a:xfrm>
          <a:prstGeom prst="rect">
            <a:avLst/>
          </a:prstGeom>
        </p:spPr>
      </p:pic>
      <p:cxnSp>
        <p:nvCxnSpPr>
          <p:cNvPr id="227" name="Straight Connector 226">
            <a:extLst>
              <a:ext uri="{FF2B5EF4-FFF2-40B4-BE49-F238E27FC236}">
                <a16:creationId xmlns:a16="http://schemas.microsoft.com/office/drawing/2014/main" id="{003E0C26-B62A-72B2-5B9F-873928297243}"/>
              </a:ext>
            </a:extLst>
          </p:cNvPr>
          <p:cNvCxnSpPr>
            <a:cxnSpLocks/>
            <a:stCxn id="209" idx="2"/>
            <a:endCxn id="218" idx="0"/>
          </p:cNvCxnSpPr>
          <p:nvPr/>
        </p:nvCxnSpPr>
        <p:spPr>
          <a:xfrm flipH="1">
            <a:off x="5357605" y="2537733"/>
            <a:ext cx="4740" cy="571288"/>
          </a:xfrm>
          <a:prstGeom prst="line">
            <a:avLst/>
          </a:prstGeom>
          <a:ln>
            <a:solidFill>
              <a:schemeClr val="tx2"/>
            </a:solidFill>
            <a:prstDash val="sysDot"/>
          </a:ln>
        </p:spPr>
        <p:style>
          <a:lnRef idx="2">
            <a:schemeClr val="accent1"/>
          </a:lnRef>
          <a:fillRef idx="0">
            <a:schemeClr val="accent1"/>
          </a:fillRef>
          <a:effectRef idx="1">
            <a:schemeClr val="accent1"/>
          </a:effectRef>
          <a:fontRef idx="minor">
            <a:schemeClr val="tx1"/>
          </a:fontRef>
        </p:style>
      </p:cxnSp>
      <p:grpSp>
        <p:nvGrpSpPr>
          <p:cNvPr id="237" name="Group 236">
            <a:extLst>
              <a:ext uri="{FF2B5EF4-FFF2-40B4-BE49-F238E27FC236}">
                <a16:creationId xmlns:a16="http://schemas.microsoft.com/office/drawing/2014/main" id="{6B20F03B-8370-B196-C739-5A8254689C1B}"/>
              </a:ext>
            </a:extLst>
          </p:cNvPr>
          <p:cNvGrpSpPr/>
          <p:nvPr/>
        </p:nvGrpSpPr>
        <p:grpSpPr>
          <a:xfrm>
            <a:off x="4466932" y="4006232"/>
            <a:ext cx="1621239" cy="337727"/>
            <a:chOff x="4402271" y="2182592"/>
            <a:chExt cx="1621239" cy="337727"/>
          </a:xfrm>
        </p:grpSpPr>
        <p:sp>
          <p:nvSpPr>
            <p:cNvPr id="238" name="Rectangle: Rounded Corners 237">
              <a:extLst>
                <a:ext uri="{FF2B5EF4-FFF2-40B4-BE49-F238E27FC236}">
                  <a16:creationId xmlns:a16="http://schemas.microsoft.com/office/drawing/2014/main" id="{8A630B16-BD9C-D8BA-0C1A-78D79175CC1C}"/>
                </a:ext>
              </a:extLst>
            </p:cNvPr>
            <p:cNvSpPr/>
            <p:nvPr/>
          </p:nvSpPr>
          <p:spPr>
            <a:xfrm>
              <a:off x="4605295" y="2182592"/>
              <a:ext cx="1418215" cy="333680"/>
            </a:xfrm>
            <a:prstGeom prst="roundRect">
              <a:avLst/>
            </a:prstGeom>
            <a:solidFill>
              <a:srgbClr val="FFB9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Musical B’</a:t>
              </a:r>
            </a:p>
          </p:txBody>
        </p:sp>
        <p:pic>
          <p:nvPicPr>
            <p:cNvPr id="239" name="Picture 238" descr="A blue arrow pointing to the left&#10;&#10;AI-generated content may be incorrect.">
              <a:extLst>
                <a:ext uri="{FF2B5EF4-FFF2-40B4-BE49-F238E27FC236}">
                  <a16:creationId xmlns:a16="http://schemas.microsoft.com/office/drawing/2014/main" id="{16BBF252-B813-4532-40CF-31AF766B6D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40" name="Picture 239" descr="A blue arrow pointing to the left&#10;&#10;AI-generated content may be incorrect.">
              <a:extLst>
                <a:ext uri="{FF2B5EF4-FFF2-40B4-BE49-F238E27FC236}">
                  <a16:creationId xmlns:a16="http://schemas.microsoft.com/office/drawing/2014/main" id="{A49B0667-8F14-664C-46EB-E5D2AF6C8D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cxnSp>
        <p:nvCxnSpPr>
          <p:cNvPr id="241" name="Straight Connector 240">
            <a:extLst>
              <a:ext uri="{FF2B5EF4-FFF2-40B4-BE49-F238E27FC236}">
                <a16:creationId xmlns:a16="http://schemas.microsoft.com/office/drawing/2014/main" id="{AAACD361-4A46-4775-4A3B-2F8AD89D3EB6}"/>
              </a:ext>
            </a:extLst>
          </p:cNvPr>
          <p:cNvCxnSpPr>
            <a:cxnSpLocks/>
          </p:cNvCxnSpPr>
          <p:nvPr/>
        </p:nvCxnSpPr>
        <p:spPr>
          <a:xfrm>
            <a:off x="5357604" y="3465937"/>
            <a:ext cx="2371" cy="526399"/>
          </a:xfrm>
          <a:prstGeom prst="line">
            <a:avLst/>
          </a:prstGeom>
          <a:ln>
            <a:solidFill>
              <a:schemeClr val="tx2"/>
            </a:solidFill>
            <a:prstDash val="sysDot"/>
          </a:ln>
        </p:spPr>
        <p:style>
          <a:lnRef idx="2">
            <a:schemeClr val="accent1"/>
          </a:lnRef>
          <a:fillRef idx="0">
            <a:schemeClr val="accent1"/>
          </a:fillRef>
          <a:effectRef idx="1">
            <a:schemeClr val="accent1"/>
          </a:effectRef>
          <a:fontRef idx="minor">
            <a:schemeClr val="tx1"/>
          </a:fontRef>
        </p:style>
      </p:cxnSp>
      <p:sp>
        <p:nvSpPr>
          <p:cNvPr id="242" name="TextBox 241">
            <a:extLst>
              <a:ext uri="{FF2B5EF4-FFF2-40B4-BE49-F238E27FC236}">
                <a16:creationId xmlns:a16="http://schemas.microsoft.com/office/drawing/2014/main" id="{A5D89721-7422-E9B4-4AEA-083317C22FFA}"/>
              </a:ext>
            </a:extLst>
          </p:cNvPr>
          <p:cNvSpPr txBox="1"/>
          <p:nvPr/>
        </p:nvSpPr>
        <p:spPr>
          <a:xfrm>
            <a:off x="6742946" y="3124018"/>
            <a:ext cx="772969" cy="338554"/>
          </a:xfrm>
          <a:prstGeom prst="rect">
            <a:avLst/>
          </a:prstGeom>
          <a:noFill/>
        </p:spPr>
        <p:txBody>
          <a:bodyPr wrap="none" rtlCol="0">
            <a:spAutoFit/>
          </a:bodyPr>
          <a:lstStyle/>
          <a:p>
            <a:r>
              <a:rPr lang="en-SG" sz="1600" dirty="0">
                <a:solidFill>
                  <a:schemeClr val="tx2"/>
                </a:solidFill>
              </a:rPr>
              <a:t>5 mins</a:t>
            </a:r>
            <a:endParaRPr lang="en-SG" sz="1200" dirty="0">
              <a:solidFill>
                <a:schemeClr val="tx2"/>
              </a:solidFill>
            </a:endParaRPr>
          </a:p>
        </p:txBody>
      </p:sp>
      <p:pic>
        <p:nvPicPr>
          <p:cNvPr id="243" name="Picture 242" descr="A blue hourglass and arrow&#10;&#10;AI-generated content may be incorrect.">
            <a:extLst>
              <a:ext uri="{FF2B5EF4-FFF2-40B4-BE49-F238E27FC236}">
                <a16:creationId xmlns:a16="http://schemas.microsoft.com/office/drawing/2014/main" id="{330F9E84-B89F-CCC3-974C-62FFD2C749D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39574" y="3105834"/>
            <a:ext cx="307777" cy="307777"/>
          </a:xfrm>
          <a:prstGeom prst="rect">
            <a:avLst/>
          </a:prstGeom>
        </p:spPr>
      </p:pic>
      <p:sp>
        <p:nvSpPr>
          <p:cNvPr id="244" name="TextBox 243">
            <a:extLst>
              <a:ext uri="{FF2B5EF4-FFF2-40B4-BE49-F238E27FC236}">
                <a16:creationId xmlns:a16="http://schemas.microsoft.com/office/drawing/2014/main" id="{32163570-1F53-8136-B7C5-E5BE1B0592F4}"/>
              </a:ext>
            </a:extLst>
          </p:cNvPr>
          <p:cNvSpPr txBox="1"/>
          <p:nvPr/>
        </p:nvSpPr>
        <p:spPr>
          <a:xfrm>
            <a:off x="6016271" y="3606469"/>
            <a:ext cx="941283" cy="338554"/>
          </a:xfrm>
          <a:prstGeom prst="rect">
            <a:avLst/>
          </a:prstGeom>
          <a:noFill/>
        </p:spPr>
        <p:txBody>
          <a:bodyPr wrap="none" rtlCol="0">
            <a:spAutoFit/>
          </a:bodyPr>
          <a:lstStyle/>
          <a:p>
            <a:r>
              <a:rPr lang="en-SG" sz="1600" dirty="0">
                <a:solidFill>
                  <a:schemeClr val="tx2"/>
                </a:solidFill>
              </a:rPr>
              <a:t>7.5 mins</a:t>
            </a:r>
            <a:endParaRPr lang="en-SG" sz="1200" dirty="0">
              <a:solidFill>
                <a:schemeClr val="tx2"/>
              </a:solidFill>
            </a:endParaRPr>
          </a:p>
        </p:txBody>
      </p:sp>
      <p:pic>
        <p:nvPicPr>
          <p:cNvPr id="245" name="Picture 244" descr="A person walking on a black background&#10;&#10;AI-generated content may be incorrect.">
            <a:extLst>
              <a:ext uri="{FF2B5EF4-FFF2-40B4-BE49-F238E27FC236}">
                <a16:creationId xmlns:a16="http://schemas.microsoft.com/office/drawing/2014/main" id="{0B390388-5C0D-7863-F022-73E2733E216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801294" y="3565606"/>
            <a:ext cx="328136" cy="328136"/>
          </a:xfrm>
          <a:prstGeom prst="rect">
            <a:avLst/>
          </a:prstGeom>
        </p:spPr>
      </p:pic>
      <p:sp>
        <p:nvSpPr>
          <p:cNvPr id="246" name="TextBox 245">
            <a:extLst>
              <a:ext uri="{FF2B5EF4-FFF2-40B4-BE49-F238E27FC236}">
                <a16:creationId xmlns:a16="http://schemas.microsoft.com/office/drawing/2014/main" id="{F26E40F8-3323-C06D-B9D8-2F5BDD1185AB}"/>
              </a:ext>
            </a:extLst>
          </p:cNvPr>
          <p:cNvSpPr txBox="1"/>
          <p:nvPr/>
        </p:nvSpPr>
        <p:spPr>
          <a:xfrm>
            <a:off x="6727065" y="4039391"/>
            <a:ext cx="782587" cy="338554"/>
          </a:xfrm>
          <a:prstGeom prst="rect">
            <a:avLst/>
          </a:prstGeom>
          <a:noFill/>
        </p:spPr>
        <p:txBody>
          <a:bodyPr wrap="none" rtlCol="0">
            <a:spAutoFit/>
          </a:bodyPr>
          <a:lstStyle/>
          <a:p>
            <a:r>
              <a:rPr lang="en-SG" sz="1600" dirty="0">
                <a:solidFill>
                  <a:schemeClr val="tx2"/>
                </a:solidFill>
              </a:rPr>
              <a:t>&lt;1 min</a:t>
            </a:r>
            <a:endParaRPr lang="en-SG" sz="1200" dirty="0">
              <a:solidFill>
                <a:schemeClr val="tx2"/>
              </a:solidFill>
            </a:endParaRPr>
          </a:p>
        </p:txBody>
      </p:sp>
      <p:pic>
        <p:nvPicPr>
          <p:cNvPr id="247" name="Picture 246" descr="A blue hourglass and arrow&#10;&#10;AI-generated content may be incorrect.">
            <a:extLst>
              <a:ext uri="{FF2B5EF4-FFF2-40B4-BE49-F238E27FC236}">
                <a16:creationId xmlns:a16="http://schemas.microsoft.com/office/drawing/2014/main" id="{AF0D3040-0B2D-83A0-4EE5-8E604AC612F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39574" y="4021207"/>
            <a:ext cx="307777" cy="307777"/>
          </a:xfrm>
          <a:prstGeom prst="rect">
            <a:avLst/>
          </a:prstGeom>
        </p:spPr>
      </p:pic>
      <p:sp>
        <p:nvSpPr>
          <p:cNvPr id="248" name="Rectangle 247">
            <a:extLst>
              <a:ext uri="{FF2B5EF4-FFF2-40B4-BE49-F238E27FC236}">
                <a16:creationId xmlns:a16="http://schemas.microsoft.com/office/drawing/2014/main" id="{02596583-BF38-D993-FFCF-0EA9ECC78EC8}"/>
              </a:ext>
            </a:extLst>
          </p:cNvPr>
          <p:cNvSpPr/>
          <p:nvPr/>
        </p:nvSpPr>
        <p:spPr>
          <a:xfrm>
            <a:off x="4318000" y="5051460"/>
            <a:ext cx="3497722" cy="18130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9" name="TextBox 248">
            <a:extLst>
              <a:ext uri="{FF2B5EF4-FFF2-40B4-BE49-F238E27FC236}">
                <a16:creationId xmlns:a16="http://schemas.microsoft.com/office/drawing/2014/main" id="{90E0AC25-389C-957E-9159-62E54DB44E4F}"/>
              </a:ext>
            </a:extLst>
          </p:cNvPr>
          <p:cNvSpPr txBox="1"/>
          <p:nvPr/>
        </p:nvSpPr>
        <p:spPr>
          <a:xfrm rot="5400000">
            <a:off x="4867762" y="4325596"/>
            <a:ext cx="1244283" cy="646331"/>
          </a:xfrm>
          <a:prstGeom prst="rect">
            <a:avLst/>
          </a:prstGeom>
          <a:noFill/>
        </p:spPr>
        <p:txBody>
          <a:bodyPr wrap="square" rtlCol="0">
            <a:spAutoFit/>
          </a:bodyPr>
          <a:lstStyle/>
          <a:p>
            <a:pPr algn="ctr"/>
            <a:r>
              <a:rPr lang="en-SG" sz="3600" dirty="0"/>
              <a:t>…</a:t>
            </a:r>
          </a:p>
        </p:txBody>
      </p:sp>
      <p:sp>
        <p:nvSpPr>
          <p:cNvPr id="250" name="Rectangle: Rounded Corners 249">
            <a:extLst>
              <a:ext uri="{FF2B5EF4-FFF2-40B4-BE49-F238E27FC236}">
                <a16:creationId xmlns:a16="http://schemas.microsoft.com/office/drawing/2014/main" id="{6C2C132E-A812-5727-0B1B-1231A7C2743A}"/>
              </a:ext>
            </a:extLst>
          </p:cNvPr>
          <p:cNvSpPr/>
          <p:nvPr/>
        </p:nvSpPr>
        <p:spPr>
          <a:xfrm rot="5400000">
            <a:off x="4111744" y="2463069"/>
            <a:ext cx="556075" cy="4594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252" name="TextBox 251">
            <a:extLst>
              <a:ext uri="{FF2B5EF4-FFF2-40B4-BE49-F238E27FC236}">
                <a16:creationId xmlns:a16="http://schemas.microsoft.com/office/drawing/2014/main" id="{9A037D25-B066-007B-5D15-4BC43BC9C272}"/>
              </a:ext>
            </a:extLst>
          </p:cNvPr>
          <p:cNvSpPr txBox="1"/>
          <p:nvPr/>
        </p:nvSpPr>
        <p:spPr>
          <a:xfrm>
            <a:off x="234409" y="5504755"/>
            <a:ext cx="1851597" cy="369332"/>
          </a:xfrm>
          <a:prstGeom prst="rect">
            <a:avLst/>
          </a:prstGeom>
          <a:noFill/>
        </p:spPr>
        <p:txBody>
          <a:bodyPr wrap="none" rtlCol="0">
            <a:spAutoFit/>
          </a:bodyPr>
          <a:lstStyle/>
          <a:p>
            <a:r>
              <a:rPr lang="en-SG" b="1" dirty="0">
                <a:solidFill>
                  <a:schemeClr val="tx2"/>
                </a:solidFill>
              </a:rPr>
              <a:t>Total Time: </a:t>
            </a:r>
            <a:r>
              <a:rPr lang="en-SG" dirty="0">
                <a:solidFill>
                  <a:schemeClr val="tx2"/>
                </a:solidFill>
              </a:rPr>
              <a:t>2 hrs</a:t>
            </a:r>
            <a:endParaRPr lang="en-SG" sz="1400" b="1" dirty="0">
              <a:solidFill>
                <a:schemeClr val="tx2"/>
              </a:solidFill>
            </a:endParaRPr>
          </a:p>
        </p:txBody>
      </p:sp>
      <p:sp>
        <p:nvSpPr>
          <p:cNvPr id="253" name="TextBox 252">
            <a:extLst>
              <a:ext uri="{FF2B5EF4-FFF2-40B4-BE49-F238E27FC236}">
                <a16:creationId xmlns:a16="http://schemas.microsoft.com/office/drawing/2014/main" id="{C663898A-1E62-1F5E-AA4E-55D672A3D046}"/>
              </a:ext>
            </a:extLst>
          </p:cNvPr>
          <p:cNvSpPr txBox="1"/>
          <p:nvPr/>
        </p:nvSpPr>
        <p:spPr>
          <a:xfrm>
            <a:off x="238846" y="5872175"/>
            <a:ext cx="2114746" cy="369332"/>
          </a:xfrm>
          <a:prstGeom prst="rect">
            <a:avLst/>
          </a:prstGeom>
          <a:noFill/>
        </p:spPr>
        <p:txBody>
          <a:bodyPr wrap="none" rtlCol="0">
            <a:spAutoFit/>
          </a:bodyPr>
          <a:lstStyle/>
          <a:p>
            <a:r>
              <a:rPr lang="en-SG" b="1" dirty="0">
                <a:solidFill>
                  <a:schemeClr val="tx2"/>
                </a:solidFill>
              </a:rPr>
              <a:t>Total Wait: </a:t>
            </a:r>
            <a:r>
              <a:rPr lang="en-SG" dirty="0">
                <a:solidFill>
                  <a:schemeClr val="tx2"/>
                </a:solidFill>
              </a:rPr>
              <a:t>30 mins</a:t>
            </a:r>
            <a:endParaRPr lang="en-SG" sz="1400" b="1" dirty="0">
              <a:solidFill>
                <a:schemeClr val="tx2"/>
              </a:solidFill>
            </a:endParaRPr>
          </a:p>
        </p:txBody>
      </p:sp>
      <p:sp>
        <p:nvSpPr>
          <p:cNvPr id="254" name="TextBox 253">
            <a:extLst>
              <a:ext uri="{FF2B5EF4-FFF2-40B4-BE49-F238E27FC236}">
                <a16:creationId xmlns:a16="http://schemas.microsoft.com/office/drawing/2014/main" id="{1DAF60AC-EF33-19A4-3856-7B291900E9D8}"/>
              </a:ext>
            </a:extLst>
          </p:cNvPr>
          <p:cNvSpPr txBox="1"/>
          <p:nvPr/>
        </p:nvSpPr>
        <p:spPr>
          <a:xfrm>
            <a:off x="249147" y="6232896"/>
            <a:ext cx="2317622" cy="369332"/>
          </a:xfrm>
          <a:prstGeom prst="rect">
            <a:avLst/>
          </a:prstGeom>
          <a:noFill/>
        </p:spPr>
        <p:txBody>
          <a:bodyPr wrap="none" rtlCol="0">
            <a:spAutoFit/>
          </a:bodyPr>
          <a:lstStyle/>
          <a:p>
            <a:r>
              <a:rPr lang="en-SG" b="1" dirty="0">
                <a:solidFill>
                  <a:schemeClr val="tx2"/>
                </a:solidFill>
              </a:rPr>
              <a:t>Activity Time: </a:t>
            </a:r>
            <a:r>
              <a:rPr lang="en-SG" dirty="0">
                <a:solidFill>
                  <a:schemeClr val="tx2"/>
                </a:solidFill>
              </a:rPr>
              <a:t>1.5 hrs</a:t>
            </a:r>
            <a:endParaRPr lang="en-SG" sz="1400" b="1" dirty="0">
              <a:solidFill>
                <a:schemeClr val="tx2"/>
              </a:solidFill>
            </a:endParaRPr>
          </a:p>
        </p:txBody>
      </p:sp>
      <p:sp>
        <p:nvSpPr>
          <p:cNvPr id="255" name="Rectangle: Rounded Corners 254">
            <a:extLst>
              <a:ext uri="{FF2B5EF4-FFF2-40B4-BE49-F238E27FC236}">
                <a16:creationId xmlns:a16="http://schemas.microsoft.com/office/drawing/2014/main" id="{235445D2-EF09-5D13-FB79-9FA7A4F119BE}"/>
              </a:ext>
            </a:extLst>
          </p:cNvPr>
          <p:cNvSpPr/>
          <p:nvPr/>
        </p:nvSpPr>
        <p:spPr>
          <a:xfrm>
            <a:off x="4974707" y="5701123"/>
            <a:ext cx="2368733" cy="44616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Add more destinations</a:t>
            </a:r>
          </a:p>
        </p:txBody>
      </p:sp>
      <p:sp>
        <p:nvSpPr>
          <p:cNvPr id="256" name="Rectangle: Rounded Corners 255">
            <a:extLst>
              <a:ext uri="{FF2B5EF4-FFF2-40B4-BE49-F238E27FC236}">
                <a16:creationId xmlns:a16="http://schemas.microsoft.com/office/drawing/2014/main" id="{18B7A489-510A-109A-6376-9B92D94E77A5}"/>
              </a:ext>
            </a:extLst>
          </p:cNvPr>
          <p:cNvSpPr/>
          <p:nvPr/>
        </p:nvSpPr>
        <p:spPr>
          <a:xfrm>
            <a:off x="4470361" y="6241507"/>
            <a:ext cx="1504118" cy="446163"/>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Cancel plan</a:t>
            </a:r>
          </a:p>
        </p:txBody>
      </p:sp>
      <p:sp>
        <p:nvSpPr>
          <p:cNvPr id="257" name="Rectangle: Rounded Corners 256">
            <a:extLst>
              <a:ext uri="{FF2B5EF4-FFF2-40B4-BE49-F238E27FC236}">
                <a16:creationId xmlns:a16="http://schemas.microsoft.com/office/drawing/2014/main" id="{418ED79C-64CA-F500-2AD7-68D3FDF0326B}"/>
              </a:ext>
            </a:extLst>
          </p:cNvPr>
          <p:cNvSpPr/>
          <p:nvPr/>
        </p:nvSpPr>
        <p:spPr>
          <a:xfrm>
            <a:off x="6209985" y="6239526"/>
            <a:ext cx="1504118" cy="446163"/>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Confirm plan</a:t>
            </a:r>
          </a:p>
        </p:txBody>
      </p:sp>
      <p:cxnSp>
        <p:nvCxnSpPr>
          <p:cNvPr id="258" name="Straight Connector 257">
            <a:extLst>
              <a:ext uri="{FF2B5EF4-FFF2-40B4-BE49-F238E27FC236}">
                <a16:creationId xmlns:a16="http://schemas.microsoft.com/office/drawing/2014/main" id="{6365097C-6227-0C4C-F916-8C8BB351CA97}"/>
              </a:ext>
            </a:extLst>
          </p:cNvPr>
          <p:cNvCxnSpPr>
            <a:cxnSpLocks/>
          </p:cNvCxnSpPr>
          <p:nvPr/>
        </p:nvCxnSpPr>
        <p:spPr>
          <a:xfrm flipV="1">
            <a:off x="2086006" y="1002910"/>
            <a:ext cx="5507456" cy="14002"/>
          </a:xfrm>
          <a:prstGeom prst="line">
            <a:avLst/>
          </a:prstGeom>
          <a:ln>
            <a:solidFill>
              <a:schemeClr val="tx2"/>
            </a:solidFill>
            <a:prstDash val="sysDot"/>
            <a:tailEnd type="stealth"/>
          </a:ln>
        </p:spPr>
        <p:style>
          <a:lnRef idx="2">
            <a:schemeClr val="accent1"/>
          </a:lnRef>
          <a:fillRef idx="0">
            <a:schemeClr val="accent1"/>
          </a:fillRef>
          <a:effectRef idx="1">
            <a:schemeClr val="accent1"/>
          </a:effectRef>
          <a:fontRef idx="minor">
            <a:schemeClr val="tx1"/>
          </a:fontRef>
        </p:style>
      </p:cxnSp>
      <p:sp>
        <p:nvSpPr>
          <p:cNvPr id="261" name="TextBox 260">
            <a:extLst>
              <a:ext uri="{FF2B5EF4-FFF2-40B4-BE49-F238E27FC236}">
                <a16:creationId xmlns:a16="http://schemas.microsoft.com/office/drawing/2014/main" id="{8A166FD7-FA4B-1F05-3CE7-C85843CD5AB8}"/>
              </a:ext>
            </a:extLst>
          </p:cNvPr>
          <p:cNvSpPr txBox="1"/>
          <p:nvPr/>
        </p:nvSpPr>
        <p:spPr>
          <a:xfrm>
            <a:off x="3639139" y="690051"/>
            <a:ext cx="3064172" cy="338554"/>
          </a:xfrm>
          <a:prstGeom prst="rect">
            <a:avLst/>
          </a:prstGeom>
          <a:noFill/>
        </p:spPr>
        <p:txBody>
          <a:bodyPr wrap="none" rtlCol="0">
            <a:spAutoFit/>
          </a:bodyPr>
          <a:lstStyle/>
          <a:p>
            <a:r>
              <a:rPr lang="en-SG" sz="1600" dirty="0">
                <a:solidFill>
                  <a:schemeClr val="tx2">
                    <a:lumMod val="40000"/>
                    <a:lumOff val="60000"/>
                  </a:schemeClr>
                </a:solidFill>
              </a:rPr>
              <a:t>Scroll to see more created  plans</a:t>
            </a:r>
            <a:endParaRPr lang="en-SG" sz="1200" dirty="0">
              <a:solidFill>
                <a:schemeClr val="tx2">
                  <a:lumMod val="40000"/>
                  <a:lumOff val="60000"/>
                </a:schemeClr>
              </a:solidFill>
            </a:endParaRPr>
          </a:p>
        </p:txBody>
      </p:sp>
      <p:pic>
        <p:nvPicPr>
          <p:cNvPr id="262" name="Picture 261">
            <a:extLst>
              <a:ext uri="{FF2B5EF4-FFF2-40B4-BE49-F238E27FC236}">
                <a16:creationId xmlns:a16="http://schemas.microsoft.com/office/drawing/2014/main" id="{101868B3-E022-CA43-F7B9-4104A2FFF74C}"/>
              </a:ext>
            </a:extLst>
          </p:cNvPr>
          <p:cNvPicPr>
            <a:picLocks noChangeAspect="1"/>
          </p:cNvPicPr>
          <p:nvPr/>
        </p:nvPicPr>
        <p:blipFill>
          <a:blip r:embed="rId14"/>
          <a:stretch>
            <a:fillRect/>
          </a:stretch>
        </p:blipFill>
        <p:spPr>
          <a:xfrm>
            <a:off x="6532578" y="752985"/>
            <a:ext cx="676356" cy="676356"/>
          </a:xfrm>
          <a:prstGeom prst="rect">
            <a:avLst/>
          </a:prstGeom>
        </p:spPr>
      </p:pic>
      <p:sp>
        <p:nvSpPr>
          <p:cNvPr id="263" name="TextBox 262">
            <a:extLst>
              <a:ext uri="{FF2B5EF4-FFF2-40B4-BE49-F238E27FC236}">
                <a16:creationId xmlns:a16="http://schemas.microsoft.com/office/drawing/2014/main" id="{EC42B2F0-591D-F607-94C6-BCDA4AEC086B}"/>
              </a:ext>
            </a:extLst>
          </p:cNvPr>
          <p:cNvSpPr txBox="1"/>
          <p:nvPr/>
        </p:nvSpPr>
        <p:spPr>
          <a:xfrm>
            <a:off x="8357025" y="4453461"/>
            <a:ext cx="2382992" cy="923330"/>
          </a:xfrm>
          <a:prstGeom prst="rect">
            <a:avLst/>
          </a:prstGeom>
          <a:noFill/>
        </p:spPr>
        <p:txBody>
          <a:bodyPr wrap="square" rtlCol="0">
            <a:spAutoFit/>
          </a:bodyPr>
          <a:lstStyle/>
          <a:p>
            <a:r>
              <a:rPr lang="en-SG" dirty="0">
                <a:solidFill>
                  <a:schemeClr val="bg1">
                    <a:lumMod val="65000"/>
                  </a:schemeClr>
                </a:solidFill>
              </a:rPr>
              <a:t>No cancelled plans at the moment.</a:t>
            </a:r>
          </a:p>
          <a:p>
            <a:endParaRPr lang="en-SG" dirty="0"/>
          </a:p>
        </p:txBody>
      </p:sp>
      <p:sp>
        <p:nvSpPr>
          <p:cNvPr id="264" name="TextBox 263">
            <a:extLst>
              <a:ext uri="{FF2B5EF4-FFF2-40B4-BE49-F238E27FC236}">
                <a16:creationId xmlns:a16="http://schemas.microsoft.com/office/drawing/2014/main" id="{DA0BEE89-30F7-8097-9DF3-8AC1740309F0}"/>
              </a:ext>
            </a:extLst>
          </p:cNvPr>
          <p:cNvSpPr txBox="1"/>
          <p:nvPr/>
        </p:nvSpPr>
        <p:spPr>
          <a:xfrm>
            <a:off x="8357025" y="1614321"/>
            <a:ext cx="2382992" cy="923330"/>
          </a:xfrm>
          <a:prstGeom prst="rect">
            <a:avLst/>
          </a:prstGeom>
          <a:noFill/>
        </p:spPr>
        <p:txBody>
          <a:bodyPr wrap="square" rtlCol="0">
            <a:spAutoFit/>
          </a:bodyPr>
          <a:lstStyle/>
          <a:p>
            <a:r>
              <a:rPr lang="en-SG" dirty="0">
                <a:solidFill>
                  <a:schemeClr val="bg1">
                    <a:lumMod val="65000"/>
                  </a:schemeClr>
                </a:solidFill>
              </a:rPr>
              <a:t>No confirmed plans at the moment.</a:t>
            </a:r>
          </a:p>
          <a:p>
            <a:endParaRPr lang="en-SG" dirty="0"/>
          </a:p>
        </p:txBody>
      </p:sp>
      <p:sp>
        <p:nvSpPr>
          <p:cNvPr id="265" name="Rectangle: Rounded Corners 264">
            <a:extLst>
              <a:ext uri="{FF2B5EF4-FFF2-40B4-BE49-F238E27FC236}">
                <a16:creationId xmlns:a16="http://schemas.microsoft.com/office/drawing/2014/main" id="{D7BAE1E5-27C5-39F5-734A-B0BAE722718D}"/>
              </a:ext>
            </a:extLst>
          </p:cNvPr>
          <p:cNvSpPr/>
          <p:nvPr/>
        </p:nvSpPr>
        <p:spPr>
          <a:xfrm>
            <a:off x="4970493" y="5119848"/>
            <a:ext cx="2368733" cy="44616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solidFill>
                  <a:srgbClr val="000000"/>
                </a:solidFill>
              </a:rPr>
              <a:t>Recalculate Route</a:t>
            </a:r>
          </a:p>
        </p:txBody>
      </p:sp>
      <p:pic>
        <p:nvPicPr>
          <p:cNvPr id="280" name="Picture 279" descr="A yellow hand pointing up&#10;&#10;AI-generated content may be incorrect.">
            <a:extLst>
              <a:ext uri="{FF2B5EF4-FFF2-40B4-BE49-F238E27FC236}">
                <a16:creationId xmlns:a16="http://schemas.microsoft.com/office/drawing/2014/main" id="{78CCE58E-29A3-F572-F4D4-BED0327AA4FE}"/>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572199" y="4301258"/>
            <a:ext cx="663866" cy="663866"/>
          </a:xfrm>
          <a:prstGeom prst="rect">
            <a:avLst/>
          </a:prstGeom>
        </p:spPr>
      </p:pic>
      <p:grpSp>
        <p:nvGrpSpPr>
          <p:cNvPr id="15" name="Group 14">
            <a:extLst>
              <a:ext uri="{FF2B5EF4-FFF2-40B4-BE49-F238E27FC236}">
                <a16:creationId xmlns:a16="http://schemas.microsoft.com/office/drawing/2014/main" id="{11CA67EB-6CCF-B908-9115-DE30137E561F}"/>
              </a:ext>
            </a:extLst>
          </p:cNvPr>
          <p:cNvGrpSpPr/>
          <p:nvPr/>
        </p:nvGrpSpPr>
        <p:grpSpPr>
          <a:xfrm>
            <a:off x="7014907" y="3167459"/>
            <a:ext cx="4094923" cy="2519072"/>
            <a:chOff x="3727545" y="1965711"/>
            <a:chExt cx="3754561" cy="2309692"/>
          </a:xfrm>
        </p:grpSpPr>
        <p:grpSp>
          <p:nvGrpSpPr>
            <p:cNvPr id="18" name="Group 17">
              <a:extLst>
                <a:ext uri="{FF2B5EF4-FFF2-40B4-BE49-F238E27FC236}">
                  <a16:creationId xmlns:a16="http://schemas.microsoft.com/office/drawing/2014/main" id="{CD1A22AF-93DF-8847-90B5-FF7392402A72}"/>
                </a:ext>
              </a:extLst>
            </p:cNvPr>
            <p:cNvGrpSpPr/>
            <p:nvPr/>
          </p:nvGrpSpPr>
          <p:grpSpPr>
            <a:xfrm>
              <a:off x="3727545" y="1965711"/>
              <a:ext cx="3754561" cy="2309692"/>
              <a:chOff x="3225800" y="2071914"/>
              <a:chExt cx="5740399" cy="2714172"/>
            </a:xfrm>
          </p:grpSpPr>
          <p:sp>
            <p:nvSpPr>
              <p:cNvPr id="20" name="Rectangle: Rounded Corners 19">
                <a:extLst>
                  <a:ext uri="{FF2B5EF4-FFF2-40B4-BE49-F238E27FC236}">
                    <a16:creationId xmlns:a16="http://schemas.microsoft.com/office/drawing/2014/main" id="{2DBAF1FF-9B86-A0F9-D339-7EF60D5949BB}"/>
                  </a:ext>
                </a:extLst>
              </p:cNvPr>
              <p:cNvSpPr/>
              <p:nvPr/>
            </p:nvSpPr>
            <p:spPr>
              <a:xfrm>
                <a:off x="3225800" y="2071914"/>
                <a:ext cx="5740399" cy="2714172"/>
              </a:xfrm>
              <a:prstGeom prst="round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 name="Rectangle: Rounded Corners 21">
                <a:extLst>
                  <a:ext uri="{FF2B5EF4-FFF2-40B4-BE49-F238E27FC236}">
                    <a16:creationId xmlns:a16="http://schemas.microsoft.com/office/drawing/2014/main" id="{A22C0FE7-ADC4-7405-F0FA-8E82F1D62E20}"/>
                  </a:ext>
                </a:extLst>
              </p:cNvPr>
              <p:cNvSpPr/>
              <p:nvPr/>
            </p:nvSpPr>
            <p:spPr>
              <a:xfrm>
                <a:off x="3360055" y="2184399"/>
                <a:ext cx="5477122" cy="2489199"/>
              </a:xfrm>
              <a:prstGeom prst="roundRect">
                <a:avLst/>
              </a:prstGeom>
              <a:solidFill>
                <a:schemeClr val="accent5"/>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19" name="TextBox 18">
              <a:extLst>
                <a:ext uri="{FF2B5EF4-FFF2-40B4-BE49-F238E27FC236}">
                  <a16:creationId xmlns:a16="http://schemas.microsoft.com/office/drawing/2014/main" id="{0B5BFCB3-DDED-2788-5153-0C6A45EA6200}"/>
                </a:ext>
              </a:extLst>
            </p:cNvPr>
            <p:cNvSpPr txBox="1"/>
            <p:nvPr/>
          </p:nvSpPr>
          <p:spPr>
            <a:xfrm>
              <a:off x="3978318" y="2144744"/>
              <a:ext cx="3394799" cy="1769715"/>
            </a:xfrm>
            <a:prstGeom prst="rect">
              <a:avLst/>
            </a:prstGeom>
            <a:noFill/>
          </p:spPr>
          <p:txBody>
            <a:bodyPr wrap="square" rtlCol="0">
              <a:spAutoFit/>
            </a:bodyPr>
            <a:lstStyle/>
            <a:p>
              <a:r>
                <a:rPr lang="en-SG" sz="2000" b="1" dirty="0">
                  <a:solidFill>
                    <a:schemeClr val="bg1"/>
                  </a:solidFill>
                </a:rPr>
                <a:t>Missed out a destination? No problem, simply hit “Add more destinations” and we’ll bring you to the previous page.</a:t>
              </a:r>
            </a:p>
            <a:p>
              <a:endParaRPr lang="en-SG" sz="900" b="1" dirty="0">
                <a:solidFill>
                  <a:schemeClr val="bg1"/>
                </a:solidFill>
              </a:endParaRPr>
            </a:p>
          </p:txBody>
        </p:sp>
      </p:grpSp>
      <p:pic>
        <p:nvPicPr>
          <p:cNvPr id="23" name="Picture 22" descr="A blue and white logo&#10;&#10;AI-generated content may be incorrect.">
            <a:extLst>
              <a:ext uri="{FF2B5EF4-FFF2-40B4-BE49-F238E27FC236}">
                <a16:creationId xmlns:a16="http://schemas.microsoft.com/office/drawing/2014/main" id="{98AB2C6E-6A7B-89B2-B76B-6CD4EEDC6230}"/>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6609847" y="2804344"/>
            <a:ext cx="758741" cy="758741"/>
          </a:xfrm>
          <a:prstGeom prst="rect">
            <a:avLst/>
          </a:prstGeom>
        </p:spPr>
      </p:pic>
      <p:sp>
        <p:nvSpPr>
          <p:cNvPr id="24" name="Rectangle: Rounded Corners 23">
            <a:hlinkClick r:id="rId17" action="ppaction://hlinksldjump"/>
            <a:extLst>
              <a:ext uri="{FF2B5EF4-FFF2-40B4-BE49-F238E27FC236}">
                <a16:creationId xmlns:a16="http://schemas.microsoft.com/office/drawing/2014/main" id="{9CED2F40-45C2-B2F5-ACFE-BAD782091CA9}"/>
              </a:ext>
            </a:extLst>
          </p:cNvPr>
          <p:cNvSpPr/>
          <p:nvPr/>
        </p:nvSpPr>
        <p:spPr>
          <a:xfrm>
            <a:off x="8288016" y="4813903"/>
            <a:ext cx="1443346" cy="479800"/>
          </a:xfrm>
          <a:prstGeom prst="roundRect">
            <a:avLst>
              <a:gd name="adj" fmla="val 18237"/>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b="1" dirty="0">
                <a:solidFill>
                  <a:schemeClr val="bg1"/>
                </a:solidFill>
                <a:latin typeface="+mj-lt"/>
              </a:rPr>
              <a:t>OK</a:t>
            </a:r>
          </a:p>
        </p:txBody>
      </p:sp>
      <p:pic>
        <p:nvPicPr>
          <p:cNvPr id="25" name="Picture 24" descr="A yellow hand pointing up&#10;&#10;AI-generated content may be incorrect.">
            <a:extLst>
              <a:ext uri="{FF2B5EF4-FFF2-40B4-BE49-F238E27FC236}">
                <a16:creationId xmlns:a16="http://schemas.microsoft.com/office/drawing/2014/main" id="{9BC7CFE6-2137-E149-C3FE-6BEF4A8FC8C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352215" y="5018306"/>
            <a:ext cx="663866" cy="663866"/>
          </a:xfrm>
          <a:prstGeom prst="rect">
            <a:avLst/>
          </a:prstGeom>
        </p:spPr>
      </p:pic>
    </p:spTree>
    <p:extLst>
      <p:ext uri="{BB962C8B-B14F-4D97-AF65-F5344CB8AC3E}">
        <p14:creationId xmlns:p14="http://schemas.microsoft.com/office/powerpoint/2010/main" val="3186503598"/>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0"/>
                                  </p:stCondLst>
                                  <p:childTnLst>
                                    <p:set>
                                      <p:cBhvr>
                                        <p:cTn id="6" dur="1" fill="hold">
                                          <p:stCondLst>
                                            <p:cond delay="0"/>
                                          </p:stCondLst>
                                        </p:cTn>
                                        <p:tgtEl>
                                          <p:spTgt spid="280"/>
                                        </p:tgtEl>
                                        <p:attrNameLst>
                                          <p:attrName>style.visibility</p:attrName>
                                        </p:attrNameLst>
                                      </p:cBhvr>
                                      <p:to>
                                        <p:strVal val="visible"/>
                                      </p:to>
                                    </p:set>
                                    <p:animEffect transition="in" filter="fade">
                                      <p:cBhvr>
                                        <p:cTn id="7" dur="500"/>
                                        <p:tgtEl>
                                          <p:spTgt spid="280"/>
                                        </p:tgtEl>
                                      </p:cBhvr>
                                    </p:animEffect>
                                  </p:childTnLst>
                                </p:cTn>
                              </p:par>
                            </p:childTnLst>
                          </p:cTn>
                        </p:par>
                        <p:par>
                          <p:cTn id="8" fill="hold">
                            <p:stCondLst>
                              <p:cond delay="1500"/>
                            </p:stCondLst>
                            <p:childTnLst>
                              <p:par>
                                <p:cTn id="9" presetID="32" presetClass="emph" presetSubtype="0" fill="hold" nodeType="afterEffect">
                                  <p:stCondLst>
                                    <p:cond delay="0"/>
                                  </p:stCondLst>
                                  <p:childTnLst>
                                    <p:animRot by="120000">
                                      <p:cBhvr>
                                        <p:cTn id="10" dur="100" fill="hold">
                                          <p:stCondLst>
                                            <p:cond delay="0"/>
                                          </p:stCondLst>
                                        </p:cTn>
                                        <p:tgtEl>
                                          <p:spTgt spid="280"/>
                                        </p:tgtEl>
                                        <p:attrNameLst>
                                          <p:attrName>r</p:attrName>
                                        </p:attrNameLst>
                                      </p:cBhvr>
                                    </p:animRot>
                                    <p:animRot by="-240000">
                                      <p:cBhvr>
                                        <p:cTn id="11" dur="200" fill="hold">
                                          <p:stCondLst>
                                            <p:cond delay="200"/>
                                          </p:stCondLst>
                                        </p:cTn>
                                        <p:tgtEl>
                                          <p:spTgt spid="280"/>
                                        </p:tgtEl>
                                        <p:attrNameLst>
                                          <p:attrName>r</p:attrName>
                                        </p:attrNameLst>
                                      </p:cBhvr>
                                    </p:animRot>
                                    <p:animRot by="240000">
                                      <p:cBhvr>
                                        <p:cTn id="12" dur="200" fill="hold">
                                          <p:stCondLst>
                                            <p:cond delay="400"/>
                                          </p:stCondLst>
                                        </p:cTn>
                                        <p:tgtEl>
                                          <p:spTgt spid="280"/>
                                        </p:tgtEl>
                                        <p:attrNameLst>
                                          <p:attrName>r</p:attrName>
                                        </p:attrNameLst>
                                      </p:cBhvr>
                                    </p:animRot>
                                    <p:animRot by="-240000">
                                      <p:cBhvr>
                                        <p:cTn id="13" dur="200" fill="hold">
                                          <p:stCondLst>
                                            <p:cond delay="600"/>
                                          </p:stCondLst>
                                        </p:cTn>
                                        <p:tgtEl>
                                          <p:spTgt spid="280"/>
                                        </p:tgtEl>
                                        <p:attrNameLst>
                                          <p:attrName>r</p:attrName>
                                        </p:attrNameLst>
                                      </p:cBhvr>
                                    </p:animRot>
                                    <p:animRot by="120000">
                                      <p:cBhvr>
                                        <p:cTn id="14" dur="200" fill="hold">
                                          <p:stCondLst>
                                            <p:cond delay="800"/>
                                          </p:stCondLst>
                                        </p:cTn>
                                        <p:tgtEl>
                                          <p:spTgt spid="280"/>
                                        </p:tgtEl>
                                        <p:attrNameLst>
                                          <p:attrName>r</p:attrName>
                                        </p:attrNameLst>
                                      </p:cBhvr>
                                    </p:animRot>
                                  </p:childTnLst>
                                </p:cTn>
                              </p:par>
                              <p:par>
                                <p:cTn id="15" presetID="10"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childTnLst>
                          </p:cTn>
                        </p:par>
                        <p:par>
                          <p:cTn id="18" fill="hold">
                            <p:stCondLst>
                              <p:cond delay="2500"/>
                            </p:stCondLst>
                            <p:childTnLst>
                              <p:par>
                                <p:cTn id="19" presetID="32" presetClass="emph" presetSubtype="0" fill="hold" nodeType="afterEffect">
                                  <p:stCondLst>
                                    <p:cond delay="0"/>
                                  </p:stCondLst>
                                  <p:childTnLst>
                                    <p:animRot by="120000">
                                      <p:cBhvr>
                                        <p:cTn id="20" dur="100" fill="hold">
                                          <p:stCondLst>
                                            <p:cond delay="0"/>
                                          </p:stCondLst>
                                        </p:cTn>
                                        <p:tgtEl>
                                          <p:spTgt spid="25"/>
                                        </p:tgtEl>
                                        <p:attrNameLst>
                                          <p:attrName>r</p:attrName>
                                        </p:attrNameLst>
                                      </p:cBhvr>
                                    </p:animRot>
                                    <p:animRot by="-240000">
                                      <p:cBhvr>
                                        <p:cTn id="21" dur="200" fill="hold">
                                          <p:stCondLst>
                                            <p:cond delay="200"/>
                                          </p:stCondLst>
                                        </p:cTn>
                                        <p:tgtEl>
                                          <p:spTgt spid="25"/>
                                        </p:tgtEl>
                                        <p:attrNameLst>
                                          <p:attrName>r</p:attrName>
                                        </p:attrNameLst>
                                      </p:cBhvr>
                                    </p:animRot>
                                    <p:animRot by="240000">
                                      <p:cBhvr>
                                        <p:cTn id="22" dur="200" fill="hold">
                                          <p:stCondLst>
                                            <p:cond delay="400"/>
                                          </p:stCondLst>
                                        </p:cTn>
                                        <p:tgtEl>
                                          <p:spTgt spid="25"/>
                                        </p:tgtEl>
                                        <p:attrNameLst>
                                          <p:attrName>r</p:attrName>
                                        </p:attrNameLst>
                                      </p:cBhvr>
                                    </p:animRot>
                                    <p:animRot by="-240000">
                                      <p:cBhvr>
                                        <p:cTn id="23" dur="200" fill="hold">
                                          <p:stCondLst>
                                            <p:cond delay="600"/>
                                          </p:stCondLst>
                                        </p:cTn>
                                        <p:tgtEl>
                                          <p:spTgt spid="25"/>
                                        </p:tgtEl>
                                        <p:attrNameLst>
                                          <p:attrName>r</p:attrName>
                                        </p:attrNameLst>
                                      </p:cBhvr>
                                    </p:animRot>
                                    <p:animRot by="120000">
                                      <p:cBhvr>
                                        <p:cTn id="24" dur="200" fill="hold">
                                          <p:stCondLst>
                                            <p:cond delay="800"/>
                                          </p:stCondLst>
                                        </p:cTn>
                                        <p:tgtEl>
                                          <p:spTgt spid="2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86E0A-5035-21DF-279B-8300FBB50BC4}"/>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1AF83E36-B7D5-4C9D-08CF-9DD9A524A2FC}"/>
              </a:ext>
            </a:extLst>
          </p:cNvPr>
          <p:cNvSpPr/>
          <p:nvPr/>
        </p:nvSpPr>
        <p:spPr>
          <a:xfrm>
            <a:off x="7817482" y="732916"/>
            <a:ext cx="1765979" cy="524744"/>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b="1" dirty="0">
                <a:solidFill>
                  <a:schemeClr val="tx1"/>
                </a:solidFill>
              </a:rPr>
              <a:t>  Plan 2</a:t>
            </a:r>
          </a:p>
        </p:txBody>
      </p:sp>
      <p:sp>
        <p:nvSpPr>
          <p:cNvPr id="14" name="Rectangle 13">
            <a:extLst>
              <a:ext uri="{FF2B5EF4-FFF2-40B4-BE49-F238E27FC236}">
                <a16:creationId xmlns:a16="http://schemas.microsoft.com/office/drawing/2014/main" id="{77D160A6-4787-56FD-6231-75E16741568A}"/>
              </a:ext>
            </a:extLst>
          </p:cNvPr>
          <p:cNvSpPr/>
          <p:nvPr/>
        </p:nvSpPr>
        <p:spPr>
          <a:xfrm>
            <a:off x="7820462" y="1269961"/>
            <a:ext cx="2710150" cy="55945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 name="Rectangle 1">
            <a:extLst>
              <a:ext uri="{FF2B5EF4-FFF2-40B4-BE49-F238E27FC236}">
                <a16:creationId xmlns:a16="http://schemas.microsoft.com/office/drawing/2014/main" id="{D25BD0DB-0C9D-F561-18A2-99DB189AC8B1}"/>
              </a:ext>
            </a:extLst>
          </p:cNvPr>
          <p:cNvSpPr/>
          <p:nvPr/>
        </p:nvSpPr>
        <p:spPr>
          <a:xfrm>
            <a:off x="8271481" y="732916"/>
            <a:ext cx="3920519" cy="6125084"/>
          </a:xfrm>
          <a:prstGeom prst="rect">
            <a:avLst/>
          </a:prstGeom>
          <a:solidFill>
            <a:schemeClr val="accent5">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 name="TextBox 2">
            <a:extLst>
              <a:ext uri="{FF2B5EF4-FFF2-40B4-BE49-F238E27FC236}">
                <a16:creationId xmlns:a16="http://schemas.microsoft.com/office/drawing/2014/main" id="{F100588E-A521-98BB-8952-F98685E4FEF4}"/>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4" name="TextBox 3">
            <a:extLst>
              <a:ext uri="{FF2B5EF4-FFF2-40B4-BE49-F238E27FC236}">
                <a16:creationId xmlns:a16="http://schemas.microsoft.com/office/drawing/2014/main" id="{153BF848-8568-2D56-9A9F-B90E794D13F5}"/>
              </a:ext>
            </a:extLst>
          </p:cNvPr>
          <p:cNvSpPr txBox="1"/>
          <p:nvPr/>
        </p:nvSpPr>
        <p:spPr>
          <a:xfrm>
            <a:off x="8347099" y="937168"/>
            <a:ext cx="3458268" cy="461665"/>
          </a:xfrm>
          <a:prstGeom prst="rect">
            <a:avLst/>
          </a:prstGeom>
          <a:noFill/>
        </p:spPr>
        <p:txBody>
          <a:bodyPr wrap="square" rtlCol="0">
            <a:spAutoFit/>
          </a:bodyPr>
          <a:lstStyle/>
          <a:p>
            <a:r>
              <a:rPr lang="en-SG" sz="2400" b="1" dirty="0">
                <a:solidFill>
                  <a:schemeClr val="accent2"/>
                </a:solidFill>
                <a:latin typeface="+mj-lt"/>
              </a:rPr>
              <a:t>Confirmed Plans &amp; Users</a:t>
            </a:r>
          </a:p>
        </p:txBody>
      </p:sp>
      <p:sp>
        <p:nvSpPr>
          <p:cNvPr id="5" name="TextBox 4">
            <a:extLst>
              <a:ext uri="{FF2B5EF4-FFF2-40B4-BE49-F238E27FC236}">
                <a16:creationId xmlns:a16="http://schemas.microsoft.com/office/drawing/2014/main" id="{139859CD-8862-6DCC-32E6-625F1CA09F8B}"/>
              </a:ext>
            </a:extLst>
          </p:cNvPr>
          <p:cNvSpPr txBox="1"/>
          <p:nvPr/>
        </p:nvSpPr>
        <p:spPr>
          <a:xfrm>
            <a:off x="8347099" y="3861769"/>
            <a:ext cx="2792061" cy="461665"/>
          </a:xfrm>
          <a:prstGeom prst="rect">
            <a:avLst/>
          </a:prstGeom>
          <a:noFill/>
        </p:spPr>
        <p:txBody>
          <a:bodyPr wrap="square" rtlCol="0">
            <a:spAutoFit/>
          </a:bodyPr>
          <a:lstStyle/>
          <a:p>
            <a:r>
              <a:rPr lang="en-SG" sz="2400" b="1" dirty="0">
                <a:solidFill>
                  <a:schemeClr val="accent4"/>
                </a:solidFill>
                <a:latin typeface="+mj-lt"/>
              </a:rPr>
              <a:t>Cancelled Plans</a:t>
            </a:r>
          </a:p>
        </p:txBody>
      </p:sp>
      <p:grpSp>
        <p:nvGrpSpPr>
          <p:cNvPr id="6" name="Group 5">
            <a:extLst>
              <a:ext uri="{FF2B5EF4-FFF2-40B4-BE49-F238E27FC236}">
                <a16:creationId xmlns:a16="http://schemas.microsoft.com/office/drawing/2014/main" id="{BE419CE8-0469-E945-7029-FC3F568A9581}"/>
              </a:ext>
            </a:extLst>
          </p:cNvPr>
          <p:cNvGrpSpPr/>
          <p:nvPr/>
        </p:nvGrpSpPr>
        <p:grpSpPr>
          <a:xfrm>
            <a:off x="10414386" y="6305548"/>
            <a:ext cx="1777612" cy="552452"/>
            <a:chOff x="10168773" y="6305548"/>
            <a:chExt cx="2023228" cy="552452"/>
          </a:xfrm>
        </p:grpSpPr>
        <p:sp>
          <p:nvSpPr>
            <p:cNvPr id="7" name="Rectangle 6">
              <a:extLst>
                <a:ext uri="{FF2B5EF4-FFF2-40B4-BE49-F238E27FC236}">
                  <a16:creationId xmlns:a16="http://schemas.microsoft.com/office/drawing/2014/main" id="{2B23874E-02CF-1ACB-A4D6-D9204D704C77}"/>
                </a:ext>
              </a:extLst>
            </p:cNvPr>
            <p:cNvSpPr/>
            <p:nvPr userDrawn="1"/>
          </p:nvSpPr>
          <p:spPr>
            <a:xfrm>
              <a:off x="10168773" y="6305548"/>
              <a:ext cx="2023228"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SG" sz="2400" b="1" spc="0" dirty="0">
                  <a:solidFill>
                    <a:schemeClr val="tx1"/>
                  </a:solidFill>
                  <a:latin typeface="+mj-lt"/>
                </a:rPr>
                <a:t>Confir</a:t>
              </a:r>
              <a:r>
                <a:rPr lang="en-SG" sz="2400" b="1" dirty="0">
                  <a:solidFill>
                    <a:schemeClr val="tx1"/>
                  </a:solidFill>
                  <a:latin typeface="+mj-lt"/>
                </a:rPr>
                <a:t>m</a:t>
              </a:r>
              <a:endParaRPr lang="en-SG" sz="2000" b="1" spc="0" dirty="0">
                <a:solidFill>
                  <a:schemeClr val="tx1"/>
                </a:solidFill>
                <a:latin typeface="+mj-lt"/>
              </a:endParaRPr>
            </a:p>
          </p:txBody>
        </p:sp>
        <p:pic>
          <p:nvPicPr>
            <p:cNvPr id="8" name="Picture 7" descr="A blue arrow pointing to the left&#10;&#10;AI-generated content may be incorrect.">
              <a:extLst>
                <a:ext uri="{FF2B5EF4-FFF2-40B4-BE49-F238E27FC236}">
                  <a16:creationId xmlns:a16="http://schemas.microsoft.com/office/drawing/2014/main" id="{3C91877D-D9AC-7297-0835-8B721AF779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16420" y="6481328"/>
              <a:ext cx="409049" cy="223406"/>
            </a:xfrm>
            <a:prstGeom prst="rect">
              <a:avLst/>
            </a:prstGeom>
          </p:spPr>
        </p:pic>
        <p:pic>
          <p:nvPicPr>
            <p:cNvPr id="9" name="Picture 8" descr="A blue arrow pointing to the left&#10;&#10;AI-generated content may be incorrect.">
              <a:extLst>
                <a:ext uri="{FF2B5EF4-FFF2-40B4-BE49-F238E27FC236}">
                  <a16:creationId xmlns:a16="http://schemas.microsoft.com/office/drawing/2014/main" id="{8653A4AC-7D4B-822F-464E-DEDF98ADB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51948" y="6481328"/>
              <a:ext cx="409049" cy="223406"/>
            </a:xfrm>
            <a:prstGeom prst="rect">
              <a:avLst/>
            </a:prstGeom>
          </p:spPr>
        </p:pic>
      </p:grpSp>
      <p:grpSp>
        <p:nvGrpSpPr>
          <p:cNvPr id="10" name="Group 9">
            <a:extLst>
              <a:ext uri="{FF2B5EF4-FFF2-40B4-BE49-F238E27FC236}">
                <a16:creationId xmlns:a16="http://schemas.microsoft.com/office/drawing/2014/main" id="{FD0A710A-BE2F-18BD-86B1-3F804E146017}"/>
              </a:ext>
            </a:extLst>
          </p:cNvPr>
          <p:cNvGrpSpPr/>
          <p:nvPr/>
        </p:nvGrpSpPr>
        <p:grpSpPr>
          <a:xfrm>
            <a:off x="8271479" y="6316805"/>
            <a:ext cx="1465462" cy="552452"/>
            <a:chOff x="1" y="0"/>
            <a:chExt cx="1465462" cy="552452"/>
          </a:xfrm>
        </p:grpSpPr>
        <p:sp>
          <p:nvSpPr>
            <p:cNvPr id="11" name="Rectangle 10">
              <a:hlinkClick r:id="rId4" action="ppaction://hlinksldjump" tooltip="Return to previous page"/>
              <a:extLst>
                <a:ext uri="{FF2B5EF4-FFF2-40B4-BE49-F238E27FC236}">
                  <a16:creationId xmlns:a16="http://schemas.microsoft.com/office/drawing/2014/main" id="{47E64807-7949-207C-D676-4C9A3FB84DCE}"/>
                </a:ext>
              </a:extLst>
            </p:cNvPr>
            <p:cNvSpPr/>
            <p:nvPr userDrawn="1"/>
          </p:nvSpPr>
          <p:spPr>
            <a:xfrm>
              <a:off x="1" y="0"/>
              <a:ext cx="1465462"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r"/>
              <a:r>
                <a:rPr lang="en-SG" sz="2400" b="1" spc="0" dirty="0">
                  <a:solidFill>
                    <a:schemeClr val="tx1"/>
                  </a:solidFill>
                  <a:latin typeface="+mj-lt"/>
                </a:rPr>
                <a:t>Return</a:t>
              </a:r>
              <a:endParaRPr lang="en-SG" sz="2000" b="1" spc="0" dirty="0">
                <a:solidFill>
                  <a:schemeClr val="tx1"/>
                </a:solidFill>
                <a:latin typeface="+mj-lt"/>
              </a:endParaRPr>
            </a:p>
          </p:txBody>
        </p:sp>
        <p:pic>
          <p:nvPicPr>
            <p:cNvPr id="12" name="Picture 11" descr="A blue arrow pointing to the left&#10;&#10;AI-generated content may be incorrect.">
              <a:extLst>
                <a:ext uri="{FF2B5EF4-FFF2-40B4-BE49-F238E27FC236}">
                  <a16:creationId xmlns:a16="http://schemas.microsoft.com/office/drawing/2014/main" id="{5C0C1BE4-64C7-B4B0-EB1B-6ACAB9673CC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76198" y="164523"/>
              <a:ext cx="409049" cy="223406"/>
            </a:xfrm>
            <a:prstGeom prst="rect">
              <a:avLst/>
            </a:prstGeom>
          </p:spPr>
        </p:pic>
      </p:grpSp>
      <p:sp>
        <p:nvSpPr>
          <p:cNvPr id="13" name="Rectangle 12">
            <a:extLst>
              <a:ext uri="{FF2B5EF4-FFF2-40B4-BE49-F238E27FC236}">
                <a16:creationId xmlns:a16="http://schemas.microsoft.com/office/drawing/2014/main" id="{38E8D340-F031-6EEA-42E6-BA70893EE8A1}"/>
              </a:ext>
            </a:extLst>
          </p:cNvPr>
          <p:cNvSpPr/>
          <p:nvPr/>
        </p:nvSpPr>
        <p:spPr>
          <a:xfrm>
            <a:off x="0" y="1263408"/>
            <a:ext cx="4318000" cy="55945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t>%</a:t>
            </a:r>
          </a:p>
        </p:txBody>
      </p:sp>
      <p:sp>
        <p:nvSpPr>
          <p:cNvPr id="16" name="Rectangle 15">
            <a:extLst>
              <a:ext uri="{FF2B5EF4-FFF2-40B4-BE49-F238E27FC236}">
                <a16:creationId xmlns:a16="http://schemas.microsoft.com/office/drawing/2014/main" id="{C17B806D-1A46-F3B8-8879-2B77161A245D}"/>
              </a:ext>
            </a:extLst>
          </p:cNvPr>
          <p:cNvSpPr/>
          <p:nvPr/>
        </p:nvSpPr>
        <p:spPr>
          <a:xfrm>
            <a:off x="0" y="712592"/>
            <a:ext cx="1765979" cy="545068"/>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tx1"/>
                </a:solidFill>
              </a:rPr>
              <a:t>Plan 1</a:t>
            </a:r>
          </a:p>
        </p:txBody>
      </p:sp>
      <p:sp>
        <p:nvSpPr>
          <p:cNvPr id="21" name="TextBox 20">
            <a:extLst>
              <a:ext uri="{FF2B5EF4-FFF2-40B4-BE49-F238E27FC236}">
                <a16:creationId xmlns:a16="http://schemas.microsoft.com/office/drawing/2014/main" id="{23FDA371-6697-3048-6CE9-90F0761F1CE9}"/>
              </a:ext>
            </a:extLst>
          </p:cNvPr>
          <p:cNvSpPr txBox="1"/>
          <p:nvPr/>
        </p:nvSpPr>
        <p:spPr>
          <a:xfrm>
            <a:off x="24204" y="1283250"/>
            <a:ext cx="1272015" cy="400110"/>
          </a:xfrm>
          <a:prstGeom prst="rect">
            <a:avLst/>
          </a:prstGeom>
          <a:noFill/>
        </p:spPr>
        <p:txBody>
          <a:bodyPr wrap="none" rtlCol="0">
            <a:spAutoFit/>
          </a:bodyPr>
          <a:lstStyle/>
          <a:p>
            <a:r>
              <a:rPr lang="en-SG" sz="2000" b="1" dirty="0">
                <a:solidFill>
                  <a:schemeClr val="tx2"/>
                </a:solidFill>
              </a:rPr>
              <a:t>Overview</a:t>
            </a:r>
            <a:endParaRPr lang="en-SG" sz="1600" b="1" dirty="0">
              <a:solidFill>
                <a:schemeClr val="tx2"/>
              </a:solidFill>
            </a:endParaRPr>
          </a:p>
        </p:txBody>
      </p:sp>
      <p:sp>
        <p:nvSpPr>
          <p:cNvPr id="44" name="Arrow: Pentagon 43">
            <a:extLst>
              <a:ext uri="{FF2B5EF4-FFF2-40B4-BE49-F238E27FC236}">
                <a16:creationId xmlns:a16="http://schemas.microsoft.com/office/drawing/2014/main" id="{EA12CC3F-91DF-44DC-00FB-6EB39C3E33AB}"/>
              </a:ext>
            </a:extLst>
          </p:cNvPr>
          <p:cNvSpPr/>
          <p:nvPr/>
        </p:nvSpPr>
        <p:spPr>
          <a:xfrm>
            <a:off x="2453580" y="2178264"/>
            <a:ext cx="1280160" cy="404334"/>
          </a:xfrm>
          <a:prstGeom prst="homePlate">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Arrow: Pentagon 26">
            <a:extLst>
              <a:ext uri="{FF2B5EF4-FFF2-40B4-BE49-F238E27FC236}">
                <a16:creationId xmlns:a16="http://schemas.microsoft.com/office/drawing/2014/main" id="{DD82DA26-4B73-EC55-3613-785043C7477A}"/>
              </a:ext>
            </a:extLst>
          </p:cNvPr>
          <p:cNvSpPr/>
          <p:nvPr/>
        </p:nvSpPr>
        <p:spPr>
          <a:xfrm>
            <a:off x="1204335" y="2183588"/>
            <a:ext cx="1412972" cy="399011"/>
          </a:xfrm>
          <a:prstGeom prst="homePlate">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Arrow: Pentagon 25">
            <a:extLst>
              <a:ext uri="{FF2B5EF4-FFF2-40B4-BE49-F238E27FC236}">
                <a16:creationId xmlns:a16="http://schemas.microsoft.com/office/drawing/2014/main" id="{EB3745C8-4137-9482-4219-A6CE407BEC20}"/>
              </a:ext>
            </a:extLst>
          </p:cNvPr>
          <p:cNvSpPr/>
          <p:nvPr/>
        </p:nvSpPr>
        <p:spPr>
          <a:xfrm>
            <a:off x="87901" y="2183586"/>
            <a:ext cx="1336681" cy="399011"/>
          </a:xfrm>
          <a:prstGeom prst="homePlate">
            <a:avLst/>
          </a:prstGeom>
          <a:solidFill>
            <a:srgbClr val="FEE438"/>
          </a:solidFill>
          <a:ln>
            <a:solidFill>
              <a:srgbClr val="FEE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TextBox 29">
            <a:extLst>
              <a:ext uri="{FF2B5EF4-FFF2-40B4-BE49-F238E27FC236}">
                <a16:creationId xmlns:a16="http://schemas.microsoft.com/office/drawing/2014/main" id="{6628CA6A-4A41-C37C-79E3-114621F5284A}"/>
              </a:ext>
            </a:extLst>
          </p:cNvPr>
          <p:cNvSpPr txBox="1"/>
          <p:nvPr/>
        </p:nvSpPr>
        <p:spPr>
          <a:xfrm>
            <a:off x="84301" y="2229202"/>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Dragon Roller</a:t>
            </a:r>
          </a:p>
        </p:txBody>
      </p:sp>
      <p:sp>
        <p:nvSpPr>
          <p:cNvPr id="48" name="Arrow: Pentagon 47">
            <a:extLst>
              <a:ext uri="{FF2B5EF4-FFF2-40B4-BE49-F238E27FC236}">
                <a16:creationId xmlns:a16="http://schemas.microsoft.com/office/drawing/2014/main" id="{5172A1D6-EC76-7D66-18EE-708D6E278268}"/>
              </a:ext>
            </a:extLst>
          </p:cNvPr>
          <p:cNvSpPr/>
          <p:nvPr/>
        </p:nvSpPr>
        <p:spPr>
          <a:xfrm rot="5400000">
            <a:off x="3083835" y="2562397"/>
            <a:ext cx="1167280" cy="399011"/>
          </a:xfrm>
          <a:prstGeom prst="homePlate">
            <a:avLst>
              <a:gd name="adj" fmla="val 0"/>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1" name="TextBox 30">
            <a:extLst>
              <a:ext uri="{FF2B5EF4-FFF2-40B4-BE49-F238E27FC236}">
                <a16:creationId xmlns:a16="http://schemas.microsoft.com/office/drawing/2014/main" id="{F9716BB3-CF5A-4A93-3390-A960B0E90C9D}"/>
              </a:ext>
            </a:extLst>
          </p:cNvPr>
          <p:cNvSpPr txBox="1"/>
          <p:nvPr/>
        </p:nvSpPr>
        <p:spPr>
          <a:xfrm>
            <a:off x="2491686" y="2220215"/>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Musical B’</a:t>
            </a:r>
          </a:p>
        </p:txBody>
      </p:sp>
      <p:sp>
        <p:nvSpPr>
          <p:cNvPr id="49" name="TextBox 48">
            <a:extLst>
              <a:ext uri="{FF2B5EF4-FFF2-40B4-BE49-F238E27FC236}">
                <a16:creationId xmlns:a16="http://schemas.microsoft.com/office/drawing/2014/main" id="{7CF47B9B-D338-A013-0F55-355957C1EB83}"/>
              </a:ext>
            </a:extLst>
          </p:cNvPr>
          <p:cNvSpPr txBox="1"/>
          <p:nvPr/>
        </p:nvSpPr>
        <p:spPr>
          <a:xfrm>
            <a:off x="1259733" y="2229202"/>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Ben’s Place</a:t>
            </a:r>
          </a:p>
        </p:txBody>
      </p:sp>
      <p:sp>
        <p:nvSpPr>
          <p:cNvPr id="50" name="Arrow: Pentagon 49">
            <a:extLst>
              <a:ext uri="{FF2B5EF4-FFF2-40B4-BE49-F238E27FC236}">
                <a16:creationId xmlns:a16="http://schemas.microsoft.com/office/drawing/2014/main" id="{447C9816-0140-1B03-E81B-52A1EEFA2D0E}"/>
              </a:ext>
            </a:extLst>
          </p:cNvPr>
          <p:cNvSpPr/>
          <p:nvPr/>
        </p:nvSpPr>
        <p:spPr>
          <a:xfrm rot="10800000">
            <a:off x="1515558" y="2943101"/>
            <a:ext cx="1735290" cy="399011"/>
          </a:xfrm>
          <a:prstGeom prst="homePlate">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Arrow: Pentagon 45">
            <a:extLst>
              <a:ext uri="{FF2B5EF4-FFF2-40B4-BE49-F238E27FC236}">
                <a16:creationId xmlns:a16="http://schemas.microsoft.com/office/drawing/2014/main" id="{B5C78B82-FE4C-6DA4-B3B2-228AE210AE85}"/>
              </a:ext>
            </a:extLst>
          </p:cNvPr>
          <p:cNvSpPr/>
          <p:nvPr/>
        </p:nvSpPr>
        <p:spPr>
          <a:xfrm rot="10800000">
            <a:off x="3064846" y="2946532"/>
            <a:ext cx="399013" cy="399011"/>
          </a:xfrm>
          <a:prstGeom prst="homePlate">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1" name="TextBox 50">
            <a:extLst>
              <a:ext uri="{FF2B5EF4-FFF2-40B4-BE49-F238E27FC236}">
                <a16:creationId xmlns:a16="http://schemas.microsoft.com/office/drawing/2014/main" id="{5871C303-3E1B-A65F-CC9E-E9468658BF30}"/>
              </a:ext>
            </a:extLst>
          </p:cNvPr>
          <p:cNvSpPr txBox="1"/>
          <p:nvPr/>
        </p:nvSpPr>
        <p:spPr>
          <a:xfrm>
            <a:off x="1590457" y="2977653"/>
            <a:ext cx="1585493" cy="307777"/>
          </a:xfrm>
          <a:prstGeom prst="rect">
            <a:avLst/>
          </a:prstGeom>
          <a:noFill/>
          <a:ln w="28575">
            <a:noFill/>
          </a:ln>
        </p:spPr>
        <p:txBody>
          <a:bodyPr wrap="square" rtlCol="0">
            <a:spAutoFit/>
          </a:bodyPr>
          <a:lstStyle/>
          <a:p>
            <a:pPr algn="ctr"/>
            <a:r>
              <a:rPr lang="en-SG" sz="1400" b="1" dirty="0">
                <a:solidFill>
                  <a:schemeClr val="tx2">
                    <a:lumMod val="50000"/>
                  </a:schemeClr>
                </a:solidFill>
              </a:rPr>
              <a:t>Cirque Du Luna</a:t>
            </a:r>
          </a:p>
        </p:txBody>
      </p:sp>
      <p:sp>
        <p:nvSpPr>
          <p:cNvPr id="52" name="TextBox 51">
            <a:extLst>
              <a:ext uri="{FF2B5EF4-FFF2-40B4-BE49-F238E27FC236}">
                <a16:creationId xmlns:a16="http://schemas.microsoft.com/office/drawing/2014/main" id="{DDB17B9B-38D0-7336-A407-C5AAEB523BDB}"/>
              </a:ext>
            </a:extLst>
          </p:cNvPr>
          <p:cNvSpPr txBox="1"/>
          <p:nvPr/>
        </p:nvSpPr>
        <p:spPr>
          <a:xfrm>
            <a:off x="-5957" y="1871315"/>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11:30 AM</a:t>
            </a:r>
          </a:p>
        </p:txBody>
      </p:sp>
      <p:sp>
        <p:nvSpPr>
          <p:cNvPr id="53" name="TextBox 52">
            <a:extLst>
              <a:ext uri="{FF2B5EF4-FFF2-40B4-BE49-F238E27FC236}">
                <a16:creationId xmlns:a16="http://schemas.microsoft.com/office/drawing/2014/main" id="{B757BB64-921D-4673-0365-C79B6806AA16}"/>
              </a:ext>
            </a:extLst>
          </p:cNvPr>
          <p:cNvSpPr txBox="1"/>
          <p:nvPr/>
        </p:nvSpPr>
        <p:spPr>
          <a:xfrm>
            <a:off x="1236223" y="1870487"/>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11:50 AM</a:t>
            </a:r>
          </a:p>
        </p:txBody>
      </p:sp>
      <p:sp>
        <p:nvSpPr>
          <p:cNvPr id="54" name="TextBox 53">
            <a:extLst>
              <a:ext uri="{FF2B5EF4-FFF2-40B4-BE49-F238E27FC236}">
                <a16:creationId xmlns:a16="http://schemas.microsoft.com/office/drawing/2014/main" id="{4D1726E6-761A-F16E-9F12-459AF8B7525F}"/>
              </a:ext>
            </a:extLst>
          </p:cNvPr>
          <p:cNvSpPr txBox="1"/>
          <p:nvPr/>
        </p:nvSpPr>
        <p:spPr>
          <a:xfrm>
            <a:off x="2519466" y="1870486"/>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12:30 PM</a:t>
            </a:r>
          </a:p>
        </p:txBody>
      </p:sp>
      <p:sp>
        <p:nvSpPr>
          <p:cNvPr id="55" name="TextBox 54">
            <a:extLst>
              <a:ext uri="{FF2B5EF4-FFF2-40B4-BE49-F238E27FC236}">
                <a16:creationId xmlns:a16="http://schemas.microsoft.com/office/drawing/2014/main" id="{0B9E36C7-1C17-6C6D-7663-B59912EC5C78}"/>
              </a:ext>
            </a:extLst>
          </p:cNvPr>
          <p:cNvSpPr txBox="1"/>
          <p:nvPr/>
        </p:nvSpPr>
        <p:spPr>
          <a:xfrm>
            <a:off x="440642" y="2782669"/>
            <a:ext cx="1244283" cy="646331"/>
          </a:xfrm>
          <a:prstGeom prst="rect">
            <a:avLst/>
          </a:prstGeom>
          <a:noFill/>
        </p:spPr>
        <p:txBody>
          <a:bodyPr wrap="square" rtlCol="0">
            <a:spAutoFit/>
          </a:bodyPr>
          <a:lstStyle/>
          <a:p>
            <a:pPr algn="ctr"/>
            <a:r>
              <a:rPr lang="en-SG" sz="3600" dirty="0"/>
              <a:t>…</a:t>
            </a:r>
          </a:p>
        </p:txBody>
      </p:sp>
      <p:sp>
        <p:nvSpPr>
          <p:cNvPr id="56" name="TextBox 55">
            <a:extLst>
              <a:ext uri="{FF2B5EF4-FFF2-40B4-BE49-F238E27FC236}">
                <a16:creationId xmlns:a16="http://schemas.microsoft.com/office/drawing/2014/main" id="{00BD6F14-1769-5F04-4483-71C3A637F3BF}"/>
              </a:ext>
            </a:extLst>
          </p:cNvPr>
          <p:cNvSpPr txBox="1"/>
          <p:nvPr/>
        </p:nvSpPr>
        <p:spPr>
          <a:xfrm>
            <a:off x="1740463" y="2672492"/>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1:30 PM</a:t>
            </a:r>
          </a:p>
        </p:txBody>
      </p:sp>
      <p:pic>
        <p:nvPicPr>
          <p:cNvPr id="65" name="Picture 64" descr="A blue arrows pointing to a cross&#10;&#10;AI-generated content may be incorrect.">
            <a:extLst>
              <a:ext uri="{FF2B5EF4-FFF2-40B4-BE49-F238E27FC236}">
                <a16:creationId xmlns:a16="http://schemas.microsoft.com/office/drawing/2014/main" id="{4F76B95D-BCB5-2F4E-C3DE-B7B342A6BE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6721" y="1305430"/>
            <a:ext cx="588469" cy="588469"/>
          </a:xfrm>
          <a:prstGeom prst="rect">
            <a:avLst/>
          </a:prstGeom>
        </p:spPr>
      </p:pic>
      <p:sp>
        <p:nvSpPr>
          <p:cNvPr id="66" name="TextBox 65">
            <a:extLst>
              <a:ext uri="{FF2B5EF4-FFF2-40B4-BE49-F238E27FC236}">
                <a16:creationId xmlns:a16="http://schemas.microsoft.com/office/drawing/2014/main" id="{C39C9946-1955-3FA7-EB0E-214A114C696F}"/>
              </a:ext>
            </a:extLst>
          </p:cNvPr>
          <p:cNvSpPr txBox="1"/>
          <p:nvPr/>
        </p:nvSpPr>
        <p:spPr>
          <a:xfrm>
            <a:off x="31323" y="1548959"/>
            <a:ext cx="2760949" cy="307777"/>
          </a:xfrm>
          <a:prstGeom prst="rect">
            <a:avLst/>
          </a:prstGeom>
          <a:noFill/>
        </p:spPr>
        <p:txBody>
          <a:bodyPr wrap="none" rtlCol="0">
            <a:spAutoFit/>
          </a:bodyPr>
          <a:lstStyle/>
          <a:p>
            <a:r>
              <a:rPr lang="en-SG" sz="1400" dirty="0">
                <a:solidFill>
                  <a:schemeClr val="tx2"/>
                </a:solidFill>
              </a:rPr>
              <a:t>Expected start time of each event</a:t>
            </a:r>
            <a:endParaRPr lang="en-SG" sz="1100" dirty="0">
              <a:solidFill>
                <a:schemeClr val="tx2"/>
              </a:solidFill>
            </a:endParaRPr>
          </a:p>
        </p:txBody>
      </p:sp>
      <p:grpSp>
        <p:nvGrpSpPr>
          <p:cNvPr id="178" name="Group 177">
            <a:extLst>
              <a:ext uri="{FF2B5EF4-FFF2-40B4-BE49-F238E27FC236}">
                <a16:creationId xmlns:a16="http://schemas.microsoft.com/office/drawing/2014/main" id="{93750138-DB8B-6352-8904-D32895CD505C}"/>
              </a:ext>
            </a:extLst>
          </p:cNvPr>
          <p:cNvGrpSpPr/>
          <p:nvPr/>
        </p:nvGrpSpPr>
        <p:grpSpPr>
          <a:xfrm>
            <a:off x="0" y="3423252"/>
            <a:ext cx="4316630" cy="1983646"/>
            <a:chOff x="1370" y="3428999"/>
            <a:chExt cx="5758704" cy="2646330"/>
          </a:xfrm>
        </p:grpSpPr>
        <p:sp>
          <p:nvSpPr>
            <p:cNvPr id="104" name="Rectangle 103">
              <a:extLst>
                <a:ext uri="{FF2B5EF4-FFF2-40B4-BE49-F238E27FC236}">
                  <a16:creationId xmlns:a16="http://schemas.microsoft.com/office/drawing/2014/main" id="{04AC0300-B5A5-269B-92D0-21ECC019C5A7}"/>
                </a:ext>
              </a:extLst>
            </p:cNvPr>
            <p:cNvSpPr/>
            <p:nvPr/>
          </p:nvSpPr>
          <p:spPr>
            <a:xfrm>
              <a:off x="1370" y="342899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5" name="Freeform: Shape 104">
              <a:extLst>
                <a:ext uri="{FF2B5EF4-FFF2-40B4-BE49-F238E27FC236}">
                  <a16:creationId xmlns:a16="http://schemas.microsoft.com/office/drawing/2014/main" id="{23AB01CB-FB29-7913-768C-4EC23D0CA75F}"/>
                </a:ext>
              </a:extLst>
            </p:cNvPr>
            <p:cNvSpPr/>
            <p:nvPr/>
          </p:nvSpPr>
          <p:spPr>
            <a:xfrm>
              <a:off x="15713" y="344861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58" name="Group 57">
            <a:extLst>
              <a:ext uri="{FF2B5EF4-FFF2-40B4-BE49-F238E27FC236}">
                <a16:creationId xmlns:a16="http://schemas.microsoft.com/office/drawing/2014/main" id="{D518B809-5997-500C-858E-7B9E8C949D0C}"/>
              </a:ext>
            </a:extLst>
          </p:cNvPr>
          <p:cNvGrpSpPr/>
          <p:nvPr/>
        </p:nvGrpSpPr>
        <p:grpSpPr>
          <a:xfrm>
            <a:off x="1370" y="3423252"/>
            <a:ext cx="767467" cy="436233"/>
            <a:chOff x="3211177" y="4204405"/>
            <a:chExt cx="971932" cy="552452"/>
          </a:xfrm>
        </p:grpSpPr>
        <p:sp>
          <p:nvSpPr>
            <p:cNvPr id="59" name="Rectangle 58">
              <a:extLst>
                <a:ext uri="{FF2B5EF4-FFF2-40B4-BE49-F238E27FC236}">
                  <a16:creationId xmlns:a16="http://schemas.microsoft.com/office/drawing/2014/main" id="{0606F9F5-0546-BFC0-638A-D2887FE6091A}"/>
                </a:ext>
              </a:extLst>
            </p:cNvPr>
            <p:cNvSpPr/>
            <p:nvPr userDrawn="1"/>
          </p:nvSpPr>
          <p:spPr>
            <a:xfrm>
              <a:off x="3211177" y="4204405"/>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60" name="TextBox 59">
              <a:extLst>
                <a:ext uri="{FF2B5EF4-FFF2-40B4-BE49-F238E27FC236}">
                  <a16:creationId xmlns:a16="http://schemas.microsoft.com/office/drawing/2014/main" id="{C7B80982-3A5B-0BE9-09E5-FEFF1BEFE5C6}"/>
                </a:ext>
              </a:extLst>
            </p:cNvPr>
            <p:cNvSpPr txBox="1"/>
            <p:nvPr userDrawn="1"/>
          </p:nvSpPr>
          <p:spPr>
            <a:xfrm>
              <a:off x="3211177" y="4260295"/>
              <a:ext cx="971930" cy="400110"/>
            </a:xfrm>
            <a:prstGeom prst="rect">
              <a:avLst/>
            </a:prstGeom>
            <a:noFill/>
            <a:ln>
              <a:noFill/>
            </a:ln>
          </p:spPr>
          <p:txBody>
            <a:bodyPr wrap="square" rtlCol="0">
              <a:spAutoFit/>
            </a:bodyPr>
            <a:lstStyle/>
            <a:p>
              <a:pPr algn="ctr"/>
              <a:r>
                <a:rPr lang="en-SG" sz="2000" b="1" dirty="0">
                  <a:solidFill>
                    <a:srgbClr val="2F3C7E"/>
                  </a:solidFill>
                </a:rPr>
                <a:t>MAP</a:t>
              </a:r>
            </a:p>
          </p:txBody>
        </p:sp>
      </p:grpSp>
      <p:pic>
        <p:nvPicPr>
          <p:cNvPr id="179" name="Picture 178">
            <a:extLst>
              <a:ext uri="{FF2B5EF4-FFF2-40B4-BE49-F238E27FC236}">
                <a16:creationId xmlns:a16="http://schemas.microsoft.com/office/drawing/2014/main" id="{48E88E63-D309-CEB8-5766-0DCEDDA1655B}"/>
              </a:ext>
            </a:extLst>
          </p:cNvPr>
          <p:cNvPicPr>
            <a:picLocks noChangeAspect="1"/>
          </p:cNvPicPr>
          <p:nvPr/>
        </p:nvPicPr>
        <p:blipFill>
          <a:blip r:embed="rId6"/>
          <a:stretch>
            <a:fillRect/>
          </a:stretch>
        </p:blipFill>
        <p:spPr>
          <a:xfrm>
            <a:off x="311471" y="4332516"/>
            <a:ext cx="481978" cy="241890"/>
          </a:xfrm>
          <a:prstGeom prst="rect">
            <a:avLst/>
          </a:prstGeom>
          <a:ln>
            <a:noFill/>
          </a:ln>
        </p:spPr>
      </p:pic>
      <p:sp>
        <p:nvSpPr>
          <p:cNvPr id="180" name="TextBox 179">
            <a:extLst>
              <a:ext uri="{FF2B5EF4-FFF2-40B4-BE49-F238E27FC236}">
                <a16:creationId xmlns:a16="http://schemas.microsoft.com/office/drawing/2014/main" id="{53633592-1FE8-2BF5-E0D8-FF533A94F524}"/>
              </a:ext>
            </a:extLst>
          </p:cNvPr>
          <p:cNvSpPr txBox="1"/>
          <p:nvPr/>
        </p:nvSpPr>
        <p:spPr>
          <a:xfrm>
            <a:off x="-55288" y="4517775"/>
            <a:ext cx="1215496" cy="230832"/>
          </a:xfrm>
          <a:prstGeom prst="rect">
            <a:avLst/>
          </a:prstGeom>
          <a:noFill/>
          <a:ln>
            <a:noFill/>
          </a:ln>
        </p:spPr>
        <p:txBody>
          <a:bodyPr wrap="square" rtlCol="0">
            <a:spAutoFit/>
          </a:bodyPr>
          <a:lstStyle/>
          <a:p>
            <a:pPr algn="ctr"/>
            <a:r>
              <a:rPr lang="en-SG" sz="900" b="1" dirty="0">
                <a:solidFill>
                  <a:schemeClr val="tx2"/>
                </a:solidFill>
                <a:latin typeface="+mn-lt"/>
              </a:rPr>
              <a:t>Dragon Roller</a:t>
            </a:r>
          </a:p>
        </p:txBody>
      </p:sp>
      <p:pic>
        <p:nvPicPr>
          <p:cNvPr id="182" name="Picture 181">
            <a:extLst>
              <a:ext uri="{FF2B5EF4-FFF2-40B4-BE49-F238E27FC236}">
                <a16:creationId xmlns:a16="http://schemas.microsoft.com/office/drawing/2014/main" id="{D72D3E4F-59EF-8B2B-CBB3-40A08A89E666}"/>
              </a:ext>
            </a:extLst>
          </p:cNvPr>
          <p:cNvPicPr>
            <a:picLocks noChangeAspect="1"/>
          </p:cNvPicPr>
          <p:nvPr/>
        </p:nvPicPr>
        <p:blipFill>
          <a:blip r:embed="rId7"/>
          <a:srcRect l="16117" r="13552"/>
          <a:stretch>
            <a:fillRect/>
          </a:stretch>
        </p:blipFill>
        <p:spPr>
          <a:xfrm>
            <a:off x="333490" y="4117766"/>
            <a:ext cx="334895" cy="476171"/>
          </a:xfrm>
          <a:prstGeom prst="rect">
            <a:avLst/>
          </a:prstGeom>
        </p:spPr>
      </p:pic>
      <p:sp>
        <p:nvSpPr>
          <p:cNvPr id="181" name="Rectangle: Rounded Corners 180">
            <a:extLst>
              <a:ext uri="{FF2B5EF4-FFF2-40B4-BE49-F238E27FC236}">
                <a16:creationId xmlns:a16="http://schemas.microsoft.com/office/drawing/2014/main" id="{D08AE05F-2DB9-CBF7-36BC-A747902FF23E}"/>
              </a:ext>
            </a:extLst>
          </p:cNvPr>
          <p:cNvSpPr/>
          <p:nvPr/>
        </p:nvSpPr>
        <p:spPr>
          <a:xfrm>
            <a:off x="240605" y="4077528"/>
            <a:ext cx="528230" cy="178826"/>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b="1" dirty="0">
                <a:solidFill>
                  <a:schemeClr val="bg1"/>
                </a:solidFill>
                <a:latin typeface="+mj-lt"/>
              </a:rPr>
              <a:t>Start</a:t>
            </a:r>
            <a:endParaRPr lang="en-SG" sz="1400" b="1" dirty="0">
              <a:solidFill>
                <a:schemeClr val="bg1"/>
              </a:solidFill>
              <a:latin typeface="+mj-lt"/>
            </a:endParaRPr>
          </a:p>
        </p:txBody>
      </p:sp>
      <p:sp>
        <p:nvSpPr>
          <p:cNvPr id="183" name="Freeform: Shape 182">
            <a:extLst>
              <a:ext uri="{FF2B5EF4-FFF2-40B4-BE49-F238E27FC236}">
                <a16:creationId xmlns:a16="http://schemas.microsoft.com/office/drawing/2014/main" id="{4776FFC7-1B03-8B6E-3887-EAD55DDA563A}"/>
              </a:ext>
            </a:extLst>
          </p:cNvPr>
          <p:cNvSpPr/>
          <p:nvPr/>
        </p:nvSpPr>
        <p:spPr>
          <a:xfrm>
            <a:off x="866009" y="4492657"/>
            <a:ext cx="963149" cy="163498"/>
          </a:xfrm>
          <a:custGeom>
            <a:avLst/>
            <a:gdLst>
              <a:gd name="connsiteX0" fmla="*/ 1763485 w 1763485"/>
              <a:gd name="connsiteY0" fmla="*/ 206829 h 299357"/>
              <a:gd name="connsiteX1" fmla="*/ 1540328 w 1763485"/>
              <a:gd name="connsiteY1" fmla="*/ 299357 h 299357"/>
              <a:gd name="connsiteX2" fmla="*/ 1409700 w 1763485"/>
              <a:gd name="connsiteY2" fmla="*/ 272143 h 299357"/>
              <a:gd name="connsiteX3" fmla="*/ 1322614 w 1763485"/>
              <a:gd name="connsiteY3" fmla="*/ 190500 h 299357"/>
              <a:gd name="connsiteX4" fmla="*/ 1306285 w 1763485"/>
              <a:gd name="connsiteY4" fmla="*/ 157843 h 299357"/>
              <a:gd name="connsiteX5" fmla="*/ 1284514 w 1763485"/>
              <a:gd name="connsiteY5" fmla="*/ 130629 h 299357"/>
              <a:gd name="connsiteX6" fmla="*/ 1273628 w 1763485"/>
              <a:gd name="connsiteY6" fmla="*/ 92529 h 299357"/>
              <a:gd name="connsiteX7" fmla="*/ 1268185 w 1763485"/>
              <a:gd name="connsiteY7" fmla="*/ 76200 h 299357"/>
              <a:gd name="connsiteX8" fmla="*/ 1191985 w 1763485"/>
              <a:gd name="connsiteY8" fmla="*/ 16329 h 299357"/>
              <a:gd name="connsiteX9" fmla="*/ 1028700 w 1763485"/>
              <a:gd name="connsiteY9" fmla="*/ 0 h 299357"/>
              <a:gd name="connsiteX10" fmla="*/ 849085 w 1763485"/>
              <a:gd name="connsiteY10" fmla="*/ 10886 h 299357"/>
              <a:gd name="connsiteX11" fmla="*/ 800100 w 1763485"/>
              <a:gd name="connsiteY11" fmla="*/ 43543 h 299357"/>
              <a:gd name="connsiteX12" fmla="*/ 685800 w 1763485"/>
              <a:gd name="connsiteY12" fmla="*/ 119743 h 299357"/>
              <a:gd name="connsiteX13" fmla="*/ 658585 w 1763485"/>
              <a:gd name="connsiteY13" fmla="*/ 136071 h 299357"/>
              <a:gd name="connsiteX14" fmla="*/ 544285 w 1763485"/>
              <a:gd name="connsiteY14" fmla="*/ 163286 h 299357"/>
              <a:gd name="connsiteX15" fmla="*/ 511628 w 1763485"/>
              <a:gd name="connsiteY15" fmla="*/ 174171 h 299357"/>
              <a:gd name="connsiteX16" fmla="*/ 255814 w 1763485"/>
              <a:gd name="connsiteY16" fmla="*/ 130629 h 299357"/>
              <a:gd name="connsiteX17" fmla="*/ 239485 w 1763485"/>
              <a:gd name="connsiteY17" fmla="*/ 119743 h 299357"/>
              <a:gd name="connsiteX18" fmla="*/ 217714 w 1763485"/>
              <a:gd name="connsiteY18" fmla="*/ 114300 h 299357"/>
              <a:gd name="connsiteX19" fmla="*/ 168728 w 1763485"/>
              <a:gd name="connsiteY19" fmla="*/ 76200 h 299357"/>
              <a:gd name="connsiteX20" fmla="*/ 54428 w 1763485"/>
              <a:gd name="connsiteY20" fmla="*/ 43543 h 299357"/>
              <a:gd name="connsiteX21" fmla="*/ 0 w 1763485"/>
              <a:gd name="connsiteY21" fmla="*/ 43543 h 29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3485" h="299357">
                <a:moveTo>
                  <a:pt x="1763485" y="206829"/>
                </a:moveTo>
                <a:cubicBezTo>
                  <a:pt x="1614475" y="277785"/>
                  <a:pt x="1689015" y="247316"/>
                  <a:pt x="1540328" y="299357"/>
                </a:cubicBezTo>
                <a:cubicBezTo>
                  <a:pt x="1496785" y="290286"/>
                  <a:pt x="1452266" y="285042"/>
                  <a:pt x="1409700" y="272143"/>
                </a:cubicBezTo>
                <a:cubicBezTo>
                  <a:pt x="1360103" y="257114"/>
                  <a:pt x="1349198" y="233034"/>
                  <a:pt x="1322614" y="190500"/>
                </a:cubicBezTo>
                <a:cubicBezTo>
                  <a:pt x="1316164" y="180179"/>
                  <a:pt x="1312819" y="168111"/>
                  <a:pt x="1306285" y="157843"/>
                </a:cubicBezTo>
                <a:cubicBezTo>
                  <a:pt x="1300048" y="148042"/>
                  <a:pt x="1291771" y="139700"/>
                  <a:pt x="1284514" y="130629"/>
                </a:cubicBezTo>
                <a:cubicBezTo>
                  <a:pt x="1280885" y="117929"/>
                  <a:pt x="1277423" y="105180"/>
                  <a:pt x="1273628" y="92529"/>
                </a:cubicBezTo>
                <a:cubicBezTo>
                  <a:pt x="1271979" y="87034"/>
                  <a:pt x="1271858" y="80608"/>
                  <a:pt x="1268185" y="76200"/>
                </a:cubicBezTo>
                <a:cubicBezTo>
                  <a:pt x="1250833" y="55378"/>
                  <a:pt x="1224333" y="20950"/>
                  <a:pt x="1191985" y="16329"/>
                </a:cubicBezTo>
                <a:cubicBezTo>
                  <a:pt x="1137835" y="8593"/>
                  <a:pt x="1028700" y="0"/>
                  <a:pt x="1028700" y="0"/>
                </a:cubicBezTo>
                <a:cubicBezTo>
                  <a:pt x="968828" y="3629"/>
                  <a:pt x="908007" y="-337"/>
                  <a:pt x="849085" y="10886"/>
                </a:cubicBezTo>
                <a:cubicBezTo>
                  <a:pt x="829807" y="14558"/>
                  <a:pt x="817184" y="33887"/>
                  <a:pt x="800100" y="43543"/>
                </a:cubicBezTo>
                <a:cubicBezTo>
                  <a:pt x="628196" y="140706"/>
                  <a:pt x="794349" y="29288"/>
                  <a:pt x="685800" y="119743"/>
                </a:cubicBezTo>
                <a:cubicBezTo>
                  <a:pt x="677673" y="126516"/>
                  <a:pt x="668445" y="132237"/>
                  <a:pt x="658585" y="136071"/>
                </a:cubicBezTo>
                <a:cubicBezTo>
                  <a:pt x="599918" y="158886"/>
                  <a:pt x="596861" y="156714"/>
                  <a:pt x="544285" y="163286"/>
                </a:cubicBezTo>
                <a:cubicBezTo>
                  <a:pt x="533399" y="166914"/>
                  <a:pt x="523087" y="174759"/>
                  <a:pt x="511628" y="174171"/>
                </a:cubicBezTo>
                <a:cubicBezTo>
                  <a:pt x="367189" y="166764"/>
                  <a:pt x="363109" y="161284"/>
                  <a:pt x="255814" y="130629"/>
                </a:cubicBezTo>
                <a:cubicBezTo>
                  <a:pt x="250371" y="127000"/>
                  <a:pt x="245498" y="122320"/>
                  <a:pt x="239485" y="119743"/>
                </a:cubicBezTo>
                <a:cubicBezTo>
                  <a:pt x="232609" y="116796"/>
                  <a:pt x="223003" y="119589"/>
                  <a:pt x="217714" y="114300"/>
                </a:cubicBezTo>
                <a:cubicBezTo>
                  <a:pt x="170934" y="67520"/>
                  <a:pt x="236527" y="87500"/>
                  <a:pt x="168728" y="76200"/>
                </a:cubicBezTo>
                <a:cubicBezTo>
                  <a:pt x="117113" y="55554"/>
                  <a:pt x="111054" y="48936"/>
                  <a:pt x="54428" y="43543"/>
                </a:cubicBezTo>
                <a:cubicBezTo>
                  <a:pt x="36367" y="41823"/>
                  <a:pt x="18143" y="43543"/>
                  <a:pt x="0" y="435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4" name="TextBox 183">
            <a:extLst>
              <a:ext uri="{FF2B5EF4-FFF2-40B4-BE49-F238E27FC236}">
                <a16:creationId xmlns:a16="http://schemas.microsoft.com/office/drawing/2014/main" id="{842506AA-4802-48FF-CEDB-A8CB32A3FC06}"/>
              </a:ext>
            </a:extLst>
          </p:cNvPr>
          <p:cNvSpPr txBox="1"/>
          <p:nvPr/>
        </p:nvSpPr>
        <p:spPr>
          <a:xfrm>
            <a:off x="1593259" y="4465991"/>
            <a:ext cx="1215496" cy="230832"/>
          </a:xfrm>
          <a:prstGeom prst="rect">
            <a:avLst/>
          </a:prstGeom>
          <a:noFill/>
          <a:ln>
            <a:noFill/>
          </a:ln>
        </p:spPr>
        <p:txBody>
          <a:bodyPr wrap="square" rtlCol="0">
            <a:spAutoFit/>
          </a:bodyPr>
          <a:lstStyle/>
          <a:p>
            <a:pPr algn="ctr"/>
            <a:r>
              <a:rPr lang="en-SG" sz="900" b="1" dirty="0">
                <a:solidFill>
                  <a:schemeClr val="tx2"/>
                </a:solidFill>
                <a:latin typeface="+mn-lt"/>
              </a:rPr>
              <a:t>Ben’s Place</a:t>
            </a:r>
          </a:p>
        </p:txBody>
      </p:sp>
      <p:pic>
        <p:nvPicPr>
          <p:cNvPr id="185" name="Picture 184">
            <a:extLst>
              <a:ext uri="{FF2B5EF4-FFF2-40B4-BE49-F238E27FC236}">
                <a16:creationId xmlns:a16="http://schemas.microsoft.com/office/drawing/2014/main" id="{72F993EF-16B2-275E-C3E2-2F308DB71AC3}"/>
              </a:ext>
            </a:extLst>
          </p:cNvPr>
          <p:cNvPicPr>
            <a:picLocks noChangeAspect="1"/>
          </p:cNvPicPr>
          <p:nvPr/>
        </p:nvPicPr>
        <p:blipFill>
          <a:blip r:embed="rId8"/>
          <a:stretch>
            <a:fillRect/>
          </a:stretch>
        </p:blipFill>
        <p:spPr>
          <a:xfrm>
            <a:off x="1987937" y="4089700"/>
            <a:ext cx="395265" cy="395265"/>
          </a:xfrm>
          <a:prstGeom prst="rect">
            <a:avLst/>
          </a:prstGeom>
        </p:spPr>
      </p:pic>
      <p:pic>
        <p:nvPicPr>
          <p:cNvPr id="186" name="Picture 185">
            <a:extLst>
              <a:ext uri="{FF2B5EF4-FFF2-40B4-BE49-F238E27FC236}">
                <a16:creationId xmlns:a16="http://schemas.microsoft.com/office/drawing/2014/main" id="{2F48EC9D-9C0A-9237-6F0A-F7B5F6F33A59}"/>
              </a:ext>
            </a:extLst>
          </p:cNvPr>
          <p:cNvPicPr>
            <a:picLocks noChangeAspect="1"/>
          </p:cNvPicPr>
          <p:nvPr/>
        </p:nvPicPr>
        <p:blipFill>
          <a:blip r:embed="rId9"/>
          <a:stretch>
            <a:fillRect/>
          </a:stretch>
        </p:blipFill>
        <p:spPr>
          <a:xfrm>
            <a:off x="3188167" y="4336996"/>
            <a:ext cx="498554" cy="498554"/>
          </a:xfrm>
          <a:prstGeom prst="rect">
            <a:avLst/>
          </a:prstGeom>
        </p:spPr>
      </p:pic>
      <p:pic>
        <p:nvPicPr>
          <p:cNvPr id="187" name="Picture 186" descr="A blue arrows pointing to a cross&#10;&#10;AI-generated content may be incorrect.">
            <a:extLst>
              <a:ext uri="{FF2B5EF4-FFF2-40B4-BE49-F238E27FC236}">
                <a16:creationId xmlns:a16="http://schemas.microsoft.com/office/drawing/2014/main" id="{5EFF19E8-E6CB-BA29-22A5-EEB72DB838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38957" y="3460084"/>
            <a:ext cx="436233" cy="436233"/>
          </a:xfrm>
          <a:prstGeom prst="rect">
            <a:avLst/>
          </a:prstGeom>
        </p:spPr>
      </p:pic>
      <p:sp>
        <p:nvSpPr>
          <p:cNvPr id="188" name="TextBox 187">
            <a:extLst>
              <a:ext uri="{FF2B5EF4-FFF2-40B4-BE49-F238E27FC236}">
                <a16:creationId xmlns:a16="http://schemas.microsoft.com/office/drawing/2014/main" id="{45D894E2-2802-FCDF-AF7E-7745F2775C6A}"/>
              </a:ext>
            </a:extLst>
          </p:cNvPr>
          <p:cNvSpPr txBox="1"/>
          <p:nvPr/>
        </p:nvSpPr>
        <p:spPr>
          <a:xfrm>
            <a:off x="2808755" y="4797842"/>
            <a:ext cx="1215496" cy="230832"/>
          </a:xfrm>
          <a:prstGeom prst="rect">
            <a:avLst/>
          </a:prstGeom>
          <a:noFill/>
          <a:ln>
            <a:noFill/>
          </a:ln>
        </p:spPr>
        <p:txBody>
          <a:bodyPr wrap="square" rtlCol="0">
            <a:spAutoFit/>
          </a:bodyPr>
          <a:lstStyle/>
          <a:p>
            <a:pPr algn="ctr"/>
            <a:r>
              <a:rPr lang="en-SG" sz="900" b="1" dirty="0">
                <a:solidFill>
                  <a:schemeClr val="tx2"/>
                </a:solidFill>
                <a:latin typeface="+mn-lt"/>
              </a:rPr>
              <a:t>Musical B’</a:t>
            </a:r>
          </a:p>
        </p:txBody>
      </p:sp>
      <p:sp>
        <p:nvSpPr>
          <p:cNvPr id="189" name="Freeform: Shape 188">
            <a:extLst>
              <a:ext uri="{FF2B5EF4-FFF2-40B4-BE49-F238E27FC236}">
                <a16:creationId xmlns:a16="http://schemas.microsoft.com/office/drawing/2014/main" id="{EE651850-CF28-0354-16BC-6B9FCD34C6FD}"/>
              </a:ext>
            </a:extLst>
          </p:cNvPr>
          <p:cNvSpPr/>
          <p:nvPr/>
        </p:nvSpPr>
        <p:spPr>
          <a:xfrm>
            <a:off x="2579018" y="4635470"/>
            <a:ext cx="514883" cy="295373"/>
          </a:xfrm>
          <a:custGeom>
            <a:avLst/>
            <a:gdLst>
              <a:gd name="connsiteX0" fmla="*/ 10910 w 1034167"/>
              <a:gd name="connsiteY0" fmla="*/ 0 h 593271"/>
              <a:gd name="connsiteX1" fmla="*/ 24 w 1034167"/>
              <a:gd name="connsiteY1" fmla="*/ 27214 h 593271"/>
              <a:gd name="connsiteX2" fmla="*/ 32681 w 1034167"/>
              <a:gd name="connsiteY2" fmla="*/ 141514 h 593271"/>
              <a:gd name="connsiteX3" fmla="*/ 119767 w 1034167"/>
              <a:gd name="connsiteY3" fmla="*/ 217714 h 593271"/>
              <a:gd name="connsiteX4" fmla="*/ 185081 w 1034167"/>
              <a:gd name="connsiteY4" fmla="*/ 250371 h 593271"/>
              <a:gd name="connsiteX5" fmla="*/ 283053 w 1034167"/>
              <a:gd name="connsiteY5" fmla="*/ 288471 h 593271"/>
              <a:gd name="connsiteX6" fmla="*/ 402796 w 1034167"/>
              <a:gd name="connsiteY6" fmla="*/ 293914 h 593271"/>
              <a:gd name="connsiteX7" fmla="*/ 604181 w 1034167"/>
              <a:gd name="connsiteY7" fmla="*/ 353786 h 593271"/>
              <a:gd name="connsiteX8" fmla="*/ 615067 w 1034167"/>
              <a:gd name="connsiteY8" fmla="*/ 370114 h 593271"/>
              <a:gd name="connsiteX9" fmla="*/ 631396 w 1034167"/>
              <a:gd name="connsiteY9" fmla="*/ 429986 h 593271"/>
              <a:gd name="connsiteX10" fmla="*/ 642281 w 1034167"/>
              <a:gd name="connsiteY10" fmla="*/ 533400 h 593271"/>
              <a:gd name="connsiteX11" fmla="*/ 680381 w 1034167"/>
              <a:gd name="connsiteY11" fmla="*/ 555171 h 593271"/>
              <a:gd name="connsiteX12" fmla="*/ 778353 w 1034167"/>
              <a:gd name="connsiteY12" fmla="*/ 593271 h 593271"/>
              <a:gd name="connsiteX13" fmla="*/ 881767 w 1034167"/>
              <a:gd name="connsiteY13" fmla="*/ 587829 h 593271"/>
              <a:gd name="connsiteX14" fmla="*/ 930753 w 1034167"/>
              <a:gd name="connsiteY14" fmla="*/ 549729 h 593271"/>
              <a:gd name="connsiteX15" fmla="*/ 1034167 w 1034167"/>
              <a:gd name="connsiteY15" fmla="*/ 538843 h 59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4167" h="593271">
                <a:moveTo>
                  <a:pt x="10910" y="0"/>
                </a:moveTo>
                <a:cubicBezTo>
                  <a:pt x="7281" y="9071"/>
                  <a:pt x="-490" y="17457"/>
                  <a:pt x="24" y="27214"/>
                </a:cubicBezTo>
                <a:cubicBezTo>
                  <a:pt x="423" y="34790"/>
                  <a:pt x="16134" y="123225"/>
                  <a:pt x="32681" y="141514"/>
                </a:cubicBezTo>
                <a:cubicBezTo>
                  <a:pt x="58560" y="170117"/>
                  <a:pt x="85267" y="200464"/>
                  <a:pt x="119767" y="217714"/>
                </a:cubicBezTo>
                <a:cubicBezTo>
                  <a:pt x="141538" y="228600"/>
                  <a:pt x="164016" y="238175"/>
                  <a:pt x="185081" y="250371"/>
                </a:cubicBezTo>
                <a:cubicBezTo>
                  <a:pt x="244050" y="284512"/>
                  <a:pt x="202154" y="281117"/>
                  <a:pt x="283053" y="288471"/>
                </a:cubicBezTo>
                <a:cubicBezTo>
                  <a:pt x="322844" y="292088"/>
                  <a:pt x="362882" y="292100"/>
                  <a:pt x="402796" y="293914"/>
                </a:cubicBezTo>
                <a:cubicBezTo>
                  <a:pt x="506337" y="314622"/>
                  <a:pt x="542016" y="298529"/>
                  <a:pt x="604181" y="353786"/>
                </a:cubicBezTo>
                <a:cubicBezTo>
                  <a:pt x="609070" y="358132"/>
                  <a:pt x="611438" y="364671"/>
                  <a:pt x="615067" y="370114"/>
                </a:cubicBezTo>
                <a:cubicBezTo>
                  <a:pt x="623153" y="394372"/>
                  <a:pt x="628319" y="405367"/>
                  <a:pt x="631396" y="429986"/>
                </a:cubicBezTo>
                <a:cubicBezTo>
                  <a:pt x="635695" y="464380"/>
                  <a:pt x="629650" y="501121"/>
                  <a:pt x="642281" y="533400"/>
                </a:cubicBezTo>
                <a:cubicBezTo>
                  <a:pt x="647611" y="547021"/>
                  <a:pt x="667298" y="548630"/>
                  <a:pt x="680381" y="555171"/>
                </a:cubicBezTo>
                <a:cubicBezTo>
                  <a:pt x="737030" y="583496"/>
                  <a:pt x="728360" y="578988"/>
                  <a:pt x="778353" y="593271"/>
                </a:cubicBezTo>
                <a:lnTo>
                  <a:pt x="881767" y="587829"/>
                </a:lnTo>
                <a:cubicBezTo>
                  <a:pt x="901657" y="582146"/>
                  <a:pt x="910209" y="552146"/>
                  <a:pt x="930753" y="549729"/>
                </a:cubicBezTo>
                <a:cubicBezTo>
                  <a:pt x="1026885" y="538419"/>
                  <a:pt x="992226" y="538843"/>
                  <a:pt x="1034167" y="5388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90" name="Group 189">
            <a:extLst>
              <a:ext uri="{FF2B5EF4-FFF2-40B4-BE49-F238E27FC236}">
                <a16:creationId xmlns:a16="http://schemas.microsoft.com/office/drawing/2014/main" id="{9F61C51A-4EC2-12D2-A551-7AE75C7C4F44}"/>
              </a:ext>
            </a:extLst>
          </p:cNvPr>
          <p:cNvGrpSpPr/>
          <p:nvPr/>
        </p:nvGrpSpPr>
        <p:grpSpPr>
          <a:xfrm>
            <a:off x="3292671" y="3814432"/>
            <a:ext cx="694843" cy="422359"/>
            <a:chOff x="7620370" y="4729264"/>
            <a:chExt cx="1014010" cy="616364"/>
          </a:xfrm>
        </p:grpSpPr>
        <p:pic>
          <p:nvPicPr>
            <p:cNvPr id="191" name="Picture 190">
              <a:extLst>
                <a:ext uri="{FF2B5EF4-FFF2-40B4-BE49-F238E27FC236}">
                  <a16:creationId xmlns:a16="http://schemas.microsoft.com/office/drawing/2014/main" id="{5E987DB4-0AB4-5B01-BB36-D5736F03946F}"/>
                </a:ext>
              </a:extLst>
            </p:cNvPr>
            <p:cNvPicPr>
              <a:picLocks noChangeAspect="1"/>
            </p:cNvPicPr>
            <p:nvPr/>
          </p:nvPicPr>
          <p:blipFill>
            <a:blip r:embed="rId10"/>
            <a:stretch>
              <a:fillRect/>
            </a:stretch>
          </p:blipFill>
          <p:spPr>
            <a:xfrm>
              <a:off x="7884122" y="4729264"/>
              <a:ext cx="446487" cy="446487"/>
            </a:xfrm>
            <a:prstGeom prst="rect">
              <a:avLst/>
            </a:prstGeom>
          </p:spPr>
        </p:pic>
        <p:sp>
          <p:nvSpPr>
            <p:cNvPr id="192" name="TextBox 191">
              <a:extLst>
                <a:ext uri="{FF2B5EF4-FFF2-40B4-BE49-F238E27FC236}">
                  <a16:creationId xmlns:a16="http://schemas.microsoft.com/office/drawing/2014/main" id="{F33BD1CF-BB4B-ACD7-00A9-931628DCAE38}"/>
                </a:ext>
              </a:extLst>
            </p:cNvPr>
            <p:cNvSpPr txBox="1"/>
            <p:nvPr/>
          </p:nvSpPr>
          <p:spPr>
            <a:xfrm>
              <a:off x="7620370" y="5114796"/>
              <a:ext cx="1014010" cy="230832"/>
            </a:xfrm>
            <a:prstGeom prst="rect">
              <a:avLst/>
            </a:prstGeom>
            <a:noFill/>
            <a:ln>
              <a:noFill/>
            </a:ln>
          </p:spPr>
          <p:txBody>
            <a:bodyPr wrap="square" rtlCol="0">
              <a:spAutoFit/>
            </a:bodyPr>
            <a:lstStyle/>
            <a:p>
              <a:pPr algn="ctr"/>
              <a:r>
                <a:rPr lang="en-SG" sz="900" b="1" dirty="0">
                  <a:solidFill>
                    <a:schemeClr val="tx2"/>
                  </a:solidFill>
                  <a:latin typeface="+mn-lt"/>
                </a:rPr>
                <a:t>Entrance</a:t>
              </a:r>
              <a:endParaRPr lang="en-SG" sz="1400" b="1" dirty="0">
                <a:solidFill>
                  <a:schemeClr val="tx2"/>
                </a:solidFill>
                <a:latin typeface="+mn-lt"/>
              </a:endParaRPr>
            </a:p>
          </p:txBody>
        </p:sp>
      </p:grpSp>
      <p:sp>
        <p:nvSpPr>
          <p:cNvPr id="194" name="Freeform: Shape 193">
            <a:extLst>
              <a:ext uri="{FF2B5EF4-FFF2-40B4-BE49-F238E27FC236}">
                <a16:creationId xmlns:a16="http://schemas.microsoft.com/office/drawing/2014/main" id="{61A7FB15-186D-C47C-8E8F-FB1CD7479765}"/>
              </a:ext>
            </a:extLst>
          </p:cNvPr>
          <p:cNvSpPr/>
          <p:nvPr/>
        </p:nvSpPr>
        <p:spPr>
          <a:xfrm>
            <a:off x="3129527" y="4287772"/>
            <a:ext cx="89015" cy="347698"/>
          </a:xfrm>
          <a:custGeom>
            <a:avLst/>
            <a:gdLst>
              <a:gd name="connsiteX0" fmla="*/ 69058 w 69096"/>
              <a:gd name="connsiteY0" fmla="*/ 281214 h 281214"/>
              <a:gd name="connsiteX1" fmla="*/ 50915 w 69096"/>
              <a:gd name="connsiteY1" fmla="*/ 234043 h 281214"/>
              <a:gd name="connsiteX2" fmla="*/ 30958 w 69096"/>
              <a:gd name="connsiteY2" fmla="*/ 195943 h 281214"/>
              <a:gd name="connsiteX3" fmla="*/ 18258 w 69096"/>
              <a:gd name="connsiteY3" fmla="*/ 177800 h 281214"/>
              <a:gd name="connsiteX4" fmla="*/ 3743 w 69096"/>
              <a:gd name="connsiteY4" fmla="*/ 154214 h 281214"/>
              <a:gd name="connsiteX5" fmla="*/ 20072 w 69096"/>
              <a:gd name="connsiteY5" fmla="*/ 127000 h 281214"/>
              <a:gd name="connsiteX6" fmla="*/ 32772 w 69096"/>
              <a:gd name="connsiteY6" fmla="*/ 107043 h 281214"/>
              <a:gd name="connsiteX7" fmla="*/ 40029 w 69096"/>
              <a:gd name="connsiteY7" fmla="*/ 101600 h 281214"/>
              <a:gd name="connsiteX8" fmla="*/ 56358 w 69096"/>
              <a:gd name="connsiteY8" fmla="*/ 85272 h 281214"/>
              <a:gd name="connsiteX9" fmla="*/ 58172 w 69096"/>
              <a:gd name="connsiteY9" fmla="*/ 78014 h 281214"/>
              <a:gd name="connsiteX10" fmla="*/ 69058 w 69096"/>
              <a:gd name="connsiteY10" fmla="*/ 76200 h 281214"/>
              <a:gd name="connsiteX11" fmla="*/ 59986 w 69096"/>
              <a:gd name="connsiteY11" fmla="*/ 47172 h 281214"/>
              <a:gd name="connsiteX12" fmla="*/ 56358 w 69096"/>
              <a:gd name="connsiteY12" fmla="*/ 38100 h 281214"/>
              <a:gd name="connsiteX13" fmla="*/ 54543 w 69096"/>
              <a:gd name="connsiteY13" fmla="*/ 30843 h 281214"/>
              <a:gd name="connsiteX14" fmla="*/ 43658 w 69096"/>
              <a:gd name="connsiteY14" fmla="*/ 18143 h 281214"/>
              <a:gd name="connsiteX15" fmla="*/ 38215 w 69096"/>
              <a:gd name="connsiteY15" fmla="*/ 9072 h 281214"/>
              <a:gd name="connsiteX16" fmla="*/ 30958 w 69096"/>
              <a:gd name="connsiteY16" fmla="*/ 0 h 28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9096" h="281214">
                <a:moveTo>
                  <a:pt x="69058" y="281214"/>
                </a:moveTo>
                <a:cubicBezTo>
                  <a:pt x="64847" y="260170"/>
                  <a:pt x="67045" y="267916"/>
                  <a:pt x="50915" y="234043"/>
                </a:cubicBezTo>
                <a:cubicBezTo>
                  <a:pt x="44751" y="221099"/>
                  <a:pt x="38157" y="208341"/>
                  <a:pt x="30958" y="195943"/>
                </a:cubicBezTo>
                <a:cubicBezTo>
                  <a:pt x="27251" y="189559"/>
                  <a:pt x="22001" y="184163"/>
                  <a:pt x="18258" y="177800"/>
                </a:cubicBezTo>
                <a:cubicBezTo>
                  <a:pt x="1704" y="149659"/>
                  <a:pt x="25250" y="180021"/>
                  <a:pt x="3743" y="154214"/>
                </a:cubicBezTo>
                <a:cubicBezTo>
                  <a:pt x="-3793" y="135373"/>
                  <a:pt x="-724" y="151262"/>
                  <a:pt x="20072" y="127000"/>
                </a:cubicBezTo>
                <a:cubicBezTo>
                  <a:pt x="25204" y="121013"/>
                  <a:pt x="27900" y="113243"/>
                  <a:pt x="32772" y="107043"/>
                </a:cubicBezTo>
                <a:cubicBezTo>
                  <a:pt x="34640" y="104665"/>
                  <a:pt x="37891" y="103738"/>
                  <a:pt x="40029" y="101600"/>
                </a:cubicBezTo>
                <a:cubicBezTo>
                  <a:pt x="64851" y="76778"/>
                  <a:pt x="17305" y="117814"/>
                  <a:pt x="56358" y="85272"/>
                </a:cubicBezTo>
                <a:cubicBezTo>
                  <a:pt x="56963" y="82853"/>
                  <a:pt x="56143" y="79464"/>
                  <a:pt x="58172" y="78014"/>
                </a:cubicBezTo>
                <a:cubicBezTo>
                  <a:pt x="61165" y="75876"/>
                  <a:pt x="68842" y="79872"/>
                  <a:pt x="69058" y="76200"/>
                </a:cubicBezTo>
                <a:cubicBezTo>
                  <a:pt x="69653" y="66080"/>
                  <a:pt x="63192" y="56789"/>
                  <a:pt x="59986" y="47172"/>
                </a:cubicBezTo>
                <a:cubicBezTo>
                  <a:pt x="58956" y="44082"/>
                  <a:pt x="57388" y="41190"/>
                  <a:pt x="56358" y="38100"/>
                </a:cubicBezTo>
                <a:cubicBezTo>
                  <a:pt x="55569" y="35734"/>
                  <a:pt x="55882" y="32947"/>
                  <a:pt x="54543" y="30843"/>
                </a:cubicBezTo>
                <a:cubicBezTo>
                  <a:pt x="51550" y="26139"/>
                  <a:pt x="47003" y="22603"/>
                  <a:pt x="43658" y="18143"/>
                </a:cubicBezTo>
                <a:cubicBezTo>
                  <a:pt x="41542" y="15322"/>
                  <a:pt x="40237" y="11961"/>
                  <a:pt x="38215" y="9072"/>
                </a:cubicBezTo>
                <a:cubicBezTo>
                  <a:pt x="35994" y="5900"/>
                  <a:pt x="30958" y="0"/>
                  <a:pt x="30958" y="0"/>
                </a:cubicBezTo>
              </a:path>
            </a:pathLst>
          </a:custGeom>
          <a:noFill/>
          <a:ln w="7620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95" name="Picture 194">
            <a:extLst>
              <a:ext uri="{FF2B5EF4-FFF2-40B4-BE49-F238E27FC236}">
                <a16:creationId xmlns:a16="http://schemas.microsoft.com/office/drawing/2014/main" id="{7996C082-4AAC-E66B-4532-F90FB04B9D58}"/>
              </a:ext>
            </a:extLst>
          </p:cNvPr>
          <p:cNvPicPr>
            <a:picLocks noChangeAspect="1"/>
          </p:cNvPicPr>
          <p:nvPr/>
        </p:nvPicPr>
        <p:blipFill>
          <a:blip r:embed="rId11"/>
          <a:stretch>
            <a:fillRect/>
          </a:stretch>
        </p:blipFill>
        <p:spPr>
          <a:xfrm>
            <a:off x="2894704" y="3874881"/>
            <a:ext cx="300215" cy="300215"/>
          </a:xfrm>
          <a:prstGeom prst="rect">
            <a:avLst/>
          </a:prstGeom>
        </p:spPr>
      </p:pic>
      <p:sp>
        <p:nvSpPr>
          <p:cNvPr id="196" name="TextBox 195">
            <a:extLst>
              <a:ext uri="{FF2B5EF4-FFF2-40B4-BE49-F238E27FC236}">
                <a16:creationId xmlns:a16="http://schemas.microsoft.com/office/drawing/2014/main" id="{4DF478FD-AD81-47A9-16DD-B2CB961281FA}"/>
              </a:ext>
            </a:extLst>
          </p:cNvPr>
          <p:cNvSpPr txBox="1"/>
          <p:nvPr/>
        </p:nvSpPr>
        <p:spPr>
          <a:xfrm>
            <a:off x="2334031" y="4107623"/>
            <a:ext cx="1215496" cy="230832"/>
          </a:xfrm>
          <a:prstGeom prst="rect">
            <a:avLst/>
          </a:prstGeom>
          <a:noFill/>
          <a:ln>
            <a:noFill/>
          </a:ln>
        </p:spPr>
        <p:txBody>
          <a:bodyPr wrap="square" rtlCol="0">
            <a:spAutoFit/>
          </a:bodyPr>
          <a:lstStyle/>
          <a:p>
            <a:pPr algn="ctr"/>
            <a:r>
              <a:rPr lang="en-SG" sz="900" b="1" dirty="0">
                <a:solidFill>
                  <a:schemeClr val="tx2"/>
                </a:solidFill>
                <a:latin typeface="+mn-lt"/>
              </a:rPr>
              <a:t>Cirque Du Luna</a:t>
            </a:r>
          </a:p>
        </p:txBody>
      </p:sp>
      <p:sp>
        <p:nvSpPr>
          <p:cNvPr id="197" name="TextBox 196">
            <a:extLst>
              <a:ext uri="{FF2B5EF4-FFF2-40B4-BE49-F238E27FC236}">
                <a16:creationId xmlns:a16="http://schemas.microsoft.com/office/drawing/2014/main" id="{29C49F91-A301-C435-2501-206C5EEE2902}"/>
              </a:ext>
            </a:extLst>
          </p:cNvPr>
          <p:cNvSpPr txBox="1"/>
          <p:nvPr/>
        </p:nvSpPr>
        <p:spPr>
          <a:xfrm>
            <a:off x="886077" y="4622269"/>
            <a:ext cx="726297" cy="215444"/>
          </a:xfrm>
          <a:prstGeom prst="rect">
            <a:avLst/>
          </a:prstGeom>
          <a:noFill/>
          <a:ln>
            <a:noFill/>
          </a:ln>
        </p:spPr>
        <p:txBody>
          <a:bodyPr wrap="square" rtlCol="0">
            <a:spAutoFit/>
          </a:bodyPr>
          <a:lstStyle/>
          <a:p>
            <a:pPr algn="ctr"/>
            <a:r>
              <a:rPr lang="en-SG" sz="800" dirty="0">
                <a:solidFill>
                  <a:schemeClr val="tx2"/>
                </a:solidFill>
              </a:rPr>
              <a:t>~ 20 mins</a:t>
            </a:r>
            <a:endParaRPr lang="en-SG" sz="800" dirty="0">
              <a:solidFill>
                <a:schemeClr val="tx2"/>
              </a:solidFill>
              <a:latin typeface="+mn-lt"/>
            </a:endParaRPr>
          </a:p>
        </p:txBody>
      </p:sp>
      <p:pic>
        <p:nvPicPr>
          <p:cNvPr id="198" name="Picture 197" descr="A person walking on a black background&#10;&#10;AI-generated content may be incorrect.">
            <a:extLst>
              <a:ext uri="{FF2B5EF4-FFF2-40B4-BE49-F238E27FC236}">
                <a16:creationId xmlns:a16="http://schemas.microsoft.com/office/drawing/2014/main" id="{B3826FC3-907D-476A-D575-7DC65208641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451983" y="4635351"/>
            <a:ext cx="162491" cy="162491"/>
          </a:xfrm>
          <a:prstGeom prst="rect">
            <a:avLst/>
          </a:prstGeom>
        </p:spPr>
      </p:pic>
      <p:sp>
        <p:nvSpPr>
          <p:cNvPr id="199" name="Rectangle: Rounded Corners 198">
            <a:extLst>
              <a:ext uri="{FF2B5EF4-FFF2-40B4-BE49-F238E27FC236}">
                <a16:creationId xmlns:a16="http://schemas.microsoft.com/office/drawing/2014/main" id="{D4104CAF-B288-E8E2-36D6-5ED9F4CA7CBC}"/>
              </a:ext>
            </a:extLst>
          </p:cNvPr>
          <p:cNvSpPr/>
          <p:nvPr/>
        </p:nvSpPr>
        <p:spPr>
          <a:xfrm>
            <a:off x="991073" y="4537282"/>
            <a:ext cx="523791" cy="136964"/>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2.4 KM</a:t>
            </a:r>
          </a:p>
        </p:txBody>
      </p:sp>
      <p:sp>
        <p:nvSpPr>
          <p:cNvPr id="200" name="TextBox 199">
            <a:extLst>
              <a:ext uri="{FF2B5EF4-FFF2-40B4-BE49-F238E27FC236}">
                <a16:creationId xmlns:a16="http://schemas.microsoft.com/office/drawing/2014/main" id="{B3F684DC-F488-7F94-64A3-15F957B956B9}"/>
              </a:ext>
            </a:extLst>
          </p:cNvPr>
          <p:cNvSpPr txBox="1"/>
          <p:nvPr/>
        </p:nvSpPr>
        <p:spPr>
          <a:xfrm>
            <a:off x="2175919" y="4949975"/>
            <a:ext cx="726297" cy="215444"/>
          </a:xfrm>
          <a:prstGeom prst="rect">
            <a:avLst/>
          </a:prstGeom>
          <a:noFill/>
          <a:ln>
            <a:noFill/>
          </a:ln>
        </p:spPr>
        <p:txBody>
          <a:bodyPr wrap="square" rtlCol="0">
            <a:spAutoFit/>
          </a:bodyPr>
          <a:lstStyle/>
          <a:p>
            <a:pPr algn="ctr"/>
            <a:r>
              <a:rPr lang="en-SG" sz="800" dirty="0">
                <a:solidFill>
                  <a:schemeClr val="tx2"/>
                </a:solidFill>
              </a:rPr>
              <a:t>~ 7.5 mins</a:t>
            </a:r>
            <a:endParaRPr lang="en-SG" sz="800" dirty="0">
              <a:solidFill>
                <a:schemeClr val="tx2"/>
              </a:solidFill>
              <a:latin typeface="+mn-lt"/>
            </a:endParaRPr>
          </a:p>
        </p:txBody>
      </p:sp>
      <p:pic>
        <p:nvPicPr>
          <p:cNvPr id="201" name="Picture 200" descr="A person walking on a black background&#10;&#10;AI-generated content may be incorrect.">
            <a:extLst>
              <a:ext uri="{FF2B5EF4-FFF2-40B4-BE49-F238E27FC236}">
                <a16:creationId xmlns:a16="http://schemas.microsoft.com/office/drawing/2014/main" id="{76F6E3B5-4091-6720-CF27-85F84FC877B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741825" y="4963057"/>
            <a:ext cx="162491" cy="162491"/>
          </a:xfrm>
          <a:prstGeom prst="rect">
            <a:avLst/>
          </a:prstGeom>
        </p:spPr>
      </p:pic>
      <p:sp>
        <p:nvSpPr>
          <p:cNvPr id="202" name="Rectangle: Rounded Corners 201">
            <a:extLst>
              <a:ext uri="{FF2B5EF4-FFF2-40B4-BE49-F238E27FC236}">
                <a16:creationId xmlns:a16="http://schemas.microsoft.com/office/drawing/2014/main" id="{F8B25571-DC0D-AFEC-1158-2D19ECF7D201}"/>
              </a:ext>
            </a:extLst>
          </p:cNvPr>
          <p:cNvSpPr/>
          <p:nvPr/>
        </p:nvSpPr>
        <p:spPr>
          <a:xfrm>
            <a:off x="2294659" y="4883478"/>
            <a:ext cx="496137" cy="120893"/>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800 m</a:t>
            </a:r>
          </a:p>
        </p:txBody>
      </p:sp>
      <p:sp>
        <p:nvSpPr>
          <p:cNvPr id="203" name="TextBox 202">
            <a:extLst>
              <a:ext uri="{FF2B5EF4-FFF2-40B4-BE49-F238E27FC236}">
                <a16:creationId xmlns:a16="http://schemas.microsoft.com/office/drawing/2014/main" id="{A53AD1B6-28BE-C524-8D09-9D80DE7016F6}"/>
              </a:ext>
            </a:extLst>
          </p:cNvPr>
          <p:cNvSpPr txBox="1"/>
          <p:nvPr/>
        </p:nvSpPr>
        <p:spPr>
          <a:xfrm>
            <a:off x="2575917" y="4477314"/>
            <a:ext cx="726297" cy="215444"/>
          </a:xfrm>
          <a:prstGeom prst="rect">
            <a:avLst/>
          </a:prstGeom>
          <a:noFill/>
          <a:ln>
            <a:noFill/>
          </a:ln>
        </p:spPr>
        <p:txBody>
          <a:bodyPr wrap="square" rtlCol="0">
            <a:spAutoFit/>
          </a:bodyPr>
          <a:lstStyle/>
          <a:p>
            <a:pPr algn="ctr"/>
            <a:r>
              <a:rPr lang="en-SG" sz="800" dirty="0">
                <a:solidFill>
                  <a:schemeClr val="tx2"/>
                </a:solidFill>
              </a:rPr>
              <a:t>~ 3 mins</a:t>
            </a:r>
            <a:endParaRPr lang="en-SG" sz="800" dirty="0">
              <a:solidFill>
                <a:schemeClr val="tx2"/>
              </a:solidFill>
              <a:latin typeface="+mn-lt"/>
            </a:endParaRPr>
          </a:p>
        </p:txBody>
      </p:sp>
      <p:pic>
        <p:nvPicPr>
          <p:cNvPr id="204" name="Picture 203" descr="A person walking on a black background&#10;&#10;AI-generated content may be incorrect.">
            <a:extLst>
              <a:ext uri="{FF2B5EF4-FFF2-40B4-BE49-F238E27FC236}">
                <a16:creationId xmlns:a16="http://schemas.microsoft.com/office/drawing/2014/main" id="{F7D86FE3-9728-6280-B20C-3A24FB2BC82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094371" y="4477314"/>
            <a:ext cx="162491" cy="162491"/>
          </a:xfrm>
          <a:prstGeom prst="rect">
            <a:avLst/>
          </a:prstGeom>
        </p:spPr>
      </p:pic>
      <p:sp>
        <p:nvSpPr>
          <p:cNvPr id="205" name="Rectangle: Rounded Corners 204">
            <a:extLst>
              <a:ext uri="{FF2B5EF4-FFF2-40B4-BE49-F238E27FC236}">
                <a16:creationId xmlns:a16="http://schemas.microsoft.com/office/drawing/2014/main" id="{737EAE2B-3391-50C0-105B-A796D942BB44}"/>
              </a:ext>
            </a:extLst>
          </p:cNvPr>
          <p:cNvSpPr/>
          <p:nvPr/>
        </p:nvSpPr>
        <p:spPr>
          <a:xfrm>
            <a:off x="2661348" y="4417704"/>
            <a:ext cx="477651" cy="107619"/>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200m</a:t>
            </a:r>
          </a:p>
        </p:txBody>
      </p:sp>
      <p:sp>
        <p:nvSpPr>
          <p:cNvPr id="206" name="Rectangle 205">
            <a:extLst>
              <a:ext uri="{FF2B5EF4-FFF2-40B4-BE49-F238E27FC236}">
                <a16:creationId xmlns:a16="http://schemas.microsoft.com/office/drawing/2014/main" id="{B817EE3E-B5A6-5D25-80EF-59F164F604D5}"/>
              </a:ext>
            </a:extLst>
          </p:cNvPr>
          <p:cNvSpPr/>
          <p:nvPr/>
        </p:nvSpPr>
        <p:spPr>
          <a:xfrm>
            <a:off x="4331062" y="1548959"/>
            <a:ext cx="3497722" cy="532029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08" name="TextBox 207">
            <a:extLst>
              <a:ext uri="{FF2B5EF4-FFF2-40B4-BE49-F238E27FC236}">
                <a16:creationId xmlns:a16="http://schemas.microsoft.com/office/drawing/2014/main" id="{C2360C69-DFBA-B9B0-795E-AF4B77CD78C0}"/>
              </a:ext>
            </a:extLst>
          </p:cNvPr>
          <p:cNvSpPr txBox="1"/>
          <p:nvPr/>
        </p:nvSpPr>
        <p:spPr>
          <a:xfrm>
            <a:off x="4288775" y="1656681"/>
            <a:ext cx="784830" cy="369332"/>
          </a:xfrm>
          <a:prstGeom prst="rect">
            <a:avLst/>
          </a:prstGeom>
          <a:noFill/>
        </p:spPr>
        <p:txBody>
          <a:bodyPr wrap="none" rtlCol="0">
            <a:spAutoFit/>
          </a:bodyPr>
          <a:lstStyle/>
          <a:p>
            <a:r>
              <a:rPr lang="en-SG" b="1" dirty="0">
                <a:solidFill>
                  <a:schemeClr val="tx2"/>
                </a:solidFill>
              </a:rPr>
              <a:t>Order</a:t>
            </a:r>
            <a:endParaRPr lang="en-SG" sz="1400" b="1" dirty="0">
              <a:solidFill>
                <a:schemeClr val="tx2"/>
              </a:solidFill>
            </a:endParaRPr>
          </a:p>
        </p:txBody>
      </p:sp>
      <p:grpSp>
        <p:nvGrpSpPr>
          <p:cNvPr id="212" name="Group 211">
            <a:extLst>
              <a:ext uri="{FF2B5EF4-FFF2-40B4-BE49-F238E27FC236}">
                <a16:creationId xmlns:a16="http://schemas.microsoft.com/office/drawing/2014/main" id="{50CC5211-5EBE-8C2B-8787-E4C885DB9F62}"/>
              </a:ext>
            </a:extLst>
          </p:cNvPr>
          <p:cNvGrpSpPr/>
          <p:nvPr/>
        </p:nvGrpSpPr>
        <p:grpSpPr>
          <a:xfrm>
            <a:off x="4450212" y="2205112"/>
            <a:ext cx="134791" cy="315207"/>
            <a:chOff x="4402271" y="2205112"/>
            <a:chExt cx="134791" cy="315207"/>
          </a:xfrm>
        </p:grpSpPr>
        <p:pic>
          <p:nvPicPr>
            <p:cNvPr id="210" name="Picture 209" descr="A blue arrow pointing to the left&#10;&#10;AI-generated content may be incorrect.">
              <a:extLst>
                <a:ext uri="{FF2B5EF4-FFF2-40B4-BE49-F238E27FC236}">
                  <a16:creationId xmlns:a16="http://schemas.microsoft.com/office/drawing/2014/main" id="{257E2BB6-48E7-C956-680C-2F3BFFAD85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11" name="Picture 210" descr="A blue arrow pointing to the left&#10;&#10;AI-generated content may be incorrect.">
              <a:extLst>
                <a:ext uri="{FF2B5EF4-FFF2-40B4-BE49-F238E27FC236}">
                  <a16:creationId xmlns:a16="http://schemas.microsoft.com/office/drawing/2014/main" id="{BDDDA29D-6724-590C-DD44-9537B9D777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sp>
        <p:nvSpPr>
          <p:cNvPr id="213" name="TextBox 212">
            <a:extLst>
              <a:ext uri="{FF2B5EF4-FFF2-40B4-BE49-F238E27FC236}">
                <a16:creationId xmlns:a16="http://schemas.microsoft.com/office/drawing/2014/main" id="{86FA4B5B-27C3-E5F2-A0FE-CF3CFFB5DA9B}"/>
              </a:ext>
            </a:extLst>
          </p:cNvPr>
          <p:cNvSpPr txBox="1"/>
          <p:nvPr/>
        </p:nvSpPr>
        <p:spPr>
          <a:xfrm>
            <a:off x="6040861" y="1656681"/>
            <a:ext cx="1833387" cy="369332"/>
          </a:xfrm>
          <a:prstGeom prst="rect">
            <a:avLst/>
          </a:prstGeom>
          <a:noFill/>
        </p:spPr>
        <p:txBody>
          <a:bodyPr wrap="none" rtlCol="0">
            <a:spAutoFit/>
          </a:bodyPr>
          <a:lstStyle/>
          <a:p>
            <a:r>
              <a:rPr lang="en-SG" b="1" dirty="0">
                <a:solidFill>
                  <a:schemeClr val="tx2"/>
                </a:solidFill>
              </a:rPr>
              <a:t>Walk/Wait Time</a:t>
            </a:r>
            <a:endParaRPr lang="en-SG" sz="1400" b="1" dirty="0">
              <a:solidFill>
                <a:schemeClr val="tx2"/>
              </a:solidFill>
            </a:endParaRPr>
          </a:p>
        </p:txBody>
      </p:sp>
      <p:sp>
        <p:nvSpPr>
          <p:cNvPr id="214" name="TextBox 213">
            <a:extLst>
              <a:ext uri="{FF2B5EF4-FFF2-40B4-BE49-F238E27FC236}">
                <a16:creationId xmlns:a16="http://schemas.microsoft.com/office/drawing/2014/main" id="{1AFC9F59-4D72-ECB5-53A4-892FC50DD9E8}"/>
              </a:ext>
            </a:extLst>
          </p:cNvPr>
          <p:cNvSpPr txBox="1"/>
          <p:nvPr/>
        </p:nvSpPr>
        <p:spPr>
          <a:xfrm>
            <a:off x="6616739" y="3079338"/>
            <a:ext cx="881973" cy="338554"/>
          </a:xfrm>
          <a:prstGeom prst="rect">
            <a:avLst/>
          </a:prstGeom>
          <a:noFill/>
        </p:spPr>
        <p:txBody>
          <a:bodyPr wrap="none" rtlCol="0">
            <a:spAutoFit/>
          </a:bodyPr>
          <a:lstStyle/>
          <a:p>
            <a:r>
              <a:rPr lang="en-SG" sz="1600" dirty="0">
                <a:solidFill>
                  <a:schemeClr val="tx2"/>
                </a:solidFill>
              </a:rPr>
              <a:t>50 mins</a:t>
            </a:r>
            <a:endParaRPr lang="en-SG" sz="1200" dirty="0">
              <a:solidFill>
                <a:schemeClr val="tx2"/>
              </a:solidFill>
            </a:endParaRPr>
          </a:p>
        </p:txBody>
      </p:sp>
      <p:pic>
        <p:nvPicPr>
          <p:cNvPr id="216" name="Picture 215" descr="A blue hourglass and arrow&#10;&#10;AI-generated content may be incorrect.">
            <a:extLst>
              <a:ext uri="{FF2B5EF4-FFF2-40B4-BE49-F238E27FC236}">
                <a16:creationId xmlns:a16="http://schemas.microsoft.com/office/drawing/2014/main" id="{F721B1CF-7525-5E44-2889-B98365B5805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17933" y="3074305"/>
            <a:ext cx="307777" cy="307777"/>
          </a:xfrm>
          <a:prstGeom prst="rect">
            <a:avLst/>
          </a:prstGeom>
        </p:spPr>
      </p:pic>
      <p:grpSp>
        <p:nvGrpSpPr>
          <p:cNvPr id="217" name="Group 216">
            <a:extLst>
              <a:ext uri="{FF2B5EF4-FFF2-40B4-BE49-F238E27FC236}">
                <a16:creationId xmlns:a16="http://schemas.microsoft.com/office/drawing/2014/main" id="{97454C8E-3C74-A709-C522-E8B125E0F381}"/>
              </a:ext>
            </a:extLst>
          </p:cNvPr>
          <p:cNvGrpSpPr/>
          <p:nvPr/>
        </p:nvGrpSpPr>
        <p:grpSpPr>
          <a:xfrm>
            <a:off x="4445473" y="3131541"/>
            <a:ext cx="134791" cy="315207"/>
            <a:chOff x="4402271" y="2205112"/>
            <a:chExt cx="134791" cy="315207"/>
          </a:xfrm>
        </p:grpSpPr>
        <p:pic>
          <p:nvPicPr>
            <p:cNvPr id="219" name="Picture 218" descr="A blue arrow pointing to the left&#10;&#10;AI-generated content may be incorrect.">
              <a:extLst>
                <a:ext uri="{FF2B5EF4-FFF2-40B4-BE49-F238E27FC236}">
                  <a16:creationId xmlns:a16="http://schemas.microsoft.com/office/drawing/2014/main" id="{EC8401EC-F556-6D8E-B068-8DBD163927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20" name="Picture 219" descr="A blue arrow pointing to the left&#10;&#10;AI-generated content may be incorrect.">
              <a:extLst>
                <a:ext uri="{FF2B5EF4-FFF2-40B4-BE49-F238E27FC236}">
                  <a16:creationId xmlns:a16="http://schemas.microsoft.com/office/drawing/2014/main" id="{79CDD08E-083B-8C7F-F249-C425CEE115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sp>
        <p:nvSpPr>
          <p:cNvPr id="223" name="TextBox 222">
            <a:extLst>
              <a:ext uri="{FF2B5EF4-FFF2-40B4-BE49-F238E27FC236}">
                <a16:creationId xmlns:a16="http://schemas.microsoft.com/office/drawing/2014/main" id="{1DACF4E3-F9A9-B92F-B388-E20CF91CDBF9}"/>
              </a:ext>
            </a:extLst>
          </p:cNvPr>
          <p:cNvSpPr txBox="1"/>
          <p:nvPr/>
        </p:nvSpPr>
        <p:spPr>
          <a:xfrm>
            <a:off x="5986368" y="3543007"/>
            <a:ext cx="881973" cy="338554"/>
          </a:xfrm>
          <a:prstGeom prst="rect">
            <a:avLst/>
          </a:prstGeom>
          <a:noFill/>
        </p:spPr>
        <p:txBody>
          <a:bodyPr wrap="none" rtlCol="0">
            <a:spAutoFit/>
          </a:bodyPr>
          <a:lstStyle/>
          <a:p>
            <a:r>
              <a:rPr lang="en-SG" sz="1600" dirty="0">
                <a:solidFill>
                  <a:schemeClr val="tx2"/>
                </a:solidFill>
              </a:rPr>
              <a:t>20 mins</a:t>
            </a:r>
            <a:endParaRPr lang="en-SG" sz="1200" dirty="0">
              <a:solidFill>
                <a:schemeClr val="tx2"/>
              </a:solidFill>
            </a:endParaRPr>
          </a:p>
        </p:txBody>
      </p:sp>
      <p:pic>
        <p:nvPicPr>
          <p:cNvPr id="225" name="Picture 224" descr="A person walking on a black background&#10;&#10;AI-generated content may be incorrect.">
            <a:extLst>
              <a:ext uri="{FF2B5EF4-FFF2-40B4-BE49-F238E27FC236}">
                <a16:creationId xmlns:a16="http://schemas.microsoft.com/office/drawing/2014/main" id="{94D080BE-EA9C-2F5B-EAA7-78ACAE217345}"/>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744790" y="3514644"/>
            <a:ext cx="328136" cy="328136"/>
          </a:xfrm>
          <a:prstGeom prst="rect">
            <a:avLst/>
          </a:prstGeom>
        </p:spPr>
      </p:pic>
      <p:cxnSp>
        <p:nvCxnSpPr>
          <p:cNvPr id="227" name="Straight Connector 226">
            <a:extLst>
              <a:ext uri="{FF2B5EF4-FFF2-40B4-BE49-F238E27FC236}">
                <a16:creationId xmlns:a16="http://schemas.microsoft.com/office/drawing/2014/main" id="{4940DE1F-1CE9-F0C7-F50F-C326A6CE05B4}"/>
              </a:ext>
            </a:extLst>
          </p:cNvPr>
          <p:cNvCxnSpPr>
            <a:cxnSpLocks/>
          </p:cNvCxnSpPr>
          <p:nvPr/>
        </p:nvCxnSpPr>
        <p:spPr>
          <a:xfrm flipH="1">
            <a:off x="5357605" y="2537733"/>
            <a:ext cx="4740" cy="571288"/>
          </a:xfrm>
          <a:prstGeom prst="line">
            <a:avLst/>
          </a:prstGeom>
          <a:ln>
            <a:solidFill>
              <a:schemeClr val="tx2"/>
            </a:solidFill>
            <a:prstDash val="sysDot"/>
          </a:ln>
        </p:spPr>
        <p:style>
          <a:lnRef idx="2">
            <a:schemeClr val="accent1"/>
          </a:lnRef>
          <a:fillRef idx="0">
            <a:schemeClr val="accent1"/>
          </a:fillRef>
          <a:effectRef idx="1">
            <a:schemeClr val="accent1"/>
          </a:effectRef>
          <a:fontRef idx="minor">
            <a:schemeClr val="tx1"/>
          </a:fontRef>
        </p:style>
      </p:cxnSp>
      <p:grpSp>
        <p:nvGrpSpPr>
          <p:cNvPr id="237" name="Group 236">
            <a:extLst>
              <a:ext uri="{FF2B5EF4-FFF2-40B4-BE49-F238E27FC236}">
                <a16:creationId xmlns:a16="http://schemas.microsoft.com/office/drawing/2014/main" id="{47574DBC-2010-48A0-EB51-2B32B5FFE2A1}"/>
              </a:ext>
            </a:extLst>
          </p:cNvPr>
          <p:cNvGrpSpPr/>
          <p:nvPr/>
        </p:nvGrpSpPr>
        <p:grpSpPr>
          <a:xfrm>
            <a:off x="4466932" y="4006232"/>
            <a:ext cx="1621239" cy="337727"/>
            <a:chOff x="4402271" y="2182592"/>
            <a:chExt cx="1621239" cy="337727"/>
          </a:xfrm>
        </p:grpSpPr>
        <p:sp>
          <p:nvSpPr>
            <p:cNvPr id="238" name="Rectangle: Rounded Corners 237">
              <a:extLst>
                <a:ext uri="{FF2B5EF4-FFF2-40B4-BE49-F238E27FC236}">
                  <a16:creationId xmlns:a16="http://schemas.microsoft.com/office/drawing/2014/main" id="{CF1A9DA4-0EB5-B851-4B95-A126E396B177}"/>
                </a:ext>
              </a:extLst>
            </p:cNvPr>
            <p:cNvSpPr/>
            <p:nvPr/>
          </p:nvSpPr>
          <p:spPr>
            <a:xfrm>
              <a:off x="4605295" y="2182592"/>
              <a:ext cx="1418215" cy="333680"/>
            </a:xfrm>
            <a:prstGeom prst="roundRect">
              <a:avLst/>
            </a:prstGeom>
            <a:solidFill>
              <a:srgbClr val="FFB9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Musical B’</a:t>
              </a:r>
            </a:p>
          </p:txBody>
        </p:sp>
        <p:pic>
          <p:nvPicPr>
            <p:cNvPr id="239" name="Picture 238" descr="A blue arrow pointing to the left&#10;&#10;AI-generated content may be incorrect.">
              <a:extLst>
                <a:ext uri="{FF2B5EF4-FFF2-40B4-BE49-F238E27FC236}">
                  <a16:creationId xmlns:a16="http://schemas.microsoft.com/office/drawing/2014/main" id="{3466B221-2836-1FF2-2DAA-5C0045AC55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40" name="Picture 239" descr="A blue arrow pointing to the left&#10;&#10;AI-generated content may be incorrect.">
              <a:extLst>
                <a:ext uri="{FF2B5EF4-FFF2-40B4-BE49-F238E27FC236}">
                  <a16:creationId xmlns:a16="http://schemas.microsoft.com/office/drawing/2014/main" id="{71159E3C-2F9F-4A6C-6D1A-24858574C5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cxnSp>
        <p:nvCxnSpPr>
          <p:cNvPr id="241" name="Straight Connector 240">
            <a:extLst>
              <a:ext uri="{FF2B5EF4-FFF2-40B4-BE49-F238E27FC236}">
                <a16:creationId xmlns:a16="http://schemas.microsoft.com/office/drawing/2014/main" id="{B5BCAFA4-8F78-75DB-7009-D342AD6EDC5D}"/>
              </a:ext>
            </a:extLst>
          </p:cNvPr>
          <p:cNvCxnSpPr>
            <a:cxnSpLocks/>
          </p:cNvCxnSpPr>
          <p:nvPr/>
        </p:nvCxnSpPr>
        <p:spPr>
          <a:xfrm>
            <a:off x="5357604" y="3465937"/>
            <a:ext cx="2371" cy="526399"/>
          </a:xfrm>
          <a:prstGeom prst="line">
            <a:avLst/>
          </a:prstGeom>
          <a:ln>
            <a:solidFill>
              <a:schemeClr val="tx2"/>
            </a:solidFill>
            <a:prstDash val="sysDot"/>
          </a:ln>
        </p:spPr>
        <p:style>
          <a:lnRef idx="2">
            <a:schemeClr val="accent1"/>
          </a:lnRef>
          <a:fillRef idx="0">
            <a:schemeClr val="accent1"/>
          </a:fillRef>
          <a:effectRef idx="1">
            <a:schemeClr val="accent1"/>
          </a:effectRef>
          <a:fontRef idx="minor">
            <a:schemeClr val="tx1"/>
          </a:fontRef>
        </p:style>
      </p:cxnSp>
      <p:sp>
        <p:nvSpPr>
          <p:cNvPr id="242" name="TextBox 241">
            <a:extLst>
              <a:ext uri="{FF2B5EF4-FFF2-40B4-BE49-F238E27FC236}">
                <a16:creationId xmlns:a16="http://schemas.microsoft.com/office/drawing/2014/main" id="{4C42914F-C252-E45F-ECD7-0C8FC02E6E49}"/>
              </a:ext>
            </a:extLst>
          </p:cNvPr>
          <p:cNvSpPr txBox="1"/>
          <p:nvPr/>
        </p:nvSpPr>
        <p:spPr>
          <a:xfrm>
            <a:off x="6742946" y="2186512"/>
            <a:ext cx="772969" cy="338554"/>
          </a:xfrm>
          <a:prstGeom prst="rect">
            <a:avLst/>
          </a:prstGeom>
          <a:noFill/>
        </p:spPr>
        <p:txBody>
          <a:bodyPr wrap="none" rtlCol="0">
            <a:spAutoFit/>
          </a:bodyPr>
          <a:lstStyle/>
          <a:p>
            <a:r>
              <a:rPr lang="en-SG" sz="1600" dirty="0">
                <a:solidFill>
                  <a:schemeClr val="tx2"/>
                </a:solidFill>
              </a:rPr>
              <a:t>5 mins</a:t>
            </a:r>
            <a:endParaRPr lang="en-SG" sz="1200" dirty="0">
              <a:solidFill>
                <a:schemeClr val="tx2"/>
              </a:solidFill>
            </a:endParaRPr>
          </a:p>
        </p:txBody>
      </p:sp>
      <p:pic>
        <p:nvPicPr>
          <p:cNvPr id="243" name="Picture 242" descr="A blue hourglass and arrow&#10;&#10;AI-generated content may be incorrect.">
            <a:extLst>
              <a:ext uri="{FF2B5EF4-FFF2-40B4-BE49-F238E27FC236}">
                <a16:creationId xmlns:a16="http://schemas.microsoft.com/office/drawing/2014/main" id="{2D35282B-B0FA-F941-0B60-94A67F3E332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39574" y="2168328"/>
            <a:ext cx="307777" cy="307777"/>
          </a:xfrm>
          <a:prstGeom prst="rect">
            <a:avLst/>
          </a:prstGeom>
        </p:spPr>
      </p:pic>
      <p:sp>
        <p:nvSpPr>
          <p:cNvPr id="244" name="TextBox 243">
            <a:extLst>
              <a:ext uri="{FF2B5EF4-FFF2-40B4-BE49-F238E27FC236}">
                <a16:creationId xmlns:a16="http://schemas.microsoft.com/office/drawing/2014/main" id="{4584FEB9-96E7-6D93-F5ED-E9BE11E40C9D}"/>
              </a:ext>
            </a:extLst>
          </p:cNvPr>
          <p:cNvSpPr txBox="1"/>
          <p:nvPr/>
        </p:nvSpPr>
        <p:spPr>
          <a:xfrm>
            <a:off x="6016271" y="2668963"/>
            <a:ext cx="941283" cy="338554"/>
          </a:xfrm>
          <a:prstGeom prst="rect">
            <a:avLst/>
          </a:prstGeom>
          <a:noFill/>
        </p:spPr>
        <p:txBody>
          <a:bodyPr wrap="none" rtlCol="0">
            <a:spAutoFit/>
          </a:bodyPr>
          <a:lstStyle/>
          <a:p>
            <a:r>
              <a:rPr lang="en-SG" sz="1600" dirty="0">
                <a:solidFill>
                  <a:schemeClr val="tx2"/>
                </a:solidFill>
              </a:rPr>
              <a:t>7.5 mins</a:t>
            </a:r>
            <a:endParaRPr lang="en-SG" sz="1200" dirty="0">
              <a:solidFill>
                <a:schemeClr val="tx2"/>
              </a:solidFill>
            </a:endParaRPr>
          </a:p>
        </p:txBody>
      </p:sp>
      <p:pic>
        <p:nvPicPr>
          <p:cNvPr id="245" name="Picture 244" descr="A person walking on a black background&#10;&#10;AI-generated content may be incorrect.">
            <a:extLst>
              <a:ext uri="{FF2B5EF4-FFF2-40B4-BE49-F238E27FC236}">
                <a16:creationId xmlns:a16="http://schemas.microsoft.com/office/drawing/2014/main" id="{768D6A0E-DFFF-8536-46E7-FD25E3719A3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801294" y="2628100"/>
            <a:ext cx="328136" cy="328136"/>
          </a:xfrm>
          <a:prstGeom prst="rect">
            <a:avLst/>
          </a:prstGeom>
        </p:spPr>
      </p:pic>
      <p:sp>
        <p:nvSpPr>
          <p:cNvPr id="246" name="TextBox 245">
            <a:extLst>
              <a:ext uri="{FF2B5EF4-FFF2-40B4-BE49-F238E27FC236}">
                <a16:creationId xmlns:a16="http://schemas.microsoft.com/office/drawing/2014/main" id="{8388F65C-BE98-69DF-FDF0-765C9899B3F9}"/>
              </a:ext>
            </a:extLst>
          </p:cNvPr>
          <p:cNvSpPr txBox="1"/>
          <p:nvPr/>
        </p:nvSpPr>
        <p:spPr>
          <a:xfrm>
            <a:off x="6727065" y="4039391"/>
            <a:ext cx="782587" cy="338554"/>
          </a:xfrm>
          <a:prstGeom prst="rect">
            <a:avLst/>
          </a:prstGeom>
          <a:noFill/>
        </p:spPr>
        <p:txBody>
          <a:bodyPr wrap="none" rtlCol="0">
            <a:spAutoFit/>
          </a:bodyPr>
          <a:lstStyle/>
          <a:p>
            <a:r>
              <a:rPr lang="en-SG" sz="1600" dirty="0">
                <a:solidFill>
                  <a:schemeClr val="tx2"/>
                </a:solidFill>
              </a:rPr>
              <a:t>&lt;1 min</a:t>
            </a:r>
            <a:endParaRPr lang="en-SG" sz="1200" dirty="0">
              <a:solidFill>
                <a:schemeClr val="tx2"/>
              </a:solidFill>
            </a:endParaRPr>
          </a:p>
        </p:txBody>
      </p:sp>
      <p:pic>
        <p:nvPicPr>
          <p:cNvPr id="247" name="Picture 246" descr="A blue hourglass and arrow&#10;&#10;AI-generated content may be incorrect.">
            <a:extLst>
              <a:ext uri="{FF2B5EF4-FFF2-40B4-BE49-F238E27FC236}">
                <a16:creationId xmlns:a16="http://schemas.microsoft.com/office/drawing/2014/main" id="{5578C848-4A25-85B4-CA19-50C057B0B5E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39574" y="4021207"/>
            <a:ext cx="307777" cy="307777"/>
          </a:xfrm>
          <a:prstGeom prst="rect">
            <a:avLst/>
          </a:prstGeom>
        </p:spPr>
      </p:pic>
      <p:sp>
        <p:nvSpPr>
          <p:cNvPr id="248" name="Rectangle 247">
            <a:extLst>
              <a:ext uri="{FF2B5EF4-FFF2-40B4-BE49-F238E27FC236}">
                <a16:creationId xmlns:a16="http://schemas.microsoft.com/office/drawing/2014/main" id="{B840D5DF-DBE4-AF8D-5BE8-6C318A2CC1F5}"/>
              </a:ext>
            </a:extLst>
          </p:cNvPr>
          <p:cNvSpPr/>
          <p:nvPr/>
        </p:nvSpPr>
        <p:spPr>
          <a:xfrm>
            <a:off x="4318000" y="5051460"/>
            <a:ext cx="3497722" cy="18130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9" name="TextBox 248">
            <a:extLst>
              <a:ext uri="{FF2B5EF4-FFF2-40B4-BE49-F238E27FC236}">
                <a16:creationId xmlns:a16="http://schemas.microsoft.com/office/drawing/2014/main" id="{501D8936-C566-82A6-A268-27E879B855D5}"/>
              </a:ext>
            </a:extLst>
          </p:cNvPr>
          <p:cNvSpPr txBox="1"/>
          <p:nvPr/>
        </p:nvSpPr>
        <p:spPr>
          <a:xfrm rot="5400000">
            <a:off x="4867762" y="4325596"/>
            <a:ext cx="1244283" cy="646331"/>
          </a:xfrm>
          <a:prstGeom prst="rect">
            <a:avLst/>
          </a:prstGeom>
          <a:noFill/>
        </p:spPr>
        <p:txBody>
          <a:bodyPr wrap="square" rtlCol="0">
            <a:spAutoFit/>
          </a:bodyPr>
          <a:lstStyle/>
          <a:p>
            <a:pPr algn="ctr"/>
            <a:r>
              <a:rPr lang="en-SG" sz="3600" dirty="0"/>
              <a:t>…</a:t>
            </a:r>
          </a:p>
        </p:txBody>
      </p:sp>
      <p:sp>
        <p:nvSpPr>
          <p:cNvPr id="250" name="Rectangle: Rounded Corners 249">
            <a:extLst>
              <a:ext uri="{FF2B5EF4-FFF2-40B4-BE49-F238E27FC236}">
                <a16:creationId xmlns:a16="http://schemas.microsoft.com/office/drawing/2014/main" id="{73983EC4-B601-B555-9407-ED6A2EE59BD4}"/>
              </a:ext>
            </a:extLst>
          </p:cNvPr>
          <p:cNvSpPr/>
          <p:nvPr/>
        </p:nvSpPr>
        <p:spPr>
          <a:xfrm rot="5400000">
            <a:off x="4111744" y="2463069"/>
            <a:ext cx="556075" cy="4594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252" name="TextBox 251">
            <a:extLst>
              <a:ext uri="{FF2B5EF4-FFF2-40B4-BE49-F238E27FC236}">
                <a16:creationId xmlns:a16="http://schemas.microsoft.com/office/drawing/2014/main" id="{4BA701ED-E4FA-EFFA-CD50-A887C930E5E2}"/>
              </a:ext>
            </a:extLst>
          </p:cNvPr>
          <p:cNvSpPr txBox="1"/>
          <p:nvPr/>
        </p:nvSpPr>
        <p:spPr>
          <a:xfrm>
            <a:off x="234409" y="5504755"/>
            <a:ext cx="1851597" cy="369332"/>
          </a:xfrm>
          <a:prstGeom prst="rect">
            <a:avLst/>
          </a:prstGeom>
          <a:noFill/>
        </p:spPr>
        <p:txBody>
          <a:bodyPr wrap="none" rtlCol="0">
            <a:spAutoFit/>
          </a:bodyPr>
          <a:lstStyle/>
          <a:p>
            <a:r>
              <a:rPr lang="en-SG" b="1" dirty="0">
                <a:solidFill>
                  <a:schemeClr val="tx2"/>
                </a:solidFill>
              </a:rPr>
              <a:t>Total Time: </a:t>
            </a:r>
            <a:r>
              <a:rPr lang="en-SG" dirty="0">
                <a:solidFill>
                  <a:schemeClr val="tx2"/>
                </a:solidFill>
              </a:rPr>
              <a:t>2 hrs</a:t>
            </a:r>
            <a:endParaRPr lang="en-SG" sz="1400" b="1" dirty="0">
              <a:solidFill>
                <a:schemeClr val="tx2"/>
              </a:solidFill>
            </a:endParaRPr>
          </a:p>
        </p:txBody>
      </p:sp>
      <p:sp>
        <p:nvSpPr>
          <p:cNvPr id="253" name="TextBox 252">
            <a:extLst>
              <a:ext uri="{FF2B5EF4-FFF2-40B4-BE49-F238E27FC236}">
                <a16:creationId xmlns:a16="http://schemas.microsoft.com/office/drawing/2014/main" id="{C9FB4068-6B2F-C8FE-4109-5C9DEA2C15E0}"/>
              </a:ext>
            </a:extLst>
          </p:cNvPr>
          <p:cNvSpPr txBox="1"/>
          <p:nvPr/>
        </p:nvSpPr>
        <p:spPr>
          <a:xfrm>
            <a:off x="238846" y="5872175"/>
            <a:ext cx="2114746" cy="369332"/>
          </a:xfrm>
          <a:prstGeom prst="rect">
            <a:avLst/>
          </a:prstGeom>
          <a:noFill/>
        </p:spPr>
        <p:txBody>
          <a:bodyPr wrap="none" rtlCol="0">
            <a:spAutoFit/>
          </a:bodyPr>
          <a:lstStyle/>
          <a:p>
            <a:r>
              <a:rPr lang="en-SG" b="1" dirty="0">
                <a:solidFill>
                  <a:schemeClr val="tx2"/>
                </a:solidFill>
              </a:rPr>
              <a:t>Total Wait: </a:t>
            </a:r>
            <a:r>
              <a:rPr lang="en-SG" dirty="0">
                <a:solidFill>
                  <a:schemeClr val="tx2"/>
                </a:solidFill>
              </a:rPr>
              <a:t>30 mins</a:t>
            </a:r>
            <a:endParaRPr lang="en-SG" sz="1400" b="1" dirty="0">
              <a:solidFill>
                <a:schemeClr val="tx2"/>
              </a:solidFill>
            </a:endParaRPr>
          </a:p>
        </p:txBody>
      </p:sp>
      <p:sp>
        <p:nvSpPr>
          <p:cNvPr id="254" name="TextBox 253">
            <a:extLst>
              <a:ext uri="{FF2B5EF4-FFF2-40B4-BE49-F238E27FC236}">
                <a16:creationId xmlns:a16="http://schemas.microsoft.com/office/drawing/2014/main" id="{AA62E2AE-F07D-4753-FF27-68B0B482DE6C}"/>
              </a:ext>
            </a:extLst>
          </p:cNvPr>
          <p:cNvSpPr txBox="1"/>
          <p:nvPr/>
        </p:nvSpPr>
        <p:spPr>
          <a:xfrm>
            <a:off x="249147" y="6232896"/>
            <a:ext cx="2317622" cy="369332"/>
          </a:xfrm>
          <a:prstGeom prst="rect">
            <a:avLst/>
          </a:prstGeom>
          <a:noFill/>
        </p:spPr>
        <p:txBody>
          <a:bodyPr wrap="none" rtlCol="0">
            <a:spAutoFit/>
          </a:bodyPr>
          <a:lstStyle/>
          <a:p>
            <a:r>
              <a:rPr lang="en-SG" b="1" dirty="0">
                <a:solidFill>
                  <a:schemeClr val="tx2"/>
                </a:solidFill>
              </a:rPr>
              <a:t>Activity Time: </a:t>
            </a:r>
            <a:r>
              <a:rPr lang="en-SG" dirty="0">
                <a:solidFill>
                  <a:schemeClr val="tx2"/>
                </a:solidFill>
              </a:rPr>
              <a:t>1.5 hrs</a:t>
            </a:r>
            <a:endParaRPr lang="en-SG" sz="1400" b="1" dirty="0">
              <a:solidFill>
                <a:schemeClr val="tx2"/>
              </a:solidFill>
            </a:endParaRPr>
          </a:p>
        </p:txBody>
      </p:sp>
      <p:sp>
        <p:nvSpPr>
          <p:cNvPr id="255" name="Rectangle: Rounded Corners 254">
            <a:extLst>
              <a:ext uri="{FF2B5EF4-FFF2-40B4-BE49-F238E27FC236}">
                <a16:creationId xmlns:a16="http://schemas.microsoft.com/office/drawing/2014/main" id="{B5146741-F3E8-C70B-EECE-487A87F734D4}"/>
              </a:ext>
            </a:extLst>
          </p:cNvPr>
          <p:cNvSpPr/>
          <p:nvPr/>
        </p:nvSpPr>
        <p:spPr>
          <a:xfrm>
            <a:off x="4974707" y="5701123"/>
            <a:ext cx="2368733" cy="44616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Add more destinations</a:t>
            </a:r>
          </a:p>
        </p:txBody>
      </p:sp>
      <p:sp>
        <p:nvSpPr>
          <p:cNvPr id="256" name="Rectangle: Rounded Corners 255">
            <a:extLst>
              <a:ext uri="{FF2B5EF4-FFF2-40B4-BE49-F238E27FC236}">
                <a16:creationId xmlns:a16="http://schemas.microsoft.com/office/drawing/2014/main" id="{67175C53-50E9-B7A1-7BB2-7E02C39A204B}"/>
              </a:ext>
            </a:extLst>
          </p:cNvPr>
          <p:cNvSpPr/>
          <p:nvPr/>
        </p:nvSpPr>
        <p:spPr>
          <a:xfrm>
            <a:off x="4470361" y="6241507"/>
            <a:ext cx="1504118" cy="446163"/>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Cancel plan</a:t>
            </a:r>
          </a:p>
        </p:txBody>
      </p:sp>
      <p:sp>
        <p:nvSpPr>
          <p:cNvPr id="257" name="Rectangle: Rounded Corners 256">
            <a:extLst>
              <a:ext uri="{FF2B5EF4-FFF2-40B4-BE49-F238E27FC236}">
                <a16:creationId xmlns:a16="http://schemas.microsoft.com/office/drawing/2014/main" id="{8257D93E-256F-583B-D043-3294C6301738}"/>
              </a:ext>
            </a:extLst>
          </p:cNvPr>
          <p:cNvSpPr/>
          <p:nvPr/>
        </p:nvSpPr>
        <p:spPr>
          <a:xfrm>
            <a:off x="6209985" y="6239526"/>
            <a:ext cx="1504118" cy="446163"/>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Confirm plan</a:t>
            </a:r>
          </a:p>
        </p:txBody>
      </p:sp>
      <p:cxnSp>
        <p:nvCxnSpPr>
          <p:cNvPr id="258" name="Straight Connector 257">
            <a:extLst>
              <a:ext uri="{FF2B5EF4-FFF2-40B4-BE49-F238E27FC236}">
                <a16:creationId xmlns:a16="http://schemas.microsoft.com/office/drawing/2014/main" id="{4DEF4CD2-3492-EA11-1AED-7F86EF17BC01}"/>
              </a:ext>
            </a:extLst>
          </p:cNvPr>
          <p:cNvCxnSpPr>
            <a:cxnSpLocks/>
          </p:cNvCxnSpPr>
          <p:nvPr/>
        </p:nvCxnSpPr>
        <p:spPr>
          <a:xfrm flipV="1">
            <a:off x="2086006" y="1002910"/>
            <a:ext cx="5507456" cy="14002"/>
          </a:xfrm>
          <a:prstGeom prst="line">
            <a:avLst/>
          </a:prstGeom>
          <a:ln>
            <a:solidFill>
              <a:schemeClr val="tx2"/>
            </a:solidFill>
            <a:prstDash val="sysDot"/>
            <a:tailEnd type="stealth"/>
          </a:ln>
        </p:spPr>
        <p:style>
          <a:lnRef idx="2">
            <a:schemeClr val="accent1"/>
          </a:lnRef>
          <a:fillRef idx="0">
            <a:schemeClr val="accent1"/>
          </a:fillRef>
          <a:effectRef idx="1">
            <a:schemeClr val="accent1"/>
          </a:effectRef>
          <a:fontRef idx="minor">
            <a:schemeClr val="tx1"/>
          </a:fontRef>
        </p:style>
      </p:cxnSp>
      <p:sp>
        <p:nvSpPr>
          <p:cNvPr id="261" name="TextBox 260">
            <a:extLst>
              <a:ext uri="{FF2B5EF4-FFF2-40B4-BE49-F238E27FC236}">
                <a16:creationId xmlns:a16="http://schemas.microsoft.com/office/drawing/2014/main" id="{76DFE10C-EB87-0884-5FDC-62180EC9ADD8}"/>
              </a:ext>
            </a:extLst>
          </p:cNvPr>
          <p:cNvSpPr txBox="1"/>
          <p:nvPr/>
        </p:nvSpPr>
        <p:spPr>
          <a:xfrm>
            <a:off x="3639139" y="690051"/>
            <a:ext cx="3064172" cy="338554"/>
          </a:xfrm>
          <a:prstGeom prst="rect">
            <a:avLst/>
          </a:prstGeom>
          <a:noFill/>
        </p:spPr>
        <p:txBody>
          <a:bodyPr wrap="none" rtlCol="0">
            <a:spAutoFit/>
          </a:bodyPr>
          <a:lstStyle/>
          <a:p>
            <a:r>
              <a:rPr lang="en-SG" sz="1600" dirty="0">
                <a:solidFill>
                  <a:schemeClr val="tx2">
                    <a:lumMod val="40000"/>
                    <a:lumOff val="60000"/>
                  </a:schemeClr>
                </a:solidFill>
              </a:rPr>
              <a:t>Scroll to see more created  plans</a:t>
            </a:r>
            <a:endParaRPr lang="en-SG" sz="1200" dirty="0">
              <a:solidFill>
                <a:schemeClr val="tx2">
                  <a:lumMod val="40000"/>
                  <a:lumOff val="60000"/>
                </a:schemeClr>
              </a:solidFill>
            </a:endParaRPr>
          </a:p>
        </p:txBody>
      </p:sp>
      <p:pic>
        <p:nvPicPr>
          <p:cNvPr id="262" name="Picture 261">
            <a:extLst>
              <a:ext uri="{FF2B5EF4-FFF2-40B4-BE49-F238E27FC236}">
                <a16:creationId xmlns:a16="http://schemas.microsoft.com/office/drawing/2014/main" id="{6485AF43-20D6-E80B-4E31-0D18D0D6D687}"/>
              </a:ext>
            </a:extLst>
          </p:cNvPr>
          <p:cNvPicPr>
            <a:picLocks noChangeAspect="1"/>
          </p:cNvPicPr>
          <p:nvPr/>
        </p:nvPicPr>
        <p:blipFill>
          <a:blip r:embed="rId14"/>
          <a:stretch>
            <a:fillRect/>
          </a:stretch>
        </p:blipFill>
        <p:spPr>
          <a:xfrm>
            <a:off x="6532578" y="752985"/>
            <a:ext cx="676356" cy="676356"/>
          </a:xfrm>
          <a:prstGeom prst="rect">
            <a:avLst/>
          </a:prstGeom>
        </p:spPr>
      </p:pic>
      <p:sp>
        <p:nvSpPr>
          <p:cNvPr id="263" name="TextBox 262">
            <a:extLst>
              <a:ext uri="{FF2B5EF4-FFF2-40B4-BE49-F238E27FC236}">
                <a16:creationId xmlns:a16="http://schemas.microsoft.com/office/drawing/2014/main" id="{6352D298-0566-0AD1-CE83-99457E7E8CD6}"/>
              </a:ext>
            </a:extLst>
          </p:cNvPr>
          <p:cNvSpPr txBox="1"/>
          <p:nvPr/>
        </p:nvSpPr>
        <p:spPr>
          <a:xfrm>
            <a:off x="8357025" y="4453461"/>
            <a:ext cx="2382992" cy="923330"/>
          </a:xfrm>
          <a:prstGeom prst="rect">
            <a:avLst/>
          </a:prstGeom>
          <a:noFill/>
        </p:spPr>
        <p:txBody>
          <a:bodyPr wrap="square" rtlCol="0">
            <a:spAutoFit/>
          </a:bodyPr>
          <a:lstStyle/>
          <a:p>
            <a:r>
              <a:rPr lang="en-SG" dirty="0">
                <a:solidFill>
                  <a:schemeClr val="bg1">
                    <a:lumMod val="65000"/>
                  </a:schemeClr>
                </a:solidFill>
              </a:rPr>
              <a:t>No cancelled plans at the moment.</a:t>
            </a:r>
          </a:p>
          <a:p>
            <a:endParaRPr lang="en-SG" dirty="0"/>
          </a:p>
        </p:txBody>
      </p:sp>
      <p:sp>
        <p:nvSpPr>
          <p:cNvPr id="264" name="TextBox 263">
            <a:extLst>
              <a:ext uri="{FF2B5EF4-FFF2-40B4-BE49-F238E27FC236}">
                <a16:creationId xmlns:a16="http://schemas.microsoft.com/office/drawing/2014/main" id="{E180DEC9-89B4-1B6C-EAB7-A640D872D34C}"/>
              </a:ext>
            </a:extLst>
          </p:cNvPr>
          <p:cNvSpPr txBox="1"/>
          <p:nvPr/>
        </p:nvSpPr>
        <p:spPr>
          <a:xfrm>
            <a:off x="8357025" y="1548959"/>
            <a:ext cx="2382992" cy="923330"/>
          </a:xfrm>
          <a:prstGeom prst="rect">
            <a:avLst/>
          </a:prstGeom>
          <a:noFill/>
        </p:spPr>
        <p:txBody>
          <a:bodyPr wrap="square" rtlCol="0">
            <a:spAutoFit/>
          </a:bodyPr>
          <a:lstStyle/>
          <a:p>
            <a:r>
              <a:rPr lang="en-SG" dirty="0">
                <a:solidFill>
                  <a:schemeClr val="bg1">
                    <a:lumMod val="65000"/>
                  </a:schemeClr>
                </a:solidFill>
              </a:rPr>
              <a:t>No confirmed plans at the moment.</a:t>
            </a:r>
          </a:p>
          <a:p>
            <a:endParaRPr lang="en-SG" dirty="0"/>
          </a:p>
        </p:txBody>
      </p:sp>
      <p:sp>
        <p:nvSpPr>
          <p:cNvPr id="265" name="Rectangle: Rounded Corners 264">
            <a:hlinkClick r:id="rId15" action="ppaction://hlinksldjump"/>
            <a:extLst>
              <a:ext uri="{FF2B5EF4-FFF2-40B4-BE49-F238E27FC236}">
                <a16:creationId xmlns:a16="http://schemas.microsoft.com/office/drawing/2014/main" id="{496B8F88-2DD7-762A-273A-54D8C5FC7C53}"/>
              </a:ext>
            </a:extLst>
          </p:cNvPr>
          <p:cNvSpPr/>
          <p:nvPr/>
        </p:nvSpPr>
        <p:spPr>
          <a:xfrm>
            <a:off x="4970493" y="5119848"/>
            <a:ext cx="2368733" cy="44616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solidFill>
                  <a:srgbClr val="000000"/>
                </a:solidFill>
              </a:rPr>
              <a:t>Recalculate Route</a:t>
            </a:r>
          </a:p>
        </p:txBody>
      </p:sp>
      <p:sp>
        <p:nvSpPr>
          <p:cNvPr id="18" name="Rectangle: Rounded Corners 17">
            <a:extLst>
              <a:ext uri="{FF2B5EF4-FFF2-40B4-BE49-F238E27FC236}">
                <a16:creationId xmlns:a16="http://schemas.microsoft.com/office/drawing/2014/main" id="{345BEAB8-C2F5-0F83-5421-E4EC2C2DF909}"/>
              </a:ext>
            </a:extLst>
          </p:cNvPr>
          <p:cNvSpPr/>
          <p:nvPr/>
        </p:nvSpPr>
        <p:spPr>
          <a:xfrm>
            <a:off x="4644524" y="2194010"/>
            <a:ext cx="1418215" cy="333680"/>
          </a:xfrm>
          <a:prstGeom prst="roundRect">
            <a:avLst/>
          </a:prstGeom>
          <a:solidFill>
            <a:srgbClr val="C0F7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Ben’s Place</a:t>
            </a:r>
          </a:p>
        </p:txBody>
      </p:sp>
      <p:sp>
        <p:nvSpPr>
          <p:cNvPr id="19" name="Rectangle: Rounded Corners 18">
            <a:extLst>
              <a:ext uri="{FF2B5EF4-FFF2-40B4-BE49-F238E27FC236}">
                <a16:creationId xmlns:a16="http://schemas.microsoft.com/office/drawing/2014/main" id="{14A7FA9F-5CC2-8641-4842-76F2BD970F18}"/>
              </a:ext>
            </a:extLst>
          </p:cNvPr>
          <p:cNvSpPr/>
          <p:nvPr/>
        </p:nvSpPr>
        <p:spPr>
          <a:xfrm>
            <a:off x="4660410" y="3102872"/>
            <a:ext cx="1418215" cy="333680"/>
          </a:xfrm>
          <a:prstGeom prst="roundRect">
            <a:avLst/>
          </a:prstGeom>
          <a:solidFill>
            <a:srgbClr val="FEE43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Dragon Roller</a:t>
            </a:r>
          </a:p>
        </p:txBody>
      </p:sp>
      <p:sp>
        <p:nvSpPr>
          <p:cNvPr id="20" name="TextBox 19">
            <a:extLst>
              <a:ext uri="{FF2B5EF4-FFF2-40B4-BE49-F238E27FC236}">
                <a16:creationId xmlns:a16="http://schemas.microsoft.com/office/drawing/2014/main" id="{2790FB18-0A00-9922-BC70-D4DDC3A6E136}"/>
              </a:ext>
            </a:extLst>
          </p:cNvPr>
          <p:cNvSpPr txBox="1"/>
          <p:nvPr/>
        </p:nvSpPr>
        <p:spPr>
          <a:xfrm>
            <a:off x="7955252" y="3286075"/>
            <a:ext cx="4121657" cy="2092881"/>
          </a:xfrm>
          <a:prstGeom prst="rect">
            <a:avLst/>
          </a:prstGeom>
          <a:solidFill>
            <a:schemeClr val="bg1"/>
          </a:solidFill>
          <a:ln w="25400">
            <a:solidFill>
              <a:schemeClr val="accent5"/>
            </a:solidFill>
          </a:ln>
        </p:spPr>
        <p:txBody>
          <a:bodyPr wrap="square" rtlCol="0">
            <a:spAutoFit/>
          </a:bodyPr>
          <a:lstStyle/>
          <a:p>
            <a:pPr algn="just"/>
            <a:r>
              <a:rPr lang="en-US" b="1" dirty="0">
                <a:solidFill>
                  <a:srgbClr val="000000"/>
                </a:solidFill>
                <a:latin typeface="Arial" panose="020B0604020202020204" pitchFamily="34" charset="0"/>
                <a:cs typeface="Arial" panose="020B0604020202020204" pitchFamily="34" charset="0"/>
              </a:rPr>
              <a:t>Scenario Demonstration</a:t>
            </a:r>
          </a:p>
          <a:p>
            <a:pPr algn="just"/>
            <a:r>
              <a:rPr lang="en-US" sz="1600" dirty="0">
                <a:solidFill>
                  <a:srgbClr val="000000"/>
                </a:solidFill>
                <a:latin typeface="Arial" panose="020B0604020202020204" pitchFamily="34" charset="0"/>
                <a:cs typeface="Arial" panose="020B0604020202020204" pitchFamily="34" charset="0"/>
              </a:rPr>
              <a:t>In this scenario, the user has just swapped Ben’s Place and Dragon Roller.</a:t>
            </a:r>
          </a:p>
          <a:p>
            <a:pPr algn="just"/>
            <a:endParaRPr lang="en-US" sz="1600" dirty="0">
              <a:solidFill>
                <a:srgbClr val="000000"/>
              </a:solidFill>
              <a:latin typeface="Arial" panose="020B0604020202020204" pitchFamily="34" charset="0"/>
              <a:cs typeface="Arial" panose="020B0604020202020204" pitchFamily="34" charset="0"/>
            </a:endParaRPr>
          </a:p>
          <a:p>
            <a:pPr algn="just"/>
            <a:r>
              <a:rPr lang="en-US" sz="1600" dirty="0">
                <a:solidFill>
                  <a:srgbClr val="000000"/>
                </a:solidFill>
                <a:latin typeface="Arial" panose="020B0604020202020204" pitchFamily="34" charset="0"/>
                <a:cs typeface="Arial" panose="020B0604020202020204" pitchFamily="34" charset="0"/>
              </a:rPr>
              <a:t>Upon clicking Recalculate Route, the app will recalculate the itinerary, and updating the expected time that the user will be at each destination</a:t>
            </a:r>
          </a:p>
        </p:txBody>
      </p:sp>
      <p:pic>
        <p:nvPicPr>
          <p:cNvPr id="22" name="Picture 21">
            <a:extLst>
              <a:ext uri="{FF2B5EF4-FFF2-40B4-BE49-F238E27FC236}">
                <a16:creationId xmlns:a16="http://schemas.microsoft.com/office/drawing/2014/main" id="{531D373F-ECCC-FC58-9AAC-CF3B877795D1}"/>
              </a:ext>
            </a:extLst>
          </p:cNvPr>
          <p:cNvPicPr>
            <a:picLocks noChangeAspect="1"/>
          </p:cNvPicPr>
          <p:nvPr/>
        </p:nvPicPr>
        <p:blipFill>
          <a:blip r:embed="rId16"/>
          <a:stretch>
            <a:fillRect/>
          </a:stretch>
        </p:blipFill>
        <p:spPr>
          <a:xfrm>
            <a:off x="7695393" y="2938767"/>
            <a:ext cx="555159" cy="555159"/>
          </a:xfrm>
          <a:prstGeom prst="rect">
            <a:avLst/>
          </a:prstGeom>
        </p:spPr>
      </p:pic>
      <p:pic>
        <p:nvPicPr>
          <p:cNvPr id="23" name="Picture 22" descr="A yellow hand pointing up&#10;&#10;AI-generated content may be incorrect.">
            <a:extLst>
              <a:ext uri="{FF2B5EF4-FFF2-40B4-BE49-F238E27FC236}">
                <a16:creationId xmlns:a16="http://schemas.microsoft.com/office/drawing/2014/main" id="{023D59ED-1D68-116C-9030-57FB963A87F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7084618" y="5234078"/>
            <a:ext cx="663866" cy="663866"/>
          </a:xfrm>
          <a:prstGeom prst="rect">
            <a:avLst/>
          </a:prstGeom>
        </p:spPr>
      </p:pic>
    </p:spTree>
    <p:extLst>
      <p:ext uri="{BB962C8B-B14F-4D97-AF65-F5344CB8AC3E}">
        <p14:creationId xmlns:p14="http://schemas.microsoft.com/office/powerpoint/2010/main" val="913565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par>
                          <p:cTn id="8" fill="hold">
                            <p:stCondLst>
                              <p:cond delay="1500"/>
                            </p:stCondLst>
                            <p:childTnLst>
                              <p:par>
                                <p:cTn id="9" presetID="32" presetClass="emph" presetSubtype="0" fill="hold" nodeType="afterEffect">
                                  <p:stCondLst>
                                    <p:cond delay="0"/>
                                  </p:stCondLst>
                                  <p:childTnLst>
                                    <p:animRot by="120000">
                                      <p:cBhvr>
                                        <p:cTn id="10" dur="100" fill="hold">
                                          <p:stCondLst>
                                            <p:cond delay="0"/>
                                          </p:stCondLst>
                                        </p:cTn>
                                        <p:tgtEl>
                                          <p:spTgt spid="23"/>
                                        </p:tgtEl>
                                        <p:attrNameLst>
                                          <p:attrName>r</p:attrName>
                                        </p:attrNameLst>
                                      </p:cBhvr>
                                    </p:animRot>
                                    <p:animRot by="-240000">
                                      <p:cBhvr>
                                        <p:cTn id="11" dur="200" fill="hold">
                                          <p:stCondLst>
                                            <p:cond delay="200"/>
                                          </p:stCondLst>
                                        </p:cTn>
                                        <p:tgtEl>
                                          <p:spTgt spid="23"/>
                                        </p:tgtEl>
                                        <p:attrNameLst>
                                          <p:attrName>r</p:attrName>
                                        </p:attrNameLst>
                                      </p:cBhvr>
                                    </p:animRot>
                                    <p:animRot by="240000">
                                      <p:cBhvr>
                                        <p:cTn id="12" dur="200" fill="hold">
                                          <p:stCondLst>
                                            <p:cond delay="400"/>
                                          </p:stCondLst>
                                        </p:cTn>
                                        <p:tgtEl>
                                          <p:spTgt spid="23"/>
                                        </p:tgtEl>
                                        <p:attrNameLst>
                                          <p:attrName>r</p:attrName>
                                        </p:attrNameLst>
                                      </p:cBhvr>
                                    </p:animRot>
                                    <p:animRot by="-240000">
                                      <p:cBhvr>
                                        <p:cTn id="13" dur="200" fill="hold">
                                          <p:stCondLst>
                                            <p:cond delay="600"/>
                                          </p:stCondLst>
                                        </p:cTn>
                                        <p:tgtEl>
                                          <p:spTgt spid="23"/>
                                        </p:tgtEl>
                                        <p:attrNameLst>
                                          <p:attrName>r</p:attrName>
                                        </p:attrNameLst>
                                      </p:cBhvr>
                                    </p:animRot>
                                    <p:animRot by="120000">
                                      <p:cBhvr>
                                        <p:cTn id="14" dur="200" fill="hold">
                                          <p:stCondLst>
                                            <p:cond delay="800"/>
                                          </p:stCondLst>
                                        </p:cTn>
                                        <p:tgtEl>
                                          <p:spTgt spid="2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B3B51-D795-A918-8B3A-92D849DD45BD}"/>
            </a:ext>
          </a:extLst>
        </p:cNvPr>
        <p:cNvGrpSpPr/>
        <p:nvPr/>
      </p:nvGrpSpPr>
      <p:grpSpPr>
        <a:xfrm>
          <a:off x="0" y="0"/>
          <a:ext cx="0" cy="0"/>
          <a:chOff x="0" y="0"/>
          <a:chExt cx="0" cy="0"/>
        </a:xfrm>
      </p:grpSpPr>
    </p:spTree>
    <p:extLst>
      <p:ext uri="{BB962C8B-B14F-4D97-AF65-F5344CB8AC3E}">
        <p14:creationId xmlns:p14="http://schemas.microsoft.com/office/powerpoint/2010/main" val="182751014"/>
      </p:ext>
    </p:extLst>
  </p:cSld>
  <p:clrMapOvr>
    <a:masterClrMapping/>
  </p:clrMapOvr>
  <mc:AlternateContent xmlns:mc="http://schemas.openxmlformats.org/markup-compatibility/2006" xmlns:p14="http://schemas.microsoft.com/office/powerpoint/2010/main">
    <mc:Choice Requires="p14">
      <p:transition spd="slow" p14:dur="2000" advClick="0" advTm="500"/>
    </mc:Choice>
    <mc:Fallback xmlns="">
      <p:transition spd="slow" advClick="0" advTm="5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6F02E-8480-D9A7-DFA5-E316FFA4EE53}"/>
            </a:ext>
          </a:extLst>
        </p:cNvPr>
        <p:cNvGrpSpPr/>
        <p:nvPr/>
      </p:nvGrpSpPr>
      <p:grpSpPr>
        <a:xfrm>
          <a:off x="0" y="0"/>
          <a:ext cx="0" cy="0"/>
          <a:chOff x="0" y="0"/>
          <a:chExt cx="0" cy="0"/>
        </a:xfrm>
      </p:grpSpPr>
    </p:spTree>
    <p:extLst>
      <p:ext uri="{BB962C8B-B14F-4D97-AF65-F5344CB8AC3E}">
        <p14:creationId xmlns:p14="http://schemas.microsoft.com/office/powerpoint/2010/main" val="3728428900"/>
      </p:ext>
    </p:extLst>
  </p:cSld>
  <p:clrMapOvr>
    <a:masterClrMapping/>
  </p:clrMapOvr>
  <mc:AlternateContent xmlns:mc="http://schemas.openxmlformats.org/markup-compatibility/2006" xmlns:p14="http://schemas.microsoft.com/office/powerpoint/2010/main">
    <mc:Choice Requires="p14">
      <p:transition spd="slow" p14:dur="2000" advClick="0" advTm="500"/>
    </mc:Choice>
    <mc:Fallback xmlns="">
      <p:transition spd="slow" advClick="0" advTm="5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D7AE0-98C9-6C16-A064-1ACF3955A10D}"/>
            </a:ext>
          </a:extLst>
        </p:cNvPr>
        <p:cNvGrpSpPr/>
        <p:nvPr/>
      </p:nvGrpSpPr>
      <p:grpSpPr>
        <a:xfrm>
          <a:off x="0" y="0"/>
          <a:ext cx="0" cy="0"/>
          <a:chOff x="0" y="0"/>
          <a:chExt cx="0" cy="0"/>
        </a:xfrm>
      </p:grpSpPr>
    </p:spTree>
    <p:extLst>
      <p:ext uri="{BB962C8B-B14F-4D97-AF65-F5344CB8AC3E}">
        <p14:creationId xmlns:p14="http://schemas.microsoft.com/office/powerpoint/2010/main" val="2982792207"/>
      </p:ext>
    </p:extLst>
  </p:cSld>
  <p:clrMapOvr>
    <a:masterClrMapping/>
  </p:clrMapOvr>
  <mc:AlternateContent xmlns:mc="http://schemas.openxmlformats.org/markup-compatibility/2006" xmlns:p14="http://schemas.microsoft.com/office/powerpoint/2010/main">
    <mc:Choice Requires="p14">
      <p:transition spd="slow" p14:dur="2000" advClick="0" advTm="500"/>
    </mc:Choice>
    <mc:Fallback xmlns="">
      <p:transition spd="slow" advClick="0" advTm="5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0298C-565E-E45A-DACE-13E638A81EDB}"/>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F5B59E58-3CD2-3721-698D-6595A8443981}"/>
              </a:ext>
            </a:extLst>
          </p:cNvPr>
          <p:cNvSpPr/>
          <p:nvPr/>
        </p:nvSpPr>
        <p:spPr>
          <a:xfrm>
            <a:off x="7817482" y="732916"/>
            <a:ext cx="1765979" cy="524744"/>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b="1" dirty="0">
                <a:solidFill>
                  <a:schemeClr val="tx1"/>
                </a:solidFill>
              </a:rPr>
              <a:t>  Plan 2</a:t>
            </a:r>
          </a:p>
        </p:txBody>
      </p:sp>
      <p:sp>
        <p:nvSpPr>
          <p:cNvPr id="14" name="Rectangle 13">
            <a:extLst>
              <a:ext uri="{FF2B5EF4-FFF2-40B4-BE49-F238E27FC236}">
                <a16:creationId xmlns:a16="http://schemas.microsoft.com/office/drawing/2014/main" id="{D9CD1BEC-8569-CD49-0C37-F915738FAED3}"/>
              </a:ext>
            </a:extLst>
          </p:cNvPr>
          <p:cNvSpPr/>
          <p:nvPr/>
        </p:nvSpPr>
        <p:spPr>
          <a:xfrm>
            <a:off x="7820462" y="1269961"/>
            <a:ext cx="2710150" cy="55945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 name="Rectangle 1">
            <a:extLst>
              <a:ext uri="{FF2B5EF4-FFF2-40B4-BE49-F238E27FC236}">
                <a16:creationId xmlns:a16="http://schemas.microsoft.com/office/drawing/2014/main" id="{5AC899CF-F904-242D-40C1-AC9AC6CD7CBA}"/>
              </a:ext>
            </a:extLst>
          </p:cNvPr>
          <p:cNvSpPr/>
          <p:nvPr/>
        </p:nvSpPr>
        <p:spPr>
          <a:xfrm>
            <a:off x="8271481" y="732916"/>
            <a:ext cx="3920519" cy="6125084"/>
          </a:xfrm>
          <a:prstGeom prst="rect">
            <a:avLst/>
          </a:prstGeom>
          <a:solidFill>
            <a:schemeClr val="accent5">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 name="TextBox 2">
            <a:extLst>
              <a:ext uri="{FF2B5EF4-FFF2-40B4-BE49-F238E27FC236}">
                <a16:creationId xmlns:a16="http://schemas.microsoft.com/office/drawing/2014/main" id="{AEFF63DC-6DD3-93E6-E15E-4D9E29E6316C}"/>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4" name="TextBox 3">
            <a:extLst>
              <a:ext uri="{FF2B5EF4-FFF2-40B4-BE49-F238E27FC236}">
                <a16:creationId xmlns:a16="http://schemas.microsoft.com/office/drawing/2014/main" id="{EF281F93-A44D-D4D2-7A5B-97ED1BD96951}"/>
              </a:ext>
            </a:extLst>
          </p:cNvPr>
          <p:cNvSpPr txBox="1"/>
          <p:nvPr/>
        </p:nvSpPr>
        <p:spPr>
          <a:xfrm>
            <a:off x="8347099" y="937168"/>
            <a:ext cx="3458268" cy="461665"/>
          </a:xfrm>
          <a:prstGeom prst="rect">
            <a:avLst/>
          </a:prstGeom>
          <a:noFill/>
        </p:spPr>
        <p:txBody>
          <a:bodyPr wrap="square" rtlCol="0">
            <a:spAutoFit/>
          </a:bodyPr>
          <a:lstStyle/>
          <a:p>
            <a:r>
              <a:rPr lang="en-SG" sz="2400" b="1" dirty="0">
                <a:solidFill>
                  <a:schemeClr val="accent2"/>
                </a:solidFill>
                <a:latin typeface="+mj-lt"/>
              </a:rPr>
              <a:t>Confirmed Plans &amp; Users</a:t>
            </a:r>
          </a:p>
        </p:txBody>
      </p:sp>
      <p:sp>
        <p:nvSpPr>
          <p:cNvPr id="5" name="TextBox 4">
            <a:extLst>
              <a:ext uri="{FF2B5EF4-FFF2-40B4-BE49-F238E27FC236}">
                <a16:creationId xmlns:a16="http://schemas.microsoft.com/office/drawing/2014/main" id="{B81C26E3-C543-AD4E-91F3-3F7780DCED3B}"/>
              </a:ext>
            </a:extLst>
          </p:cNvPr>
          <p:cNvSpPr txBox="1"/>
          <p:nvPr/>
        </p:nvSpPr>
        <p:spPr>
          <a:xfrm>
            <a:off x="8347099" y="3861769"/>
            <a:ext cx="2792061" cy="461665"/>
          </a:xfrm>
          <a:prstGeom prst="rect">
            <a:avLst/>
          </a:prstGeom>
          <a:noFill/>
        </p:spPr>
        <p:txBody>
          <a:bodyPr wrap="square" rtlCol="0">
            <a:spAutoFit/>
          </a:bodyPr>
          <a:lstStyle/>
          <a:p>
            <a:r>
              <a:rPr lang="en-SG" sz="2400" b="1" dirty="0">
                <a:solidFill>
                  <a:schemeClr val="accent4"/>
                </a:solidFill>
                <a:latin typeface="+mj-lt"/>
              </a:rPr>
              <a:t>Cancelled Plans</a:t>
            </a:r>
          </a:p>
        </p:txBody>
      </p:sp>
      <p:grpSp>
        <p:nvGrpSpPr>
          <p:cNvPr id="6" name="Group 5">
            <a:extLst>
              <a:ext uri="{FF2B5EF4-FFF2-40B4-BE49-F238E27FC236}">
                <a16:creationId xmlns:a16="http://schemas.microsoft.com/office/drawing/2014/main" id="{6E5A0D4E-56D2-3D56-84FC-8AD39016339C}"/>
              </a:ext>
            </a:extLst>
          </p:cNvPr>
          <p:cNvGrpSpPr/>
          <p:nvPr/>
        </p:nvGrpSpPr>
        <p:grpSpPr>
          <a:xfrm>
            <a:off x="10414386" y="6305548"/>
            <a:ext cx="1777612" cy="552452"/>
            <a:chOff x="10168773" y="6305548"/>
            <a:chExt cx="2023228" cy="552452"/>
          </a:xfrm>
        </p:grpSpPr>
        <p:sp>
          <p:nvSpPr>
            <p:cNvPr id="7" name="Rectangle 6">
              <a:extLst>
                <a:ext uri="{FF2B5EF4-FFF2-40B4-BE49-F238E27FC236}">
                  <a16:creationId xmlns:a16="http://schemas.microsoft.com/office/drawing/2014/main" id="{26E07CDC-6A80-7A27-17E2-9725787EC707}"/>
                </a:ext>
              </a:extLst>
            </p:cNvPr>
            <p:cNvSpPr/>
            <p:nvPr userDrawn="1"/>
          </p:nvSpPr>
          <p:spPr>
            <a:xfrm>
              <a:off x="10168773" y="6305548"/>
              <a:ext cx="2023228"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SG" sz="2400" b="1" spc="0" dirty="0">
                  <a:solidFill>
                    <a:schemeClr val="tx1"/>
                  </a:solidFill>
                  <a:latin typeface="+mj-lt"/>
                </a:rPr>
                <a:t>Confir</a:t>
              </a:r>
              <a:r>
                <a:rPr lang="en-SG" sz="2400" b="1" dirty="0">
                  <a:solidFill>
                    <a:schemeClr val="tx1"/>
                  </a:solidFill>
                  <a:latin typeface="+mj-lt"/>
                </a:rPr>
                <a:t>m</a:t>
              </a:r>
              <a:endParaRPr lang="en-SG" sz="2000" b="1" spc="0" dirty="0">
                <a:solidFill>
                  <a:schemeClr val="tx1"/>
                </a:solidFill>
                <a:latin typeface="+mj-lt"/>
              </a:endParaRPr>
            </a:p>
          </p:txBody>
        </p:sp>
        <p:pic>
          <p:nvPicPr>
            <p:cNvPr id="8" name="Picture 7" descr="A blue arrow pointing to the left&#10;&#10;AI-generated content may be incorrect.">
              <a:extLst>
                <a:ext uri="{FF2B5EF4-FFF2-40B4-BE49-F238E27FC236}">
                  <a16:creationId xmlns:a16="http://schemas.microsoft.com/office/drawing/2014/main" id="{766C4881-3BA7-518E-6E3D-883A2369AE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16420" y="6481328"/>
              <a:ext cx="409049" cy="223406"/>
            </a:xfrm>
            <a:prstGeom prst="rect">
              <a:avLst/>
            </a:prstGeom>
          </p:spPr>
        </p:pic>
        <p:pic>
          <p:nvPicPr>
            <p:cNvPr id="9" name="Picture 8" descr="A blue arrow pointing to the left&#10;&#10;AI-generated content may be incorrect.">
              <a:extLst>
                <a:ext uri="{FF2B5EF4-FFF2-40B4-BE49-F238E27FC236}">
                  <a16:creationId xmlns:a16="http://schemas.microsoft.com/office/drawing/2014/main" id="{DE7792F5-00C4-A895-411E-00934544AD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51948" y="6481328"/>
              <a:ext cx="409049" cy="223406"/>
            </a:xfrm>
            <a:prstGeom prst="rect">
              <a:avLst/>
            </a:prstGeom>
          </p:spPr>
        </p:pic>
      </p:grpSp>
      <p:grpSp>
        <p:nvGrpSpPr>
          <p:cNvPr id="10" name="Group 9">
            <a:extLst>
              <a:ext uri="{FF2B5EF4-FFF2-40B4-BE49-F238E27FC236}">
                <a16:creationId xmlns:a16="http://schemas.microsoft.com/office/drawing/2014/main" id="{BE0CEF18-8B14-B60B-9442-C6BFEAC0F8FB}"/>
              </a:ext>
            </a:extLst>
          </p:cNvPr>
          <p:cNvGrpSpPr/>
          <p:nvPr/>
        </p:nvGrpSpPr>
        <p:grpSpPr>
          <a:xfrm>
            <a:off x="8271479" y="6316805"/>
            <a:ext cx="1465462" cy="552452"/>
            <a:chOff x="1" y="0"/>
            <a:chExt cx="1465462" cy="552452"/>
          </a:xfrm>
        </p:grpSpPr>
        <p:sp>
          <p:nvSpPr>
            <p:cNvPr id="11" name="Rectangle 10">
              <a:hlinkClick r:id="rId4" action="ppaction://hlinksldjump" tooltip="Return to previous page"/>
              <a:extLst>
                <a:ext uri="{FF2B5EF4-FFF2-40B4-BE49-F238E27FC236}">
                  <a16:creationId xmlns:a16="http://schemas.microsoft.com/office/drawing/2014/main" id="{58B960B6-DBF9-24D1-0E95-48CD67BAAFCD}"/>
                </a:ext>
              </a:extLst>
            </p:cNvPr>
            <p:cNvSpPr/>
            <p:nvPr userDrawn="1"/>
          </p:nvSpPr>
          <p:spPr>
            <a:xfrm>
              <a:off x="1" y="0"/>
              <a:ext cx="1465462"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r"/>
              <a:r>
                <a:rPr lang="en-SG" sz="2400" b="1" spc="0" dirty="0">
                  <a:solidFill>
                    <a:schemeClr val="tx1"/>
                  </a:solidFill>
                  <a:latin typeface="+mj-lt"/>
                </a:rPr>
                <a:t>Return</a:t>
              </a:r>
              <a:endParaRPr lang="en-SG" sz="2000" b="1" spc="0" dirty="0">
                <a:solidFill>
                  <a:schemeClr val="tx1"/>
                </a:solidFill>
                <a:latin typeface="+mj-lt"/>
              </a:endParaRPr>
            </a:p>
          </p:txBody>
        </p:sp>
        <p:pic>
          <p:nvPicPr>
            <p:cNvPr id="12" name="Picture 11" descr="A blue arrow pointing to the left&#10;&#10;AI-generated content may be incorrect.">
              <a:extLst>
                <a:ext uri="{FF2B5EF4-FFF2-40B4-BE49-F238E27FC236}">
                  <a16:creationId xmlns:a16="http://schemas.microsoft.com/office/drawing/2014/main" id="{FDC33094-EF65-484E-8DB2-D77CCF5782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76198" y="164523"/>
              <a:ext cx="409049" cy="223406"/>
            </a:xfrm>
            <a:prstGeom prst="rect">
              <a:avLst/>
            </a:prstGeom>
          </p:spPr>
        </p:pic>
      </p:grpSp>
      <p:sp>
        <p:nvSpPr>
          <p:cNvPr id="13" name="Rectangle 12">
            <a:extLst>
              <a:ext uri="{FF2B5EF4-FFF2-40B4-BE49-F238E27FC236}">
                <a16:creationId xmlns:a16="http://schemas.microsoft.com/office/drawing/2014/main" id="{76823F63-5100-4486-01BA-977BA93B9EFD}"/>
              </a:ext>
            </a:extLst>
          </p:cNvPr>
          <p:cNvSpPr/>
          <p:nvPr/>
        </p:nvSpPr>
        <p:spPr>
          <a:xfrm>
            <a:off x="0" y="1263408"/>
            <a:ext cx="4318000" cy="55945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t>%</a:t>
            </a:r>
          </a:p>
        </p:txBody>
      </p:sp>
      <p:sp>
        <p:nvSpPr>
          <p:cNvPr id="16" name="Rectangle 15">
            <a:extLst>
              <a:ext uri="{FF2B5EF4-FFF2-40B4-BE49-F238E27FC236}">
                <a16:creationId xmlns:a16="http://schemas.microsoft.com/office/drawing/2014/main" id="{1B8DD71B-C3AB-877B-0096-EDC4E731C806}"/>
              </a:ext>
            </a:extLst>
          </p:cNvPr>
          <p:cNvSpPr/>
          <p:nvPr/>
        </p:nvSpPr>
        <p:spPr>
          <a:xfrm>
            <a:off x="0" y="712592"/>
            <a:ext cx="1765979" cy="545068"/>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tx1"/>
                </a:solidFill>
              </a:rPr>
              <a:t>Plan 1</a:t>
            </a:r>
          </a:p>
        </p:txBody>
      </p:sp>
      <p:sp>
        <p:nvSpPr>
          <p:cNvPr id="21" name="TextBox 20">
            <a:extLst>
              <a:ext uri="{FF2B5EF4-FFF2-40B4-BE49-F238E27FC236}">
                <a16:creationId xmlns:a16="http://schemas.microsoft.com/office/drawing/2014/main" id="{15764B21-B20E-6B52-5C2D-E5AF7EE975B2}"/>
              </a:ext>
            </a:extLst>
          </p:cNvPr>
          <p:cNvSpPr txBox="1"/>
          <p:nvPr/>
        </p:nvSpPr>
        <p:spPr>
          <a:xfrm>
            <a:off x="24204" y="1283250"/>
            <a:ext cx="1272015" cy="400110"/>
          </a:xfrm>
          <a:prstGeom prst="rect">
            <a:avLst/>
          </a:prstGeom>
          <a:noFill/>
        </p:spPr>
        <p:txBody>
          <a:bodyPr wrap="none" rtlCol="0">
            <a:spAutoFit/>
          </a:bodyPr>
          <a:lstStyle/>
          <a:p>
            <a:r>
              <a:rPr lang="en-SG" sz="2000" b="1" dirty="0">
                <a:solidFill>
                  <a:schemeClr val="tx2"/>
                </a:solidFill>
              </a:rPr>
              <a:t>Overview</a:t>
            </a:r>
            <a:endParaRPr lang="en-SG" sz="1600" b="1" dirty="0">
              <a:solidFill>
                <a:schemeClr val="tx2"/>
              </a:solidFill>
            </a:endParaRPr>
          </a:p>
        </p:txBody>
      </p:sp>
      <p:sp>
        <p:nvSpPr>
          <p:cNvPr id="44" name="Arrow: Pentagon 43">
            <a:extLst>
              <a:ext uri="{FF2B5EF4-FFF2-40B4-BE49-F238E27FC236}">
                <a16:creationId xmlns:a16="http://schemas.microsoft.com/office/drawing/2014/main" id="{C8DFFDEA-7727-8A0C-0B6E-F1D9BDF32624}"/>
              </a:ext>
            </a:extLst>
          </p:cNvPr>
          <p:cNvSpPr/>
          <p:nvPr/>
        </p:nvSpPr>
        <p:spPr>
          <a:xfrm>
            <a:off x="2453580" y="2178264"/>
            <a:ext cx="1280160" cy="404334"/>
          </a:xfrm>
          <a:prstGeom prst="homePlate">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Arrow: Pentagon 25">
            <a:extLst>
              <a:ext uri="{FF2B5EF4-FFF2-40B4-BE49-F238E27FC236}">
                <a16:creationId xmlns:a16="http://schemas.microsoft.com/office/drawing/2014/main" id="{68CAE804-2365-BAA0-8E89-B1AC13895AF6}"/>
              </a:ext>
            </a:extLst>
          </p:cNvPr>
          <p:cNvSpPr/>
          <p:nvPr/>
        </p:nvSpPr>
        <p:spPr>
          <a:xfrm>
            <a:off x="1244712" y="2178209"/>
            <a:ext cx="1460712" cy="399011"/>
          </a:xfrm>
          <a:prstGeom prst="homePlate">
            <a:avLst/>
          </a:prstGeom>
          <a:solidFill>
            <a:srgbClr val="FEE438"/>
          </a:solidFill>
          <a:ln>
            <a:solidFill>
              <a:srgbClr val="FEE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TextBox 29">
            <a:extLst>
              <a:ext uri="{FF2B5EF4-FFF2-40B4-BE49-F238E27FC236}">
                <a16:creationId xmlns:a16="http://schemas.microsoft.com/office/drawing/2014/main" id="{9B70BA59-C902-94B6-8CB8-C5A0169D3DAC}"/>
              </a:ext>
            </a:extLst>
          </p:cNvPr>
          <p:cNvSpPr txBox="1"/>
          <p:nvPr/>
        </p:nvSpPr>
        <p:spPr>
          <a:xfrm>
            <a:off x="1374531" y="2224108"/>
            <a:ext cx="1344164" cy="307777"/>
          </a:xfrm>
          <a:prstGeom prst="rect">
            <a:avLst/>
          </a:prstGeom>
          <a:noFill/>
          <a:ln w="28575">
            <a:noFill/>
          </a:ln>
        </p:spPr>
        <p:txBody>
          <a:bodyPr wrap="square" rtlCol="0">
            <a:spAutoFit/>
          </a:bodyPr>
          <a:lstStyle/>
          <a:p>
            <a:pPr algn="ctr"/>
            <a:r>
              <a:rPr lang="en-SG" sz="1400" b="1" dirty="0">
                <a:solidFill>
                  <a:schemeClr val="tx2">
                    <a:lumMod val="50000"/>
                  </a:schemeClr>
                </a:solidFill>
              </a:rPr>
              <a:t>Dragon Roller</a:t>
            </a:r>
          </a:p>
        </p:txBody>
      </p:sp>
      <p:sp>
        <p:nvSpPr>
          <p:cNvPr id="48" name="Arrow: Pentagon 47">
            <a:extLst>
              <a:ext uri="{FF2B5EF4-FFF2-40B4-BE49-F238E27FC236}">
                <a16:creationId xmlns:a16="http://schemas.microsoft.com/office/drawing/2014/main" id="{5C3C7439-8993-4A67-6F6E-BC33281C0FED}"/>
              </a:ext>
            </a:extLst>
          </p:cNvPr>
          <p:cNvSpPr/>
          <p:nvPr/>
        </p:nvSpPr>
        <p:spPr>
          <a:xfrm rot="5400000">
            <a:off x="3083835" y="2562397"/>
            <a:ext cx="1167280" cy="399011"/>
          </a:xfrm>
          <a:prstGeom prst="homePlate">
            <a:avLst>
              <a:gd name="adj" fmla="val 0"/>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1" name="TextBox 30">
            <a:extLst>
              <a:ext uri="{FF2B5EF4-FFF2-40B4-BE49-F238E27FC236}">
                <a16:creationId xmlns:a16="http://schemas.microsoft.com/office/drawing/2014/main" id="{2D0AFD3B-ABAF-CEB8-799A-9E0A02424F2E}"/>
              </a:ext>
            </a:extLst>
          </p:cNvPr>
          <p:cNvSpPr txBox="1"/>
          <p:nvPr/>
        </p:nvSpPr>
        <p:spPr>
          <a:xfrm>
            <a:off x="2551364" y="2225785"/>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Musical B’</a:t>
            </a:r>
          </a:p>
        </p:txBody>
      </p:sp>
      <p:sp>
        <p:nvSpPr>
          <p:cNvPr id="50" name="Arrow: Pentagon 49">
            <a:extLst>
              <a:ext uri="{FF2B5EF4-FFF2-40B4-BE49-F238E27FC236}">
                <a16:creationId xmlns:a16="http://schemas.microsoft.com/office/drawing/2014/main" id="{4FDE8E3A-7AE1-60A5-0C7F-EE7331277EDB}"/>
              </a:ext>
            </a:extLst>
          </p:cNvPr>
          <p:cNvSpPr/>
          <p:nvPr/>
        </p:nvSpPr>
        <p:spPr>
          <a:xfrm rot="10800000">
            <a:off x="1515558" y="2943101"/>
            <a:ext cx="1735290" cy="399011"/>
          </a:xfrm>
          <a:prstGeom prst="homePlate">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Arrow: Pentagon 45">
            <a:extLst>
              <a:ext uri="{FF2B5EF4-FFF2-40B4-BE49-F238E27FC236}">
                <a16:creationId xmlns:a16="http://schemas.microsoft.com/office/drawing/2014/main" id="{366FA782-E059-2C5B-1645-7D89837CAFE7}"/>
              </a:ext>
            </a:extLst>
          </p:cNvPr>
          <p:cNvSpPr/>
          <p:nvPr/>
        </p:nvSpPr>
        <p:spPr>
          <a:xfrm rot="10800000">
            <a:off x="3064846" y="2946532"/>
            <a:ext cx="399013" cy="399011"/>
          </a:xfrm>
          <a:prstGeom prst="homePlate">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1" name="TextBox 50">
            <a:extLst>
              <a:ext uri="{FF2B5EF4-FFF2-40B4-BE49-F238E27FC236}">
                <a16:creationId xmlns:a16="http://schemas.microsoft.com/office/drawing/2014/main" id="{380A30CE-DE99-A291-4EAC-65BD3F43AD6A}"/>
              </a:ext>
            </a:extLst>
          </p:cNvPr>
          <p:cNvSpPr txBox="1"/>
          <p:nvPr/>
        </p:nvSpPr>
        <p:spPr>
          <a:xfrm>
            <a:off x="1590457" y="2977653"/>
            <a:ext cx="1585493" cy="307777"/>
          </a:xfrm>
          <a:prstGeom prst="rect">
            <a:avLst/>
          </a:prstGeom>
          <a:noFill/>
          <a:ln w="28575">
            <a:noFill/>
          </a:ln>
        </p:spPr>
        <p:txBody>
          <a:bodyPr wrap="square" rtlCol="0">
            <a:spAutoFit/>
          </a:bodyPr>
          <a:lstStyle/>
          <a:p>
            <a:pPr algn="ctr"/>
            <a:r>
              <a:rPr lang="en-SG" sz="1400" b="1" dirty="0">
                <a:solidFill>
                  <a:schemeClr val="tx2">
                    <a:lumMod val="50000"/>
                  </a:schemeClr>
                </a:solidFill>
              </a:rPr>
              <a:t>Cirque Du Luna</a:t>
            </a:r>
          </a:p>
        </p:txBody>
      </p:sp>
      <p:sp>
        <p:nvSpPr>
          <p:cNvPr id="52" name="TextBox 51">
            <a:extLst>
              <a:ext uri="{FF2B5EF4-FFF2-40B4-BE49-F238E27FC236}">
                <a16:creationId xmlns:a16="http://schemas.microsoft.com/office/drawing/2014/main" id="{65A15C5D-8281-35F6-E26C-DDD0E75F6A7B}"/>
              </a:ext>
            </a:extLst>
          </p:cNvPr>
          <p:cNvSpPr txBox="1"/>
          <p:nvPr/>
        </p:nvSpPr>
        <p:spPr>
          <a:xfrm>
            <a:off x="-5957" y="1871315"/>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11:30 AM</a:t>
            </a:r>
          </a:p>
        </p:txBody>
      </p:sp>
      <p:sp>
        <p:nvSpPr>
          <p:cNvPr id="53" name="TextBox 52">
            <a:extLst>
              <a:ext uri="{FF2B5EF4-FFF2-40B4-BE49-F238E27FC236}">
                <a16:creationId xmlns:a16="http://schemas.microsoft.com/office/drawing/2014/main" id="{74A86F66-142C-730B-BD97-4620A48DCD44}"/>
              </a:ext>
            </a:extLst>
          </p:cNvPr>
          <p:cNvSpPr txBox="1"/>
          <p:nvPr/>
        </p:nvSpPr>
        <p:spPr>
          <a:xfrm>
            <a:off x="1236223" y="1870487"/>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12:30 PM</a:t>
            </a:r>
          </a:p>
        </p:txBody>
      </p:sp>
      <p:sp>
        <p:nvSpPr>
          <p:cNvPr id="54" name="TextBox 53">
            <a:extLst>
              <a:ext uri="{FF2B5EF4-FFF2-40B4-BE49-F238E27FC236}">
                <a16:creationId xmlns:a16="http://schemas.microsoft.com/office/drawing/2014/main" id="{3D53E223-125C-36D4-3F06-5B2276F994E9}"/>
              </a:ext>
            </a:extLst>
          </p:cNvPr>
          <p:cNvSpPr txBox="1"/>
          <p:nvPr/>
        </p:nvSpPr>
        <p:spPr>
          <a:xfrm>
            <a:off x="2519466" y="1870486"/>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13:00 PM</a:t>
            </a:r>
          </a:p>
        </p:txBody>
      </p:sp>
      <p:sp>
        <p:nvSpPr>
          <p:cNvPr id="55" name="TextBox 54">
            <a:extLst>
              <a:ext uri="{FF2B5EF4-FFF2-40B4-BE49-F238E27FC236}">
                <a16:creationId xmlns:a16="http://schemas.microsoft.com/office/drawing/2014/main" id="{4A5000B4-D712-9D35-77B3-51703D49C6DC}"/>
              </a:ext>
            </a:extLst>
          </p:cNvPr>
          <p:cNvSpPr txBox="1"/>
          <p:nvPr/>
        </p:nvSpPr>
        <p:spPr>
          <a:xfrm>
            <a:off x="440642" y="2782669"/>
            <a:ext cx="1244283" cy="646331"/>
          </a:xfrm>
          <a:prstGeom prst="rect">
            <a:avLst/>
          </a:prstGeom>
          <a:noFill/>
        </p:spPr>
        <p:txBody>
          <a:bodyPr wrap="square" rtlCol="0">
            <a:spAutoFit/>
          </a:bodyPr>
          <a:lstStyle/>
          <a:p>
            <a:pPr algn="ctr"/>
            <a:r>
              <a:rPr lang="en-SG" sz="3600" dirty="0"/>
              <a:t>…</a:t>
            </a:r>
          </a:p>
        </p:txBody>
      </p:sp>
      <p:sp>
        <p:nvSpPr>
          <p:cNvPr id="56" name="TextBox 55">
            <a:extLst>
              <a:ext uri="{FF2B5EF4-FFF2-40B4-BE49-F238E27FC236}">
                <a16:creationId xmlns:a16="http://schemas.microsoft.com/office/drawing/2014/main" id="{DAEF4D37-8B94-62A8-035C-1A17DF245E62}"/>
              </a:ext>
            </a:extLst>
          </p:cNvPr>
          <p:cNvSpPr txBox="1"/>
          <p:nvPr/>
        </p:nvSpPr>
        <p:spPr>
          <a:xfrm>
            <a:off x="1740463" y="2672492"/>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2:00 PM</a:t>
            </a:r>
          </a:p>
        </p:txBody>
      </p:sp>
      <p:pic>
        <p:nvPicPr>
          <p:cNvPr id="65" name="Picture 64" descr="A blue arrows pointing to a cross&#10;&#10;AI-generated content may be incorrect.">
            <a:extLst>
              <a:ext uri="{FF2B5EF4-FFF2-40B4-BE49-F238E27FC236}">
                <a16:creationId xmlns:a16="http://schemas.microsoft.com/office/drawing/2014/main" id="{DBB9ED36-55AD-74BB-3D17-A594C3E97E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6721" y="1305430"/>
            <a:ext cx="588469" cy="588469"/>
          </a:xfrm>
          <a:prstGeom prst="rect">
            <a:avLst/>
          </a:prstGeom>
        </p:spPr>
      </p:pic>
      <p:sp>
        <p:nvSpPr>
          <p:cNvPr id="66" name="TextBox 65">
            <a:extLst>
              <a:ext uri="{FF2B5EF4-FFF2-40B4-BE49-F238E27FC236}">
                <a16:creationId xmlns:a16="http://schemas.microsoft.com/office/drawing/2014/main" id="{C95C6BA4-046A-DAA3-5241-2FA0ADAE246D}"/>
              </a:ext>
            </a:extLst>
          </p:cNvPr>
          <p:cNvSpPr txBox="1"/>
          <p:nvPr/>
        </p:nvSpPr>
        <p:spPr>
          <a:xfrm>
            <a:off x="31323" y="1548959"/>
            <a:ext cx="2760949" cy="307777"/>
          </a:xfrm>
          <a:prstGeom prst="rect">
            <a:avLst/>
          </a:prstGeom>
          <a:noFill/>
        </p:spPr>
        <p:txBody>
          <a:bodyPr wrap="none" rtlCol="0">
            <a:spAutoFit/>
          </a:bodyPr>
          <a:lstStyle/>
          <a:p>
            <a:r>
              <a:rPr lang="en-SG" sz="1400" dirty="0">
                <a:solidFill>
                  <a:schemeClr val="tx2"/>
                </a:solidFill>
              </a:rPr>
              <a:t>Expected start time of each event</a:t>
            </a:r>
            <a:endParaRPr lang="en-SG" sz="1100" dirty="0">
              <a:solidFill>
                <a:schemeClr val="tx2"/>
              </a:solidFill>
            </a:endParaRPr>
          </a:p>
        </p:txBody>
      </p:sp>
      <p:grpSp>
        <p:nvGrpSpPr>
          <p:cNvPr id="178" name="Group 177">
            <a:extLst>
              <a:ext uri="{FF2B5EF4-FFF2-40B4-BE49-F238E27FC236}">
                <a16:creationId xmlns:a16="http://schemas.microsoft.com/office/drawing/2014/main" id="{1C1EFBF8-9D87-F9F3-141A-B510952FB52F}"/>
              </a:ext>
            </a:extLst>
          </p:cNvPr>
          <p:cNvGrpSpPr/>
          <p:nvPr/>
        </p:nvGrpSpPr>
        <p:grpSpPr>
          <a:xfrm>
            <a:off x="0" y="3423252"/>
            <a:ext cx="4316630" cy="1983646"/>
            <a:chOff x="1370" y="3428999"/>
            <a:chExt cx="5758704" cy="2646330"/>
          </a:xfrm>
        </p:grpSpPr>
        <p:sp>
          <p:nvSpPr>
            <p:cNvPr id="104" name="Rectangle 103">
              <a:extLst>
                <a:ext uri="{FF2B5EF4-FFF2-40B4-BE49-F238E27FC236}">
                  <a16:creationId xmlns:a16="http://schemas.microsoft.com/office/drawing/2014/main" id="{6C075955-75BD-B8F0-0A8B-CFE4825BC765}"/>
                </a:ext>
              </a:extLst>
            </p:cNvPr>
            <p:cNvSpPr/>
            <p:nvPr/>
          </p:nvSpPr>
          <p:spPr>
            <a:xfrm>
              <a:off x="1370" y="342899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5" name="Freeform: Shape 104">
              <a:extLst>
                <a:ext uri="{FF2B5EF4-FFF2-40B4-BE49-F238E27FC236}">
                  <a16:creationId xmlns:a16="http://schemas.microsoft.com/office/drawing/2014/main" id="{40989377-331D-9210-6704-F99F2F4EFDCD}"/>
                </a:ext>
              </a:extLst>
            </p:cNvPr>
            <p:cNvSpPr/>
            <p:nvPr/>
          </p:nvSpPr>
          <p:spPr>
            <a:xfrm>
              <a:off x="15713" y="344861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58" name="Group 57">
            <a:extLst>
              <a:ext uri="{FF2B5EF4-FFF2-40B4-BE49-F238E27FC236}">
                <a16:creationId xmlns:a16="http://schemas.microsoft.com/office/drawing/2014/main" id="{4CB8EEB8-41F4-A329-5A98-186EC6229535}"/>
              </a:ext>
            </a:extLst>
          </p:cNvPr>
          <p:cNvGrpSpPr/>
          <p:nvPr/>
        </p:nvGrpSpPr>
        <p:grpSpPr>
          <a:xfrm>
            <a:off x="1370" y="3423252"/>
            <a:ext cx="767467" cy="436233"/>
            <a:chOff x="3211177" y="4204405"/>
            <a:chExt cx="971932" cy="552452"/>
          </a:xfrm>
        </p:grpSpPr>
        <p:sp>
          <p:nvSpPr>
            <p:cNvPr id="59" name="Rectangle 58">
              <a:extLst>
                <a:ext uri="{FF2B5EF4-FFF2-40B4-BE49-F238E27FC236}">
                  <a16:creationId xmlns:a16="http://schemas.microsoft.com/office/drawing/2014/main" id="{75D9C399-8324-3EE5-6D78-617D58EEB3DD}"/>
                </a:ext>
              </a:extLst>
            </p:cNvPr>
            <p:cNvSpPr/>
            <p:nvPr userDrawn="1"/>
          </p:nvSpPr>
          <p:spPr>
            <a:xfrm>
              <a:off x="3211177" y="4204405"/>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60" name="TextBox 59">
              <a:extLst>
                <a:ext uri="{FF2B5EF4-FFF2-40B4-BE49-F238E27FC236}">
                  <a16:creationId xmlns:a16="http://schemas.microsoft.com/office/drawing/2014/main" id="{24B04C14-AFF9-6754-E787-0CC94C111974}"/>
                </a:ext>
              </a:extLst>
            </p:cNvPr>
            <p:cNvSpPr txBox="1"/>
            <p:nvPr userDrawn="1"/>
          </p:nvSpPr>
          <p:spPr>
            <a:xfrm>
              <a:off x="3211177" y="4260295"/>
              <a:ext cx="971930" cy="400110"/>
            </a:xfrm>
            <a:prstGeom prst="rect">
              <a:avLst/>
            </a:prstGeom>
            <a:noFill/>
            <a:ln>
              <a:noFill/>
            </a:ln>
          </p:spPr>
          <p:txBody>
            <a:bodyPr wrap="square" rtlCol="0">
              <a:spAutoFit/>
            </a:bodyPr>
            <a:lstStyle/>
            <a:p>
              <a:pPr algn="ctr"/>
              <a:r>
                <a:rPr lang="en-SG" sz="2000" b="1" dirty="0">
                  <a:solidFill>
                    <a:srgbClr val="2F3C7E"/>
                  </a:solidFill>
                </a:rPr>
                <a:t>MAP</a:t>
              </a:r>
            </a:p>
          </p:txBody>
        </p:sp>
      </p:grpSp>
      <p:pic>
        <p:nvPicPr>
          <p:cNvPr id="179" name="Picture 178">
            <a:extLst>
              <a:ext uri="{FF2B5EF4-FFF2-40B4-BE49-F238E27FC236}">
                <a16:creationId xmlns:a16="http://schemas.microsoft.com/office/drawing/2014/main" id="{F6090BB3-33C6-BC97-83D5-A53C4B8C9D43}"/>
              </a:ext>
            </a:extLst>
          </p:cNvPr>
          <p:cNvPicPr>
            <a:picLocks noChangeAspect="1"/>
          </p:cNvPicPr>
          <p:nvPr/>
        </p:nvPicPr>
        <p:blipFill>
          <a:blip r:embed="rId6"/>
          <a:stretch>
            <a:fillRect/>
          </a:stretch>
        </p:blipFill>
        <p:spPr>
          <a:xfrm>
            <a:off x="311471" y="4332516"/>
            <a:ext cx="481978" cy="241890"/>
          </a:xfrm>
          <a:prstGeom prst="rect">
            <a:avLst/>
          </a:prstGeom>
          <a:ln>
            <a:noFill/>
          </a:ln>
        </p:spPr>
      </p:pic>
      <p:sp>
        <p:nvSpPr>
          <p:cNvPr id="180" name="TextBox 179">
            <a:extLst>
              <a:ext uri="{FF2B5EF4-FFF2-40B4-BE49-F238E27FC236}">
                <a16:creationId xmlns:a16="http://schemas.microsoft.com/office/drawing/2014/main" id="{32FA8978-BCBE-3D6C-F24D-3A53386EB597}"/>
              </a:ext>
            </a:extLst>
          </p:cNvPr>
          <p:cNvSpPr txBox="1"/>
          <p:nvPr/>
        </p:nvSpPr>
        <p:spPr>
          <a:xfrm>
            <a:off x="-55288" y="4517775"/>
            <a:ext cx="1215496" cy="230832"/>
          </a:xfrm>
          <a:prstGeom prst="rect">
            <a:avLst/>
          </a:prstGeom>
          <a:noFill/>
          <a:ln>
            <a:noFill/>
          </a:ln>
        </p:spPr>
        <p:txBody>
          <a:bodyPr wrap="square" rtlCol="0">
            <a:spAutoFit/>
          </a:bodyPr>
          <a:lstStyle/>
          <a:p>
            <a:pPr algn="ctr"/>
            <a:r>
              <a:rPr lang="en-SG" sz="900" b="1" dirty="0">
                <a:solidFill>
                  <a:schemeClr val="tx2"/>
                </a:solidFill>
                <a:latin typeface="+mn-lt"/>
              </a:rPr>
              <a:t>Dragon Roller</a:t>
            </a:r>
          </a:p>
        </p:txBody>
      </p:sp>
      <p:pic>
        <p:nvPicPr>
          <p:cNvPr id="182" name="Picture 181">
            <a:extLst>
              <a:ext uri="{FF2B5EF4-FFF2-40B4-BE49-F238E27FC236}">
                <a16:creationId xmlns:a16="http://schemas.microsoft.com/office/drawing/2014/main" id="{9DD0F919-1D3C-3819-E65C-CCEF45456375}"/>
              </a:ext>
            </a:extLst>
          </p:cNvPr>
          <p:cNvPicPr>
            <a:picLocks noChangeAspect="1"/>
          </p:cNvPicPr>
          <p:nvPr/>
        </p:nvPicPr>
        <p:blipFill>
          <a:blip r:embed="rId7"/>
          <a:srcRect l="16117" r="13552"/>
          <a:stretch>
            <a:fillRect/>
          </a:stretch>
        </p:blipFill>
        <p:spPr>
          <a:xfrm>
            <a:off x="333490" y="4117766"/>
            <a:ext cx="334895" cy="476171"/>
          </a:xfrm>
          <a:prstGeom prst="rect">
            <a:avLst/>
          </a:prstGeom>
        </p:spPr>
      </p:pic>
      <p:sp>
        <p:nvSpPr>
          <p:cNvPr id="181" name="Rectangle: Rounded Corners 180">
            <a:extLst>
              <a:ext uri="{FF2B5EF4-FFF2-40B4-BE49-F238E27FC236}">
                <a16:creationId xmlns:a16="http://schemas.microsoft.com/office/drawing/2014/main" id="{2646A443-B33C-044A-7DF8-541E8A8751C9}"/>
              </a:ext>
            </a:extLst>
          </p:cNvPr>
          <p:cNvSpPr/>
          <p:nvPr/>
        </p:nvSpPr>
        <p:spPr>
          <a:xfrm>
            <a:off x="240605" y="4077528"/>
            <a:ext cx="528230" cy="178826"/>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b="1" dirty="0">
                <a:solidFill>
                  <a:schemeClr val="bg1"/>
                </a:solidFill>
                <a:latin typeface="+mj-lt"/>
              </a:rPr>
              <a:t>Start</a:t>
            </a:r>
            <a:endParaRPr lang="en-SG" sz="1400" b="1" dirty="0">
              <a:solidFill>
                <a:schemeClr val="bg1"/>
              </a:solidFill>
              <a:latin typeface="+mj-lt"/>
            </a:endParaRPr>
          </a:p>
        </p:txBody>
      </p:sp>
      <p:sp>
        <p:nvSpPr>
          <p:cNvPr id="183" name="Freeform: Shape 182">
            <a:extLst>
              <a:ext uri="{FF2B5EF4-FFF2-40B4-BE49-F238E27FC236}">
                <a16:creationId xmlns:a16="http://schemas.microsoft.com/office/drawing/2014/main" id="{CD022B77-F0E9-7401-F047-03B0F004CD93}"/>
              </a:ext>
            </a:extLst>
          </p:cNvPr>
          <p:cNvSpPr/>
          <p:nvPr/>
        </p:nvSpPr>
        <p:spPr>
          <a:xfrm>
            <a:off x="866009" y="4492657"/>
            <a:ext cx="963149" cy="163498"/>
          </a:xfrm>
          <a:custGeom>
            <a:avLst/>
            <a:gdLst>
              <a:gd name="connsiteX0" fmla="*/ 1763485 w 1763485"/>
              <a:gd name="connsiteY0" fmla="*/ 206829 h 299357"/>
              <a:gd name="connsiteX1" fmla="*/ 1540328 w 1763485"/>
              <a:gd name="connsiteY1" fmla="*/ 299357 h 299357"/>
              <a:gd name="connsiteX2" fmla="*/ 1409700 w 1763485"/>
              <a:gd name="connsiteY2" fmla="*/ 272143 h 299357"/>
              <a:gd name="connsiteX3" fmla="*/ 1322614 w 1763485"/>
              <a:gd name="connsiteY3" fmla="*/ 190500 h 299357"/>
              <a:gd name="connsiteX4" fmla="*/ 1306285 w 1763485"/>
              <a:gd name="connsiteY4" fmla="*/ 157843 h 299357"/>
              <a:gd name="connsiteX5" fmla="*/ 1284514 w 1763485"/>
              <a:gd name="connsiteY5" fmla="*/ 130629 h 299357"/>
              <a:gd name="connsiteX6" fmla="*/ 1273628 w 1763485"/>
              <a:gd name="connsiteY6" fmla="*/ 92529 h 299357"/>
              <a:gd name="connsiteX7" fmla="*/ 1268185 w 1763485"/>
              <a:gd name="connsiteY7" fmla="*/ 76200 h 299357"/>
              <a:gd name="connsiteX8" fmla="*/ 1191985 w 1763485"/>
              <a:gd name="connsiteY8" fmla="*/ 16329 h 299357"/>
              <a:gd name="connsiteX9" fmla="*/ 1028700 w 1763485"/>
              <a:gd name="connsiteY9" fmla="*/ 0 h 299357"/>
              <a:gd name="connsiteX10" fmla="*/ 849085 w 1763485"/>
              <a:gd name="connsiteY10" fmla="*/ 10886 h 299357"/>
              <a:gd name="connsiteX11" fmla="*/ 800100 w 1763485"/>
              <a:gd name="connsiteY11" fmla="*/ 43543 h 299357"/>
              <a:gd name="connsiteX12" fmla="*/ 685800 w 1763485"/>
              <a:gd name="connsiteY12" fmla="*/ 119743 h 299357"/>
              <a:gd name="connsiteX13" fmla="*/ 658585 w 1763485"/>
              <a:gd name="connsiteY13" fmla="*/ 136071 h 299357"/>
              <a:gd name="connsiteX14" fmla="*/ 544285 w 1763485"/>
              <a:gd name="connsiteY14" fmla="*/ 163286 h 299357"/>
              <a:gd name="connsiteX15" fmla="*/ 511628 w 1763485"/>
              <a:gd name="connsiteY15" fmla="*/ 174171 h 299357"/>
              <a:gd name="connsiteX16" fmla="*/ 255814 w 1763485"/>
              <a:gd name="connsiteY16" fmla="*/ 130629 h 299357"/>
              <a:gd name="connsiteX17" fmla="*/ 239485 w 1763485"/>
              <a:gd name="connsiteY17" fmla="*/ 119743 h 299357"/>
              <a:gd name="connsiteX18" fmla="*/ 217714 w 1763485"/>
              <a:gd name="connsiteY18" fmla="*/ 114300 h 299357"/>
              <a:gd name="connsiteX19" fmla="*/ 168728 w 1763485"/>
              <a:gd name="connsiteY19" fmla="*/ 76200 h 299357"/>
              <a:gd name="connsiteX20" fmla="*/ 54428 w 1763485"/>
              <a:gd name="connsiteY20" fmla="*/ 43543 h 299357"/>
              <a:gd name="connsiteX21" fmla="*/ 0 w 1763485"/>
              <a:gd name="connsiteY21" fmla="*/ 43543 h 29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3485" h="299357">
                <a:moveTo>
                  <a:pt x="1763485" y="206829"/>
                </a:moveTo>
                <a:cubicBezTo>
                  <a:pt x="1614475" y="277785"/>
                  <a:pt x="1689015" y="247316"/>
                  <a:pt x="1540328" y="299357"/>
                </a:cubicBezTo>
                <a:cubicBezTo>
                  <a:pt x="1496785" y="290286"/>
                  <a:pt x="1452266" y="285042"/>
                  <a:pt x="1409700" y="272143"/>
                </a:cubicBezTo>
                <a:cubicBezTo>
                  <a:pt x="1360103" y="257114"/>
                  <a:pt x="1349198" y="233034"/>
                  <a:pt x="1322614" y="190500"/>
                </a:cubicBezTo>
                <a:cubicBezTo>
                  <a:pt x="1316164" y="180179"/>
                  <a:pt x="1312819" y="168111"/>
                  <a:pt x="1306285" y="157843"/>
                </a:cubicBezTo>
                <a:cubicBezTo>
                  <a:pt x="1300048" y="148042"/>
                  <a:pt x="1291771" y="139700"/>
                  <a:pt x="1284514" y="130629"/>
                </a:cubicBezTo>
                <a:cubicBezTo>
                  <a:pt x="1280885" y="117929"/>
                  <a:pt x="1277423" y="105180"/>
                  <a:pt x="1273628" y="92529"/>
                </a:cubicBezTo>
                <a:cubicBezTo>
                  <a:pt x="1271979" y="87034"/>
                  <a:pt x="1271858" y="80608"/>
                  <a:pt x="1268185" y="76200"/>
                </a:cubicBezTo>
                <a:cubicBezTo>
                  <a:pt x="1250833" y="55378"/>
                  <a:pt x="1224333" y="20950"/>
                  <a:pt x="1191985" y="16329"/>
                </a:cubicBezTo>
                <a:cubicBezTo>
                  <a:pt x="1137835" y="8593"/>
                  <a:pt x="1028700" y="0"/>
                  <a:pt x="1028700" y="0"/>
                </a:cubicBezTo>
                <a:cubicBezTo>
                  <a:pt x="968828" y="3629"/>
                  <a:pt x="908007" y="-337"/>
                  <a:pt x="849085" y="10886"/>
                </a:cubicBezTo>
                <a:cubicBezTo>
                  <a:pt x="829807" y="14558"/>
                  <a:pt x="817184" y="33887"/>
                  <a:pt x="800100" y="43543"/>
                </a:cubicBezTo>
                <a:cubicBezTo>
                  <a:pt x="628196" y="140706"/>
                  <a:pt x="794349" y="29288"/>
                  <a:pt x="685800" y="119743"/>
                </a:cubicBezTo>
                <a:cubicBezTo>
                  <a:pt x="677673" y="126516"/>
                  <a:pt x="668445" y="132237"/>
                  <a:pt x="658585" y="136071"/>
                </a:cubicBezTo>
                <a:cubicBezTo>
                  <a:pt x="599918" y="158886"/>
                  <a:pt x="596861" y="156714"/>
                  <a:pt x="544285" y="163286"/>
                </a:cubicBezTo>
                <a:cubicBezTo>
                  <a:pt x="533399" y="166914"/>
                  <a:pt x="523087" y="174759"/>
                  <a:pt x="511628" y="174171"/>
                </a:cubicBezTo>
                <a:cubicBezTo>
                  <a:pt x="367189" y="166764"/>
                  <a:pt x="363109" y="161284"/>
                  <a:pt x="255814" y="130629"/>
                </a:cubicBezTo>
                <a:cubicBezTo>
                  <a:pt x="250371" y="127000"/>
                  <a:pt x="245498" y="122320"/>
                  <a:pt x="239485" y="119743"/>
                </a:cubicBezTo>
                <a:cubicBezTo>
                  <a:pt x="232609" y="116796"/>
                  <a:pt x="223003" y="119589"/>
                  <a:pt x="217714" y="114300"/>
                </a:cubicBezTo>
                <a:cubicBezTo>
                  <a:pt x="170934" y="67520"/>
                  <a:pt x="236527" y="87500"/>
                  <a:pt x="168728" y="76200"/>
                </a:cubicBezTo>
                <a:cubicBezTo>
                  <a:pt x="117113" y="55554"/>
                  <a:pt x="111054" y="48936"/>
                  <a:pt x="54428" y="43543"/>
                </a:cubicBezTo>
                <a:cubicBezTo>
                  <a:pt x="36367" y="41823"/>
                  <a:pt x="18143" y="43543"/>
                  <a:pt x="0" y="435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4" name="TextBox 183">
            <a:extLst>
              <a:ext uri="{FF2B5EF4-FFF2-40B4-BE49-F238E27FC236}">
                <a16:creationId xmlns:a16="http://schemas.microsoft.com/office/drawing/2014/main" id="{DBD00B52-B158-C2D7-8984-F0597D2C00BE}"/>
              </a:ext>
            </a:extLst>
          </p:cNvPr>
          <p:cNvSpPr txBox="1"/>
          <p:nvPr/>
        </p:nvSpPr>
        <p:spPr>
          <a:xfrm>
            <a:off x="1593259" y="4465991"/>
            <a:ext cx="1215496" cy="230832"/>
          </a:xfrm>
          <a:prstGeom prst="rect">
            <a:avLst/>
          </a:prstGeom>
          <a:noFill/>
          <a:ln>
            <a:noFill/>
          </a:ln>
        </p:spPr>
        <p:txBody>
          <a:bodyPr wrap="square" rtlCol="0">
            <a:spAutoFit/>
          </a:bodyPr>
          <a:lstStyle/>
          <a:p>
            <a:pPr algn="ctr"/>
            <a:r>
              <a:rPr lang="en-SG" sz="900" b="1" dirty="0">
                <a:solidFill>
                  <a:schemeClr val="tx2"/>
                </a:solidFill>
                <a:latin typeface="+mn-lt"/>
              </a:rPr>
              <a:t>Ben’s Place</a:t>
            </a:r>
          </a:p>
        </p:txBody>
      </p:sp>
      <p:pic>
        <p:nvPicPr>
          <p:cNvPr id="185" name="Picture 184">
            <a:extLst>
              <a:ext uri="{FF2B5EF4-FFF2-40B4-BE49-F238E27FC236}">
                <a16:creationId xmlns:a16="http://schemas.microsoft.com/office/drawing/2014/main" id="{1F5C5AE7-7994-9EC3-2B95-524FC5D00BF1}"/>
              </a:ext>
            </a:extLst>
          </p:cNvPr>
          <p:cNvPicPr>
            <a:picLocks noChangeAspect="1"/>
          </p:cNvPicPr>
          <p:nvPr/>
        </p:nvPicPr>
        <p:blipFill>
          <a:blip r:embed="rId8"/>
          <a:stretch>
            <a:fillRect/>
          </a:stretch>
        </p:blipFill>
        <p:spPr>
          <a:xfrm>
            <a:off x="1987937" y="4089700"/>
            <a:ext cx="395265" cy="395265"/>
          </a:xfrm>
          <a:prstGeom prst="rect">
            <a:avLst/>
          </a:prstGeom>
        </p:spPr>
      </p:pic>
      <p:pic>
        <p:nvPicPr>
          <p:cNvPr id="186" name="Picture 185">
            <a:extLst>
              <a:ext uri="{FF2B5EF4-FFF2-40B4-BE49-F238E27FC236}">
                <a16:creationId xmlns:a16="http://schemas.microsoft.com/office/drawing/2014/main" id="{4CAAF63D-95DC-FE26-4AAB-650DF4AEFCB7}"/>
              </a:ext>
            </a:extLst>
          </p:cNvPr>
          <p:cNvPicPr>
            <a:picLocks noChangeAspect="1"/>
          </p:cNvPicPr>
          <p:nvPr/>
        </p:nvPicPr>
        <p:blipFill>
          <a:blip r:embed="rId9"/>
          <a:stretch>
            <a:fillRect/>
          </a:stretch>
        </p:blipFill>
        <p:spPr>
          <a:xfrm>
            <a:off x="3188167" y="4336996"/>
            <a:ext cx="498554" cy="498554"/>
          </a:xfrm>
          <a:prstGeom prst="rect">
            <a:avLst/>
          </a:prstGeom>
        </p:spPr>
      </p:pic>
      <p:pic>
        <p:nvPicPr>
          <p:cNvPr id="187" name="Picture 186" descr="A blue arrows pointing to a cross&#10;&#10;AI-generated content may be incorrect.">
            <a:extLst>
              <a:ext uri="{FF2B5EF4-FFF2-40B4-BE49-F238E27FC236}">
                <a16:creationId xmlns:a16="http://schemas.microsoft.com/office/drawing/2014/main" id="{6B84BA95-1BA6-AF70-D5B1-858E9A7ACB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38957" y="3460084"/>
            <a:ext cx="436233" cy="436233"/>
          </a:xfrm>
          <a:prstGeom prst="rect">
            <a:avLst/>
          </a:prstGeom>
        </p:spPr>
      </p:pic>
      <p:sp>
        <p:nvSpPr>
          <p:cNvPr id="188" name="TextBox 187">
            <a:extLst>
              <a:ext uri="{FF2B5EF4-FFF2-40B4-BE49-F238E27FC236}">
                <a16:creationId xmlns:a16="http://schemas.microsoft.com/office/drawing/2014/main" id="{FC57E09A-4A15-B6B3-DF31-CD0CD968953F}"/>
              </a:ext>
            </a:extLst>
          </p:cNvPr>
          <p:cNvSpPr txBox="1"/>
          <p:nvPr/>
        </p:nvSpPr>
        <p:spPr>
          <a:xfrm>
            <a:off x="2808755" y="4797842"/>
            <a:ext cx="1215496" cy="230832"/>
          </a:xfrm>
          <a:prstGeom prst="rect">
            <a:avLst/>
          </a:prstGeom>
          <a:noFill/>
          <a:ln>
            <a:noFill/>
          </a:ln>
        </p:spPr>
        <p:txBody>
          <a:bodyPr wrap="square" rtlCol="0">
            <a:spAutoFit/>
          </a:bodyPr>
          <a:lstStyle/>
          <a:p>
            <a:pPr algn="ctr"/>
            <a:r>
              <a:rPr lang="en-SG" sz="900" b="1" dirty="0">
                <a:solidFill>
                  <a:schemeClr val="tx2"/>
                </a:solidFill>
                <a:latin typeface="+mn-lt"/>
              </a:rPr>
              <a:t>Musical B’</a:t>
            </a:r>
          </a:p>
        </p:txBody>
      </p:sp>
      <p:sp>
        <p:nvSpPr>
          <p:cNvPr id="189" name="Freeform: Shape 188">
            <a:extLst>
              <a:ext uri="{FF2B5EF4-FFF2-40B4-BE49-F238E27FC236}">
                <a16:creationId xmlns:a16="http://schemas.microsoft.com/office/drawing/2014/main" id="{B625636A-C5F9-B334-9630-188C62918AF7}"/>
              </a:ext>
            </a:extLst>
          </p:cNvPr>
          <p:cNvSpPr/>
          <p:nvPr/>
        </p:nvSpPr>
        <p:spPr>
          <a:xfrm>
            <a:off x="2579018" y="4635470"/>
            <a:ext cx="514883" cy="295373"/>
          </a:xfrm>
          <a:custGeom>
            <a:avLst/>
            <a:gdLst>
              <a:gd name="connsiteX0" fmla="*/ 10910 w 1034167"/>
              <a:gd name="connsiteY0" fmla="*/ 0 h 593271"/>
              <a:gd name="connsiteX1" fmla="*/ 24 w 1034167"/>
              <a:gd name="connsiteY1" fmla="*/ 27214 h 593271"/>
              <a:gd name="connsiteX2" fmla="*/ 32681 w 1034167"/>
              <a:gd name="connsiteY2" fmla="*/ 141514 h 593271"/>
              <a:gd name="connsiteX3" fmla="*/ 119767 w 1034167"/>
              <a:gd name="connsiteY3" fmla="*/ 217714 h 593271"/>
              <a:gd name="connsiteX4" fmla="*/ 185081 w 1034167"/>
              <a:gd name="connsiteY4" fmla="*/ 250371 h 593271"/>
              <a:gd name="connsiteX5" fmla="*/ 283053 w 1034167"/>
              <a:gd name="connsiteY5" fmla="*/ 288471 h 593271"/>
              <a:gd name="connsiteX6" fmla="*/ 402796 w 1034167"/>
              <a:gd name="connsiteY6" fmla="*/ 293914 h 593271"/>
              <a:gd name="connsiteX7" fmla="*/ 604181 w 1034167"/>
              <a:gd name="connsiteY7" fmla="*/ 353786 h 593271"/>
              <a:gd name="connsiteX8" fmla="*/ 615067 w 1034167"/>
              <a:gd name="connsiteY8" fmla="*/ 370114 h 593271"/>
              <a:gd name="connsiteX9" fmla="*/ 631396 w 1034167"/>
              <a:gd name="connsiteY9" fmla="*/ 429986 h 593271"/>
              <a:gd name="connsiteX10" fmla="*/ 642281 w 1034167"/>
              <a:gd name="connsiteY10" fmla="*/ 533400 h 593271"/>
              <a:gd name="connsiteX11" fmla="*/ 680381 w 1034167"/>
              <a:gd name="connsiteY11" fmla="*/ 555171 h 593271"/>
              <a:gd name="connsiteX12" fmla="*/ 778353 w 1034167"/>
              <a:gd name="connsiteY12" fmla="*/ 593271 h 593271"/>
              <a:gd name="connsiteX13" fmla="*/ 881767 w 1034167"/>
              <a:gd name="connsiteY13" fmla="*/ 587829 h 593271"/>
              <a:gd name="connsiteX14" fmla="*/ 930753 w 1034167"/>
              <a:gd name="connsiteY14" fmla="*/ 549729 h 593271"/>
              <a:gd name="connsiteX15" fmla="*/ 1034167 w 1034167"/>
              <a:gd name="connsiteY15" fmla="*/ 538843 h 59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4167" h="593271">
                <a:moveTo>
                  <a:pt x="10910" y="0"/>
                </a:moveTo>
                <a:cubicBezTo>
                  <a:pt x="7281" y="9071"/>
                  <a:pt x="-490" y="17457"/>
                  <a:pt x="24" y="27214"/>
                </a:cubicBezTo>
                <a:cubicBezTo>
                  <a:pt x="423" y="34790"/>
                  <a:pt x="16134" y="123225"/>
                  <a:pt x="32681" y="141514"/>
                </a:cubicBezTo>
                <a:cubicBezTo>
                  <a:pt x="58560" y="170117"/>
                  <a:pt x="85267" y="200464"/>
                  <a:pt x="119767" y="217714"/>
                </a:cubicBezTo>
                <a:cubicBezTo>
                  <a:pt x="141538" y="228600"/>
                  <a:pt x="164016" y="238175"/>
                  <a:pt x="185081" y="250371"/>
                </a:cubicBezTo>
                <a:cubicBezTo>
                  <a:pt x="244050" y="284512"/>
                  <a:pt x="202154" y="281117"/>
                  <a:pt x="283053" y="288471"/>
                </a:cubicBezTo>
                <a:cubicBezTo>
                  <a:pt x="322844" y="292088"/>
                  <a:pt x="362882" y="292100"/>
                  <a:pt x="402796" y="293914"/>
                </a:cubicBezTo>
                <a:cubicBezTo>
                  <a:pt x="506337" y="314622"/>
                  <a:pt x="542016" y="298529"/>
                  <a:pt x="604181" y="353786"/>
                </a:cubicBezTo>
                <a:cubicBezTo>
                  <a:pt x="609070" y="358132"/>
                  <a:pt x="611438" y="364671"/>
                  <a:pt x="615067" y="370114"/>
                </a:cubicBezTo>
                <a:cubicBezTo>
                  <a:pt x="623153" y="394372"/>
                  <a:pt x="628319" y="405367"/>
                  <a:pt x="631396" y="429986"/>
                </a:cubicBezTo>
                <a:cubicBezTo>
                  <a:pt x="635695" y="464380"/>
                  <a:pt x="629650" y="501121"/>
                  <a:pt x="642281" y="533400"/>
                </a:cubicBezTo>
                <a:cubicBezTo>
                  <a:pt x="647611" y="547021"/>
                  <a:pt x="667298" y="548630"/>
                  <a:pt x="680381" y="555171"/>
                </a:cubicBezTo>
                <a:cubicBezTo>
                  <a:pt x="737030" y="583496"/>
                  <a:pt x="728360" y="578988"/>
                  <a:pt x="778353" y="593271"/>
                </a:cubicBezTo>
                <a:lnTo>
                  <a:pt x="881767" y="587829"/>
                </a:lnTo>
                <a:cubicBezTo>
                  <a:pt x="901657" y="582146"/>
                  <a:pt x="910209" y="552146"/>
                  <a:pt x="930753" y="549729"/>
                </a:cubicBezTo>
                <a:cubicBezTo>
                  <a:pt x="1026885" y="538419"/>
                  <a:pt x="992226" y="538843"/>
                  <a:pt x="1034167" y="5388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90" name="Group 189">
            <a:extLst>
              <a:ext uri="{FF2B5EF4-FFF2-40B4-BE49-F238E27FC236}">
                <a16:creationId xmlns:a16="http://schemas.microsoft.com/office/drawing/2014/main" id="{5101ACD8-E108-3070-9535-B1C6FAE283CF}"/>
              </a:ext>
            </a:extLst>
          </p:cNvPr>
          <p:cNvGrpSpPr/>
          <p:nvPr/>
        </p:nvGrpSpPr>
        <p:grpSpPr>
          <a:xfrm>
            <a:off x="3292671" y="3814432"/>
            <a:ext cx="694843" cy="422359"/>
            <a:chOff x="7620370" y="4729264"/>
            <a:chExt cx="1014010" cy="616364"/>
          </a:xfrm>
        </p:grpSpPr>
        <p:pic>
          <p:nvPicPr>
            <p:cNvPr id="191" name="Picture 190">
              <a:extLst>
                <a:ext uri="{FF2B5EF4-FFF2-40B4-BE49-F238E27FC236}">
                  <a16:creationId xmlns:a16="http://schemas.microsoft.com/office/drawing/2014/main" id="{B80098F9-564E-E1C9-1187-9D96C7581B3B}"/>
                </a:ext>
              </a:extLst>
            </p:cNvPr>
            <p:cNvPicPr>
              <a:picLocks noChangeAspect="1"/>
            </p:cNvPicPr>
            <p:nvPr/>
          </p:nvPicPr>
          <p:blipFill>
            <a:blip r:embed="rId10"/>
            <a:stretch>
              <a:fillRect/>
            </a:stretch>
          </p:blipFill>
          <p:spPr>
            <a:xfrm>
              <a:off x="7884122" y="4729264"/>
              <a:ext cx="446487" cy="446487"/>
            </a:xfrm>
            <a:prstGeom prst="rect">
              <a:avLst/>
            </a:prstGeom>
          </p:spPr>
        </p:pic>
        <p:sp>
          <p:nvSpPr>
            <p:cNvPr id="192" name="TextBox 191">
              <a:extLst>
                <a:ext uri="{FF2B5EF4-FFF2-40B4-BE49-F238E27FC236}">
                  <a16:creationId xmlns:a16="http://schemas.microsoft.com/office/drawing/2014/main" id="{DB6DED28-61D8-CE84-C22F-558582554F7C}"/>
                </a:ext>
              </a:extLst>
            </p:cNvPr>
            <p:cNvSpPr txBox="1"/>
            <p:nvPr/>
          </p:nvSpPr>
          <p:spPr>
            <a:xfrm>
              <a:off x="7620370" y="5114796"/>
              <a:ext cx="1014010" cy="230832"/>
            </a:xfrm>
            <a:prstGeom prst="rect">
              <a:avLst/>
            </a:prstGeom>
            <a:noFill/>
            <a:ln>
              <a:noFill/>
            </a:ln>
          </p:spPr>
          <p:txBody>
            <a:bodyPr wrap="square" rtlCol="0">
              <a:spAutoFit/>
            </a:bodyPr>
            <a:lstStyle/>
            <a:p>
              <a:pPr algn="ctr"/>
              <a:r>
                <a:rPr lang="en-SG" sz="900" b="1" dirty="0">
                  <a:solidFill>
                    <a:schemeClr val="tx2"/>
                  </a:solidFill>
                  <a:latin typeface="+mn-lt"/>
                </a:rPr>
                <a:t>Entrance</a:t>
              </a:r>
              <a:endParaRPr lang="en-SG" sz="1400" b="1" dirty="0">
                <a:solidFill>
                  <a:schemeClr val="tx2"/>
                </a:solidFill>
                <a:latin typeface="+mn-lt"/>
              </a:endParaRPr>
            </a:p>
          </p:txBody>
        </p:sp>
      </p:grpSp>
      <p:sp>
        <p:nvSpPr>
          <p:cNvPr id="194" name="Freeform: Shape 193">
            <a:extLst>
              <a:ext uri="{FF2B5EF4-FFF2-40B4-BE49-F238E27FC236}">
                <a16:creationId xmlns:a16="http://schemas.microsoft.com/office/drawing/2014/main" id="{34FFEDD6-8131-35E9-CE2F-6D4EE5B66893}"/>
              </a:ext>
            </a:extLst>
          </p:cNvPr>
          <p:cNvSpPr/>
          <p:nvPr/>
        </p:nvSpPr>
        <p:spPr>
          <a:xfrm>
            <a:off x="3129527" y="4287772"/>
            <a:ext cx="89015" cy="347698"/>
          </a:xfrm>
          <a:custGeom>
            <a:avLst/>
            <a:gdLst>
              <a:gd name="connsiteX0" fmla="*/ 69058 w 69096"/>
              <a:gd name="connsiteY0" fmla="*/ 281214 h 281214"/>
              <a:gd name="connsiteX1" fmla="*/ 50915 w 69096"/>
              <a:gd name="connsiteY1" fmla="*/ 234043 h 281214"/>
              <a:gd name="connsiteX2" fmla="*/ 30958 w 69096"/>
              <a:gd name="connsiteY2" fmla="*/ 195943 h 281214"/>
              <a:gd name="connsiteX3" fmla="*/ 18258 w 69096"/>
              <a:gd name="connsiteY3" fmla="*/ 177800 h 281214"/>
              <a:gd name="connsiteX4" fmla="*/ 3743 w 69096"/>
              <a:gd name="connsiteY4" fmla="*/ 154214 h 281214"/>
              <a:gd name="connsiteX5" fmla="*/ 20072 w 69096"/>
              <a:gd name="connsiteY5" fmla="*/ 127000 h 281214"/>
              <a:gd name="connsiteX6" fmla="*/ 32772 w 69096"/>
              <a:gd name="connsiteY6" fmla="*/ 107043 h 281214"/>
              <a:gd name="connsiteX7" fmla="*/ 40029 w 69096"/>
              <a:gd name="connsiteY7" fmla="*/ 101600 h 281214"/>
              <a:gd name="connsiteX8" fmla="*/ 56358 w 69096"/>
              <a:gd name="connsiteY8" fmla="*/ 85272 h 281214"/>
              <a:gd name="connsiteX9" fmla="*/ 58172 w 69096"/>
              <a:gd name="connsiteY9" fmla="*/ 78014 h 281214"/>
              <a:gd name="connsiteX10" fmla="*/ 69058 w 69096"/>
              <a:gd name="connsiteY10" fmla="*/ 76200 h 281214"/>
              <a:gd name="connsiteX11" fmla="*/ 59986 w 69096"/>
              <a:gd name="connsiteY11" fmla="*/ 47172 h 281214"/>
              <a:gd name="connsiteX12" fmla="*/ 56358 w 69096"/>
              <a:gd name="connsiteY12" fmla="*/ 38100 h 281214"/>
              <a:gd name="connsiteX13" fmla="*/ 54543 w 69096"/>
              <a:gd name="connsiteY13" fmla="*/ 30843 h 281214"/>
              <a:gd name="connsiteX14" fmla="*/ 43658 w 69096"/>
              <a:gd name="connsiteY14" fmla="*/ 18143 h 281214"/>
              <a:gd name="connsiteX15" fmla="*/ 38215 w 69096"/>
              <a:gd name="connsiteY15" fmla="*/ 9072 h 281214"/>
              <a:gd name="connsiteX16" fmla="*/ 30958 w 69096"/>
              <a:gd name="connsiteY16" fmla="*/ 0 h 28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9096" h="281214">
                <a:moveTo>
                  <a:pt x="69058" y="281214"/>
                </a:moveTo>
                <a:cubicBezTo>
                  <a:pt x="64847" y="260170"/>
                  <a:pt x="67045" y="267916"/>
                  <a:pt x="50915" y="234043"/>
                </a:cubicBezTo>
                <a:cubicBezTo>
                  <a:pt x="44751" y="221099"/>
                  <a:pt x="38157" y="208341"/>
                  <a:pt x="30958" y="195943"/>
                </a:cubicBezTo>
                <a:cubicBezTo>
                  <a:pt x="27251" y="189559"/>
                  <a:pt x="22001" y="184163"/>
                  <a:pt x="18258" y="177800"/>
                </a:cubicBezTo>
                <a:cubicBezTo>
                  <a:pt x="1704" y="149659"/>
                  <a:pt x="25250" y="180021"/>
                  <a:pt x="3743" y="154214"/>
                </a:cubicBezTo>
                <a:cubicBezTo>
                  <a:pt x="-3793" y="135373"/>
                  <a:pt x="-724" y="151262"/>
                  <a:pt x="20072" y="127000"/>
                </a:cubicBezTo>
                <a:cubicBezTo>
                  <a:pt x="25204" y="121013"/>
                  <a:pt x="27900" y="113243"/>
                  <a:pt x="32772" y="107043"/>
                </a:cubicBezTo>
                <a:cubicBezTo>
                  <a:pt x="34640" y="104665"/>
                  <a:pt x="37891" y="103738"/>
                  <a:pt x="40029" y="101600"/>
                </a:cubicBezTo>
                <a:cubicBezTo>
                  <a:pt x="64851" y="76778"/>
                  <a:pt x="17305" y="117814"/>
                  <a:pt x="56358" y="85272"/>
                </a:cubicBezTo>
                <a:cubicBezTo>
                  <a:pt x="56963" y="82853"/>
                  <a:pt x="56143" y="79464"/>
                  <a:pt x="58172" y="78014"/>
                </a:cubicBezTo>
                <a:cubicBezTo>
                  <a:pt x="61165" y="75876"/>
                  <a:pt x="68842" y="79872"/>
                  <a:pt x="69058" y="76200"/>
                </a:cubicBezTo>
                <a:cubicBezTo>
                  <a:pt x="69653" y="66080"/>
                  <a:pt x="63192" y="56789"/>
                  <a:pt x="59986" y="47172"/>
                </a:cubicBezTo>
                <a:cubicBezTo>
                  <a:pt x="58956" y="44082"/>
                  <a:pt x="57388" y="41190"/>
                  <a:pt x="56358" y="38100"/>
                </a:cubicBezTo>
                <a:cubicBezTo>
                  <a:pt x="55569" y="35734"/>
                  <a:pt x="55882" y="32947"/>
                  <a:pt x="54543" y="30843"/>
                </a:cubicBezTo>
                <a:cubicBezTo>
                  <a:pt x="51550" y="26139"/>
                  <a:pt x="47003" y="22603"/>
                  <a:pt x="43658" y="18143"/>
                </a:cubicBezTo>
                <a:cubicBezTo>
                  <a:pt x="41542" y="15322"/>
                  <a:pt x="40237" y="11961"/>
                  <a:pt x="38215" y="9072"/>
                </a:cubicBezTo>
                <a:cubicBezTo>
                  <a:pt x="35994" y="5900"/>
                  <a:pt x="30958" y="0"/>
                  <a:pt x="30958" y="0"/>
                </a:cubicBezTo>
              </a:path>
            </a:pathLst>
          </a:custGeom>
          <a:noFill/>
          <a:ln w="7620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95" name="Picture 194">
            <a:extLst>
              <a:ext uri="{FF2B5EF4-FFF2-40B4-BE49-F238E27FC236}">
                <a16:creationId xmlns:a16="http://schemas.microsoft.com/office/drawing/2014/main" id="{37AC8468-7D7D-A942-C11A-E6E91DCD742E}"/>
              </a:ext>
            </a:extLst>
          </p:cNvPr>
          <p:cNvPicPr>
            <a:picLocks noChangeAspect="1"/>
          </p:cNvPicPr>
          <p:nvPr/>
        </p:nvPicPr>
        <p:blipFill>
          <a:blip r:embed="rId11"/>
          <a:stretch>
            <a:fillRect/>
          </a:stretch>
        </p:blipFill>
        <p:spPr>
          <a:xfrm>
            <a:off x="2894704" y="3874881"/>
            <a:ext cx="300215" cy="300215"/>
          </a:xfrm>
          <a:prstGeom prst="rect">
            <a:avLst/>
          </a:prstGeom>
        </p:spPr>
      </p:pic>
      <p:sp>
        <p:nvSpPr>
          <p:cNvPr id="196" name="TextBox 195">
            <a:extLst>
              <a:ext uri="{FF2B5EF4-FFF2-40B4-BE49-F238E27FC236}">
                <a16:creationId xmlns:a16="http://schemas.microsoft.com/office/drawing/2014/main" id="{8EA0095B-F09C-9F0D-601B-E91A2A752E79}"/>
              </a:ext>
            </a:extLst>
          </p:cNvPr>
          <p:cNvSpPr txBox="1"/>
          <p:nvPr/>
        </p:nvSpPr>
        <p:spPr>
          <a:xfrm>
            <a:off x="2334031" y="4107623"/>
            <a:ext cx="1215496" cy="230832"/>
          </a:xfrm>
          <a:prstGeom prst="rect">
            <a:avLst/>
          </a:prstGeom>
          <a:noFill/>
          <a:ln>
            <a:noFill/>
          </a:ln>
        </p:spPr>
        <p:txBody>
          <a:bodyPr wrap="square" rtlCol="0">
            <a:spAutoFit/>
          </a:bodyPr>
          <a:lstStyle/>
          <a:p>
            <a:pPr algn="ctr"/>
            <a:r>
              <a:rPr lang="en-SG" sz="900" b="1" dirty="0">
                <a:solidFill>
                  <a:schemeClr val="tx2"/>
                </a:solidFill>
                <a:latin typeface="+mn-lt"/>
              </a:rPr>
              <a:t>Cirque Du Luna</a:t>
            </a:r>
          </a:p>
        </p:txBody>
      </p:sp>
      <p:sp>
        <p:nvSpPr>
          <p:cNvPr id="197" name="TextBox 196">
            <a:extLst>
              <a:ext uri="{FF2B5EF4-FFF2-40B4-BE49-F238E27FC236}">
                <a16:creationId xmlns:a16="http://schemas.microsoft.com/office/drawing/2014/main" id="{963599D7-B74C-AD55-F282-F782BDB15928}"/>
              </a:ext>
            </a:extLst>
          </p:cNvPr>
          <p:cNvSpPr txBox="1"/>
          <p:nvPr/>
        </p:nvSpPr>
        <p:spPr>
          <a:xfrm>
            <a:off x="886077" y="4622269"/>
            <a:ext cx="726297" cy="215444"/>
          </a:xfrm>
          <a:prstGeom prst="rect">
            <a:avLst/>
          </a:prstGeom>
          <a:noFill/>
          <a:ln>
            <a:noFill/>
          </a:ln>
        </p:spPr>
        <p:txBody>
          <a:bodyPr wrap="square" rtlCol="0">
            <a:spAutoFit/>
          </a:bodyPr>
          <a:lstStyle/>
          <a:p>
            <a:pPr algn="ctr"/>
            <a:r>
              <a:rPr lang="en-SG" sz="800" dirty="0">
                <a:solidFill>
                  <a:schemeClr val="tx2"/>
                </a:solidFill>
              </a:rPr>
              <a:t>~ 20 mins</a:t>
            </a:r>
            <a:endParaRPr lang="en-SG" sz="800" dirty="0">
              <a:solidFill>
                <a:schemeClr val="tx2"/>
              </a:solidFill>
              <a:latin typeface="+mn-lt"/>
            </a:endParaRPr>
          </a:p>
        </p:txBody>
      </p:sp>
      <p:pic>
        <p:nvPicPr>
          <p:cNvPr id="198" name="Picture 197" descr="A person walking on a black background&#10;&#10;AI-generated content may be incorrect.">
            <a:extLst>
              <a:ext uri="{FF2B5EF4-FFF2-40B4-BE49-F238E27FC236}">
                <a16:creationId xmlns:a16="http://schemas.microsoft.com/office/drawing/2014/main" id="{B5F23DE3-1D00-463E-38C0-56D524374B2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451983" y="4635351"/>
            <a:ext cx="162491" cy="162491"/>
          </a:xfrm>
          <a:prstGeom prst="rect">
            <a:avLst/>
          </a:prstGeom>
        </p:spPr>
      </p:pic>
      <p:sp>
        <p:nvSpPr>
          <p:cNvPr id="199" name="Rectangle: Rounded Corners 198">
            <a:extLst>
              <a:ext uri="{FF2B5EF4-FFF2-40B4-BE49-F238E27FC236}">
                <a16:creationId xmlns:a16="http://schemas.microsoft.com/office/drawing/2014/main" id="{5A224E3D-7338-675E-B414-2C6BDAAF11D8}"/>
              </a:ext>
            </a:extLst>
          </p:cNvPr>
          <p:cNvSpPr/>
          <p:nvPr/>
        </p:nvSpPr>
        <p:spPr>
          <a:xfrm>
            <a:off x="991073" y="4537282"/>
            <a:ext cx="523791" cy="136964"/>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2.4 KM</a:t>
            </a:r>
          </a:p>
        </p:txBody>
      </p:sp>
      <p:sp>
        <p:nvSpPr>
          <p:cNvPr id="200" name="TextBox 199">
            <a:extLst>
              <a:ext uri="{FF2B5EF4-FFF2-40B4-BE49-F238E27FC236}">
                <a16:creationId xmlns:a16="http://schemas.microsoft.com/office/drawing/2014/main" id="{E926240D-6A67-2F18-D42F-687E530EBB98}"/>
              </a:ext>
            </a:extLst>
          </p:cNvPr>
          <p:cNvSpPr txBox="1"/>
          <p:nvPr/>
        </p:nvSpPr>
        <p:spPr>
          <a:xfrm>
            <a:off x="2175919" y="4949975"/>
            <a:ext cx="726297" cy="215444"/>
          </a:xfrm>
          <a:prstGeom prst="rect">
            <a:avLst/>
          </a:prstGeom>
          <a:noFill/>
          <a:ln>
            <a:noFill/>
          </a:ln>
        </p:spPr>
        <p:txBody>
          <a:bodyPr wrap="square" rtlCol="0">
            <a:spAutoFit/>
          </a:bodyPr>
          <a:lstStyle/>
          <a:p>
            <a:pPr algn="ctr"/>
            <a:r>
              <a:rPr lang="en-SG" sz="800" dirty="0">
                <a:solidFill>
                  <a:schemeClr val="tx2"/>
                </a:solidFill>
              </a:rPr>
              <a:t>~ 7.5 mins</a:t>
            </a:r>
            <a:endParaRPr lang="en-SG" sz="800" dirty="0">
              <a:solidFill>
                <a:schemeClr val="tx2"/>
              </a:solidFill>
              <a:latin typeface="+mn-lt"/>
            </a:endParaRPr>
          </a:p>
        </p:txBody>
      </p:sp>
      <p:pic>
        <p:nvPicPr>
          <p:cNvPr id="201" name="Picture 200" descr="A person walking on a black background&#10;&#10;AI-generated content may be incorrect.">
            <a:extLst>
              <a:ext uri="{FF2B5EF4-FFF2-40B4-BE49-F238E27FC236}">
                <a16:creationId xmlns:a16="http://schemas.microsoft.com/office/drawing/2014/main" id="{A754ADCE-3B93-BA92-FD97-D0F86DE1019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741825" y="4963057"/>
            <a:ext cx="162491" cy="162491"/>
          </a:xfrm>
          <a:prstGeom prst="rect">
            <a:avLst/>
          </a:prstGeom>
        </p:spPr>
      </p:pic>
      <p:sp>
        <p:nvSpPr>
          <p:cNvPr id="202" name="Rectangle: Rounded Corners 201">
            <a:extLst>
              <a:ext uri="{FF2B5EF4-FFF2-40B4-BE49-F238E27FC236}">
                <a16:creationId xmlns:a16="http://schemas.microsoft.com/office/drawing/2014/main" id="{5F596A0F-BFC2-6781-138E-EDE0E2C86FCD}"/>
              </a:ext>
            </a:extLst>
          </p:cNvPr>
          <p:cNvSpPr/>
          <p:nvPr/>
        </p:nvSpPr>
        <p:spPr>
          <a:xfrm>
            <a:off x="2294659" y="4883478"/>
            <a:ext cx="496137" cy="120893"/>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800 m</a:t>
            </a:r>
          </a:p>
        </p:txBody>
      </p:sp>
      <p:sp>
        <p:nvSpPr>
          <p:cNvPr id="203" name="TextBox 202">
            <a:extLst>
              <a:ext uri="{FF2B5EF4-FFF2-40B4-BE49-F238E27FC236}">
                <a16:creationId xmlns:a16="http://schemas.microsoft.com/office/drawing/2014/main" id="{383CE534-DEDE-18D2-915A-BB55B9572E00}"/>
              </a:ext>
            </a:extLst>
          </p:cNvPr>
          <p:cNvSpPr txBox="1"/>
          <p:nvPr/>
        </p:nvSpPr>
        <p:spPr>
          <a:xfrm>
            <a:off x="2575917" y="4477314"/>
            <a:ext cx="726297" cy="215444"/>
          </a:xfrm>
          <a:prstGeom prst="rect">
            <a:avLst/>
          </a:prstGeom>
          <a:noFill/>
          <a:ln>
            <a:noFill/>
          </a:ln>
        </p:spPr>
        <p:txBody>
          <a:bodyPr wrap="square" rtlCol="0">
            <a:spAutoFit/>
          </a:bodyPr>
          <a:lstStyle/>
          <a:p>
            <a:pPr algn="ctr"/>
            <a:r>
              <a:rPr lang="en-SG" sz="800" dirty="0">
                <a:solidFill>
                  <a:schemeClr val="tx2"/>
                </a:solidFill>
              </a:rPr>
              <a:t>~ 3 mins</a:t>
            </a:r>
            <a:endParaRPr lang="en-SG" sz="800" dirty="0">
              <a:solidFill>
                <a:schemeClr val="tx2"/>
              </a:solidFill>
              <a:latin typeface="+mn-lt"/>
            </a:endParaRPr>
          </a:p>
        </p:txBody>
      </p:sp>
      <p:pic>
        <p:nvPicPr>
          <p:cNvPr id="204" name="Picture 203" descr="A person walking on a black background&#10;&#10;AI-generated content may be incorrect.">
            <a:extLst>
              <a:ext uri="{FF2B5EF4-FFF2-40B4-BE49-F238E27FC236}">
                <a16:creationId xmlns:a16="http://schemas.microsoft.com/office/drawing/2014/main" id="{C8A2DFCA-5AF7-4311-E2EE-FAB728E82E3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094371" y="4477314"/>
            <a:ext cx="162491" cy="162491"/>
          </a:xfrm>
          <a:prstGeom prst="rect">
            <a:avLst/>
          </a:prstGeom>
        </p:spPr>
      </p:pic>
      <p:sp>
        <p:nvSpPr>
          <p:cNvPr id="205" name="Rectangle: Rounded Corners 204">
            <a:extLst>
              <a:ext uri="{FF2B5EF4-FFF2-40B4-BE49-F238E27FC236}">
                <a16:creationId xmlns:a16="http://schemas.microsoft.com/office/drawing/2014/main" id="{CFEB7F48-E504-1779-4FAF-681B26A4B18F}"/>
              </a:ext>
            </a:extLst>
          </p:cNvPr>
          <p:cNvSpPr/>
          <p:nvPr/>
        </p:nvSpPr>
        <p:spPr>
          <a:xfrm>
            <a:off x="2661348" y="4417704"/>
            <a:ext cx="477651" cy="107619"/>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200m</a:t>
            </a:r>
          </a:p>
        </p:txBody>
      </p:sp>
      <p:sp>
        <p:nvSpPr>
          <p:cNvPr id="206" name="Rectangle 205">
            <a:extLst>
              <a:ext uri="{FF2B5EF4-FFF2-40B4-BE49-F238E27FC236}">
                <a16:creationId xmlns:a16="http://schemas.microsoft.com/office/drawing/2014/main" id="{F0D19FDA-6464-D658-2009-A221B5463C04}"/>
              </a:ext>
            </a:extLst>
          </p:cNvPr>
          <p:cNvSpPr/>
          <p:nvPr/>
        </p:nvSpPr>
        <p:spPr>
          <a:xfrm>
            <a:off x="4331062" y="1548959"/>
            <a:ext cx="3497722" cy="532029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08" name="TextBox 207">
            <a:extLst>
              <a:ext uri="{FF2B5EF4-FFF2-40B4-BE49-F238E27FC236}">
                <a16:creationId xmlns:a16="http://schemas.microsoft.com/office/drawing/2014/main" id="{7F3574CB-B460-4EE2-ADE5-4F3C2861BB97}"/>
              </a:ext>
            </a:extLst>
          </p:cNvPr>
          <p:cNvSpPr txBox="1"/>
          <p:nvPr/>
        </p:nvSpPr>
        <p:spPr>
          <a:xfrm>
            <a:off x="4288775" y="1656681"/>
            <a:ext cx="784830" cy="369332"/>
          </a:xfrm>
          <a:prstGeom prst="rect">
            <a:avLst/>
          </a:prstGeom>
          <a:noFill/>
        </p:spPr>
        <p:txBody>
          <a:bodyPr wrap="none" rtlCol="0">
            <a:spAutoFit/>
          </a:bodyPr>
          <a:lstStyle/>
          <a:p>
            <a:r>
              <a:rPr lang="en-SG" b="1" dirty="0">
                <a:solidFill>
                  <a:schemeClr val="tx2"/>
                </a:solidFill>
              </a:rPr>
              <a:t>Order</a:t>
            </a:r>
            <a:endParaRPr lang="en-SG" sz="1400" b="1" dirty="0">
              <a:solidFill>
                <a:schemeClr val="tx2"/>
              </a:solidFill>
            </a:endParaRPr>
          </a:p>
        </p:txBody>
      </p:sp>
      <p:grpSp>
        <p:nvGrpSpPr>
          <p:cNvPr id="212" name="Group 211">
            <a:extLst>
              <a:ext uri="{FF2B5EF4-FFF2-40B4-BE49-F238E27FC236}">
                <a16:creationId xmlns:a16="http://schemas.microsoft.com/office/drawing/2014/main" id="{7589D843-6067-EB02-1785-2362A5FBDF7B}"/>
              </a:ext>
            </a:extLst>
          </p:cNvPr>
          <p:cNvGrpSpPr/>
          <p:nvPr/>
        </p:nvGrpSpPr>
        <p:grpSpPr>
          <a:xfrm>
            <a:off x="4450212" y="2205112"/>
            <a:ext cx="134791" cy="315207"/>
            <a:chOff x="4402271" y="2205112"/>
            <a:chExt cx="134791" cy="315207"/>
          </a:xfrm>
        </p:grpSpPr>
        <p:pic>
          <p:nvPicPr>
            <p:cNvPr id="210" name="Picture 209" descr="A blue arrow pointing to the left&#10;&#10;AI-generated content may be incorrect.">
              <a:extLst>
                <a:ext uri="{FF2B5EF4-FFF2-40B4-BE49-F238E27FC236}">
                  <a16:creationId xmlns:a16="http://schemas.microsoft.com/office/drawing/2014/main" id="{88C0DBFD-EE14-C780-F24D-9BD5F7CDAF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11" name="Picture 210" descr="A blue arrow pointing to the left&#10;&#10;AI-generated content may be incorrect.">
              <a:extLst>
                <a:ext uri="{FF2B5EF4-FFF2-40B4-BE49-F238E27FC236}">
                  <a16:creationId xmlns:a16="http://schemas.microsoft.com/office/drawing/2014/main" id="{0758B3CE-774E-21CE-B722-741F77BFB9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sp>
        <p:nvSpPr>
          <p:cNvPr id="213" name="TextBox 212">
            <a:extLst>
              <a:ext uri="{FF2B5EF4-FFF2-40B4-BE49-F238E27FC236}">
                <a16:creationId xmlns:a16="http://schemas.microsoft.com/office/drawing/2014/main" id="{86F29B7D-CEBA-6F03-6D3E-1FA85195B369}"/>
              </a:ext>
            </a:extLst>
          </p:cNvPr>
          <p:cNvSpPr txBox="1"/>
          <p:nvPr/>
        </p:nvSpPr>
        <p:spPr>
          <a:xfrm>
            <a:off x="6040861" y="1656681"/>
            <a:ext cx="1833387" cy="369332"/>
          </a:xfrm>
          <a:prstGeom prst="rect">
            <a:avLst/>
          </a:prstGeom>
          <a:noFill/>
        </p:spPr>
        <p:txBody>
          <a:bodyPr wrap="none" rtlCol="0">
            <a:spAutoFit/>
          </a:bodyPr>
          <a:lstStyle/>
          <a:p>
            <a:r>
              <a:rPr lang="en-SG" b="1" dirty="0">
                <a:solidFill>
                  <a:schemeClr val="tx2"/>
                </a:solidFill>
              </a:rPr>
              <a:t>Walk/Wait Time</a:t>
            </a:r>
            <a:endParaRPr lang="en-SG" sz="1400" b="1" dirty="0">
              <a:solidFill>
                <a:schemeClr val="tx2"/>
              </a:solidFill>
            </a:endParaRPr>
          </a:p>
        </p:txBody>
      </p:sp>
      <p:sp>
        <p:nvSpPr>
          <p:cNvPr id="214" name="TextBox 213">
            <a:extLst>
              <a:ext uri="{FF2B5EF4-FFF2-40B4-BE49-F238E27FC236}">
                <a16:creationId xmlns:a16="http://schemas.microsoft.com/office/drawing/2014/main" id="{FB348752-17E0-5FC4-BBBF-213DE9F441F7}"/>
              </a:ext>
            </a:extLst>
          </p:cNvPr>
          <p:cNvSpPr txBox="1"/>
          <p:nvPr/>
        </p:nvSpPr>
        <p:spPr>
          <a:xfrm>
            <a:off x="6616739" y="3079338"/>
            <a:ext cx="881973" cy="338554"/>
          </a:xfrm>
          <a:prstGeom prst="rect">
            <a:avLst/>
          </a:prstGeom>
          <a:noFill/>
        </p:spPr>
        <p:txBody>
          <a:bodyPr wrap="none" rtlCol="0">
            <a:spAutoFit/>
          </a:bodyPr>
          <a:lstStyle/>
          <a:p>
            <a:r>
              <a:rPr lang="en-SG" sz="1600" dirty="0">
                <a:solidFill>
                  <a:schemeClr val="tx2"/>
                </a:solidFill>
              </a:rPr>
              <a:t>50 mins</a:t>
            </a:r>
            <a:endParaRPr lang="en-SG" sz="1200" dirty="0">
              <a:solidFill>
                <a:schemeClr val="tx2"/>
              </a:solidFill>
            </a:endParaRPr>
          </a:p>
        </p:txBody>
      </p:sp>
      <p:pic>
        <p:nvPicPr>
          <p:cNvPr id="216" name="Picture 215" descr="A blue hourglass and arrow&#10;&#10;AI-generated content may be incorrect.">
            <a:extLst>
              <a:ext uri="{FF2B5EF4-FFF2-40B4-BE49-F238E27FC236}">
                <a16:creationId xmlns:a16="http://schemas.microsoft.com/office/drawing/2014/main" id="{04F167CC-1520-D65E-CADF-B4CB727AA71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17933" y="3074305"/>
            <a:ext cx="307777" cy="307777"/>
          </a:xfrm>
          <a:prstGeom prst="rect">
            <a:avLst/>
          </a:prstGeom>
        </p:spPr>
      </p:pic>
      <p:grpSp>
        <p:nvGrpSpPr>
          <p:cNvPr id="217" name="Group 216">
            <a:extLst>
              <a:ext uri="{FF2B5EF4-FFF2-40B4-BE49-F238E27FC236}">
                <a16:creationId xmlns:a16="http://schemas.microsoft.com/office/drawing/2014/main" id="{FA4A6B14-635D-DBCB-66C9-28C9502D38C3}"/>
              </a:ext>
            </a:extLst>
          </p:cNvPr>
          <p:cNvGrpSpPr/>
          <p:nvPr/>
        </p:nvGrpSpPr>
        <p:grpSpPr>
          <a:xfrm>
            <a:off x="4445473" y="3131541"/>
            <a:ext cx="134791" cy="315207"/>
            <a:chOff x="4402271" y="2205112"/>
            <a:chExt cx="134791" cy="315207"/>
          </a:xfrm>
        </p:grpSpPr>
        <p:pic>
          <p:nvPicPr>
            <p:cNvPr id="219" name="Picture 218" descr="A blue arrow pointing to the left&#10;&#10;AI-generated content may be incorrect.">
              <a:extLst>
                <a:ext uri="{FF2B5EF4-FFF2-40B4-BE49-F238E27FC236}">
                  <a16:creationId xmlns:a16="http://schemas.microsoft.com/office/drawing/2014/main" id="{5877F074-561B-9ABE-74C5-9E7F4C6975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20" name="Picture 219" descr="A blue arrow pointing to the left&#10;&#10;AI-generated content may be incorrect.">
              <a:extLst>
                <a:ext uri="{FF2B5EF4-FFF2-40B4-BE49-F238E27FC236}">
                  <a16:creationId xmlns:a16="http://schemas.microsoft.com/office/drawing/2014/main" id="{6ADABFA6-AC29-923A-A466-1A83329BA5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sp>
        <p:nvSpPr>
          <p:cNvPr id="223" name="TextBox 222">
            <a:extLst>
              <a:ext uri="{FF2B5EF4-FFF2-40B4-BE49-F238E27FC236}">
                <a16:creationId xmlns:a16="http://schemas.microsoft.com/office/drawing/2014/main" id="{2669AC38-16F4-0229-05B0-B996823A7C40}"/>
              </a:ext>
            </a:extLst>
          </p:cNvPr>
          <p:cNvSpPr txBox="1"/>
          <p:nvPr/>
        </p:nvSpPr>
        <p:spPr>
          <a:xfrm>
            <a:off x="5986368" y="3543007"/>
            <a:ext cx="881973" cy="338554"/>
          </a:xfrm>
          <a:prstGeom prst="rect">
            <a:avLst/>
          </a:prstGeom>
          <a:noFill/>
        </p:spPr>
        <p:txBody>
          <a:bodyPr wrap="none" rtlCol="0">
            <a:spAutoFit/>
          </a:bodyPr>
          <a:lstStyle/>
          <a:p>
            <a:r>
              <a:rPr lang="en-SG" sz="1600" dirty="0">
                <a:solidFill>
                  <a:schemeClr val="tx2"/>
                </a:solidFill>
              </a:rPr>
              <a:t>20 mins</a:t>
            </a:r>
            <a:endParaRPr lang="en-SG" sz="1200" dirty="0">
              <a:solidFill>
                <a:schemeClr val="tx2"/>
              </a:solidFill>
            </a:endParaRPr>
          </a:p>
        </p:txBody>
      </p:sp>
      <p:pic>
        <p:nvPicPr>
          <p:cNvPr id="225" name="Picture 224" descr="A person walking on a black background&#10;&#10;AI-generated content may be incorrect.">
            <a:extLst>
              <a:ext uri="{FF2B5EF4-FFF2-40B4-BE49-F238E27FC236}">
                <a16:creationId xmlns:a16="http://schemas.microsoft.com/office/drawing/2014/main" id="{3834B2A1-9B34-3986-7002-F50F4A7C495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744790" y="3514644"/>
            <a:ext cx="328136" cy="328136"/>
          </a:xfrm>
          <a:prstGeom prst="rect">
            <a:avLst/>
          </a:prstGeom>
        </p:spPr>
      </p:pic>
      <p:cxnSp>
        <p:nvCxnSpPr>
          <p:cNvPr id="227" name="Straight Connector 226">
            <a:extLst>
              <a:ext uri="{FF2B5EF4-FFF2-40B4-BE49-F238E27FC236}">
                <a16:creationId xmlns:a16="http://schemas.microsoft.com/office/drawing/2014/main" id="{98AE17D3-F4C3-6AE4-7D8E-9F0BF9A9643D}"/>
              </a:ext>
            </a:extLst>
          </p:cNvPr>
          <p:cNvCxnSpPr>
            <a:cxnSpLocks/>
          </p:cNvCxnSpPr>
          <p:nvPr/>
        </p:nvCxnSpPr>
        <p:spPr>
          <a:xfrm flipH="1">
            <a:off x="5357605" y="2537733"/>
            <a:ext cx="4740" cy="571288"/>
          </a:xfrm>
          <a:prstGeom prst="line">
            <a:avLst/>
          </a:prstGeom>
          <a:ln>
            <a:solidFill>
              <a:schemeClr val="tx2"/>
            </a:solidFill>
            <a:prstDash val="sysDot"/>
          </a:ln>
        </p:spPr>
        <p:style>
          <a:lnRef idx="2">
            <a:schemeClr val="accent1"/>
          </a:lnRef>
          <a:fillRef idx="0">
            <a:schemeClr val="accent1"/>
          </a:fillRef>
          <a:effectRef idx="1">
            <a:schemeClr val="accent1"/>
          </a:effectRef>
          <a:fontRef idx="minor">
            <a:schemeClr val="tx1"/>
          </a:fontRef>
        </p:style>
      </p:cxnSp>
      <p:grpSp>
        <p:nvGrpSpPr>
          <p:cNvPr id="237" name="Group 236">
            <a:extLst>
              <a:ext uri="{FF2B5EF4-FFF2-40B4-BE49-F238E27FC236}">
                <a16:creationId xmlns:a16="http://schemas.microsoft.com/office/drawing/2014/main" id="{B781227B-1FC9-086A-4B1C-07A0A0538AD5}"/>
              </a:ext>
            </a:extLst>
          </p:cNvPr>
          <p:cNvGrpSpPr/>
          <p:nvPr/>
        </p:nvGrpSpPr>
        <p:grpSpPr>
          <a:xfrm>
            <a:off x="4466932" y="4006232"/>
            <a:ext cx="1621239" cy="337727"/>
            <a:chOff x="4402271" y="2182592"/>
            <a:chExt cx="1621239" cy="337727"/>
          </a:xfrm>
        </p:grpSpPr>
        <p:sp>
          <p:nvSpPr>
            <p:cNvPr id="238" name="Rectangle: Rounded Corners 237">
              <a:extLst>
                <a:ext uri="{FF2B5EF4-FFF2-40B4-BE49-F238E27FC236}">
                  <a16:creationId xmlns:a16="http://schemas.microsoft.com/office/drawing/2014/main" id="{91239D5F-A407-9DDA-3995-1C3A506F102F}"/>
                </a:ext>
              </a:extLst>
            </p:cNvPr>
            <p:cNvSpPr/>
            <p:nvPr/>
          </p:nvSpPr>
          <p:spPr>
            <a:xfrm>
              <a:off x="4605295" y="2182592"/>
              <a:ext cx="1418215" cy="333680"/>
            </a:xfrm>
            <a:prstGeom prst="roundRect">
              <a:avLst/>
            </a:prstGeom>
            <a:solidFill>
              <a:srgbClr val="FFB9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Musical B’</a:t>
              </a:r>
            </a:p>
          </p:txBody>
        </p:sp>
        <p:pic>
          <p:nvPicPr>
            <p:cNvPr id="239" name="Picture 238" descr="A blue arrow pointing to the left&#10;&#10;AI-generated content may be incorrect.">
              <a:extLst>
                <a:ext uri="{FF2B5EF4-FFF2-40B4-BE49-F238E27FC236}">
                  <a16:creationId xmlns:a16="http://schemas.microsoft.com/office/drawing/2014/main" id="{4EF06F91-6ACA-6709-8B09-4853AC3CF9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40" name="Picture 239" descr="A blue arrow pointing to the left&#10;&#10;AI-generated content may be incorrect.">
              <a:extLst>
                <a:ext uri="{FF2B5EF4-FFF2-40B4-BE49-F238E27FC236}">
                  <a16:creationId xmlns:a16="http://schemas.microsoft.com/office/drawing/2014/main" id="{7C5D4323-FB05-2677-42BF-6EE534E33A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cxnSp>
        <p:nvCxnSpPr>
          <p:cNvPr id="241" name="Straight Connector 240">
            <a:extLst>
              <a:ext uri="{FF2B5EF4-FFF2-40B4-BE49-F238E27FC236}">
                <a16:creationId xmlns:a16="http://schemas.microsoft.com/office/drawing/2014/main" id="{B72D4F90-B4E9-1244-4C2B-37D636D9FB5D}"/>
              </a:ext>
            </a:extLst>
          </p:cNvPr>
          <p:cNvCxnSpPr>
            <a:cxnSpLocks/>
          </p:cNvCxnSpPr>
          <p:nvPr/>
        </p:nvCxnSpPr>
        <p:spPr>
          <a:xfrm>
            <a:off x="5357604" y="3465937"/>
            <a:ext cx="2371" cy="526399"/>
          </a:xfrm>
          <a:prstGeom prst="line">
            <a:avLst/>
          </a:prstGeom>
          <a:ln>
            <a:solidFill>
              <a:schemeClr val="tx2"/>
            </a:solidFill>
            <a:prstDash val="sysDot"/>
          </a:ln>
        </p:spPr>
        <p:style>
          <a:lnRef idx="2">
            <a:schemeClr val="accent1"/>
          </a:lnRef>
          <a:fillRef idx="0">
            <a:schemeClr val="accent1"/>
          </a:fillRef>
          <a:effectRef idx="1">
            <a:schemeClr val="accent1"/>
          </a:effectRef>
          <a:fontRef idx="minor">
            <a:schemeClr val="tx1"/>
          </a:fontRef>
        </p:style>
      </p:cxnSp>
      <p:sp>
        <p:nvSpPr>
          <p:cNvPr id="242" name="TextBox 241">
            <a:extLst>
              <a:ext uri="{FF2B5EF4-FFF2-40B4-BE49-F238E27FC236}">
                <a16:creationId xmlns:a16="http://schemas.microsoft.com/office/drawing/2014/main" id="{24D29025-4914-4395-C35D-65926CF600A0}"/>
              </a:ext>
            </a:extLst>
          </p:cNvPr>
          <p:cNvSpPr txBox="1"/>
          <p:nvPr/>
        </p:nvSpPr>
        <p:spPr>
          <a:xfrm>
            <a:off x="6742946" y="2186512"/>
            <a:ext cx="772969" cy="338554"/>
          </a:xfrm>
          <a:prstGeom prst="rect">
            <a:avLst/>
          </a:prstGeom>
          <a:noFill/>
        </p:spPr>
        <p:txBody>
          <a:bodyPr wrap="none" rtlCol="0">
            <a:spAutoFit/>
          </a:bodyPr>
          <a:lstStyle/>
          <a:p>
            <a:r>
              <a:rPr lang="en-SG" sz="1600" dirty="0">
                <a:solidFill>
                  <a:schemeClr val="tx2"/>
                </a:solidFill>
              </a:rPr>
              <a:t>5 mins</a:t>
            </a:r>
            <a:endParaRPr lang="en-SG" sz="1200" dirty="0">
              <a:solidFill>
                <a:schemeClr val="tx2"/>
              </a:solidFill>
            </a:endParaRPr>
          </a:p>
        </p:txBody>
      </p:sp>
      <p:pic>
        <p:nvPicPr>
          <p:cNvPr id="243" name="Picture 242" descr="A blue hourglass and arrow&#10;&#10;AI-generated content may be incorrect.">
            <a:extLst>
              <a:ext uri="{FF2B5EF4-FFF2-40B4-BE49-F238E27FC236}">
                <a16:creationId xmlns:a16="http://schemas.microsoft.com/office/drawing/2014/main" id="{7025FC38-138E-0043-C6CB-70071B87E1A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39574" y="2168328"/>
            <a:ext cx="307777" cy="307777"/>
          </a:xfrm>
          <a:prstGeom prst="rect">
            <a:avLst/>
          </a:prstGeom>
        </p:spPr>
      </p:pic>
      <p:sp>
        <p:nvSpPr>
          <p:cNvPr id="244" name="TextBox 243">
            <a:extLst>
              <a:ext uri="{FF2B5EF4-FFF2-40B4-BE49-F238E27FC236}">
                <a16:creationId xmlns:a16="http://schemas.microsoft.com/office/drawing/2014/main" id="{C36F2D8C-8495-CAF4-06D7-A2F2BF7A60EA}"/>
              </a:ext>
            </a:extLst>
          </p:cNvPr>
          <p:cNvSpPr txBox="1"/>
          <p:nvPr/>
        </p:nvSpPr>
        <p:spPr>
          <a:xfrm>
            <a:off x="6016271" y="2668963"/>
            <a:ext cx="941283" cy="338554"/>
          </a:xfrm>
          <a:prstGeom prst="rect">
            <a:avLst/>
          </a:prstGeom>
          <a:noFill/>
        </p:spPr>
        <p:txBody>
          <a:bodyPr wrap="none" rtlCol="0">
            <a:spAutoFit/>
          </a:bodyPr>
          <a:lstStyle/>
          <a:p>
            <a:r>
              <a:rPr lang="en-SG" sz="1600" dirty="0">
                <a:solidFill>
                  <a:schemeClr val="tx2"/>
                </a:solidFill>
              </a:rPr>
              <a:t>7.5 mins</a:t>
            </a:r>
            <a:endParaRPr lang="en-SG" sz="1200" dirty="0">
              <a:solidFill>
                <a:schemeClr val="tx2"/>
              </a:solidFill>
            </a:endParaRPr>
          </a:p>
        </p:txBody>
      </p:sp>
      <p:pic>
        <p:nvPicPr>
          <p:cNvPr id="245" name="Picture 244" descr="A person walking on a black background&#10;&#10;AI-generated content may be incorrect.">
            <a:extLst>
              <a:ext uri="{FF2B5EF4-FFF2-40B4-BE49-F238E27FC236}">
                <a16:creationId xmlns:a16="http://schemas.microsoft.com/office/drawing/2014/main" id="{EE05173B-70AF-B385-92E0-505EE1D9081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801294" y="2628100"/>
            <a:ext cx="328136" cy="328136"/>
          </a:xfrm>
          <a:prstGeom prst="rect">
            <a:avLst/>
          </a:prstGeom>
        </p:spPr>
      </p:pic>
      <p:sp>
        <p:nvSpPr>
          <p:cNvPr id="246" name="TextBox 245">
            <a:extLst>
              <a:ext uri="{FF2B5EF4-FFF2-40B4-BE49-F238E27FC236}">
                <a16:creationId xmlns:a16="http://schemas.microsoft.com/office/drawing/2014/main" id="{2D9E5B02-06B1-F7C1-8DD0-AACC0E019C70}"/>
              </a:ext>
            </a:extLst>
          </p:cNvPr>
          <p:cNvSpPr txBox="1"/>
          <p:nvPr/>
        </p:nvSpPr>
        <p:spPr>
          <a:xfrm>
            <a:off x="6727065" y="4039391"/>
            <a:ext cx="782587" cy="338554"/>
          </a:xfrm>
          <a:prstGeom prst="rect">
            <a:avLst/>
          </a:prstGeom>
          <a:noFill/>
        </p:spPr>
        <p:txBody>
          <a:bodyPr wrap="none" rtlCol="0">
            <a:spAutoFit/>
          </a:bodyPr>
          <a:lstStyle/>
          <a:p>
            <a:r>
              <a:rPr lang="en-SG" sz="1600" dirty="0">
                <a:solidFill>
                  <a:schemeClr val="tx2"/>
                </a:solidFill>
              </a:rPr>
              <a:t>&lt;1 min</a:t>
            </a:r>
            <a:endParaRPr lang="en-SG" sz="1200" dirty="0">
              <a:solidFill>
                <a:schemeClr val="tx2"/>
              </a:solidFill>
            </a:endParaRPr>
          </a:p>
        </p:txBody>
      </p:sp>
      <p:pic>
        <p:nvPicPr>
          <p:cNvPr id="247" name="Picture 246" descr="A blue hourglass and arrow&#10;&#10;AI-generated content may be incorrect.">
            <a:extLst>
              <a:ext uri="{FF2B5EF4-FFF2-40B4-BE49-F238E27FC236}">
                <a16:creationId xmlns:a16="http://schemas.microsoft.com/office/drawing/2014/main" id="{2F3CB059-AEFD-FDE8-641F-DD9EE823628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439574" y="4021207"/>
            <a:ext cx="307777" cy="307777"/>
          </a:xfrm>
          <a:prstGeom prst="rect">
            <a:avLst/>
          </a:prstGeom>
        </p:spPr>
      </p:pic>
      <p:sp>
        <p:nvSpPr>
          <p:cNvPr id="248" name="Rectangle 247">
            <a:extLst>
              <a:ext uri="{FF2B5EF4-FFF2-40B4-BE49-F238E27FC236}">
                <a16:creationId xmlns:a16="http://schemas.microsoft.com/office/drawing/2014/main" id="{D8CEA1C7-BCF2-F357-1211-6E4D22CBF6DD}"/>
              </a:ext>
            </a:extLst>
          </p:cNvPr>
          <p:cNvSpPr/>
          <p:nvPr/>
        </p:nvSpPr>
        <p:spPr>
          <a:xfrm>
            <a:off x="4318000" y="5051460"/>
            <a:ext cx="3497722" cy="18130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9" name="TextBox 248">
            <a:extLst>
              <a:ext uri="{FF2B5EF4-FFF2-40B4-BE49-F238E27FC236}">
                <a16:creationId xmlns:a16="http://schemas.microsoft.com/office/drawing/2014/main" id="{758C1F1A-66B4-63F9-F606-7969284E37EB}"/>
              </a:ext>
            </a:extLst>
          </p:cNvPr>
          <p:cNvSpPr txBox="1"/>
          <p:nvPr/>
        </p:nvSpPr>
        <p:spPr>
          <a:xfrm rot="5400000">
            <a:off x="4867762" y="4325596"/>
            <a:ext cx="1244283" cy="646331"/>
          </a:xfrm>
          <a:prstGeom prst="rect">
            <a:avLst/>
          </a:prstGeom>
          <a:noFill/>
        </p:spPr>
        <p:txBody>
          <a:bodyPr wrap="square" rtlCol="0">
            <a:spAutoFit/>
          </a:bodyPr>
          <a:lstStyle/>
          <a:p>
            <a:pPr algn="ctr"/>
            <a:r>
              <a:rPr lang="en-SG" sz="3600" dirty="0"/>
              <a:t>…</a:t>
            </a:r>
          </a:p>
        </p:txBody>
      </p:sp>
      <p:sp>
        <p:nvSpPr>
          <p:cNvPr id="250" name="Rectangle: Rounded Corners 249">
            <a:extLst>
              <a:ext uri="{FF2B5EF4-FFF2-40B4-BE49-F238E27FC236}">
                <a16:creationId xmlns:a16="http://schemas.microsoft.com/office/drawing/2014/main" id="{7E9ED152-FEF6-E062-A21C-E5B303E02B21}"/>
              </a:ext>
            </a:extLst>
          </p:cNvPr>
          <p:cNvSpPr/>
          <p:nvPr/>
        </p:nvSpPr>
        <p:spPr>
          <a:xfrm rot="5400000">
            <a:off x="4111744" y="2463069"/>
            <a:ext cx="556075" cy="4594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252" name="TextBox 251">
            <a:extLst>
              <a:ext uri="{FF2B5EF4-FFF2-40B4-BE49-F238E27FC236}">
                <a16:creationId xmlns:a16="http://schemas.microsoft.com/office/drawing/2014/main" id="{4A0B7E2D-75AE-8F98-C457-D6FADD817D22}"/>
              </a:ext>
            </a:extLst>
          </p:cNvPr>
          <p:cNvSpPr txBox="1"/>
          <p:nvPr/>
        </p:nvSpPr>
        <p:spPr>
          <a:xfrm>
            <a:off x="234409" y="5504755"/>
            <a:ext cx="2681953" cy="369332"/>
          </a:xfrm>
          <a:prstGeom prst="rect">
            <a:avLst/>
          </a:prstGeom>
          <a:noFill/>
        </p:spPr>
        <p:txBody>
          <a:bodyPr wrap="none" rtlCol="0">
            <a:spAutoFit/>
          </a:bodyPr>
          <a:lstStyle/>
          <a:p>
            <a:r>
              <a:rPr lang="en-SG" b="1" dirty="0">
                <a:solidFill>
                  <a:schemeClr val="tx2"/>
                </a:solidFill>
              </a:rPr>
              <a:t>Total Time: </a:t>
            </a:r>
            <a:r>
              <a:rPr lang="en-SG" dirty="0">
                <a:solidFill>
                  <a:schemeClr val="tx2"/>
                </a:solidFill>
              </a:rPr>
              <a:t>2 hrs 30 mins</a:t>
            </a:r>
            <a:endParaRPr lang="en-SG" sz="1400" b="1" dirty="0">
              <a:solidFill>
                <a:schemeClr val="tx2"/>
              </a:solidFill>
            </a:endParaRPr>
          </a:p>
        </p:txBody>
      </p:sp>
      <p:sp>
        <p:nvSpPr>
          <p:cNvPr id="253" name="TextBox 252">
            <a:extLst>
              <a:ext uri="{FF2B5EF4-FFF2-40B4-BE49-F238E27FC236}">
                <a16:creationId xmlns:a16="http://schemas.microsoft.com/office/drawing/2014/main" id="{C4E01365-6A39-6CE1-62B4-C095BB27C63D}"/>
              </a:ext>
            </a:extLst>
          </p:cNvPr>
          <p:cNvSpPr txBox="1"/>
          <p:nvPr/>
        </p:nvSpPr>
        <p:spPr>
          <a:xfrm>
            <a:off x="238846" y="5872175"/>
            <a:ext cx="2114746" cy="369332"/>
          </a:xfrm>
          <a:prstGeom prst="rect">
            <a:avLst/>
          </a:prstGeom>
          <a:noFill/>
        </p:spPr>
        <p:txBody>
          <a:bodyPr wrap="none" rtlCol="0">
            <a:spAutoFit/>
          </a:bodyPr>
          <a:lstStyle/>
          <a:p>
            <a:r>
              <a:rPr lang="en-SG" b="1" dirty="0">
                <a:solidFill>
                  <a:schemeClr val="tx2"/>
                </a:solidFill>
              </a:rPr>
              <a:t>Total Wait: </a:t>
            </a:r>
            <a:r>
              <a:rPr lang="en-SG" dirty="0">
                <a:solidFill>
                  <a:schemeClr val="tx2"/>
                </a:solidFill>
              </a:rPr>
              <a:t>30 mins</a:t>
            </a:r>
            <a:endParaRPr lang="en-SG" sz="1400" b="1" dirty="0">
              <a:solidFill>
                <a:schemeClr val="tx2"/>
              </a:solidFill>
            </a:endParaRPr>
          </a:p>
        </p:txBody>
      </p:sp>
      <p:sp>
        <p:nvSpPr>
          <p:cNvPr id="254" name="TextBox 253">
            <a:extLst>
              <a:ext uri="{FF2B5EF4-FFF2-40B4-BE49-F238E27FC236}">
                <a16:creationId xmlns:a16="http://schemas.microsoft.com/office/drawing/2014/main" id="{D5BBB37D-E948-DD0F-438D-F0523B2BC7C2}"/>
              </a:ext>
            </a:extLst>
          </p:cNvPr>
          <p:cNvSpPr txBox="1"/>
          <p:nvPr/>
        </p:nvSpPr>
        <p:spPr>
          <a:xfrm>
            <a:off x="249147" y="6232896"/>
            <a:ext cx="2317622" cy="369332"/>
          </a:xfrm>
          <a:prstGeom prst="rect">
            <a:avLst/>
          </a:prstGeom>
          <a:noFill/>
        </p:spPr>
        <p:txBody>
          <a:bodyPr wrap="none" rtlCol="0">
            <a:spAutoFit/>
          </a:bodyPr>
          <a:lstStyle/>
          <a:p>
            <a:r>
              <a:rPr lang="en-SG" b="1" dirty="0">
                <a:solidFill>
                  <a:schemeClr val="tx2"/>
                </a:solidFill>
              </a:rPr>
              <a:t>Activity Time: </a:t>
            </a:r>
            <a:r>
              <a:rPr lang="en-SG" dirty="0">
                <a:solidFill>
                  <a:schemeClr val="tx2"/>
                </a:solidFill>
              </a:rPr>
              <a:t>1.5 hrs</a:t>
            </a:r>
            <a:endParaRPr lang="en-SG" sz="1400" b="1" dirty="0">
              <a:solidFill>
                <a:schemeClr val="tx2"/>
              </a:solidFill>
            </a:endParaRPr>
          </a:p>
        </p:txBody>
      </p:sp>
      <p:sp>
        <p:nvSpPr>
          <p:cNvPr id="255" name="Rectangle: Rounded Corners 254">
            <a:extLst>
              <a:ext uri="{FF2B5EF4-FFF2-40B4-BE49-F238E27FC236}">
                <a16:creationId xmlns:a16="http://schemas.microsoft.com/office/drawing/2014/main" id="{4F436F3D-6445-814A-2A2E-C5F9804F0ED3}"/>
              </a:ext>
            </a:extLst>
          </p:cNvPr>
          <p:cNvSpPr/>
          <p:nvPr/>
        </p:nvSpPr>
        <p:spPr>
          <a:xfrm>
            <a:off x="4974707" y="5701123"/>
            <a:ext cx="2368733" cy="44616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Add more destinations</a:t>
            </a:r>
          </a:p>
        </p:txBody>
      </p:sp>
      <p:sp>
        <p:nvSpPr>
          <p:cNvPr id="256" name="Rectangle: Rounded Corners 255">
            <a:extLst>
              <a:ext uri="{FF2B5EF4-FFF2-40B4-BE49-F238E27FC236}">
                <a16:creationId xmlns:a16="http://schemas.microsoft.com/office/drawing/2014/main" id="{81B7EF5B-5DC5-2608-FB54-43AC53D32440}"/>
              </a:ext>
            </a:extLst>
          </p:cNvPr>
          <p:cNvSpPr/>
          <p:nvPr/>
        </p:nvSpPr>
        <p:spPr>
          <a:xfrm>
            <a:off x="4470361" y="6241507"/>
            <a:ext cx="1504118" cy="446163"/>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Cancel plan</a:t>
            </a:r>
          </a:p>
        </p:txBody>
      </p:sp>
      <p:sp>
        <p:nvSpPr>
          <p:cNvPr id="257" name="Rectangle: Rounded Corners 256">
            <a:hlinkClick r:id="rId14" action="ppaction://hlinksldjump"/>
            <a:extLst>
              <a:ext uri="{FF2B5EF4-FFF2-40B4-BE49-F238E27FC236}">
                <a16:creationId xmlns:a16="http://schemas.microsoft.com/office/drawing/2014/main" id="{14FCDBD3-4D51-9365-E198-3B06651F7532}"/>
              </a:ext>
            </a:extLst>
          </p:cNvPr>
          <p:cNvSpPr/>
          <p:nvPr/>
        </p:nvSpPr>
        <p:spPr>
          <a:xfrm>
            <a:off x="6209985" y="6239526"/>
            <a:ext cx="1504118" cy="446163"/>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Confirm plan</a:t>
            </a:r>
          </a:p>
        </p:txBody>
      </p:sp>
      <p:cxnSp>
        <p:nvCxnSpPr>
          <p:cNvPr id="258" name="Straight Connector 257">
            <a:extLst>
              <a:ext uri="{FF2B5EF4-FFF2-40B4-BE49-F238E27FC236}">
                <a16:creationId xmlns:a16="http://schemas.microsoft.com/office/drawing/2014/main" id="{6DDEFE8D-C541-939E-EC41-7D0717F5DB95}"/>
              </a:ext>
            </a:extLst>
          </p:cNvPr>
          <p:cNvCxnSpPr>
            <a:cxnSpLocks/>
          </p:cNvCxnSpPr>
          <p:nvPr/>
        </p:nvCxnSpPr>
        <p:spPr>
          <a:xfrm flipV="1">
            <a:off x="2086006" y="1002910"/>
            <a:ext cx="5507456" cy="14002"/>
          </a:xfrm>
          <a:prstGeom prst="line">
            <a:avLst/>
          </a:prstGeom>
          <a:ln>
            <a:solidFill>
              <a:schemeClr val="tx2"/>
            </a:solidFill>
            <a:prstDash val="sysDot"/>
            <a:tailEnd type="stealth"/>
          </a:ln>
        </p:spPr>
        <p:style>
          <a:lnRef idx="2">
            <a:schemeClr val="accent1"/>
          </a:lnRef>
          <a:fillRef idx="0">
            <a:schemeClr val="accent1"/>
          </a:fillRef>
          <a:effectRef idx="1">
            <a:schemeClr val="accent1"/>
          </a:effectRef>
          <a:fontRef idx="minor">
            <a:schemeClr val="tx1"/>
          </a:fontRef>
        </p:style>
      </p:cxnSp>
      <p:sp>
        <p:nvSpPr>
          <p:cNvPr id="261" name="TextBox 260">
            <a:extLst>
              <a:ext uri="{FF2B5EF4-FFF2-40B4-BE49-F238E27FC236}">
                <a16:creationId xmlns:a16="http://schemas.microsoft.com/office/drawing/2014/main" id="{35A9BBD9-D64F-62FB-6E88-7B75AA6EA8F0}"/>
              </a:ext>
            </a:extLst>
          </p:cNvPr>
          <p:cNvSpPr txBox="1"/>
          <p:nvPr/>
        </p:nvSpPr>
        <p:spPr>
          <a:xfrm>
            <a:off x="3639139" y="690051"/>
            <a:ext cx="3064172" cy="338554"/>
          </a:xfrm>
          <a:prstGeom prst="rect">
            <a:avLst/>
          </a:prstGeom>
          <a:noFill/>
        </p:spPr>
        <p:txBody>
          <a:bodyPr wrap="none" rtlCol="0">
            <a:spAutoFit/>
          </a:bodyPr>
          <a:lstStyle/>
          <a:p>
            <a:r>
              <a:rPr lang="en-SG" sz="1600" dirty="0">
                <a:solidFill>
                  <a:schemeClr val="tx2">
                    <a:lumMod val="40000"/>
                    <a:lumOff val="60000"/>
                  </a:schemeClr>
                </a:solidFill>
              </a:rPr>
              <a:t>Scroll to see more created  plans</a:t>
            </a:r>
            <a:endParaRPr lang="en-SG" sz="1200" dirty="0">
              <a:solidFill>
                <a:schemeClr val="tx2">
                  <a:lumMod val="40000"/>
                  <a:lumOff val="60000"/>
                </a:schemeClr>
              </a:solidFill>
            </a:endParaRPr>
          </a:p>
        </p:txBody>
      </p:sp>
      <p:pic>
        <p:nvPicPr>
          <p:cNvPr id="262" name="Picture 261">
            <a:extLst>
              <a:ext uri="{FF2B5EF4-FFF2-40B4-BE49-F238E27FC236}">
                <a16:creationId xmlns:a16="http://schemas.microsoft.com/office/drawing/2014/main" id="{3F2209DC-494D-AFBA-BD43-10A019715944}"/>
              </a:ext>
            </a:extLst>
          </p:cNvPr>
          <p:cNvPicPr>
            <a:picLocks noChangeAspect="1"/>
          </p:cNvPicPr>
          <p:nvPr/>
        </p:nvPicPr>
        <p:blipFill>
          <a:blip r:embed="rId15"/>
          <a:stretch>
            <a:fillRect/>
          </a:stretch>
        </p:blipFill>
        <p:spPr>
          <a:xfrm>
            <a:off x="6532578" y="752985"/>
            <a:ext cx="676356" cy="676356"/>
          </a:xfrm>
          <a:prstGeom prst="rect">
            <a:avLst/>
          </a:prstGeom>
        </p:spPr>
      </p:pic>
      <p:sp>
        <p:nvSpPr>
          <p:cNvPr id="263" name="TextBox 262">
            <a:extLst>
              <a:ext uri="{FF2B5EF4-FFF2-40B4-BE49-F238E27FC236}">
                <a16:creationId xmlns:a16="http://schemas.microsoft.com/office/drawing/2014/main" id="{AC4D3F12-9EC8-AA06-B271-6A17DB4B4B19}"/>
              </a:ext>
            </a:extLst>
          </p:cNvPr>
          <p:cNvSpPr txBox="1"/>
          <p:nvPr/>
        </p:nvSpPr>
        <p:spPr>
          <a:xfrm>
            <a:off x="8357025" y="4453461"/>
            <a:ext cx="2382992" cy="923330"/>
          </a:xfrm>
          <a:prstGeom prst="rect">
            <a:avLst/>
          </a:prstGeom>
          <a:noFill/>
        </p:spPr>
        <p:txBody>
          <a:bodyPr wrap="square" rtlCol="0">
            <a:spAutoFit/>
          </a:bodyPr>
          <a:lstStyle/>
          <a:p>
            <a:r>
              <a:rPr lang="en-SG" dirty="0">
                <a:solidFill>
                  <a:schemeClr val="bg1">
                    <a:lumMod val="65000"/>
                  </a:schemeClr>
                </a:solidFill>
              </a:rPr>
              <a:t>No cancelled plans at the moment.</a:t>
            </a:r>
          </a:p>
          <a:p>
            <a:endParaRPr lang="en-SG" dirty="0"/>
          </a:p>
        </p:txBody>
      </p:sp>
      <p:sp>
        <p:nvSpPr>
          <p:cNvPr id="264" name="TextBox 263">
            <a:extLst>
              <a:ext uri="{FF2B5EF4-FFF2-40B4-BE49-F238E27FC236}">
                <a16:creationId xmlns:a16="http://schemas.microsoft.com/office/drawing/2014/main" id="{87EACE5D-471E-61BF-AEDD-7C67B3253A49}"/>
              </a:ext>
            </a:extLst>
          </p:cNvPr>
          <p:cNvSpPr txBox="1"/>
          <p:nvPr/>
        </p:nvSpPr>
        <p:spPr>
          <a:xfrm>
            <a:off x="8357025" y="1548959"/>
            <a:ext cx="2382992" cy="923330"/>
          </a:xfrm>
          <a:prstGeom prst="rect">
            <a:avLst/>
          </a:prstGeom>
          <a:noFill/>
        </p:spPr>
        <p:txBody>
          <a:bodyPr wrap="square" rtlCol="0">
            <a:spAutoFit/>
          </a:bodyPr>
          <a:lstStyle/>
          <a:p>
            <a:r>
              <a:rPr lang="en-SG" dirty="0">
                <a:solidFill>
                  <a:schemeClr val="bg1">
                    <a:lumMod val="65000"/>
                  </a:schemeClr>
                </a:solidFill>
              </a:rPr>
              <a:t>No confirmed plans at the moment.</a:t>
            </a:r>
          </a:p>
          <a:p>
            <a:endParaRPr lang="en-SG" dirty="0"/>
          </a:p>
        </p:txBody>
      </p:sp>
      <p:sp>
        <p:nvSpPr>
          <p:cNvPr id="265" name="Rectangle: Rounded Corners 264">
            <a:extLst>
              <a:ext uri="{FF2B5EF4-FFF2-40B4-BE49-F238E27FC236}">
                <a16:creationId xmlns:a16="http://schemas.microsoft.com/office/drawing/2014/main" id="{581E5550-539B-10C8-4281-D1AF016F8CBE}"/>
              </a:ext>
            </a:extLst>
          </p:cNvPr>
          <p:cNvSpPr/>
          <p:nvPr/>
        </p:nvSpPr>
        <p:spPr>
          <a:xfrm>
            <a:off x="4970493" y="5119848"/>
            <a:ext cx="2368733" cy="44616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solidFill>
                  <a:srgbClr val="000000"/>
                </a:solidFill>
              </a:rPr>
              <a:t>Recalculate Route</a:t>
            </a:r>
          </a:p>
        </p:txBody>
      </p:sp>
      <p:sp>
        <p:nvSpPr>
          <p:cNvPr id="18" name="Rectangle: Rounded Corners 17">
            <a:extLst>
              <a:ext uri="{FF2B5EF4-FFF2-40B4-BE49-F238E27FC236}">
                <a16:creationId xmlns:a16="http://schemas.microsoft.com/office/drawing/2014/main" id="{3208F995-6545-AC08-AA84-EF6B59E4D22C}"/>
              </a:ext>
            </a:extLst>
          </p:cNvPr>
          <p:cNvSpPr/>
          <p:nvPr/>
        </p:nvSpPr>
        <p:spPr>
          <a:xfrm>
            <a:off x="4644524" y="2194010"/>
            <a:ext cx="1418215" cy="333680"/>
          </a:xfrm>
          <a:prstGeom prst="roundRect">
            <a:avLst/>
          </a:prstGeom>
          <a:solidFill>
            <a:srgbClr val="C0F7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Ben’s Place</a:t>
            </a:r>
          </a:p>
        </p:txBody>
      </p:sp>
      <p:sp>
        <p:nvSpPr>
          <p:cNvPr id="19" name="Rectangle: Rounded Corners 18">
            <a:extLst>
              <a:ext uri="{FF2B5EF4-FFF2-40B4-BE49-F238E27FC236}">
                <a16:creationId xmlns:a16="http://schemas.microsoft.com/office/drawing/2014/main" id="{4331A9D3-3C92-D891-2EBD-754DD06ED450}"/>
              </a:ext>
            </a:extLst>
          </p:cNvPr>
          <p:cNvSpPr/>
          <p:nvPr/>
        </p:nvSpPr>
        <p:spPr>
          <a:xfrm>
            <a:off x="4660410" y="3102872"/>
            <a:ext cx="1418215" cy="333680"/>
          </a:xfrm>
          <a:prstGeom prst="roundRect">
            <a:avLst/>
          </a:prstGeom>
          <a:solidFill>
            <a:srgbClr val="FEE43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Dragon Roller</a:t>
            </a:r>
          </a:p>
        </p:txBody>
      </p:sp>
      <p:sp>
        <p:nvSpPr>
          <p:cNvPr id="20" name="TextBox 19">
            <a:extLst>
              <a:ext uri="{FF2B5EF4-FFF2-40B4-BE49-F238E27FC236}">
                <a16:creationId xmlns:a16="http://schemas.microsoft.com/office/drawing/2014/main" id="{8B3068A7-B840-074B-95A1-BDCC9AAD65B1}"/>
              </a:ext>
            </a:extLst>
          </p:cNvPr>
          <p:cNvSpPr txBox="1"/>
          <p:nvPr/>
        </p:nvSpPr>
        <p:spPr>
          <a:xfrm>
            <a:off x="425844" y="3309722"/>
            <a:ext cx="4121657" cy="1846659"/>
          </a:xfrm>
          <a:prstGeom prst="rect">
            <a:avLst/>
          </a:prstGeom>
          <a:solidFill>
            <a:schemeClr val="bg1"/>
          </a:solidFill>
          <a:ln w="25400">
            <a:solidFill>
              <a:schemeClr val="accent5"/>
            </a:solidFill>
          </a:ln>
        </p:spPr>
        <p:txBody>
          <a:bodyPr wrap="square" rtlCol="0">
            <a:spAutoFit/>
          </a:bodyPr>
          <a:lstStyle/>
          <a:p>
            <a:pPr algn="just"/>
            <a:r>
              <a:rPr lang="en-US" b="1" dirty="0">
                <a:solidFill>
                  <a:srgbClr val="000000"/>
                </a:solidFill>
                <a:latin typeface="Arial" panose="020B0604020202020204" pitchFamily="34" charset="0"/>
                <a:cs typeface="Arial" panose="020B0604020202020204" pitchFamily="34" charset="0"/>
              </a:rPr>
              <a:t>Scenario Demonstration</a:t>
            </a:r>
          </a:p>
          <a:p>
            <a:pPr algn="just"/>
            <a:endParaRPr lang="en-US" sz="1600" dirty="0">
              <a:solidFill>
                <a:srgbClr val="000000"/>
              </a:solidFill>
              <a:latin typeface="Arial" panose="020B0604020202020204" pitchFamily="34" charset="0"/>
              <a:cs typeface="Arial" panose="020B0604020202020204" pitchFamily="34" charset="0"/>
            </a:endParaRPr>
          </a:p>
          <a:p>
            <a:pPr algn="just"/>
            <a:r>
              <a:rPr lang="en-US" sz="1600" dirty="0">
                <a:solidFill>
                  <a:srgbClr val="000000"/>
                </a:solidFill>
                <a:latin typeface="Arial" panose="020B0604020202020204" pitchFamily="34" charset="0"/>
                <a:cs typeface="Arial" panose="020B0604020202020204" pitchFamily="34" charset="0"/>
              </a:rPr>
              <a:t>For example, the total time the user spent in the park after the swap </a:t>
            </a:r>
            <a:r>
              <a:rPr lang="en-US" sz="1600" b="1" dirty="0">
                <a:solidFill>
                  <a:srgbClr val="000000"/>
                </a:solidFill>
                <a:latin typeface="Arial" panose="020B0604020202020204" pitchFamily="34" charset="0"/>
                <a:cs typeface="Arial" panose="020B0604020202020204" pitchFamily="34" charset="0"/>
              </a:rPr>
              <a:t>increased by 30 mins</a:t>
            </a:r>
            <a:r>
              <a:rPr lang="en-US" sz="1600" dirty="0">
                <a:solidFill>
                  <a:srgbClr val="000000"/>
                </a:solidFill>
                <a:latin typeface="Arial" panose="020B0604020202020204" pitchFamily="34" charset="0"/>
                <a:cs typeface="Arial" panose="020B0604020202020204" pitchFamily="34" charset="0"/>
              </a:rPr>
              <a:t> due to additional time spent crossing the theme park due to the destination preferences,</a:t>
            </a:r>
          </a:p>
        </p:txBody>
      </p:sp>
      <p:pic>
        <p:nvPicPr>
          <p:cNvPr id="22" name="Picture 21">
            <a:extLst>
              <a:ext uri="{FF2B5EF4-FFF2-40B4-BE49-F238E27FC236}">
                <a16:creationId xmlns:a16="http://schemas.microsoft.com/office/drawing/2014/main" id="{3C4003A7-B1CB-C59C-2D96-66CAF0C542C5}"/>
              </a:ext>
            </a:extLst>
          </p:cNvPr>
          <p:cNvPicPr>
            <a:picLocks noChangeAspect="1"/>
          </p:cNvPicPr>
          <p:nvPr/>
        </p:nvPicPr>
        <p:blipFill>
          <a:blip r:embed="rId16"/>
          <a:stretch>
            <a:fillRect/>
          </a:stretch>
        </p:blipFill>
        <p:spPr>
          <a:xfrm>
            <a:off x="165985" y="2962414"/>
            <a:ext cx="555159" cy="555159"/>
          </a:xfrm>
          <a:prstGeom prst="rect">
            <a:avLst/>
          </a:prstGeom>
        </p:spPr>
      </p:pic>
      <p:sp>
        <p:nvSpPr>
          <p:cNvPr id="27" name="Arrow: Pentagon 26">
            <a:extLst>
              <a:ext uri="{FF2B5EF4-FFF2-40B4-BE49-F238E27FC236}">
                <a16:creationId xmlns:a16="http://schemas.microsoft.com/office/drawing/2014/main" id="{93766C4F-1891-CBB1-898C-A698D6911291}"/>
              </a:ext>
            </a:extLst>
          </p:cNvPr>
          <p:cNvSpPr/>
          <p:nvPr/>
        </p:nvSpPr>
        <p:spPr>
          <a:xfrm>
            <a:off x="47732" y="2191843"/>
            <a:ext cx="1404251" cy="399011"/>
          </a:xfrm>
          <a:prstGeom prst="homePlate">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9" name="TextBox 48">
            <a:extLst>
              <a:ext uri="{FF2B5EF4-FFF2-40B4-BE49-F238E27FC236}">
                <a16:creationId xmlns:a16="http://schemas.microsoft.com/office/drawing/2014/main" id="{BB5EC1C2-57FD-ABE7-EC8A-89BA4C4F2ADA}"/>
              </a:ext>
            </a:extLst>
          </p:cNvPr>
          <p:cNvSpPr txBox="1"/>
          <p:nvPr/>
        </p:nvSpPr>
        <p:spPr>
          <a:xfrm>
            <a:off x="103130" y="2237457"/>
            <a:ext cx="11442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Ben’s Place</a:t>
            </a:r>
          </a:p>
        </p:txBody>
      </p:sp>
      <p:pic>
        <p:nvPicPr>
          <p:cNvPr id="23" name="Picture 22" descr="A yellow hand pointing up&#10;&#10;AI-generated content may be incorrect.">
            <a:extLst>
              <a:ext uri="{FF2B5EF4-FFF2-40B4-BE49-F238E27FC236}">
                <a16:creationId xmlns:a16="http://schemas.microsoft.com/office/drawing/2014/main" id="{CC783911-A3A0-1ACD-DCDA-DFDCF49B1E3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rot="16200000">
            <a:off x="7509913" y="5779322"/>
            <a:ext cx="663866" cy="663866"/>
          </a:xfrm>
          <a:prstGeom prst="rect">
            <a:avLst/>
          </a:prstGeom>
        </p:spPr>
      </p:pic>
    </p:spTree>
    <p:extLst>
      <p:ext uri="{BB962C8B-B14F-4D97-AF65-F5344CB8AC3E}">
        <p14:creationId xmlns:p14="http://schemas.microsoft.com/office/powerpoint/2010/main" val="23298756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par>
                          <p:cTn id="8" fill="hold">
                            <p:stCondLst>
                              <p:cond delay="1500"/>
                            </p:stCondLst>
                            <p:childTnLst>
                              <p:par>
                                <p:cTn id="9" presetID="32" presetClass="emph" presetSubtype="0" fill="hold" nodeType="afterEffect">
                                  <p:stCondLst>
                                    <p:cond delay="0"/>
                                  </p:stCondLst>
                                  <p:childTnLst>
                                    <p:animRot by="120000">
                                      <p:cBhvr>
                                        <p:cTn id="10" dur="100" fill="hold">
                                          <p:stCondLst>
                                            <p:cond delay="0"/>
                                          </p:stCondLst>
                                        </p:cTn>
                                        <p:tgtEl>
                                          <p:spTgt spid="23"/>
                                        </p:tgtEl>
                                        <p:attrNameLst>
                                          <p:attrName>r</p:attrName>
                                        </p:attrNameLst>
                                      </p:cBhvr>
                                    </p:animRot>
                                    <p:animRot by="-240000">
                                      <p:cBhvr>
                                        <p:cTn id="11" dur="200" fill="hold">
                                          <p:stCondLst>
                                            <p:cond delay="200"/>
                                          </p:stCondLst>
                                        </p:cTn>
                                        <p:tgtEl>
                                          <p:spTgt spid="23"/>
                                        </p:tgtEl>
                                        <p:attrNameLst>
                                          <p:attrName>r</p:attrName>
                                        </p:attrNameLst>
                                      </p:cBhvr>
                                    </p:animRot>
                                    <p:animRot by="240000">
                                      <p:cBhvr>
                                        <p:cTn id="12" dur="200" fill="hold">
                                          <p:stCondLst>
                                            <p:cond delay="400"/>
                                          </p:stCondLst>
                                        </p:cTn>
                                        <p:tgtEl>
                                          <p:spTgt spid="23"/>
                                        </p:tgtEl>
                                        <p:attrNameLst>
                                          <p:attrName>r</p:attrName>
                                        </p:attrNameLst>
                                      </p:cBhvr>
                                    </p:animRot>
                                    <p:animRot by="-240000">
                                      <p:cBhvr>
                                        <p:cTn id="13" dur="200" fill="hold">
                                          <p:stCondLst>
                                            <p:cond delay="600"/>
                                          </p:stCondLst>
                                        </p:cTn>
                                        <p:tgtEl>
                                          <p:spTgt spid="23"/>
                                        </p:tgtEl>
                                        <p:attrNameLst>
                                          <p:attrName>r</p:attrName>
                                        </p:attrNameLst>
                                      </p:cBhvr>
                                    </p:animRot>
                                    <p:animRot by="120000">
                                      <p:cBhvr>
                                        <p:cTn id="14" dur="200" fill="hold">
                                          <p:stCondLst>
                                            <p:cond delay="800"/>
                                          </p:stCondLst>
                                        </p:cTn>
                                        <p:tgtEl>
                                          <p:spTgt spid="2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5D2ED-6198-16FD-1720-83A2DDE8A454}"/>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8342F0A1-ACBB-6C20-6E40-FF2DE4933754}"/>
              </a:ext>
            </a:extLst>
          </p:cNvPr>
          <p:cNvSpPr/>
          <p:nvPr/>
        </p:nvSpPr>
        <p:spPr>
          <a:xfrm>
            <a:off x="7817482" y="732916"/>
            <a:ext cx="1765979" cy="524744"/>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SG" sz="2400" b="1" dirty="0">
                <a:solidFill>
                  <a:schemeClr val="tx1"/>
                </a:solidFill>
              </a:rPr>
              <a:t>  Plan 2</a:t>
            </a:r>
          </a:p>
        </p:txBody>
      </p:sp>
      <p:sp>
        <p:nvSpPr>
          <p:cNvPr id="14" name="Rectangle 13">
            <a:extLst>
              <a:ext uri="{FF2B5EF4-FFF2-40B4-BE49-F238E27FC236}">
                <a16:creationId xmlns:a16="http://schemas.microsoft.com/office/drawing/2014/main" id="{54A33867-91A7-E571-D9E5-50717E1E5E11}"/>
              </a:ext>
            </a:extLst>
          </p:cNvPr>
          <p:cNvSpPr/>
          <p:nvPr/>
        </p:nvSpPr>
        <p:spPr>
          <a:xfrm>
            <a:off x="7820462" y="1269961"/>
            <a:ext cx="2710150" cy="55945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 name="Rectangle 1">
            <a:extLst>
              <a:ext uri="{FF2B5EF4-FFF2-40B4-BE49-F238E27FC236}">
                <a16:creationId xmlns:a16="http://schemas.microsoft.com/office/drawing/2014/main" id="{E8C5BD10-D75D-8586-8699-9B17EF37A4F5}"/>
              </a:ext>
            </a:extLst>
          </p:cNvPr>
          <p:cNvSpPr/>
          <p:nvPr/>
        </p:nvSpPr>
        <p:spPr>
          <a:xfrm>
            <a:off x="8271481" y="732916"/>
            <a:ext cx="3920519" cy="6125084"/>
          </a:xfrm>
          <a:prstGeom prst="rect">
            <a:avLst/>
          </a:prstGeom>
          <a:solidFill>
            <a:schemeClr val="accent5">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 name="TextBox 2">
            <a:extLst>
              <a:ext uri="{FF2B5EF4-FFF2-40B4-BE49-F238E27FC236}">
                <a16:creationId xmlns:a16="http://schemas.microsoft.com/office/drawing/2014/main" id="{C6E99DBF-A76F-F86A-9619-5AF3A9E0FFB2}"/>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4" name="TextBox 3">
            <a:extLst>
              <a:ext uri="{FF2B5EF4-FFF2-40B4-BE49-F238E27FC236}">
                <a16:creationId xmlns:a16="http://schemas.microsoft.com/office/drawing/2014/main" id="{F3623759-1A0F-3439-56ED-E91696EBE5CA}"/>
              </a:ext>
            </a:extLst>
          </p:cNvPr>
          <p:cNvSpPr txBox="1"/>
          <p:nvPr/>
        </p:nvSpPr>
        <p:spPr>
          <a:xfrm>
            <a:off x="8347099" y="937168"/>
            <a:ext cx="3458268" cy="461665"/>
          </a:xfrm>
          <a:prstGeom prst="rect">
            <a:avLst/>
          </a:prstGeom>
          <a:noFill/>
        </p:spPr>
        <p:txBody>
          <a:bodyPr wrap="square" rtlCol="0">
            <a:spAutoFit/>
          </a:bodyPr>
          <a:lstStyle/>
          <a:p>
            <a:r>
              <a:rPr lang="en-SG" sz="2400" b="1" dirty="0">
                <a:solidFill>
                  <a:schemeClr val="accent2"/>
                </a:solidFill>
                <a:latin typeface="+mj-lt"/>
              </a:rPr>
              <a:t>Confirmed Plans &amp; Users</a:t>
            </a:r>
          </a:p>
        </p:txBody>
      </p:sp>
      <p:sp>
        <p:nvSpPr>
          <p:cNvPr id="5" name="TextBox 4">
            <a:extLst>
              <a:ext uri="{FF2B5EF4-FFF2-40B4-BE49-F238E27FC236}">
                <a16:creationId xmlns:a16="http://schemas.microsoft.com/office/drawing/2014/main" id="{D1BFCFEE-0833-920F-244E-EB1879D1E663}"/>
              </a:ext>
            </a:extLst>
          </p:cNvPr>
          <p:cNvSpPr txBox="1"/>
          <p:nvPr/>
        </p:nvSpPr>
        <p:spPr>
          <a:xfrm>
            <a:off x="8347099" y="3861769"/>
            <a:ext cx="2792061" cy="461665"/>
          </a:xfrm>
          <a:prstGeom prst="rect">
            <a:avLst/>
          </a:prstGeom>
          <a:noFill/>
        </p:spPr>
        <p:txBody>
          <a:bodyPr wrap="square" rtlCol="0">
            <a:spAutoFit/>
          </a:bodyPr>
          <a:lstStyle/>
          <a:p>
            <a:r>
              <a:rPr lang="en-SG" sz="2400" b="1" dirty="0">
                <a:solidFill>
                  <a:schemeClr val="accent4"/>
                </a:solidFill>
                <a:latin typeface="+mj-lt"/>
              </a:rPr>
              <a:t>Cancelled Plans</a:t>
            </a:r>
          </a:p>
        </p:txBody>
      </p:sp>
      <p:grpSp>
        <p:nvGrpSpPr>
          <p:cNvPr id="6" name="Group 5">
            <a:extLst>
              <a:ext uri="{FF2B5EF4-FFF2-40B4-BE49-F238E27FC236}">
                <a16:creationId xmlns:a16="http://schemas.microsoft.com/office/drawing/2014/main" id="{50058205-460A-FE97-63DE-45BAC84DC26A}"/>
              </a:ext>
            </a:extLst>
          </p:cNvPr>
          <p:cNvGrpSpPr/>
          <p:nvPr/>
        </p:nvGrpSpPr>
        <p:grpSpPr>
          <a:xfrm>
            <a:off x="10414386" y="6305548"/>
            <a:ext cx="1777612" cy="552452"/>
            <a:chOff x="10168773" y="6305548"/>
            <a:chExt cx="2023228" cy="552452"/>
          </a:xfrm>
        </p:grpSpPr>
        <p:sp>
          <p:nvSpPr>
            <p:cNvPr id="7" name="Rectangle 6">
              <a:hlinkClick r:id="rId3" action="ppaction://hlinksldjump"/>
              <a:extLst>
                <a:ext uri="{FF2B5EF4-FFF2-40B4-BE49-F238E27FC236}">
                  <a16:creationId xmlns:a16="http://schemas.microsoft.com/office/drawing/2014/main" id="{040A9D9B-9C30-D9D8-4568-475A07F5C49E}"/>
                </a:ext>
              </a:extLst>
            </p:cNvPr>
            <p:cNvSpPr/>
            <p:nvPr userDrawn="1"/>
          </p:nvSpPr>
          <p:spPr>
            <a:xfrm>
              <a:off x="10168773" y="6305548"/>
              <a:ext cx="2023228"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SG" sz="2400" b="1" spc="0" dirty="0">
                  <a:solidFill>
                    <a:schemeClr val="tx1"/>
                  </a:solidFill>
                  <a:latin typeface="+mj-lt"/>
                </a:rPr>
                <a:t>Confir</a:t>
              </a:r>
              <a:r>
                <a:rPr lang="en-SG" sz="2400" b="1" dirty="0">
                  <a:solidFill>
                    <a:schemeClr val="tx1"/>
                  </a:solidFill>
                  <a:latin typeface="+mj-lt"/>
                </a:rPr>
                <a:t>m</a:t>
              </a:r>
              <a:endParaRPr lang="en-SG" sz="2000" b="1" spc="0" dirty="0">
                <a:solidFill>
                  <a:schemeClr val="tx1"/>
                </a:solidFill>
                <a:latin typeface="+mj-lt"/>
              </a:endParaRPr>
            </a:p>
          </p:txBody>
        </p:sp>
        <p:pic>
          <p:nvPicPr>
            <p:cNvPr id="8" name="Picture 7" descr="A blue arrow pointing to the left&#10;&#10;AI-generated content may be incorrect.">
              <a:extLst>
                <a:ext uri="{FF2B5EF4-FFF2-40B4-BE49-F238E27FC236}">
                  <a16:creationId xmlns:a16="http://schemas.microsoft.com/office/drawing/2014/main" id="{104E8969-1FE4-4E15-CFD9-C7BC13C1A7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16420" y="6481328"/>
              <a:ext cx="409049" cy="223406"/>
            </a:xfrm>
            <a:prstGeom prst="rect">
              <a:avLst/>
            </a:prstGeom>
          </p:spPr>
        </p:pic>
        <p:pic>
          <p:nvPicPr>
            <p:cNvPr id="9" name="Picture 8" descr="A blue arrow pointing to the left&#10;&#10;AI-generated content may be incorrect.">
              <a:extLst>
                <a:ext uri="{FF2B5EF4-FFF2-40B4-BE49-F238E27FC236}">
                  <a16:creationId xmlns:a16="http://schemas.microsoft.com/office/drawing/2014/main" id="{0E879EB6-7FCF-9AF9-76C8-CA0D9D6877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51948" y="6481328"/>
              <a:ext cx="409049" cy="223406"/>
            </a:xfrm>
            <a:prstGeom prst="rect">
              <a:avLst/>
            </a:prstGeom>
          </p:spPr>
        </p:pic>
      </p:grpSp>
      <p:grpSp>
        <p:nvGrpSpPr>
          <p:cNvPr id="10" name="Group 9">
            <a:extLst>
              <a:ext uri="{FF2B5EF4-FFF2-40B4-BE49-F238E27FC236}">
                <a16:creationId xmlns:a16="http://schemas.microsoft.com/office/drawing/2014/main" id="{88089313-8CF0-D580-64FA-C3C9E70AF7A7}"/>
              </a:ext>
            </a:extLst>
          </p:cNvPr>
          <p:cNvGrpSpPr/>
          <p:nvPr/>
        </p:nvGrpSpPr>
        <p:grpSpPr>
          <a:xfrm>
            <a:off x="8271479" y="6316805"/>
            <a:ext cx="1465462" cy="552452"/>
            <a:chOff x="1" y="0"/>
            <a:chExt cx="1465462" cy="552452"/>
          </a:xfrm>
        </p:grpSpPr>
        <p:sp>
          <p:nvSpPr>
            <p:cNvPr id="11" name="Rectangle 10">
              <a:hlinkClick r:id="rId5" action="ppaction://hlinksldjump" tooltip="Return to previous page"/>
              <a:extLst>
                <a:ext uri="{FF2B5EF4-FFF2-40B4-BE49-F238E27FC236}">
                  <a16:creationId xmlns:a16="http://schemas.microsoft.com/office/drawing/2014/main" id="{28C6349A-1A7B-3422-C28A-7ADBD24350B4}"/>
                </a:ext>
              </a:extLst>
            </p:cNvPr>
            <p:cNvSpPr/>
            <p:nvPr userDrawn="1"/>
          </p:nvSpPr>
          <p:spPr>
            <a:xfrm>
              <a:off x="1" y="0"/>
              <a:ext cx="1465462"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r"/>
              <a:r>
                <a:rPr lang="en-SG" sz="2400" b="1" spc="0" dirty="0">
                  <a:solidFill>
                    <a:schemeClr val="tx1"/>
                  </a:solidFill>
                  <a:latin typeface="+mj-lt"/>
                </a:rPr>
                <a:t>Return</a:t>
              </a:r>
              <a:endParaRPr lang="en-SG" sz="2000" b="1" spc="0" dirty="0">
                <a:solidFill>
                  <a:schemeClr val="tx1"/>
                </a:solidFill>
                <a:latin typeface="+mj-lt"/>
              </a:endParaRPr>
            </a:p>
          </p:txBody>
        </p:sp>
        <p:pic>
          <p:nvPicPr>
            <p:cNvPr id="12" name="Picture 11" descr="A blue arrow pointing to the left&#10;&#10;AI-generated content may be incorrect.">
              <a:extLst>
                <a:ext uri="{FF2B5EF4-FFF2-40B4-BE49-F238E27FC236}">
                  <a16:creationId xmlns:a16="http://schemas.microsoft.com/office/drawing/2014/main" id="{7A963F40-DAF5-B10F-7600-818D85F8F4D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flipH="1">
              <a:off x="76198" y="164523"/>
              <a:ext cx="409049" cy="223406"/>
            </a:xfrm>
            <a:prstGeom prst="rect">
              <a:avLst/>
            </a:prstGeom>
          </p:spPr>
        </p:pic>
      </p:grpSp>
      <p:sp>
        <p:nvSpPr>
          <p:cNvPr id="13" name="Rectangle 12">
            <a:extLst>
              <a:ext uri="{FF2B5EF4-FFF2-40B4-BE49-F238E27FC236}">
                <a16:creationId xmlns:a16="http://schemas.microsoft.com/office/drawing/2014/main" id="{0A424F47-2AA1-36B4-6362-F432028A46C0}"/>
              </a:ext>
            </a:extLst>
          </p:cNvPr>
          <p:cNvSpPr/>
          <p:nvPr/>
        </p:nvSpPr>
        <p:spPr>
          <a:xfrm>
            <a:off x="0" y="1263408"/>
            <a:ext cx="4318000" cy="55945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t>%</a:t>
            </a:r>
          </a:p>
        </p:txBody>
      </p:sp>
      <p:sp>
        <p:nvSpPr>
          <p:cNvPr id="16" name="Rectangle 15">
            <a:extLst>
              <a:ext uri="{FF2B5EF4-FFF2-40B4-BE49-F238E27FC236}">
                <a16:creationId xmlns:a16="http://schemas.microsoft.com/office/drawing/2014/main" id="{A161CA1D-8D7C-C239-3D55-A0288F216495}"/>
              </a:ext>
            </a:extLst>
          </p:cNvPr>
          <p:cNvSpPr/>
          <p:nvPr/>
        </p:nvSpPr>
        <p:spPr>
          <a:xfrm>
            <a:off x="0" y="712592"/>
            <a:ext cx="1765979" cy="545068"/>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tx1"/>
                </a:solidFill>
              </a:rPr>
              <a:t>Plan 1</a:t>
            </a:r>
          </a:p>
        </p:txBody>
      </p:sp>
      <p:sp>
        <p:nvSpPr>
          <p:cNvPr id="21" name="TextBox 20">
            <a:extLst>
              <a:ext uri="{FF2B5EF4-FFF2-40B4-BE49-F238E27FC236}">
                <a16:creationId xmlns:a16="http://schemas.microsoft.com/office/drawing/2014/main" id="{A12F8FAB-8935-1FD4-F472-B199ACEFEB76}"/>
              </a:ext>
            </a:extLst>
          </p:cNvPr>
          <p:cNvSpPr txBox="1"/>
          <p:nvPr/>
        </p:nvSpPr>
        <p:spPr>
          <a:xfrm>
            <a:off x="24204" y="1283250"/>
            <a:ext cx="1272015" cy="400110"/>
          </a:xfrm>
          <a:prstGeom prst="rect">
            <a:avLst/>
          </a:prstGeom>
          <a:noFill/>
        </p:spPr>
        <p:txBody>
          <a:bodyPr wrap="none" rtlCol="0">
            <a:spAutoFit/>
          </a:bodyPr>
          <a:lstStyle/>
          <a:p>
            <a:r>
              <a:rPr lang="en-SG" sz="2000" b="1" dirty="0">
                <a:solidFill>
                  <a:schemeClr val="tx2"/>
                </a:solidFill>
              </a:rPr>
              <a:t>Overview</a:t>
            </a:r>
            <a:endParaRPr lang="en-SG" sz="1600" b="1" dirty="0">
              <a:solidFill>
                <a:schemeClr val="tx2"/>
              </a:solidFill>
            </a:endParaRPr>
          </a:p>
        </p:txBody>
      </p:sp>
      <p:sp>
        <p:nvSpPr>
          <p:cNvPr id="44" name="Arrow: Pentagon 43">
            <a:extLst>
              <a:ext uri="{FF2B5EF4-FFF2-40B4-BE49-F238E27FC236}">
                <a16:creationId xmlns:a16="http://schemas.microsoft.com/office/drawing/2014/main" id="{47047CB7-623D-3D7B-83AE-29CE0E274D3E}"/>
              </a:ext>
            </a:extLst>
          </p:cNvPr>
          <p:cNvSpPr/>
          <p:nvPr/>
        </p:nvSpPr>
        <p:spPr>
          <a:xfrm>
            <a:off x="2453580" y="2178264"/>
            <a:ext cx="1280160" cy="404334"/>
          </a:xfrm>
          <a:prstGeom prst="homePlate">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 name="Arrow: Pentagon 25">
            <a:extLst>
              <a:ext uri="{FF2B5EF4-FFF2-40B4-BE49-F238E27FC236}">
                <a16:creationId xmlns:a16="http://schemas.microsoft.com/office/drawing/2014/main" id="{A481746F-DCAB-0B82-89C4-638DF3475DFA}"/>
              </a:ext>
            </a:extLst>
          </p:cNvPr>
          <p:cNvSpPr/>
          <p:nvPr/>
        </p:nvSpPr>
        <p:spPr>
          <a:xfrm>
            <a:off x="1244712" y="2178209"/>
            <a:ext cx="1460712" cy="399011"/>
          </a:xfrm>
          <a:prstGeom prst="homePlate">
            <a:avLst/>
          </a:prstGeom>
          <a:solidFill>
            <a:srgbClr val="FEE438"/>
          </a:solidFill>
          <a:ln>
            <a:solidFill>
              <a:srgbClr val="FEE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TextBox 29">
            <a:extLst>
              <a:ext uri="{FF2B5EF4-FFF2-40B4-BE49-F238E27FC236}">
                <a16:creationId xmlns:a16="http://schemas.microsoft.com/office/drawing/2014/main" id="{D08C7CCE-619D-C42C-BCB4-23D281901479}"/>
              </a:ext>
            </a:extLst>
          </p:cNvPr>
          <p:cNvSpPr txBox="1"/>
          <p:nvPr/>
        </p:nvSpPr>
        <p:spPr>
          <a:xfrm>
            <a:off x="1374531" y="2224108"/>
            <a:ext cx="1344164" cy="307777"/>
          </a:xfrm>
          <a:prstGeom prst="rect">
            <a:avLst/>
          </a:prstGeom>
          <a:noFill/>
          <a:ln w="28575">
            <a:noFill/>
          </a:ln>
        </p:spPr>
        <p:txBody>
          <a:bodyPr wrap="square" rtlCol="0">
            <a:spAutoFit/>
          </a:bodyPr>
          <a:lstStyle/>
          <a:p>
            <a:pPr algn="ctr"/>
            <a:r>
              <a:rPr lang="en-SG" sz="1400" b="1" dirty="0">
                <a:solidFill>
                  <a:schemeClr val="tx2">
                    <a:lumMod val="50000"/>
                  </a:schemeClr>
                </a:solidFill>
              </a:rPr>
              <a:t>Dragon Roller</a:t>
            </a:r>
          </a:p>
        </p:txBody>
      </p:sp>
      <p:sp>
        <p:nvSpPr>
          <p:cNvPr id="48" name="Arrow: Pentagon 47">
            <a:extLst>
              <a:ext uri="{FF2B5EF4-FFF2-40B4-BE49-F238E27FC236}">
                <a16:creationId xmlns:a16="http://schemas.microsoft.com/office/drawing/2014/main" id="{BE0EC07A-B408-4ABE-318A-1B061CBE3F2B}"/>
              </a:ext>
            </a:extLst>
          </p:cNvPr>
          <p:cNvSpPr/>
          <p:nvPr/>
        </p:nvSpPr>
        <p:spPr>
          <a:xfrm rot="5400000">
            <a:off x="3083835" y="2562397"/>
            <a:ext cx="1167280" cy="399011"/>
          </a:xfrm>
          <a:prstGeom prst="homePlate">
            <a:avLst>
              <a:gd name="adj" fmla="val 0"/>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1" name="TextBox 30">
            <a:extLst>
              <a:ext uri="{FF2B5EF4-FFF2-40B4-BE49-F238E27FC236}">
                <a16:creationId xmlns:a16="http://schemas.microsoft.com/office/drawing/2014/main" id="{45A30EE8-54CA-702F-1010-C36F7131A835}"/>
              </a:ext>
            </a:extLst>
          </p:cNvPr>
          <p:cNvSpPr txBox="1"/>
          <p:nvPr/>
        </p:nvSpPr>
        <p:spPr>
          <a:xfrm>
            <a:off x="2551364" y="2225785"/>
            <a:ext cx="13021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Musical B’</a:t>
            </a:r>
          </a:p>
        </p:txBody>
      </p:sp>
      <p:sp>
        <p:nvSpPr>
          <p:cNvPr id="50" name="Arrow: Pentagon 49">
            <a:extLst>
              <a:ext uri="{FF2B5EF4-FFF2-40B4-BE49-F238E27FC236}">
                <a16:creationId xmlns:a16="http://schemas.microsoft.com/office/drawing/2014/main" id="{EEDC420D-33B9-A148-8A8A-65B61E8E93C6}"/>
              </a:ext>
            </a:extLst>
          </p:cNvPr>
          <p:cNvSpPr/>
          <p:nvPr/>
        </p:nvSpPr>
        <p:spPr>
          <a:xfrm rot="10800000">
            <a:off x="1515558" y="2943101"/>
            <a:ext cx="1735290" cy="399011"/>
          </a:xfrm>
          <a:prstGeom prst="homePlate">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Arrow: Pentagon 45">
            <a:extLst>
              <a:ext uri="{FF2B5EF4-FFF2-40B4-BE49-F238E27FC236}">
                <a16:creationId xmlns:a16="http://schemas.microsoft.com/office/drawing/2014/main" id="{61072277-8626-6D09-D678-E6BC8B882D7A}"/>
              </a:ext>
            </a:extLst>
          </p:cNvPr>
          <p:cNvSpPr/>
          <p:nvPr/>
        </p:nvSpPr>
        <p:spPr>
          <a:xfrm rot="10800000">
            <a:off x="3064846" y="2946532"/>
            <a:ext cx="399013" cy="399011"/>
          </a:xfrm>
          <a:prstGeom prst="homePlate">
            <a:avLst/>
          </a:prstGeom>
          <a:solidFill>
            <a:srgbClr val="FFB9DF"/>
          </a:solidFill>
          <a:ln>
            <a:solidFill>
              <a:srgbClr val="FFB9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1" name="TextBox 50">
            <a:extLst>
              <a:ext uri="{FF2B5EF4-FFF2-40B4-BE49-F238E27FC236}">
                <a16:creationId xmlns:a16="http://schemas.microsoft.com/office/drawing/2014/main" id="{FF3A6DF5-DE9B-5EE0-4588-9897701F1809}"/>
              </a:ext>
            </a:extLst>
          </p:cNvPr>
          <p:cNvSpPr txBox="1"/>
          <p:nvPr/>
        </p:nvSpPr>
        <p:spPr>
          <a:xfrm>
            <a:off x="1590457" y="2977653"/>
            <a:ext cx="1585493" cy="307777"/>
          </a:xfrm>
          <a:prstGeom prst="rect">
            <a:avLst/>
          </a:prstGeom>
          <a:noFill/>
          <a:ln w="28575">
            <a:noFill/>
          </a:ln>
        </p:spPr>
        <p:txBody>
          <a:bodyPr wrap="square" rtlCol="0">
            <a:spAutoFit/>
          </a:bodyPr>
          <a:lstStyle/>
          <a:p>
            <a:pPr algn="ctr"/>
            <a:r>
              <a:rPr lang="en-SG" sz="1400" b="1" dirty="0">
                <a:solidFill>
                  <a:schemeClr val="tx2">
                    <a:lumMod val="50000"/>
                  </a:schemeClr>
                </a:solidFill>
              </a:rPr>
              <a:t>Cirque Du Luna</a:t>
            </a:r>
          </a:p>
        </p:txBody>
      </p:sp>
      <p:sp>
        <p:nvSpPr>
          <p:cNvPr id="52" name="TextBox 51">
            <a:extLst>
              <a:ext uri="{FF2B5EF4-FFF2-40B4-BE49-F238E27FC236}">
                <a16:creationId xmlns:a16="http://schemas.microsoft.com/office/drawing/2014/main" id="{913F81A4-58B9-D48E-A264-C2EDD1FFED3E}"/>
              </a:ext>
            </a:extLst>
          </p:cNvPr>
          <p:cNvSpPr txBox="1"/>
          <p:nvPr/>
        </p:nvSpPr>
        <p:spPr>
          <a:xfrm>
            <a:off x="-5957" y="1871315"/>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11:30 AM</a:t>
            </a:r>
          </a:p>
        </p:txBody>
      </p:sp>
      <p:sp>
        <p:nvSpPr>
          <p:cNvPr id="53" name="TextBox 52">
            <a:extLst>
              <a:ext uri="{FF2B5EF4-FFF2-40B4-BE49-F238E27FC236}">
                <a16:creationId xmlns:a16="http://schemas.microsoft.com/office/drawing/2014/main" id="{DA241AAA-78E3-BDE7-FB05-70AFE732200E}"/>
              </a:ext>
            </a:extLst>
          </p:cNvPr>
          <p:cNvSpPr txBox="1"/>
          <p:nvPr/>
        </p:nvSpPr>
        <p:spPr>
          <a:xfrm>
            <a:off x="1236223" y="1870487"/>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12:30 PM</a:t>
            </a:r>
          </a:p>
        </p:txBody>
      </p:sp>
      <p:sp>
        <p:nvSpPr>
          <p:cNvPr id="54" name="TextBox 53">
            <a:extLst>
              <a:ext uri="{FF2B5EF4-FFF2-40B4-BE49-F238E27FC236}">
                <a16:creationId xmlns:a16="http://schemas.microsoft.com/office/drawing/2014/main" id="{B5E43F43-3F7A-D821-E80F-DCD13AA0C549}"/>
              </a:ext>
            </a:extLst>
          </p:cNvPr>
          <p:cNvSpPr txBox="1"/>
          <p:nvPr/>
        </p:nvSpPr>
        <p:spPr>
          <a:xfrm>
            <a:off x="2519466" y="1870486"/>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13:00 PM</a:t>
            </a:r>
          </a:p>
        </p:txBody>
      </p:sp>
      <p:sp>
        <p:nvSpPr>
          <p:cNvPr id="55" name="TextBox 54">
            <a:extLst>
              <a:ext uri="{FF2B5EF4-FFF2-40B4-BE49-F238E27FC236}">
                <a16:creationId xmlns:a16="http://schemas.microsoft.com/office/drawing/2014/main" id="{6C727157-FC24-1A44-9295-2C732B5143AB}"/>
              </a:ext>
            </a:extLst>
          </p:cNvPr>
          <p:cNvSpPr txBox="1"/>
          <p:nvPr/>
        </p:nvSpPr>
        <p:spPr>
          <a:xfrm>
            <a:off x="440642" y="2782669"/>
            <a:ext cx="1244283" cy="646331"/>
          </a:xfrm>
          <a:prstGeom prst="rect">
            <a:avLst/>
          </a:prstGeom>
          <a:noFill/>
        </p:spPr>
        <p:txBody>
          <a:bodyPr wrap="square" rtlCol="0">
            <a:spAutoFit/>
          </a:bodyPr>
          <a:lstStyle/>
          <a:p>
            <a:pPr algn="ctr"/>
            <a:r>
              <a:rPr lang="en-SG" sz="3600" dirty="0"/>
              <a:t>…</a:t>
            </a:r>
          </a:p>
        </p:txBody>
      </p:sp>
      <p:sp>
        <p:nvSpPr>
          <p:cNvPr id="56" name="TextBox 55">
            <a:extLst>
              <a:ext uri="{FF2B5EF4-FFF2-40B4-BE49-F238E27FC236}">
                <a16:creationId xmlns:a16="http://schemas.microsoft.com/office/drawing/2014/main" id="{0D56AF4F-F796-705A-8272-7B15A651DD32}"/>
              </a:ext>
            </a:extLst>
          </p:cNvPr>
          <p:cNvSpPr txBox="1"/>
          <p:nvPr/>
        </p:nvSpPr>
        <p:spPr>
          <a:xfrm>
            <a:off x="1740463" y="2672492"/>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2:00 PM</a:t>
            </a:r>
          </a:p>
        </p:txBody>
      </p:sp>
      <p:pic>
        <p:nvPicPr>
          <p:cNvPr id="65" name="Picture 64" descr="A blue arrows pointing to a cross&#10;&#10;AI-generated content may be incorrect.">
            <a:extLst>
              <a:ext uri="{FF2B5EF4-FFF2-40B4-BE49-F238E27FC236}">
                <a16:creationId xmlns:a16="http://schemas.microsoft.com/office/drawing/2014/main" id="{2256FA83-C9F2-2448-8616-91D0F68FBE3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6721" y="1305430"/>
            <a:ext cx="588469" cy="588469"/>
          </a:xfrm>
          <a:prstGeom prst="rect">
            <a:avLst/>
          </a:prstGeom>
        </p:spPr>
      </p:pic>
      <p:sp>
        <p:nvSpPr>
          <p:cNvPr id="66" name="TextBox 65">
            <a:extLst>
              <a:ext uri="{FF2B5EF4-FFF2-40B4-BE49-F238E27FC236}">
                <a16:creationId xmlns:a16="http://schemas.microsoft.com/office/drawing/2014/main" id="{6A18173B-B266-BD5F-20F0-95FCCEF53A1D}"/>
              </a:ext>
            </a:extLst>
          </p:cNvPr>
          <p:cNvSpPr txBox="1"/>
          <p:nvPr/>
        </p:nvSpPr>
        <p:spPr>
          <a:xfrm>
            <a:off x="31323" y="1548959"/>
            <a:ext cx="2760949" cy="307777"/>
          </a:xfrm>
          <a:prstGeom prst="rect">
            <a:avLst/>
          </a:prstGeom>
          <a:noFill/>
        </p:spPr>
        <p:txBody>
          <a:bodyPr wrap="none" rtlCol="0">
            <a:spAutoFit/>
          </a:bodyPr>
          <a:lstStyle/>
          <a:p>
            <a:r>
              <a:rPr lang="en-SG" sz="1400" dirty="0">
                <a:solidFill>
                  <a:schemeClr val="tx2"/>
                </a:solidFill>
              </a:rPr>
              <a:t>Expected start time of each event</a:t>
            </a:r>
            <a:endParaRPr lang="en-SG" sz="1100" dirty="0">
              <a:solidFill>
                <a:schemeClr val="tx2"/>
              </a:solidFill>
            </a:endParaRPr>
          </a:p>
        </p:txBody>
      </p:sp>
      <p:grpSp>
        <p:nvGrpSpPr>
          <p:cNvPr id="178" name="Group 177">
            <a:extLst>
              <a:ext uri="{FF2B5EF4-FFF2-40B4-BE49-F238E27FC236}">
                <a16:creationId xmlns:a16="http://schemas.microsoft.com/office/drawing/2014/main" id="{FED006CD-1044-A9BE-4290-606829FA0BA4}"/>
              </a:ext>
            </a:extLst>
          </p:cNvPr>
          <p:cNvGrpSpPr/>
          <p:nvPr/>
        </p:nvGrpSpPr>
        <p:grpSpPr>
          <a:xfrm>
            <a:off x="0" y="3423252"/>
            <a:ext cx="4316630" cy="1983646"/>
            <a:chOff x="1370" y="3428999"/>
            <a:chExt cx="5758704" cy="2646330"/>
          </a:xfrm>
        </p:grpSpPr>
        <p:sp>
          <p:nvSpPr>
            <p:cNvPr id="104" name="Rectangle 103">
              <a:extLst>
                <a:ext uri="{FF2B5EF4-FFF2-40B4-BE49-F238E27FC236}">
                  <a16:creationId xmlns:a16="http://schemas.microsoft.com/office/drawing/2014/main" id="{D6970DC9-FBD4-9306-BF75-51C3535481A8}"/>
                </a:ext>
              </a:extLst>
            </p:cNvPr>
            <p:cNvSpPr/>
            <p:nvPr/>
          </p:nvSpPr>
          <p:spPr>
            <a:xfrm>
              <a:off x="1370" y="342899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5" name="Freeform: Shape 104">
              <a:extLst>
                <a:ext uri="{FF2B5EF4-FFF2-40B4-BE49-F238E27FC236}">
                  <a16:creationId xmlns:a16="http://schemas.microsoft.com/office/drawing/2014/main" id="{8F18513E-6A68-E366-1990-B2FEA41CEBE5}"/>
                </a:ext>
              </a:extLst>
            </p:cNvPr>
            <p:cNvSpPr/>
            <p:nvPr/>
          </p:nvSpPr>
          <p:spPr>
            <a:xfrm>
              <a:off x="15713" y="344861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58" name="Group 57">
            <a:extLst>
              <a:ext uri="{FF2B5EF4-FFF2-40B4-BE49-F238E27FC236}">
                <a16:creationId xmlns:a16="http://schemas.microsoft.com/office/drawing/2014/main" id="{B482AEB3-ABFB-6508-AE1F-FA157DB388B6}"/>
              </a:ext>
            </a:extLst>
          </p:cNvPr>
          <p:cNvGrpSpPr/>
          <p:nvPr/>
        </p:nvGrpSpPr>
        <p:grpSpPr>
          <a:xfrm>
            <a:off x="1370" y="3423252"/>
            <a:ext cx="767467" cy="436233"/>
            <a:chOff x="3211177" y="4204405"/>
            <a:chExt cx="971932" cy="552452"/>
          </a:xfrm>
        </p:grpSpPr>
        <p:sp>
          <p:nvSpPr>
            <p:cNvPr id="59" name="Rectangle 58">
              <a:extLst>
                <a:ext uri="{FF2B5EF4-FFF2-40B4-BE49-F238E27FC236}">
                  <a16:creationId xmlns:a16="http://schemas.microsoft.com/office/drawing/2014/main" id="{6ACBBDED-A705-38F3-7866-75AFE5ACED28}"/>
                </a:ext>
              </a:extLst>
            </p:cNvPr>
            <p:cNvSpPr/>
            <p:nvPr userDrawn="1"/>
          </p:nvSpPr>
          <p:spPr>
            <a:xfrm>
              <a:off x="3211177" y="4204405"/>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60" name="TextBox 59">
              <a:extLst>
                <a:ext uri="{FF2B5EF4-FFF2-40B4-BE49-F238E27FC236}">
                  <a16:creationId xmlns:a16="http://schemas.microsoft.com/office/drawing/2014/main" id="{9A8B2D1B-6436-D551-31C8-D8CD30E7B600}"/>
                </a:ext>
              </a:extLst>
            </p:cNvPr>
            <p:cNvSpPr txBox="1"/>
            <p:nvPr userDrawn="1"/>
          </p:nvSpPr>
          <p:spPr>
            <a:xfrm>
              <a:off x="3211177" y="4260295"/>
              <a:ext cx="971930" cy="400110"/>
            </a:xfrm>
            <a:prstGeom prst="rect">
              <a:avLst/>
            </a:prstGeom>
            <a:noFill/>
            <a:ln>
              <a:noFill/>
            </a:ln>
          </p:spPr>
          <p:txBody>
            <a:bodyPr wrap="square" rtlCol="0">
              <a:spAutoFit/>
            </a:bodyPr>
            <a:lstStyle/>
            <a:p>
              <a:pPr algn="ctr"/>
              <a:r>
                <a:rPr lang="en-SG" sz="2000" b="1" dirty="0">
                  <a:solidFill>
                    <a:srgbClr val="2F3C7E"/>
                  </a:solidFill>
                </a:rPr>
                <a:t>MAP</a:t>
              </a:r>
            </a:p>
          </p:txBody>
        </p:sp>
      </p:grpSp>
      <p:pic>
        <p:nvPicPr>
          <p:cNvPr id="179" name="Picture 178">
            <a:extLst>
              <a:ext uri="{FF2B5EF4-FFF2-40B4-BE49-F238E27FC236}">
                <a16:creationId xmlns:a16="http://schemas.microsoft.com/office/drawing/2014/main" id="{D7F2244B-E75F-FC74-D45E-D5F99920FEDD}"/>
              </a:ext>
            </a:extLst>
          </p:cNvPr>
          <p:cNvPicPr>
            <a:picLocks noChangeAspect="1"/>
          </p:cNvPicPr>
          <p:nvPr/>
        </p:nvPicPr>
        <p:blipFill>
          <a:blip r:embed="rId7"/>
          <a:stretch>
            <a:fillRect/>
          </a:stretch>
        </p:blipFill>
        <p:spPr>
          <a:xfrm>
            <a:off x="311471" y="4332516"/>
            <a:ext cx="481978" cy="241890"/>
          </a:xfrm>
          <a:prstGeom prst="rect">
            <a:avLst/>
          </a:prstGeom>
          <a:ln>
            <a:noFill/>
          </a:ln>
        </p:spPr>
      </p:pic>
      <p:sp>
        <p:nvSpPr>
          <p:cNvPr id="180" name="TextBox 179">
            <a:extLst>
              <a:ext uri="{FF2B5EF4-FFF2-40B4-BE49-F238E27FC236}">
                <a16:creationId xmlns:a16="http://schemas.microsoft.com/office/drawing/2014/main" id="{B6CE9E0C-C8CC-CB6A-AB31-5D1EFA360280}"/>
              </a:ext>
            </a:extLst>
          </p:cNvPr>
          <p:cNvSpPr txBox="1"/>
          <p:nvPr/>
        </p:nvSpPr>
        <p:spPr>
          <a:xfrm>
            <a:off x="-55288" y="4517775"/>
            <a:ext cx="1215496" cy="230832"/>
          </a:xfrm>
          <a:prstGeom prst="rect">
            <a:avLst/>
          </a:prstGeom>
          <a:noFill/>
          <a:ln>
            <a:noFill/>
          </a:ln>
        </p:spPr>
        <p:txBody>
          <a:bodyPr wrap="square" rtlCol="0">
            <a:spAutoFit/>
          </a:bodyPr>
          <a:lstStyle/>
          <a:p>
            <a:pPr algn="ctr"/>
            <a:r>
              <a:rPr lang="en-SG" sz="900" b="1" dirty="0">
                <a:solidFill>
                  <a:schemeClr val="tx2"/>
                </a:solidFill>
                <a:latin typeface="+mn-lt"/>
              </a:rPr>
              <a:t>Dragon Roller</a:t>
            </a:r>
          </a:p>
        </p:txBody>
      </p:sp>
      <p:pic>
        <p:nvPicPr>
          <p:cNvPr id="182" name="Picture 181">
            <a:extLst>
              <a:ext uri="{FF2B5EF4-FFF2-40B4-BE49-F238E27FC236}">
                <a16:creationId xmlns:a16="http://schemas.microsoft.com/office/drawing/2014/main" id="{FB916FD5-956F-88CB-E4C1-3E021053D9AD}"/>
              </a:ext>
            </a:extLst>
          </p:cNvPr>
          <p:cNvPicPr>
            <a:picLocks noChangeAspect="1"/>
          </p:cNvPicPr>
          <p:nvPr/>
        </p:nvPicPr>
        <p:blipFill>
          <a:blip r:embed="rId8"/>
          <a:srcRect l="16117" r="13552"/>
          <a:stretch>
            <a:fillRect/>
          </a:stretch>
        </p:blipFill>
        <p:spPr>
          <a:xfrm>
            <a:off x="333490" y="4117766"/>
            <a:ext cx="334895" cy="476171"/>
          </a:xfrm>
          <a:prstGeom prst="rect">
            <a:avLst/>
          </a:prstGeom>
        </p:spPr>
      </p:pic>
      <p:sp>
        <p:nvSpPr>
          <p:cNvPr id="181" name="Rectangle: Rounded Corners 180">
            <a:extLst>
              <a:ext uri="{FF2B5EF4-FFF2-40B4-BE49-F238E27FC236}">
                <a16:creationId xmlns:a16="http://schemas.microsoft.com/office/drawing/2014/main" id="{73ECC6EC-E124-D97E-F71E-BC39D1107546}"/>
              </a:ext>
            </a:extLst>
          </p:cNvPr>
          <p:cNvSpPr/>
          <p:nvPr/>
        </p:nvSpPr>
        <p:spPr>
          <a:xfrm>
            <a:off x="240605" y="4077528"/>
            <a:ext cx="528230" cy="178826"/>
          </a:xfrm>
          <a:prstGeom prst="roundRect">
            <a:avLst>
              <a:gd name="adj" fmla="val 50000"/>
            </a:avLst>
          </a:prstGeom>
          <a:solidFill>
            <a:srgbClr val="E74C3C"/>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000" b="1" dirty="0">
                <a:solidFill>
                  <a:schemeClr val="bg1"/>
                </a:solidFill>
                <a:latin typeface="+mj-lt"/>
              </a:rPr>
              <a:t>Start</a:t>
            </a:r>
            <a:endParaRPr lang="en-SG" sz="1400" b="1" dirty="0">
              <a:solidFill>
                <a:schemeClr val="bg1"/>
              </a:solidFill>
              <a:latin typeface="+mj-lt"/>
            </a:endParaRPr>
          </a:p>
        </p:txBody>
      </p:sp>
      <p:sp>
        <p:nvSpPr>
          <p:cNvPr id="183" name="Freeform: Shape 182">
            <a:extLst>
              <a:ext uri="{FF2B5EF4-FFF2-40B4-BE49-F238E27FC236}">
                <a16:creationId xmlns:a16="http://schemas.microsoft.com/office/drawing/2014/main" id="{C3951851-0A97-876A-EC38-C5EEC470E80D}"/>
              </a:ext>
            </a:extLst>
          </p:cNvPr>
          <p:cNvSpPr/>
          <p:nvPr/>
        </p:nvSpPr>
        <p:spPr>
          <a:xfrm>
            <a:off x="866009" y="4492657"/>
            <a:ext cx="963149" cy="163498"/>
          </a:xfrm>
          <a:custGeom>
            <a:avLst/>
            <a:gdLst>
              <a:gd name="connsiteX0" fmla="*/ 1763485 w 1763485"/>
              <a:gd name="connsiteY0" fmla="*/ 206829 h 299357"/>
              <a:gd name="connsiteX1" fmla="*/ 1540328 w 1763485"/>
              <a:gd name="connsiteY1" fmla="*/ 299357 h 299357"/>
              <a:gd name="connsiteX2" fmla="*/ 1409700 w 1763485"/>
              <a:gd name="connsiteY2" fmla="*/ 272143 h 299357"/>
              <a:gd name="connsiteX3" fmla="*/ 1322614 w 1763485"/>
              <a:gd name="connsiteY3" fmla="*/ 190500 h 299357"/>
              <a:gd name="connsiteX4" fmla="*/ 1306285 w 1763485"/>
              <a:gd name="connsiteY4" fmla="*/ 157843 h 299357"/>
              <a:gd name="connsiteX5" fmla="*/ 1284514 w 1763485"/>
              <a:gd name="connsiteY5" fmla="*/ 130629 h 299357"/>
              <a:gd name="connsiteX6" fmla="*/ 1273628 w 1763485"/>
              <a:gd name="connsiteY6" fmla="*/ 92529 h 299357"/>
              <a:gd name="connsiteX7" fmla="*/ 1268185 w 1763485"/>
              <a:gd name="connsiteY7" fmla="*/ 76200 h 299357"/>
              <a:gd name="connsiteX8" fmla="*/ 1191985 w 1763485"/>
              <a:gd name="connsiteY8" fmla="*/ 16329 h 299357"/>
              <a:gd name="connsiteX9" fmla="*/ 1028700 w 1763485"/>
              <a:gd name="connsiteY9" fmla="*/ 0 h 299357"/>
              <a:gd name="connsiteX10" fmla="*/ 849085 w 1763485"/>
              <a:gd name="connsiteY10" fmla="*/ 10886 h 299357"/>
              <a:gd name="connsiteX11" fmla="*/ 800100 w 1763485"/>
              <a:gd name="connsiteY11" fmla="*/ 43543 h 299357"/>
              <a:gd name="connsiteX12" fmla="*/ 685800 w 1763485"/>
              <a:gd name="connsiteY12" fmla="*/ 119743 h 299357"/>
              <a:gd name="connsiteX13" fmla="*/ 658585 w 1763485"/>
              <a:gd name="connsiteY13" fmla="*/ 136071 h 299357"/>
              <a:gd name="connsiteX14" fmla="*/ 544285 w 1763485"/>
              <a:gd name="connsiteY14" fmla="*/ 163286 h 299357"/>
              <a:gd name="connsiteX15" fmla="*/ 511628 w 1763485"/>
              <a:gd name="connsiteY15" fmla="*/ 174171 h 299357"/>
              <a:gd name="connsiteX16" fmla="*/ 255814 w 1763485"/>
              <a:gd name="connsiteY16" fmla="*/ 130629 h 299357"/>
              <a:gd name="connsiteX17" fmla="*/ 239485 w 1763485"/>
              <a:gd name="connsiteY17" fmla="*/ 119743 h 299357"/>
              <a:gd name="connsiteX18" fmla="*/ 217714 w 1763485"/>
              <a:gd name="connsiteY18" fmla="*/ 114300 h 299357"/>
              <a:gd name="connsiteX19" fmla="*/ 168728 w 1763485"/>
              <a:gd name="connsiteY19" fmla="*/ 76200 h 299357"/>
              <a:gd name="connsiteX20" fmla="*/ 54428 w 1763485"/>
              <a:gd name="connsiteY20" fmla="*/ 43543 h 299357"/>
              <a:gd name="connsiteX21" fmla="*/ 0 w 1763485"/>
              <a:gd name="connsiteY21" fmla="*/ 43543 h 29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3485" h="299357">
                <a:moveTo>
                  <a:pt x="1763485" y="206829"/>
                </a:moveTo>
                <a:cubicBezTo>
                  <a:pt x="1614475" y="277785"/>
                  <a:pt x="1689015" y="247316"/>
                  <a:pt x="1540328" y="299357"/>
                </a:cubicBezTo>
                <a:cubicBezTo>
                  <a:pt x="1496785" y="290286"/>
                  <a:pt x="1452266" y="285042"/>
                  <a:pt x="1409700" y="272143"/>
                </a:cubicBezTo>
                <a:cubicBezTo>
                  <a:pt x="1360103" y="257114"/>
                  <a:pt x="1349198" y="233034"/>
                  <a:pt x="1322614" y="190500"/>
                </a:cubicBezTo>
                <a:cubicBezTo>
                  <a:pt x="1316164" y="180179"/>
                  <a:pt x="1312819" y="168111"/>
                  <a:pt x="1306285" y="157843"/>
                </a:cubicBezTo>
                <a:cubicBezTo>
                  <a:pt x="1300048" y="148042"/>
                  <a:pt x="1291771" y="139700"/>
                  <a:pt x="1284514" y="130629"/>
                </a:cubicBezTo>
                <a:cubicBezTo>
                  <a:pt x="1280885" y="117929"/>
                  <a:pt x="1277423" y="105180"/>
                  <a:pt x="1273628" y="92529"/>
                </a:cubicBezTo>
                <a:cubicBezTo>
                  <a:pt x="1271979" y="87034"/>
                  <a:pt x="1271858" y="80608"/>
                  <a:pt x="1268185" y="76200"/>
                </a:cubicBezTo>
                <a:cubicBezTo>
                  <a:pt x="1250833" y="55378"/>
                  <a:pt x="1224333" y="20950"/>
                  <a:pt x="1191985" y="16329"/>
                </a:cubicBezTo>
                <a:cubicBezTo>
                  <a:pt x="1137835" y="8593"/>
                  <a:pt x="1028700" y="0"/>
                  <a:pt x="1028700" y="0"/>
                </a:cubicBezTo>
                <a:cubicBezTo>
                  <a:pt x="968828" y="3629"/>
                  <a:pt x="908007" y="-337"/>
                  <a:pt x="849085" y="10886"/>
                </a:cubicBezTo>
                <a:cubicBezTo>
                  <a:pt x="829807" y="14558"/>
                  <a:pt x="817184" y="33887"/>
                  <a:pt x="800100" y="43543"/>
                </a:cubicBezTo>
                <a:cubicBezTo>
                  <a:pt x="628196" y="140706"/>
                  <a:pt x="794349" y="29288"/>
                  <a:pt x="685800" y="119743"/>
                </a:cubicBezTo>
                <a:cubicBezTo>
                  <a:pt x="677673" y="126516"/>
                  <a:pt x="668445" y="132237"/>
                  <a:pt x="658585" y="136071"/>
                </a:cubicBezTo>
                <a:cubicBezTo>
                  <a:pt x="599918" y="158886"/>
                  <a:pt x="596861" y="156714"/>
                  <a:pt x="544285" y="163286"/>
                </a:cubicBezTo>
                <a:cubicBezTo>
                  <a:pt x="533399" y="166914"/>
                  <a:pt x="523087" y="174759"/>
                  <a:pt x="511628" y="174171"/>
                </a:cubicBezTo>
                <a:cubicBezTo>
                  <a:pt x="367189" y="166764"/>
                  <a:pt x="363109" y="161284"/>
                  <a:pt x="255814" y="130629"/>
                </a:cubicBezTo>
                <a:cubicBezTo>
                  <a:pt x="250371" y="127000"/>
                  <a:pt x="245498" y="122320"/>
                  <a:pt x="239485" y="119743"/>
                </a:cubicBezTo>
                <a:cubicBezTo>
                  <a:pt x="232609" y="116796"/>
                  <a:pt x="223003" y="119589"/>
                  <a:pt x="217714" y="114300"/>
                </a:cubicBezTo>
                <a:cubicBezTo>
                  <a:pt x="170934" y="67520"/>
                  <a:pt x="236527" y="87500"/>
                  <a:pt x="168728" y="76200"/>
                </a:cubicBezTo>
                <a:cubicBezTo>
                  <a:pt x="117113" y="55554"/>
                  <a:pt x="111054" y="48936"/>
                  <a:pt x="54428" y="43543"/>
                </a:cubicBezTo>
                <a:cubicBezTo>
                  <a:pt x="36367" y="41823"/>
                  <a:pt x="18143" y="43543"/>
                  <a:pt x="0" y="435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4" name="TextBox 183">
            <a:extLst>
              <a:ext uri="{FF2B5EF4-FFF2-40B4-BE49-F238E27FC236}">
                <a16:creationId xmlns:a16="http://schemas.microsoft.com/office/drawing/2014/main" id="{BCE960DE-D184-B958-FB75-A58663A29ACE}"/>
              </a:ext>
            </a:extLst>
          </p:cNvPr>
          <p:cNvSpPr txBox="1"/>
          <p:nvPr/>
        </p:nvSpPr>
        <p:spPr>
          <a:xfrm>
            <a:off x="1593259" y="4465991"/>
            <a:ext cx="1215496" cy="230832"/>
          </a:xfrm>
          <a:prstGeom prst="rect">
            <a:avLst/>
          </a:prstGeom>
          <a:noFill/>
          <a:ln>
            <a:noFill/>
          </a:ln>
        </p:spPr>
        <p:txBody>
          <a:bodyPr wrap="square" rtlCol="0">
            <a:spAutoFit/>
          </a:bodyPr>
          <a:lstStyle/>
          <a:p>
            <a:pPr algn="ctr"/>
            <a:r>
              <a:rPr lang="en-SG" sz="900" b="1" dirty="0">
                <a:solidFill>
                  <a:schemeClr val="tx2"/>
                </a:solidFill>
                <a:latin typeface="+mn-lt"/>
              </a:rPr>
              <a:t>Ben’s Place</a:t>
            </a:r>
          </a:p>
        </p:txBody>
      </p:sp>
      <p:pic>
        <p:nvPicPr>
          <p:cNvPr id="185" name="Picture 184">
            <a:extLst>
              <a:ext uri="{FF2B5EF4-FFF2-40B4-BE49-F238E27FC236}">
                <a16:creationId xmlns:a16="http://schemas.microsoft.com/office/drawing/2014/main" id="{B0C3B6B8-028C-5742-3465-D209A6D32754}"/>
              </a:ext>
            </a:extLst>
          </p:cNvPr>
          <p:cNvPicPr>
            <a:picLocks noChangeAspect="1"/>
          </p:cNvPicPr>
          <p:nvPr/>
        </p:nvPicPr>
        <p:blipFill>
          <a:blip r:embed="rId9"/>
          <a:stretch>
            <a:fillRect/>
          </a:stretch>
        </p:blipFill>
        <p:spPr>
          <a:xfrm>
            <a:off x="1987937" y="4089700"/>
            <a:ext cx="395265" cy="395265"/>
          </a:xfrm>
          <a:prstGeom prst="rect">
            <a:avLst/>
          </a:prstGeom>
        </p:spPr>
      </p:pic>
      <p:pic>
        <p:nvPicPr>
          <p:cNvPr id="186" name="Picture 185">
            <a:extLst>
              <a:ext uri="{FF2B5EF4-FFF2-40B4-BE49-F238E27FC236}">
                <a16:creationId xmlns:a16="http://schemas.microsoft.com/office/drawing/2014/main" id="{D7F8EDF8-56B0-4316-9E55-28115CF2CBA4}"/>
              </a:ext>
            </a:extLst>
          </p:cNvPr>
          <p:cNvPicPr>
            <a:picLocks noChangeAspect="1"/>
          </p:cNvPicPr>
          <p:nvPr/>
        </p:nvPicPr>
        <p:blipFill>
          <a:blip r:embed="rId10"/>
          <a:stretch>
            <a:fillRect/>
          </a:stretch>
        </p:blipFill>
        <p:spPr>
          <a:xfrm>
            <a:off x="3188167" y="4336996"/>
            <a:ext cx="498554" cy="498554"/>
          </a:xfrm>
          <a:prstGeom prst="rect">
            <a:avLst/>
          </a:prstGeom>
        </p:spPr>
      </p:pic>
      <p:pic>
        <p:nvPicPr>
          <p:cNvPr id="187" name="Picture 186" descr="A blue arrows pointing to a cross&#10;&#10;AI-generated content may be incorrect.">
            <a:extLst>
              <a:ext uri="{FF2B5EF4-FFF2-40B4-BE49-F238E27FC236}">
                <a16:creationId xmlns:a16="http://schemas.microsoft.com/office/drawing/2014/main" id="{156878EC-73B4-F527-EAFA-82B9180E263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38957" y="3460084"/>
            <a:ext cx="436233" cy="436233"/>
          </a:xfrm>
          <a:prstGeom prst="rect">
            <a:avLst/>
          </a:prstGeom>
        </p:spPr>
      </p:pic>
      <p:sp>
        <p:nvSpPr>
          <p:cNvPr id="188" name="TextBox 187">
            <a:extLst>
              <a:ext uri="{FF2B5EF4-FFF2-40B4-BE49-F238E27FC236}">
                <a16:creationId xmlns:a16="http://schemas.microsoft.com/office/drawing/2014/main" id="{C03D1934-EA3F-9F5F-5732-6B0D445A4274}"/>
              </a:ext>
            </a:extLst>
          </p:cNvPr>
          <p:cNvSpPr txBox="1"/>
          <p:nvPr/>
        </p:nvSpPr>
        <p:spPr>
          <a:xfrm>
            <a:off x="2808755" y="4797842"/>
            <a:ext cx="1215496" cy="230832"/>
          </a:xfrm>
          <a:prstGeom prst="rect">
            <a:avLst/>
          </a:prstGeom>
          <a:noFill/>
          <a:ln>
            <a:noFill/>
          </a:ln>
        </p:spPr>
        <p:txBody>
          <a:bodyPr wrap="square" rtlCol="0">
            <a:spAutoFit/>
          </a:bodyPr>
          <a:lstStyle/>
          <a:p>
            <a:pPr algn="ctr"/>
            <a:r>
              <a:rPr lang="en-SG" sz="900" b="1" dirty="0">
                <a:solidFill>
                  <a:schemeClr val="tx2"/>
                </a:solidFill>
                <a:latin typeface="+mn-lt"/>
              </a:rPr>
              <a:t>Musical B’</a:t>
            </a:r>
          </a:p>
        </p:txBody>
      </p:sp>
      <p:sp>
        <p:nvSpPr>
          <p:cNvPr id="189" name="Freeform: Shape 188">
            <a:extLst>
              <a:ext uri="{FF2B5EF4-FFF2-40B4-BE49-F238E27FC236}">
                <a16:creationId xmlns:a16="http://schemas.microsoft.com/office/drawing/2014/main" id="{39739399-0676-CC1E-E092-425F99416672}"/>
              </a:ext>
            </a:extLst>
          </p:cNvPr>
          <p:cNvSpPr/>
          <p:nvPr/>
        </p:nvSpPr>
        <p:spPr>
          <a:xfrm>
            <a:off x="2579018" y="4635470"/>
            <a:ext cx="514883" cy="295373"/>
          </a:xfrm>
          <a:custGeom>
            <a:avLst/>
            <a:gdLst>
              <a:gd name="connsiteX0" fmla="*/ 10910 w 1034167"/>
              <a:gd name="connsiteY0" fmla="*/ 0 h 593271"/>
              <a:gd name="connsiteX1" fmla="*/ 24 w 1034167"/>
              <a:gd name="connsiteY1" fmla="*/ 27214 h 593271"/>
              <a:gd name="connsiteX2" fmla="*/ 32681 w 1034167"/>
              <a:gd name="connsiteY2" fmla="*/ 141514 h 593271"/>
              <a:gd name="connsiteX3" fmla="*/ 119767 w 1034167"/>
              <a:gd name="connsiteY3" fmla="*/ 217714 h 593271"/>
              <a:gd name="connsiteX4" fmla="*/ 185081 w 1034167"/>
              <a:gd name="connsiteY4" fmla="*/ 250371 h 593271"/>
              <a:gd name="connsiteX5" fmla="*/ 283053 w 1034167"/>
              <a:gd name="connsiteY5" fmla="*/ 288471 h 593271"/>
              <a:gd name="connsiteX6" fmla="*/ 402796 w 1034167"/>
              <a:gd name="connsiteY6" fmla="*/ 293914 h 593271"/>
              <a:gd name="connsiteX7" fmla="*/ 604181 w 1034167"/>
              <a:gd name="connsiteY7" fmla="*/ 353786 h 593271"/>
              <a:gd name="connsiteX8" fmla="*/ 615067 w 1034167"/>
              <a:gd name="connsiteY8" fmla="*/ 370114 h 593271"/>
              <a:gd name="connsiteX9" fmla="*/ 631396 w 1034167"/>
              <a:gd name="connsiteY9" fmla="*/ 429986 h 593271"/>
              <a:gd name="connsiteX10" fmla="*/ 642281 w 1034167"/>
              <a:gd name="connsiteY10" fmla="*/ 533400 h 593271"/>
              <a:gd name="connsiteX11" fmla="*/ 680381 w 1034167"/>
              <a:gd name="connsiteY11" fmla="*/ 555171 h 593271"/>
              <a:gd name="connsiteX12" fmla="*/ 778353 w 1034167"/>
              <a:gd name="connsiteY12" fmla="*/ 593271 h 593271"/>
              <a:gd name="connsiteX13" fmla="*/ 881767 w 1034167"/>
              <a:gd name="connsiteY13" fmla="*/ 587829 h 593271"/>
              <a:gd name="connsiteX14" fmla="*/ 930753 w 1034167"/>
              <a:gd name="connsiteY14" fmla="*/ 549729 h 593271"/>
              <a:gd name="connsiteX15" fmla="*/ 1034167 w 1034167"/>
              <a:gd name="connsiteY15" fmla="*/ 538843 h 59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34167" h="593271">
                <a:moveTo>
                  <a:pt x="10910" y="0"/>
                </a:moveTo>
                <a:cubicBezTo>
                  <a:pt x="7281" y="9071"/>
                  <a:pt x="-490" y="17457"/>
                  <a:pt x="24" y="27214"/>
                </a:cubicBezTo>
                <a:cubicBezTo>
                  <a:pt x="423" y="34790"/>
                  <a:pt x="16134" y="123225"/>
                  <a:pt x="32681" y="141514"/>
                </a:cubicBezTo>
                <a:cubicBezTo>
                  <a:pt x="58560" y="170117"/>
                  <a:pt x="85267" y="200464"/>
                  <a:pt x="119767" y="217714"/>
                </a:cubicBezTo>
                <a:cubicBezTo>
                  <a:pt x="141538" y="228600"/>
                  <a:pt x="164016" y="238175"/>
                  <a:pt x="185081" y="250371"/>
                </a:cubicBezTo>
                <a:cubicBezTo>
                  <a:pt x="244050" y="284512"/>
                  <a:pt x="202154" y="281117"/>
                  <a:pt x="283053" y="288471"/>
                </a:cubicBezTo>
                <a:cubicBezTo>
                  <a:pt x="322844" y="292088"/>
                  <a:pt x="362882" y="292100"/>
                  <a:pt x="402796" y="293914"/>
                </a:cubicBezTo>
                <a:cubicBezTo>
                  <a:pt x="506337" y="314622"/>
                  <a:pt x="542016" y="298529"/>
                  <a:pt x="604181" y="353786"/>
                </a:cubicBezTo>
                <a:cubicBezTo>
                  <a:pt x="609070" y="358132"/>
                  <a:pt x="611438" y="364671"/>
                  <a:pt x="615067" y="370114"/>
                </a:cubicBezTo>
                <a:cubicBezTo>
                  <a:pt x="623153" y="394372"/>
                  <a:pt x="628319" y="405367"/>
                  <a:pt x="631396" y="429986"/>
                </a:cubicBezTo>
                <a:cubicBezTo>
                  <a:pt x="635695" y="464380"/>
                  <a:pt x="629650" y="501121"/>
                  <a:pt x="642281" y="533400"/>
                </a:cubicBezTo>
                <a:cubicBezTo>
                  <a:pt x="647611" y="547021"/>
                  <a:pt x="667298" y="548630"/>
                  <a:pt x="680381" y="555171"/>
                </a:cubicBezTo>
                <a:cubicBezTo>
                  <a:pt x="737030" y="583496"/>
                  <a:pt x="728360" y="578988"/>
                  <a:pt x="778353" y="593271"/>
                </a:cubicBezTo>
                <a:lnTo>
                  <a:pt x="881767" y="587829"/>
                </a:lnTo>
                <a:cubicBezTo>
                  <a:pt x="901657" y="582146"/>
                  <a:pt x="910209" y="552146"/>
                  <a:pt x="930753" y="549729"/>
                </a:cubicBezTo>
                <a:cubicBezTo>
                  <a:pt x="1026885" y="538419"/>
                  <a:pt x="992226" y="538843"/>
                  <a:pt x="1034167" y="538843"/>
                </a:cubicBezTo>
              </a:path>
            </a:pathLst>
          </a:custGeom>
          <a:noFill/>
          <a:ln w="8572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90" name="Group 189">
            <a:extLst>
              <a:ext uri="{FF2B5EF4-FFF2-40B4-BE49-F238E27FC236}">
                <a16:creationId xmlns:a16="http://schemas.microsoft.com/office/drawing/2014/main" id="{8721F24E-26C7-86C4-7DCA-5674A0D3D228}"/>
              </a:ext>
            </a:extLst>
          </p:cNvPr>
          <p:cNvGrpSpPr/>
          <p:nvPr/>
        </p:nvGrpSpPr>
        <p:grpSpPr>
          <a:xfrm>
            <a:off x="3292671" y="3814432"/>
            <a:ext cx="694843" cy="422359"/>
            <a:chOff x="7620370" y="4729264"/>
            <a:chExt cx="1014010" cy="616364"/>
          </a:xfrm>
        </p:grpSpPr>
        <p:pic>
          <p:nvPicPr>
            <p:cNvPr id="191" name="Picture 190">
              <a:extLst>
                <a:ext uri="{FF2B5EF4-FFF2-40B4-BE49-F238E27FC236}">
                  <a16:creationId xmlns:a16="http://schemas.microsoft.com/office/drawing/2014/main" id="{48028039-8B1F-DA81-7C9F-64D477112688}"/>
                </a:ext>
              </a:extLst>
            </p:cNvPr>
            <p:cNvPicPr>
              <a:picLocks noChangeAspect="1"/>
            </p:cNvPicPr>
            <p:nvPr/>
          </p:nvPicPr>
          <p:blipFill>
            <a:blip r:embed="rId11"/>
            <a:stretch>
              <a:fillRect/>
            </a:stretch>
          </p:blipFill>
          <p:spPr>
            <a:xfrm>
              <a:off x="7884122" y="4729264"/>
              <a:ext cx="446487" cy="446487"/>
            </a:xfrm>
            <a:prstGeom prst="rect">
              <a:avLst/>
            </a:prstGeom>
          </p:spPr>
        </p:pic>
        <p:sp>
          <p:nvSpPr>
            <p:cNvPr id="192" name="TextBox 191">
              <a:extLst>
                <a:ext uri="{FF2B5EF4-FFF2-40B4-BE49-F238E27FC236}">
                  <a16:creationId xmlns:a16="http://schemas.microsoft.com/office/drawing/2014/main" id="{D7D7FA3C-D374-BE0C-919A-BBCDF1DC6133}"/>
                </a:ext>
              </a:extLst>
            </p:cNvPr>
            <p:cNvSpPr txBox="1"/>
            <p:nvPr/>
          </p:nvSpPr>
          <p:spPr>
            <a:xfrm>
              <a:off x="7620370" y="5114796"/>
              <a:ext cx="1014010" cy="230832"/>
            </a:xfrm>
            <a:prstGeom prst="rect">
              <a:avLst/>
            </a:prstGeom>
            <a:noFill/>
            <a:ln>
              <a:noFill/>
            </a:ln>
          </p:spPr>
          <p:txBody>
            <a:bodyPr wrap="square" rtlCol="0">
              <a:spAutoFit/>
            </a:bodyPr>
            <a:lstStyle/>
            <a:p>
              <a:pPr algn="ctr"/>
              <a:r>
                <a:rPr lang="en-SG" sz="900" b="1" dirty="0">
                  <a:solidFill>
                    <a:schemeClr val="tx2"/>
                  </a:solidFill>
                  <a:latin typeface="+mn-lt"/>
                </a:rPr>
                <a:t>Entrance</a:t>
              </a:r>
              <a:endParaRPr lang="en-SG" sz="1400" b="1" dirty="0">
                <a:solidFill>
                  <a:schemeClr val="tx2"/>
                </a:solidFill>
                <a:latin typeface="+mn-lt"/>
              </a:endParaRPr>
            </a:p>
          </p:txBody>
        </p:sp>
      </p:grpSp>
      <p:sp>
        <p:nvSpPr>
          <p:cNvPr id="194" name="Freeform: Shape 193">
            <a:extLst>
              <a:ext uri="{FF2B5EF4-FFF2-40B4-BE49-F238E27FC236}">
                <a16:creationId xmlns:a16="http://schemas.microsoft.com/office/drawing/2014/main" id="{F69F507C-FBF4-9927-6B61-691CC5D4B30D}"/>
              </a:ext>
            </a:extLst>
          </p:cNvPr>
          <p:cNvSpPr/>
          <p:nvPr/>
        </p:nvSpPr>
        <p:spPr>
          <a:xfrm>
            <a:off x="3129527" y="4287772"/>
            <a:ext cx="89015" cy="347698"/>
          </a:xfrm>
          <a:custGeom>
            <a:avLst/>
            <a:gdLst>
              <a:gd name="connsiteX0" fmla="*/ 69058 w 69096"/>
              <a:gd name="connsiteY0" fmla="*/ 281214 h 281214"/>
              <a:gd name="connsiteX1" fmla="*/ 50915 w 69096"/>
              <a:gd name="connsiteY1" fmla="*/ 234043 h 281214"/>
              <a:gd name="connsiteX2" fmla="*/ 30958 w 69096"/>
              <a:gd name="connsiteY2" fmla="*/ 195943 h 281214"/>
              <a:gd name="connsiteX3" fmla="*/ 18258 w 69096"/>
              <a:gd name="connsiteY3" fmla="*/ 177800 h 281214"/>
              <a:gd name="connsiteX4" fmla="*/ 3743 w 69096"/>
              <a:gd name="connsiteY4" fmla="*/ 154214 h 281214"/>
              <a:gd name="connsiteX5" fmla="*/ 20072 w 69096"/>
              <a:gd name="connsiteY5" fmla="*/ 127000 h 281214"/>
              <a:gd name="connsiteX6" fmla="*/ 32772 w 69096"/>
              <a:gd name="connsiteY6" fmla="*/ 107043 h 281214"/>
              <a:gd name="connsiteX7" fmla="*/ 40029 w 69096"/>
              <a:gd name="connsiteY7" fmla="*/ 101600 h 281214"/>
              <a:gd name="connsiteX8" fmla="*/ 56358 w 69096"/>
              <a:gd name="connsiteY8" fmla="*/ 85272 h 281214"/>
              <a:gd name="connsiteX9" fmla="*/ 58172 w 69096"/>
              <a:gd name="connsiteY9" fmla="*/ 78014 h 281214"/>
              <a:gd name="connsiteX10" fmla="*/ 69058 w 69096"/>
              <a:gd name="connsiteY10" fmla="*/ 76200 h 281214"/>
              <a:gd name="connsiteX11" fmla="*/ 59986 w 69096"/>
              <a:gd name="connsiteY11" fmla="*/ 47172 h 281214"/>
              <a:gd name="connsiteX12" fmla="*/ 56358 w 69096"/>
              <a:gd name="connsiteY12" fmla="*/ 38100 h 281214"/>
              <a:gd name="connsiteX13" fmla="*/ 54543 w 69096"/>
              <a:gd name="connsiteY13" fmla="*/ 30843 h 281214"/>
              <a:gd name="connsiteX14" fmla="*/ 43658 w 69096"/>
              <a:gd name="connsiteY14" fmla="*/ 18143 h 281214"/>
              <a:gd name="connsiteX15" fmla="*/ 38215 w 69096"/>
              <a:gd name="connsiteY15" fmla="*/ 9072 h 281214"/>
              <a:gd name="connsiteX16" fmla="*/ 30958 w 69096"/>
              <a:gd name="connsiteY16" fmla="*/ 0 h 281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9096" h="281214">
                <a:moveTo>
                  <a:pt x="69058" y="281214"/>
                </a:moveTo>
                <a:cubicBezTo>
                  <a:pt x="64847" y="260170"/>
                  <a:pt x="67045" y="267916"/>
                  <a:pt x="50915" y="234043"/>
                </a:cubicBezTo>
                <a:cubicBezTo>
                  <a:pt x="44751" y="221099"/>
                  <a:pt x="38157" y="208341"/>
                  <a:pt x="30958" y="195943"/>
                </a:cubicBezTo>
                <a:cubicBezTo>
                  <a:pt x="27251" y="189559"/>
                  <a:pt x="22001" y="184163"/>
                  <a:pt x="18258" y="177800"/>
                </a:cubicBezTo>
                <a:cubicBezTo>
                  <a:pt x="1704" y="149659"/>
                  <a:pt x="25250" y="180021"/>
                  <a:pt x="3743" y="154214"/>
                </a:cubicBezTo>
                <a:cubicBezTo>
                  <a:pt x="-3793" y="135373"/>
                  <a:pt x="-724" y="151262"/>
                  <a:pt x="20072" y="127000"/>
                </a:cubicBezTo>
                <a:cubicBezTo>
                  <a:pt x="25204" y="121013"/>
                  <a:pt x="27900" y="113243"/>
                  <a:pt x="32772" y="107043"/>
                </a:cubicBezTo>
                <a:cubicBezTo>
                  <a:pt x="34640" y="104665"/>
                  <a:pt x="37891" y="103738"/>
                  <a:pt x="40029" y="101600"/>
                </a:cubicBezTo>
                <a:cubicBezTo>
                  <a:pt x="64851" y="76778"/>
                  <a:pt x="17305" y="117814"/>
                  <a:pt x="56358" y="85272"/>
                </a:cubicBezTo>
                <a:cubicBezTo>
                  <a:pt x="56963" y="82853"/>
                  <a:pt x="56143" y="79464"/>
                  <a:pt x="58172" y="78014"/>
                </a:cubicBezTo>
                <a:cubicBezTo>
                  <a:pt x="61165" y="75876"/>
                  <a:pt x="68842" y="79872"/>
                  <a:pt x="69058" y="76200"/>
                </a:cubicBezTo>
                <a:cubicBezTo>
                  <a:pt x="69653" y="66080"/>
                  <a:pt x="63192" y="56789"/>
                  <a:pt x="59986" y="47172"/>
                </a:cubicBezTo>
                <a:cubicBezTo>
                  <a:pt x="58956" y="44082"/>
                  <a:pt x="57388" y="41190"/>
                  <a:pt x="56358" y="38100"/>
                </a:cubicBezTo>
                <a:cubicBezTo>
                  <a:pt x="55569" y="35734"/>
                  <a:pt x="55882" y="32947"/>
                  <a:pt x="54543" y="30843"/>
                </a:cubicBezTo>
                <a:cubicBezTo>
                  <a:pt x="51550" y="26139"/>
                  <a:pt x="47003" y="22603"/>
                  <a:pt x="43658" y="18143"/>
                </a:cubicBezTo>
                <a:cubicBezTo>
                  <a:pt x="41542" y="15322"/>
                  <a:pt x="40237" y="11961"/>
                  <a:pt x="38215" y="9072"/>
                </a:cubicBezTo>
                <a:cubicBezTo>
                  <a:pt x="35994" y="5900"/>
                  <a:pt x="30958" y="0"/>
                  <a:pt x="30958" y="0"/>
                </a:cubicBezTo>
              </a:path>
            </a:pathLst>
          </a:custGeom>
          <a:noFill/>
          <a:ln w="7620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95" name="Picture 194">
            <a:extLst>
              <a:ext uri="{FF2B5EF4-FFF2-40B4-BE49-F238E27FC236}">
                <a16:creationId xmlns:a16="http://schemas.microsoft.com/office/drawing/2014/main" id="{392EE94B-C4E2-2A7A-3EF6-7C361F50EAEB}"/>
              </a:ext>
            </a:extLst>
          </p:cNvPr>
          <p:cNvPicPr>
            <a:picLocks noChangeAspect="1"/>
          </p:cNvPicPr>
          <p:nvPr/>
        </p:nvPicPr>
        <p:blipFill>
          <a:blip r:embed="rId12"/>
          <a:stretch>
            <a:fillRect/>
          </a:stretch>
        </p:blipFill>
        <p:spPr>
          <a:xfrm>
            <a:off x="2894704" y="3874881"/>
            <a:ext cx="300215" cy="300215"/>
          </a:xfrm>
          <a:prstGeom prst="rect">
            <a:avLst/>
          </a:prstGeom>
        </p:spPr>
      </p:pic>
      <p:sp>
        <p:nvSpPr>
          <p:cNvPr id="196" name="TextBox 195">
            <a:extLst>
              <a:ext uri="{FF2B5EF4-FFF2-40B4-BE49-F238E27FC236}">
                <a16:creationId xmlns:a16="http://schemas.microsoft.com/office/drawing/2014/main" id="{99BB1141-7E3C-7981-90CD-AF7BF7629A1C}"/>
              </a:ext>
            </a:extLst>
          </p:cNvPr>
          <p:cNvSpPr txBox="1"/>
          <p:nvPr/>
        </p:nvSpPr>
        <p:spPr>
          <a:xfrm>
            <a:off x="2334031" y="4107623"/>
            <a:ext cx="1215496" cy="230832"/>
          </a:xfrm>
          <a:prstGeom prst="rect">
            <a:avLst/>
          </a:prstGeom>
          <a:noFill/>
          <a:ln>
            <a:noFill/>
          </a:ln>
        </p:spPr>
        <p:txBody>
          <a:bodyPr wrap="square" rtlCol="0">
            <a:spAutoFit/>
          </a:bodyPr>
          <a:lstStyle/>
          <a:p>
            <a:pPr algn="ctr"/>
            <a:r>
              <a:rPr lang="en-SG" sz="900" b="1" dirty="0">
                <a:solidFill>
                  <a:schemeClr val="tx2"/>
                </a:solidFill>
                <a:latin typeface="+mn-lt"/>
              </a:rPr>
              <a:t>Cirque Du Luna</a:t>
            </a:r>
          </a:p>
        </p:txBody>
      </p:sp>
      <p:sp>
        <p:nvSpPr>
          <p:cNvPr id="197" name="TextBox 196">
            <a:extLst>
              <a:ext uri="{FF2B5EF4-FFF2-40B4-BE49-F238E27FC236}">
                <a16:creationId xmlns:a16="http://schemas.microsoft.com/office/drawing/2014/main" id="{817A22E8-13E7-3F0F-9F9D-547DF2948353}"/>
              </a:ext>
            </a:extLst>
          </p:cNvPr>
          <p:cNvSpPr txBox="1"/>
          <p:nvPr/>
        </p:nvSpPr>
        <p:spPr>
          <a:xfrm>
            <a:off x="886077" y="4622269"/>
            <a:ext cx="726297" cy="215444"/>
          </a:xfrm>
          <a:prstGeom prst="rect">
            <a:avLst/>
          </a:prstGeom>
          <a:noFill/>
          <a:ln>
            <a:noFill/>
          </a:ln>
        </p:spPr>
        <p:txBody>
          <a:bodyPr wrap="square" rtlCol="0">
            <a:spAutoFit/>
          </a:bodyPr>
          <a:lstStyle/>
          <a:p>
            <a:pPr algn="ctr"/>
            <a:r>
              <a:rPr lang="en-SG" sz="800" dirty="0">
                <a:solidFill>
                  <a:schemeClr val="tx2"/>
                </a:solidFill>
              </a:rPr>
              <a:t>~ 20 mins</a:t>
            </a:r>
            <a:endParaRPr lang="en-SG" sz="800" dirty="0">
              <a:solidFill>
                <a:schemeClr val="tx2"/>
              </a:solidFill>
              <a:latin typeface="+mn-lt"/>
            </a:endParaRPr>
          </a:p>
        </p:txBody>
      </p:sp>
      <p:pic>
        <p:nvPicPr>
          <p:cNvPr id="198" name="Picture 197" descr="A person walking on a black background&#10;&#10;AI-generated content may be incorrect.">
            <a:extLst>
              <a:ext uri="{FF2B5EF4-FFF2-40B4-BE49-F238E27FC236}">
                <a16:creationId xmlns:a16="http://schemas.microsoft.com/office/drawing/2014/main" id="{0ED7B42A-041F-A904-662A-491D4070029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451983" y="4635351"/>
            <a:ext cx="162491" cy="162491"/>
          </a:xfrm>
          <a:prstGeom prst="rect">
            <a:avLst/>
          </a:prstGeom>
        </p:spPr>
      </p:pic>
      <p:sp>
        <p:nvSpPr>
          <p:cNvPr id="199" name="Rectangle: Rounded Corners 198">
            <a:extLst>
              <a:ext uri="{FF2B5EF4-FFF2-40B4-BE49-F238E27FC236}">
                <a16:creationId xmlns:a16="http://schemas.microsoft.com/office/drawing/2014/main" id="{344AC2D8-F85F-D712-F115-677D28B11F66}"/>
              </a:ext>
            </a:extLst>
          </p:cNvPr>
          <p:cNvSpPr/>
          <p:nvPr/>
        </p:nvSpPr>
        <p:spPr>
          <a:xfrm>
            <a:off x="991073" y="4537282"/>
            <a:ext cx="523791" cy="136964"/>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2.4 KM</a:t>
            </a:r>
          </a:p>
        </p:txBody>
      </p:sp>
      <p:sp>
        <p:nvSpPr>
          <p:cNvPr id="200" name="TextBox 199">
            <a:extLst>
              <a:ext uri="{FF2B5EF4-FFF2-40B4-BE49-F238E27FC236}">
                <a16:creationId xmlns:a16="http://schemas.microsoft.com/office/drawing/2014/main" id="{4EA26B60-CD30-98CE-1793-5CCACB0121C2}"/>
              </a:ext>
            </a:extLst>
          </p:cNvPr>
          <p:cNvSpPr txBox="1"/>
          <p:nvPr/>
        </p:nvSpPr>
        <p:spPr>
          <a:xfrm>
            <a:off x="2175919" y="4949975"/>
            <a:ext cx="726297" cy="215444"/>
          </a:xfrm>
          <a:prstGeom prst="rect">
            <a:avLst/>
          </a:prstGeom>
          <a:noFill/>
          <a:ln>
            <a:noFill/>
          </a:ln>
        </p:spPr>
        <p:txBody>
          <a:bodyPr wrap="square" rtlCol="0">
            <a:spAutoFit/>
          </a:bodyPr>
          <a:lstStyle/>
          <a:p>
            <a:pPr algn="ctr"/>
            <a:r>
              <a:rPr lang="en-SG" sz="800" dirty="0">
                <a:solidFill>
                  <a:schemeClr val="tx2"/>
                </a:solidFill>
              </a:rPr>
              <a:t>~ 7.5 mins</a:t>
            </a:r>
            <a:endParaRPr lang="en-SG" sz="800" dirty="0">
              <a:solidFill>
                <a:schemeClr val="tx2"/>
              </a:solidFill>
              <a:latin typeface="+mn-lt"/>
            </a:endParaRPr>
          </a:p>
        </p:txBody>
      </p:sp>
      <p:pic>
        <p:nvPicPr>
          <p:cNvPr id="201" name="Picture 200" descr="A person walking on a black background&#10;&#10;AI-generated content may be incorrect.">
            <a:extLst>
              <a:ext uri="{FF2B5EF4-FFF2-40B4-BE49-F238E27FC236}">
                <a16:creationId xmlns:a16="http://schemas.microsoft.com/office/drawing/2014/main" id="{244C514B-9E18-FF4A-372B-906BC0C6EA0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741825" y="4963057"/>
            <a:ext cx="162491" cy="162491"/>
          </a:xfrm>
          <a:prstGeom prst="rect">
            <a:avLst/>
          </a:prstGeom>
        </p:spPr>
      </p:pic>
      <p:sp>
        <p:nvSpPr>
          <p:cNvPr id="202" name="Rectangle: Rounded Corners 201">
            <a:extLst>
              <a:ext uri="{FF2B5EF4-FFF2-40B4-BE49-F238E27FC236}">
                <a16:creationId xmlns:a16="http://schemas.microsoft.com/office/drawing/2014/main" id="{8B809A85-1D99-F10F-1824-35BBEA3E1833}"/>
              </a:ext>
            </a:extLst>
          </p:cNvPr>
          <p:cNvSpPr/>
          <p:nvPr/>
        </p:nvSpPr>
        <p:spPr>
          <a:xfrm>
            <a:off x="2294659" y="4883478"/>
            <a:ext cx="496137" cy="120893"/>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800 m</a:t>
            </a:r>
          </a:p>
        </p:txBody>
      </p:sp>
      <p:sp>
        <p:nvSpPr>
          <p:cNvPr id="203" name="TextBox 202">
            <a:extLst>
              <a:ext uri="{FF2B5EF4-FFF2-40B4-BE49-F238E27FC236}">
                <a16:creationId xmlns:a16="http://schemas.microsoft.com/office/drawing/2014/main" id="{2A10669C-9E21-B593-BA92-CBC62245A531}"/>
              </a:ext>
            </a:extLst>
          </p:cNvPr>
          <p:cNvSpPr txBox="1"/>
          <p:nvPr/>
        </p:nvSpPr>
        <p:spPr>
          <a:xfrm>
            <a:off x="2575917" y="4477314"/>
            <a:ext cx="726297" cy="215444"/>
          </a:xfrm>
          <a:prstGeom prst="rect">
            <a:avLst/>
          </a:prstGeom>
          <a:noFill/>
          <a:ln>
            <a:noFill/>
          </a:ln>
        </p:spPr>
        <p:txBody>
          <a:bodyPr wrap="square" rtlCol="0">
            <a:spAutoFit/>
          </a:bodyPr>
          <a:lstStyle/>
          <a:p>
            <a:pPr algn="ctr"/>
            <a:r>
              <a:rPr lang="en-SG" sz="800" dirty="0">
                <a:solidFill>
                  <a:schemeClr val="tx2"/>
                </a:solidFill>
              </a:rPr>
              <a:t>~ 3 mins</a:t>
            </a:r>
            <a:endParaRPr lang="en-SG" sz="800" dirty="0">
              <a:solidFill>
                <a:schemeClr val="tx2"/>
              </a:solidFill>
              <a:latin typeface="+mn-lt"/>
            </a:endParaRPr>
          </a:p>
        </p:txBody>
      </p:sp>
      <p:pic>
        <p:nvPicPr>
          <p:cNvPr id="204" name="Picture 203" descr="A person walking on a black background&#10;&#10;AI-generated content may be incorrect.">
            <a:extLst>
              <a:ext uri="{FF2B5EF4-FFF2-40B4-BE49-F238E27FC236}">
                <a16:creationId xmlns:a16="http://schemas.microsoft.com/office/drawing/2014/main" id="{279B9DD7-ACE2-6B14-EE95-4D28D35B4E1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094371" y="4477314"/>
            <a:ext cx="162491" cy="162491"/>
          </a:xfrm>
          <a:prstGeom prst="rect">
            <a:avLst/>
          </a:prstGeom>
        </p:spPr>
      </p:pic>
      <p:sp>
        <p:nvSpPr>
          <p:cNvPr id="205" name="Rectangle: Rounded Corners 204">
            <a:extLst>
              <a:ext uri="{FF2B5EF4-FFF2-40B4-BE49-F238E27FC236}">
                <a16:creationId xmlns:a16="http://schemas.microsoft.com/office/drawing/2014/main" id="{41D427CD-C2C6-5BD7-F92F-B6D2F81ED5D5}"/>
              </a:ext>
            </a:extLst>
          </p:cNvPr>
          <p:cNvSpPr/>
          <p:nvPr/>
        </p:nvSpPr>
        <p:spPr>
          <a:xfrm>
            <a:off x="2661348" y="4417704"/>
            <a:ext cx="477651" cy="107619"/>
          </a:xfrm>
          <a:prstGeom prst="roundRect">
            <a:avLst>
              <a:gd name="adj" fmla="val 50000"/>
            </a:avLst>
          </a:prstGeom>
          <a:solidFill>
            <a:schemeClr val="bg1">
              <a:lumMod val="85000"/>
            </a:schemeClr>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800" b="1" dirty="0">
                <a:solidFill>
                  <a:schemeClr val="tx2"/>
                </a:solidFill>
                <a:latin typeface="+mj-lt"/>
              </a:rPr>
              <a:t>200m</a:t>
            </a:r>
          </a:p>
        </p:txBody>
      </p:sp>
      <p:sp>
        <p:nvSpPr>
          <p:cNvPr id="206" name="Rectangle 205">
            <a:extLst>
              <a:ext uri="{FF2B5EF4-FFF2-40B4-BE49-F238E27FC236}">
                <a16:creationId xmlns:a16="http://schemas.microsoft.com/office/drawing/2014/main" id="{8367B2EA-1FD3-7A81-1E61-335945667798}"/>
              </a:ext>
            </a:extLst>
          </p:cNvPr>
          <p:cNvSpPr/>
          <p:nvPr/>
        </p:nvSpPr>
        <p:spPr>
          <a:xfrm>
            <a:off x="4331062" y="1548959"/>
            <a:ext cx="3497722" cy="532029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08" name="TextBox 207">
            <a:extLst>
              <a:ext uri="{FF2B5EF4-FFF2-40B4-BE49-F238E27FC236}">
                <a16:creationId xmlns:a16="http://schemas.microsoft.com/office/drawing/2014/main" id="{5EAB0397-8FC6-CA8F-A888-85B8CC0BB40A}"/>
              </a:ext>
            </a:extLst>
          </p:cNvPr>
          <p:cNvSpPr txBox="1"/>
          <p:nvPr/>
        </p:nvSpPr>
        <p:spPr>
          <a:xfrm>
            <a:off x="4288775" y="1656681"/>
            <a:ext cx="784830" cy="369332"/>
          </a:xfrm>
          <a:prstGeom prst="rect">
            <a:avLst/>
          </a:prstGeom>
          <a:noFill/>
        </p:spPr>
        <p:txBody>
          <a:bodyPr wrap="none" rtlCol="0">
            <a:spAutoFit/>
          </a:bodyPr>
          <a:lstStyle/>
          <a:p>
            <a:r>
              <a:rPr lang="en-SG" b="1" dirty="0">
                <a:solidFill>
                  <a:schemeClr val="tx2"/>
                </a:solidFill>
              </a:rPr>
              <a:t>Order</a:t>
            </a:r>
            <a:endParaRPr lang="en-SG" sz="1400" b="1" dirty="0">
              <a:solidFill>
                <a:schemeClr val="tx2"/>
              </a:solidFill>
            </a:endParaRPr>
          </a:p>
        </p:txBody>
      </p:sp>
      <p:grpSp>
        <p:nvGrpSpPr>
          <p:cNvPr id="212" name="Group 211">
            <a:extLst>
              <a:ext uri="{FF2B5EF4-FFF2-40B4-BE49-F238E27FC236}">
                <a16:creationId xmlns:a16="http://schemas.microsoft.com/office/drawing/2014/main" id="{CE04594C-A6F1-5632-EFF1-E840FA20694E}"/>
              </a:ext>
            </a:extLst>
          </p:cNvPr>
          <p:cNvGrpSpPr/>
          <p:nvPr/>
        </p:nvGrpSpPr>
        <p:grpSpPr>
          <a:xfrm>
            <a:off x="4450212" y="2205112"/>
            <a:ext cx="134791" cy="315207"/>
            <a:chOff x="4402271" y="2205112"/>
            <a:chExt cx="134791" cy="315207"/>
          </a:xfrm>
        </p:grpSpPr>
        <p:pic>
          <p:nvPicPr>
            <p:cNvPr id="210" name="Picture 209" descr="A blue arrow pointing to the left&#10;&#10;AI-generated content may be incorrect.">
              <a:extLst>
                <a:ext uri="{FF2B5EF4-FFF2-40B4-BE49-F238E27FC236}">
                  <a16:creationId xmlns:a16="http://schemas.microsoft.com/office/drawing/2014/main" id="{2178EB10-4659-56FF-713A-3FDE0904C7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11" name="Picture 210" descr="A blue arrow pointing to the left&#10;&#10;AI-generated content may be incorrect.">
              <a:extLst>
                <a:ext uri="{FF2B5EF4-FFF2-40B4-BE49-F238E27FC236}">
                  <a16:creationId xmlns:a16="http://schemas.microsoft.com/office/drawing/2014/main" id="{2D4CFF84-6A8D-7892-5FD8-7F01614D80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sp>
        <p:nvSpPr>
          <p:cNvPr id="213" name="TextBox 212">
            <a:extLst>
              <a:ext uri="{FF2B5EF4-FFF2-40B4-BE49-F238E27FC236}">
                <a16:creationId xmlns:a16="http://schemas.microsoft.com/office/drawing/2014/main" id="{46655E7C-F711-05A3-8D0E-43E01360B862}"/>
              </a:ext>
            </a:extLst>
          </p:cNvPr>
          <p:cNvSpPr txBox="1"/>
          <p:nvPr/>
        </p:nvSpPr>
        <p:spPr>
          <a:xfrm>
            <a:off x="6040861" y="1656681"/>
            <a:ext cx="1833387" cy="369332"/>
          </a:xfrm>
          <a:prstGeom prst="rect">
            <a:avLst/>
          </a:prstGeom>
          <a:noFill/>
        </p:spPr>
        <p:txBody>
          <a:bodyPr wrap="none" rtlCol="0">
            <a:spAutoFit/>
          </a:bodyPr>
          <a:lstStyle/>
          <a:p>
            <a:r>
              <a:rPr lang="en-SG" b="1" dirty="0">
                <a:solidFill>
                  <a:schemeClr val="tx2"/>
                </a:solidFill>
              </a:rPr>
              <a:t>Walk/Wait Time</a:t>
            </a:r>
            <a:endParaRPr lang="en-SG" sz="1400" b="1" dirty="0">
              <a:solidFill>
                <a:schemeClr val="tx2"/>
              </a:solidFill>
            </a:endParaRPr>
          </a:p>
        </p:txBody>
      </p:sp>
      <p:sp>
        <p:nvSpPr>
          <p:cNvPr id="214" name="TextBox 213">
            <a:extLst>
              <a:ext uri="{FF2B5EF4-FFF2-40B4-BE49-F238E27FC236}">
                <a16:creationId xmlns:a16="http://schemas.microsoft.com/office/drawing/2014/main" id="{C46E5EF5-E0C2-073C-70D3-28FC03190713}"/>
              </a:ext>
            </a:extLst>
          </p:cNvPr>
          <p:cNvSpPr txBox="1"/>
          <p:nvPr/>
        </p:nvSpPr>
        <p:spPr>
          <a:xfrm>
            <a:off x="6616739" y="3079338"/>
            <a:ext cx="881973" cy="338554"/>
          </a:xfrm>
          <a:prstGeom prst="rect">
            <a:avLst/>
          </a:prstGeom>
          <a:noFill/>
        </p:spPr>
        <p:txBody>
          <a:bodyPr wrap="none" rtlCol="0">
            <a:spAutoFit/>
          </a:bodyPr>
          <a:lstStyle/>
          <a:p>
            <a:r>
              <a:rPr lang="en-SG" sz="1600" dirty="0">
                <a:solidFill>
                  <a:schemeClr val="tx2"/>
                </a:solidFill>
              </a:rPr>
              <a:t>50 mins</a:t>
            </a:r>
            <a:endParaRPr lang="en-SG" sz="1200" dirty="0">
              <a:solidFill>
                <a:schemeClr val="tx2"/>
              </a:solidFill>
            </a:endParaRPr>
          </a:p>
        </p:txBody>
      </p:sp>
      <p:pic>
        <p:nvPicPr>
          <p:cNvPr id="216" name="Picture 215" descr="A blue hourglass and arrow&#10;&#10;AI-generated content may be incorrect.">
            <a:extLst>
              <a:ext uri="{FF2B5EF4-FFF2-40B4-BE49-F238E27FC236}">
                <a16:creationId xmlns:a16="http://schemas.microsoft.com/office/drawing/2014/main" id="{6DD1AA93-A2B5-6E55-DE8C-BE66ACD1F58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417933" y="3074305"/>
            <a:ext cx="307777" cy="307777"/>
          </a:xfrm>
          <a:prstGeom prst="rect">
            <a:avLst/>
          </a:prstGeom>
        </p:spPr>
      </p:pic>
      <p:grpSp>
        <p:nvGrpSpPr>
          <p:cNvPr id="217" name="Group 216">
            <a:extLst>
              <a:ext uri="{FF2B5EF4-FFF2-40B4-BE49-F238E27FC236}">
                <a16:creationId xmlns:a16="http://schemas.microsoft.com/office/drawing/2014/main" id="{3BAB7DE9-A915-739E-37FF-B4DB709A5ACC}"/>
              </a:ext>
            </a:extLst>
          </p:cNvPr>
          <p:cNvGrpSpPr/>
          <p:nvPr/>
        </p:nvGrpSpPr>
        <p:grpSpPr>
          <a:xfrm>
            <a:off x="4445473" y="3131541"/>
            <a:ext cx="134791" cy="315207"/>
            <a:chOff x="4402271" y="2205112"/>
            <a:chExt cx="134791" cy="315207"/>
          </a:xfrm>
        </p:grpSpPr>
        <p:pic>
          <p:nvPicPr>
            <p:cNvPr id="219" name="Picture 218" descr="A blue arrow pointing to the left&#10;&#10;AI-generated content may be incorrect.">
              <a:extLst>
                <a:ext uri="{FF2B5EF4-FFF2-40B4-BE49-F238E27FC236}">
                  <a16:creationId xmlns:a16="http://schemas.microsoft.com/office/drawing/2014/main" id="{25AC6C65-E04A-4BC7-6ED5-9DE92D65A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20" name="Picture 219" descr="A blue arrow pointing to the left&#10;&#10;AI-generated content may be incorrect.">
              <a:extLst>
                <a:ext uri="{FF2B5EF4-FFF2-40B4-BE49-F238E27FC236}">
                  <a16:creationId xmlns:a16="http://schemas.microsoft.com/office/drawing/2014/main" id="{71682950-A2F4-6E7C-A4A9-4A7A509A3F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sp>
        <p:nvSpPr>
          <p:cNvPr id="223" name="TextBox 222">
            <a:extLst>
              <a:ext uri="{FF2B5EF4-FFF2-40B4-BE49-F238E27FC236}">
                <a16:creationId xmlns:a16="http://schemas.microsoft.com/office/drawing/2014/main" id="{B36BB643-454A-F650-E121-209763EB0FBC}"/>
              </a:ext>
            </a:extLst>
          </p:cNvPr>
          <p:cNvSpPr txBox="1"/>
          <p:nvPr/>
        </p:nvSpPr>
        <p:spPr>
          <a:xfrm>
            <a:off x="5986368" y="3543007"/>
            <a:ext cx="881973" cy="338554"/>
          </a:xfrm>
          <a:prstGeom prst="rect">
            <a:avLst/>
          </a:prstGeom>
          <a:noFill/>
        </p:spPr>
        <p:txBody>
          <a:bodyPr wrap="none" rtlCol="0">
            <a:spAutoFit/>
          </a:bodyPr>
          <a:lstStyle/>
          <a:p>
            <a:r>
              <a:rPr lang="en-SG" sz="1600" dirty="0">
                <a:solidFill>
                  <a:schemeClr val="tx2"/>
                </a:solidFill>
              </a:rPr>
              <a:t>20 mins</a:t>
            </a:r>
            <a:endParaRPr lang="en-SG" sz="1200" dirty="0">
              <a:solidFill>
                <a:schemeClr val="tx2"/>
              </a:solidFill>
            </a:endParaRPr>
          </a:p>
        </p:txBody>
      </p:sp>
      <p:pic>
        <p:nvPicPr>
          <p:cNvPr id="225" name="Picture 224" descr="A person walking on a black background&#10;&#10;AI-generated content may be incorrect.">
            <a:extLst>
              <a:ext uri="{FF2B5EF4-FFF2-40B4-BE49-F238E27FC236}">
                <a16:creationId xmlns:a16="http://schemas.microsoft.com/office/drawing/2014/main" id="{DBE57640-806D-82A1-F749-4875C43DD03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744790" y="3514644"/>
            <a:ext cx="328136" cy="328136"/>
          </a:xfrm>
          <a:prstGeom prst="rect">
            <a:avLst/>
          </a:prstGeom>
        </p:spPr>
      </p:pic>
      <p:cxnSp>
        <p:nvCxnSpPr>
          <p:cNvPr id="227" name="Straight Connector 226">
            <a:extLst>
              <a:ext uri="{FF2B5EF4-FFF2-40B4-BE49-F238E27FC236}">
                <a16:creationId xmlns:a16="http://schemas.microsoft.com/office/drawing/2014/main" id="{C78D2C33-0E85-A036-370B-27ED34EE9675}"/>
              </a:ext>
            </a:extLst>
          </p:cNvPr>
          <p:cNvCxnSpPr>
            <a:cxnSpLocks/>
          </p:cNvCxnSpPr>
          <p:nvPr/>
        </p:nvCxnSpPr>
        <p:spPr>
          <a:xfrm flipH="1">
            <a:off x="5357605" y="2537733"/>
            <a:ext cx="4740" cy="571288"/>
          </a:xfrm>
          <a:prstGeom prst="line">
            <a:avLst/>
          </a:prstGeom>
          <a:ln>
            <a:solidFill>
              <a:schemeClr val="tx2"/>
            </a:solidFill>
            <a:prstDash val="sysDot"/>
          </a:ln>
        </p:spPr>
        <p:style>
          <a:lnRef idx="2">
            <a:schemeClr val="accent1"/>
          </a:lnRef>
          <a:fillRef idx="0">
            <a:schemeClr val="accent1"/>
          </a:fillRef>
          <a:effectRef idx="1">
            <a:schemeClr val="accent1"/>
          </a:effectRef>
          <a:fontRef idx="minor">
            <a:schemeClr val="tx1"/>
          </a:fontRef>
        </p:style>
      </p:cxnSp>
      <p:grpSp>
        <p:nvGrpSpPr>
          <p:cNvPr id="237" name="Group 236">
            <a:extLst>
              <a:ext uri="{FF2B5EF4-FFF2-40B4-BE49-F238E27FC236}">
                <a16:creationId xmlns:a16="http://schemas.microsoft.com/office/drawing/2014/main" id="{3F3CF98C-618A-8A75-8CAE-ABC85A0DD924}"/>
              </a:ext>
            </a:extLst>
          </p:cNvPr>
          <p:cNvGrpSpPr/>
          <p:nvPr/>
        </p:nvGrpSpPr>
        <p:grpSpPr>
          <a:xfrm>
            <a:off x="4466932" y="4006232"/>
            <a:ext cx="1621239" cy="337727"/>
            <a:chOff x="4402271" y="2182592"/>
            <a:chExt cx="1621239" cy="337727"/>
          </a:xfrm>
        </p:grpSpPr>
        <p:sp>
          <p:nvSpPr>
            <p:cNvPr id="238" name="Rectangle: Rounded Corners 237">
              <a:extLst>
                <a:ext uri="{FF2B5EF4-FFF2-40B4-BE49-F238E27FC236}">
                  <a16:creationId xmlns:a16="http://schemas.microsoft.com/office/drawing/2014/main" id="{547DEB0A-24D0-E516-4160-C3CF0AABA122}"/>
                </a:ext>
              </a:extLst>
            </p:cNvPr>
            <p:cNvSpPr/>
            <p:nvPr/>
          </p:nvSpPr>
          <p:spPr>
            <a:xfrm>
              <a:off x="4605295" y="2182592"/>
              <a:ext cx="1418215" cy="333680"/>
            </a:xfrm>
            <a:prstGeom prst="roundRect">
              <a:avLst/>
            </a:prstGeom>
            <a:solidFill>
              <a:srgbClr val="FFB9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Musical B’</a:t>
              </a:r>
            </a:p>
          </p:txBody>
        </p:sp>
        <p:pic>
          <p:nvPicPr>
            <p:cNvPr id="239" name="Picture 238" descr="A blue arrow pointing to the left&#10;&#10;AI-generated content may be incorrect.">
              <a:extLst>
                <a:ext uri="{FF2B5EF4-FFF2-40B4-BE49-F238E27FC236}">
                  <a16:creationId xmlns:a16="http://schemas.microsoft.com/office/drawing/2014/main" id="{902B93F9-AF74-EF1A-70A0-BC8F942A98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4380693" y="2226721"/>
              <a:ext cx="177977" cy="134760"/>
            </a:xfrm>
            <a:prstGeom prst="rect">
              <a:avLst/>
            </a:prstGeom>
          </p:spPr>
        </p:pic>
        <p:pic>
          <p:nvPicPr>
            <p:cNvPr id="240" name="Picture 239" descr="A blue arrow pointing to the left&#10;&#10;AI-generated content may be incorrect.">
              <a:extLst>
                <a:ext uri="{FF2B5EF4-FFF2-40B4-BE49-F238E27FC236}">
                  <a16:creationId xmlns:a16="http://schemas.microsoft.com/office/drawing/2014/main" id="{1C20ACC1-9275-F797-E4D2-DACFE77671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4380662" y="2363951"/>
              <a:ext cx="177977" cy="134760"/>
            </a:xfrm>
            <a:prstGeom prst="rect">
              <a:avLst/>
            </a:prstGeom>
          </p:spPr>
        </p:pic>
      </p:grpSp>
      <p:cxnSp>
        <p:nvCxnSpPr>
          <p:cNvPr id="241" name="Straight Connector 240">
            <a:extLst>
              <a:ext uri="{FF2B5EF4-FFF2-40B4-BE49-F238E27FC236}">
                <a16:creationId xmlns:a16="http://schemas.microsoft.com/office/drawing/2014/main" id="{007A3842-AEDC-3EE2-2C1E-9AA452476121}"/>
              </a:ext>
            </a:extLst>
          </p:cNvPr>
          <p:cNvCxnSpPr>
            <a:cxnSpLocks/>
          </p:cNvCxnSpPr>
          <p:nvPr/>
        </p:nvCxnSpPr>
        <p:spPr>
          <a:xfrm>
            <a:off x="5357604" y="3465937"/>
            <a:ext cx="2371" cy="526399"/>
          </a:xfrm>
          <a:prstGeom prst="line">
            <a:avLst/>
          </a:prstGeom>
          <a:ln>
            <a:solidFill>
              <a:schemeClr val="tx2"/>
            </a:solidFill>
            <a:prstDash val="sysDot"/>
          </a:ln>
        </p:spPr>
        <p:style>
          <a:lnRef idx="2">
            <a:schemeClr val="accent1"/>
          </a:lnRef>
          <a:fillRef idx="0">
            <a:schemeClr val="accent1"/>
          </a:fillRef>
          <a:effectRef idx="1">
            <a:schemeClr val="accent1"/>
          </a:effectRef>
          <a:fontRef idx="minor">
            <a:schemeClr val="tx1"/>
          </a:fontRef>
        </p:style>
      </p:cxnSp>
      <p:sp>
        <p:nvSpPr>
          <p:cNvPr id="242" name="TextBox 241">
            <a:extLst>
              <a:ext uri="{FF2B5EF4-FFF2-40B4-BE49-F238E27FC236}">
                <a16:creationId xmlns:a16="http://schemas.microsoft.com/office/drawing/2014/main" id="{23C42FAD-1735-2AAC-7565-483865E949B1}"/>
              </a:ext>
            </a:extLst>
          </p:cNvPr>
          <p:cNvSpPr txBox="1"/>
          <p:nvPr/>
        </p:nvSpPr>
        <p:spPr>
          <a:xfrm>
            <a:off x="6742946" y="2186512"/>
            <a:ext cx="772969" cy="338554"/>
          </a:xfrm>
          <a:prstGeom prst="rect">
            <a:avLst/>
          </a:prstGeom>
          <a:noFill/>
        </p:spPr>
        <p:txBody>
          <a:bodyPr wrap="none" rtlCol="0">
            <a:spAutoFit/>
          </a:bodyPr>
          <a:lstStyle/>
          <a:p>
            <a:r>
              <a:rPr lang="en-SG" sz="1600" dirty="0">
                <a:solidFill>
                  <a:schemeClr val="tx2"/>
                </a:solidFill>
              </a:rPr>
              <a:t>5 mins</a:t>
            </a:r>
            <a:endParaRPr lang="en-SG" sz="1200" dirty="0">
              <a:solidFill>
                <a:schemeClr val="tx2"/>
              </a:solidFill>
            </a:endParaRPr>
          </a:p>
        </p:txBody>
      </p:sp>
      <p:pic>
        <p:nvPicPr>
          <p:cNvPr id="243" name="Picture 242" descr="A blue hourglass and arrow&#10;&#10;AI-generated content may be incorrect.">
            <a:extLst>
              <a:ext uri="{FF2B5EF4-FFF2-40B4-BE49-F238E27FC236}">
                <a16:creationId xmlns:a16="http://schemas.microsoft.com/office/drawing/2014/main" id="{BA21FDDA-3FF4-618D-A911-3B2F46F314D9}"/>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439574" y="2168328"/>
            <a:ext cx="307777" cy="307777"/>
          </a:xfrm>
          <a:prstGeom prst="rect">
            <a:avLst/>
          </a:prstGeom>
        </p:spPr>
      </p:pic>
      <p:sp>
        <p:nvSpPr>
          <p:cNvPr id="244" name="TextBox 243">
            <a:extLst>
              <a:ext uri="{FF2B5EF4-FFF2-40B4-BE49-F238E27FC236}">
                <a16:creationId xmlns:a16="http://schemas.microsoft.com/office/drawing/2014/main" id="{D3C5B26A-CDB6-E04B-F122-8C74B3CBD62C}"/>
              </a:ext>
            </a:extLst>
          </p:cNvPr>
          <p:cNvSpPr txBox="1"/>
          <p:nvPr/>
        </p:nvSpPr>
        <p:spPr>
          <a:xfrm>
            <a:off x="6016271" y="2668963"/>
            <a:ext cx="941283" cy="338554"/>
          </a:xfrm>
          <a:prstGeom prst="rect">
            <a:avLst/>
          </a:prstGeom>
          <a:noFill/>
        </p:spPr>
        <p:txBody>
          <a:bodyPr wrap="none" rtlCol="0">
            <a:spAutoFit/>
          </a:bodyPr>
          <a:lstStyle/>
          <a:p>
            <a:r>
              <a:rPr lang="en-SG" sz="1600" dirty="0">
                <a:solidFill>
                  <a:schemeClr val="tx2"/>
                </a:solidFill>
              </a:rPr>
              <a:t>7.5 mins</a:t>
            </a:r>
            <a:endParaRPr lang="en-SG" sz="1200" dirty="0">
              <a:solidFill>
                <a:schemeClr val="tx2"/>
              </a:solidFill>
            </a:endParaRPr>
          </a:p>
        </p:txBody>
      </p:sp>
      <p:pic>
        <p:nvPicPr>
          <p:cNvPr id="245" name="Picture 244" descr="A person walking on a black background&#10;&#10;AI-generated content may be incorrect.">
            <a:extLst>
              <a:ext uri="{FF2B5EF4-FFF2-40B4-BE49-F238E27FC236}">
                <a16:creationId xmlns:a16="http://schemas.microsoft.com/office/drawing/2014/main" id="{D52EC766-5651-44E0-CC79-6736237BFB1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801294" y="2628100"/>
            <a:ext cx="328136" cy="328136"/>
          </a:xfrm>
          <a:prstGeom prst="rect">
            <a:avLst/>
          </a:prstGeom>
        </p:spPr>
      </p:pic>
      <p:sp>
        <p:nvSpPr>
          <p:cNvPr id="246" name="TextBox 245">
            <a:extLst>
              <a:ext uri="{FF2B5EF4-FFF2-40B4-BE49-F238E27FC236}">
                <a16:creationId xmlns:a16="http://schemas.microsoft.com/office/drawing/2014/main" id="{42A6E8AB-6AAC-AA5C-50FD-85B114AD3585}"/>
              </a:ext>
            </a:extLst>
          </p:cNvPr>
          <p:cNvSpPr txBox="1"/>
          <p:nvPr/>
        </p:nvSpPr>
        <p:spPr>
          <a:xfrm>
            <a:off x="6727065" y="4039391"/>
            <a:ext cx="782587" cy="338554"/>
          </a:xfrm>
          <a:prstGeom prst="rect">
            <a:avLst/>
          </a:prstGeom>
          <a:noFill/>
        </p:spPr>
        <p:txBody>
          <a:bodyPr wrap="none" rtlCol="0">
            <a:spAutoFit/>
          </a:bodyPr>
          <a:lstStyle/>
          <a:p>
            <a:r>
              <a:rPr lang="en-SG" sz="1600" dirty="0">
                <a:solidFill>
                  <a:schemeClr val="tx2"/>
                </a:solidFill>
              </a:rPr>
              <a:t>&lt;1 min</a:t>
            </a:r>
            <a:endParaRPr lang="en-SG" sz="1200" dirty="0">
              <a:solidFill>
                <a:schemeClr val="tx2"/>
              </a:solidFill>
            </a:endParaRPr>
          </a:p>
        </p:txBody>
      </p:sp>
      <p:pic>
        <p:nvPicPr>
          <p:cNvPr id="247" name="Picture 246" descr="A blue hourglass and arrow&#10;&#10;AI-generated content may be incorrect.">
            <a:extLst>
              <a:ext uri="{FF2B5EF4-FFF2-40B4-BE49-F238E27FC236}">
                <a16:creationId xmlns:a16="http://schemas.microsoft.com/office/drawing/2014/main" id="{03A9B354-BAA0-1343-AD3A-7239EFE59AC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439574" y="4021207"/>
            <a:ext cx="307777" cy="307777"/>
          </a:xfrm>
          <a:prstGeom prst="rect">
            <a:avLst/>
          </a:prstGeom>
        </p:spPr>
      </p:pic>
      <p:sp>
        <p:nvSpPr>
          <p:cNvPr id="248" name="Rectangle 247">
            <a:extLst>
              <a:ext uri="{FF2B5EF4-FFF2-40B4-BE49-F238E27FC236}">
                <a16:creationId xmlns:a16="http://schemas.microsoft.com/office/drawing/2014/main" id="{4269A867-46E6-8DD8-9714-E411CD000B71}"/>
              </a:ext>
            </a:extLst>
          </p:cNvPr>
          <p:cNvSpPr/>
          <p:nvPr/>
        </p:nvSpPr>
        <p:spPr>
          <a:xfrm>
            <a:off x="4318000" y="5051460"/>
            <a:ext cx="3497722" cy="18130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9" name="TextBox 248">
            <a:extLst>
              <a:ext uri="{FF2B5EF4-FFF2-40B4-BE49-F238E27FC236}">
                <a16:creationId xmlns:a16="http://schemas.microsoft.com/office/drawing/2014/main" id="{9D22AC3D-846D-077D-4FF2-A54E9079155A}"/>
              </a:ext>
            </a:extLst>
          </p:cNvPr>
          <p:cNvSpPr txBox="1"/>
          <p:nvPr/>
        </p:nvSpPr>
        <p:spPr>
          <a:xfrm rot="5400000">
            <a:off x="4867762" y="4325596"/>
            <a:ext cx="1244283" cy="646331"/>
          </a:xfrm>
          <a:prstGeom prst="rect">
            <a:avLst/>
          </a:prstGeom>
          <a:noFill/>
        </p:spPr>
        <p:txBody>
          <a:bodyPr wrap="square" rtlCol="0">
            <a:spAutoFit/>
          </a:bodyPr>
          <a:lstStyle/>
          <a:p>
            <a:pPr algn="ctr"/>
            <a:r>
              <a:rPr lang="en-SG" sz="3600" dirty="0"/>
              <a:t>…</a:t>
            </a:r>
          </a:p>
        </p:txBody>
      </p:sp>
      <p:sp>
        <p:nvSpPr>
          <p:cNvPr id="250" name="Rectangle: Rounded Corners 249">
            <a:extLst>
              <a:ext uri="{FF2B5EF4-FFF2-40B4-BE49-F238E27FC236}">
                <a16:creationId xmlns:a16="http://schemas.microsoft.com/office/drawing/2014/main" id="{E10CD5B3-22D5-0E87-A6B6-5436F262764D}"/>
              </a:ext>
            </a:extLst>
          </p:cNvPr>
          <p:cNvSpPr/>
          <p:nvPr/>
        </p:nvSpPr>
        <p:spPr>
          <a:xfrm rot="5400000">
            <a:off x="4111744" y="2463069"/>
            <a:ext cx="556075" cy="45940"/>
          </a:xfrm>
          <a:prstGeom prst="roundRect">
            <a:avLst>
              <a:gd name="adj" fmla="val 50000"/>
            </a:avLst>
          </a:prstGeom>
          <a:solidFill>
            <a:schemeClr val="bg1">
              <a:lumMod val="5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900" b="1" dirty="0">
              <a:solidFill>
                <a:schemeClr val="tx2"/>
              </a:solidFill>
              <a:latin typeface="+mj-lt"/>
            </a:endParaRPr>
          </a:p>
        </p:txBody>
      </p:sp>
      <p:sp>
        <p:nvSpPr>
          <p:cNvPr id="252" name="TextBox 251">
            <a:extLst>
              <a:ext uri="{FF2B5EF4-FFF2-40B4-BE49-F238E27FC236}">
                <a16:creationId xmlns:a16="http://schemas.microsoft.com/office/drawing/2014/main" id="{1A777B19-8012-4F90-EB7A-0A4E2B4F27BC}"/>
              </a:ext>
            </a:extLst>
          </p:cNvPr>
          <p:cNvSpPr txBox="1"/>
          <p:nvPr/>
        </p:nvSpPr>
        <p:spPr>
          <a:xfrm>
            <a:off x="234409" y="5504755"/>
            <a:ext cx="2681953" cy="369332"/>
          </a:xfrm>
          <a:prstGeom prst="rect">
            <a:avLst/>
          </a:prstGeom>
          <a:noFill/>
        </p:spPr>
        <p:txBody>
          <a:bodyPr wrap="none" rtlCol="0">
            <a:spAutoFit/>
          </a:bodyPr>
          <a:lstStyle/>
          <a:p>
            <a:r>
              <a:rPr lang="en-SG" b="1" dirty="0">
                <a:solidFill>
                  <a:schemeClr val="tx2"/>
                </a:solidFill>
              </a:rPr>
              <a:t>Total Time: </a:t>
            </a:r>
            <a:r>
              <a:rPr lang="en-SG" dirty="0">
                <a:solidFill>
                  <a:schemeClr val="tx2"/>
                </a:solidFill>
              </a:rPr>
              <a:t>2 hrs 30 mins</a:t>
            </a:r>
            <a:endParaRPr lang="en-SG" sz="1400" b="1" dirty="0">
              <a:solidFill>
                <a:schemeClr val="tx2"/>
              </a:solidFill>
            </a:endParaRPr>
          </a:p>
        </p:txBody>
      </p:sp>
      <p:sp>
        <p:nvSpPr>
          <p:cNvPr id="253" name="TextBox 252">
            <a:extLst>
              <a:ext uri="{FF2B5EF4-FFF2-40B4-BE49-F238E27FC236}">
                <a16:creationId xmlns:a16="http://schemas.microsoft.com/office/drawing/2014/main" id="{FD556272-72D7-DCC0-ED8F-8D2C35D893DA}"/>
              </a:ext>
            </a:extLst>
          </p:cNvPr>
          <p:cNvSpPr txBox="1"/>
          <p:nvPr/>
        </p:nvSpPr>
        <p:spPr>
          <a:xfrm>
            <a:off x="238846" y="5872175"/>
            <a:ext cx="2114746" cy="369332"/>
          </a:xfrm>
          <a:prstGeom prst="rect">
            <a:avLst/>
          </a:prstGeom>
          <a:noFill/>
        </p:spPr>
        <p:txBody>
          <a:bodyPr wrap="none" rtlCol="0">
            <a:spAutoFit/>
          </a:bodyPr>
          <a:lstStyle/>
          <a:p>
            <a:r>
              <a:rPr lang="en-SG" b="1" dirty="0">
                <a:solidFill>
                  <a:schemeClr val="tx2"/>
                </a:solidFill>
              </a:rPr>
              <a:t>Total Wait: </a:t>
            </a:r>
            <a:r>
              <a:rPr lang="en-SG" dirty="0">
                <a:solidFill>
                  <a:schemeClr val="tx2"/>
                </a:solidFill>
              </a:rPr>
              <a:t>30 mins</a:t>
            </a:r>
            <a:endParaRPr lang="en-SG" sz="1400" b="1" dirty="0">
              <a:solidFill>
                <a:schemeClr val="tx2"/>
              </a:solidFill>
            </a:endParaRPr>
          </a:p>
        </p:txBody>
      </p:sp>
      <p:sp>
        <p:nvSpPr>
          <p:cNvPr id="254" name="TextBox 253">
            <a:extLst>
              <a:ext uri="{FF2B5EF4-FFF2-40B4-BE49-F238E27FC236}">
                <a16:creationId xmlns:a16="http://schemas.microsoft.com/office/drawing/2014/main" id="{8A2007A1-A415-11F8-79BD-C8333F15260A}"/>
              </a:ext>
            </a:extLst>
          </p:cNvPr>
          <p:cNvSpPr txBox="1"/>
          <p:nvPr/>
        </p:nvSpPr>
        <p:spPr>
          <a:xfrm>
            <a:off x="249147" y="6232896"/>
            <a:ext cx="2317622" cy="369332"/>
          </a:xfrm>
          <a:prstGeom prst="rect">
            <a:avLst/>
          </a:prstGeom>
          <a:noFill/>
        </p:spPr>
        <p:txBody>
          <a:bodyPr wrap="none" rtlCol="0">
            <a:spAutoFit/>
          </a:bodyPr>
          <a:lstStyle/>
          <a:p>
            <a:r>
              <a:rPr lang="en-SG" b="1" dirty="0">
                <a:solidFill>
                  <a:schemeClr val="tx2"/>
                </a:solidFill>
              </a:rPr>
              <a:t>Activity Time: </a:t>
            </a:r>
            <a:r>
              <a:rPr lang="en-SG" dirty="0">
                <a:solidFill>
                  <a:schemeClr val="tx2"/>
                </a:solidFill>
              </a:rPr>
              <a:t>1.5 hrs</a:t>
            </a:r>
            <a:endParaRPr lang="en-SG" sz="1400" b="1" dirty="0">
              <a:solidFill>
                <a:schemeClr val="tx2"/>
              </a:solidFill>
            </a:endParaRPr>
          </a:p>
        </p:txBody>
      </p:sp>
      <p:sp>
        <p:nvSpPr>
          <p:cNvPr id="255" name="Rectangle: Rounded Corners 254">
            <a:extLst>
              <a:ext uri="{FF2B5EF4-FFF2-40B4-BE49-F238E27FC236}">
                <a16:creationId xmlns:a16="http://schemas.microsoft.com/office/drawing/2014/main" id="{33DB5A64-621C-166E-9113-25CAEF1AF7EE}"/>
              </a:ext>
            </a:extLst>
          </p:cNvPr>
          <p:cNvSpPr/>
          <p:nvPr/>
        </p:nvSpPr>
        <p:spPr>
          <a:xfrm>
            <a:off x="4974707" y="5701123"/>
            <a:ext cx="2368733" cy="44616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Add more destinations</a:t>
            </a:r>
          </a:p>
        </p:txBody>
      </p:sp>
      <p:sp>
        <p:nvSpPr>
          <p:cNvPr id="256" name="Rectangle: Rounded Corners 255">
            <a:extLst>
              <a:ext uri="{FF2B5EF4-FFF2-40B4-BE49-F238E27FC236}">
                <a16:creationId xmlns:a16="http://schemas.microsoft.com/office/drawing/2014/main" id="{11FD3ACA-ED02-2E66-6CC8-787B3058B476}"/>
              </a:ext>
            </a:extLst>
          </p:cNvPr>
          <p:cNvSpPr/>
          <p:nvPr/>
        </p:nvSpPr>
        <p:spPr>
          <a:xfrm>
            <a:off x="4470361" y="6241507"/>
            <a:ext cx="1504118" cy="446163"/>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Cancel plan</a:t>
            </a:r>
          </a:p>
        </p:txBody>
      </p:sp>
      <p:sp>
        <p:nvSpPr>
          <p:cNvPr id="257" name="Rectangle: Rounded Corners 256">
            <a:extLst>
              <a:ext uri="{FF2B5EF4-FFF2-40B4-BE49-F238E27FC236}">
                <a16:creationId xmlns:a16="http://schemas.microsoft.com/office/drawing/2014/main" id="{36411C91-E5C6-2CA7-DEC2-E9D9CE1282F6}"/>
              </a:ext>
            </a:extLst>
          </p:cNvPr>
          <p:cNvSpPr/>
          <p:nvPr/>
        </p:nvSpPr>
        <p:spPr>
          <a:xfrm>
            <a:off x="6209985" y="6239526"/>
            <a:ext cx="1504118" cy="446163"/>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t>Confirm plan</a:t>
            </a:r>
          </a:p>
        </p:txBody>
      </p:sp>
      <p:cxnSp>
        <p:nvCxnSpPr>
          <p:cNvPr id="258" name="Straight Connector 257">
            <a:extLst>
              <a:ext uri="{FF2B5EF4-FFF2-40B4-BE49-F238E27FC236}">
                <a16:creationId xmlns:a16="http://schemas.microsoft.com/office/drawing/2014/main" id="{71502BB0-D56B-1FD8-8FD4-135B1E83E9BF}"/>
              </a:ext>
            </a:extLst>
          </p:cNvPr>
          <p:cNvCxnSpPr>
            <a:cxnSpLocks/>
          </p:cNvCxnSpPr>
          <p:nvPr/>
        </p:nvCxnSpPr>
        <p:spPr>
          <a:xfrm flipV="1">
            <a:off x="2086006" y="1002910"/>
            <a:ext cx="5507456" cy="14002"/>
          </a:xfrm>
          <a:prstGeom prst="line">
            <a:avLst/>
          </a:prstGeom>
          <a:ln>
            <a:solidFill>
              <a:schemeClr val="tx2"/>
            </a:solidFill>
            <a:prstDash val="sysDot"/>
            <a:tailEnd type="stealth"/>
          </a:ln>
        </p:spPr>
        <p:style>
          <a:lnRef idx="2">
            <a:schemeClr val="accent1"/>
          </a:lnRef>
          <a:fillRef idx="0">
            <a:schemeClr val="accent1"/>
          </a:fillRef>
          <a:effectRef idx="1">
            <a:schemeClr val="accent1"/>
          </a:effectRef>
          <a:fontRef idx="minor">
            <a:schemeClr val="tx1"/>
          </a:fontRef>
        </p:style>
      </p:cxnSp>
      <p:sp>
        <p:nvSpPr>
          <p:cNvPr id="261" name="TextBox 260">
            <a:extLst>
              <a:ext uri="{FF2B5EF4-FFF2-40B4-BE49-F238E27FC236}">
                <a16:creationId xmlns:a16="http://schemas.microsoft.com/office/drawing/2014/main" id="{539BF66E-F816-5AF5-AFA9-EBF533376775}"/>
              </a:ext>
            </a:extLst>
          </p:cNvPr>
          <p:cNvSpPr txBox="1"/>
          <p:nvPr/>
        </p:nvSpPr>
        <p:spPr>
          <a:xfrm>
            <a:off x="3639139" y="690051"/>
            <a:ext cx="3064172" cy="338554"/>
          </a:xfrm>
          <a:prstGeom prst="rect">
            <a:avLst/>
          </a:prstGeom>
          <a:noFill/>
        </p:spPr>
        <p:txBody>
          <a:bodyPr wrap="none" rtlCol="0">
            <a:spAutoFit/>
          </a:bodyPr>
          <a:lstStyle/>
          <a:p>
            <a:r>
              <a:rPr lang="en-SG" sz="1600" dirty="0">
                <a:solidFill>
                  <a:schemeClr val="tx2">
                    <a:lumMod val="40000"/>
                    <a:lumOff val="60000"/>
                  </a:schemeClr>
                </a:solidFill>
              </a:rPr>
              <a:t>Scroll to see more created  plans</a:t>
            </a:r>
            <a:endParaRPr lang="en-SG" sz="1200" dirty="0">
              <a:solidFill>
                <a:schemeClr val="tx2">
                  <a:lumMod val="40000"/>
                  <a:lumOff val="60000"/>
                </a:schemeClr>
              </a:solidFill>
            </a:endParaRPr>
          </a:p>
        </p:txBody>
      </p:sp>
      <p:pic>
        <p:nvPicPr>
          <p:cNvPr id="262" name="Picture 261">
            <a:extLst>
              <a:ext uri="{FF2B5EF4-FFF2-40B4-BE49-F238E27FC236}">
                <a16:creationId xmlns:a16="http://schemas.microsoft.com/office/drawing/2014/main" id="{4638F22B-A9A2-A109-0577-59CED216C889}"/>
              </a:ext>
            </a:extLst>
          </p:cNvPr>
          <p:cNvPicPr>
            <a:picLocks noChangeAspect="1"/>
          </p:cNvPicPr>
          <p:nvPr/>
        </p:nvPicPr>
        <p:blipFill>
          <a:blip r:embed="rId15"/>
          <a:stretch>
            <a:fillRect/>
          </a:stretch>
        </p:blipFill>
        <p:spPr>
          <a:xfrm>
            <a:off x="6532578" y="752985"/>
            <a:ext cx="676356" cy="676356"/>
          </a:xfrm>
          <a:prstGeom prst="rect">
            <a:avLst/>
          </a:prstGeom>
        </p:spPr>
      </p:pic>
      <p:sp>
        <p:nvSpPr>
          <p:cNvPr id="263" name="TextBox 262">
            <a:extLst>
              <a:ext uri="{FF2B5EF4-FFF2-40B4-BE49-F238E27FC236}">
                <a16:creationId xmlns:a16="http://schemas.microsoft.com/office/drawing/2014/main" id="{50686E0F-D119-CD9D-BB69-C4F067A5BCF4}"/>
              </a:ext>
            </a:extLst>
          </p:cNvPr>
          <p:cNvSpPr txBox="1"/>
          <p:nvPr/>
        </p:nvSpPr>
        <p:spPr>
          <a:xfrm>
            <a:off x="8357025" y="4453461"/>
            <a:ext cx="2382992" cy="923330"/>
          </a:xfrm>
          <a:prstGeom prst="rect">
            <a:avLst/>
          </a:prstGeom>
          <a:noFill/>
        </p:spPr>
        <p:txBody>
          <a:bodyPr wrap="square" rtlCol="0">
            <a:spAutoFit/>
          </a:bodyPr>
          <a:lstStyle/>
          <a:p>
            <a:r>
              <a:rPr lang="en-SG" dirty="0">
                <a:solidFill>
                  <a:schemeClr val="bg1">
                    <a:lumMod val="65000"/>
                  </a:schemeClr>
                </a:solidFill>
              </a:rPr>
              <a:t>No cancelled plans at the moment.</a:t>
            </a:r>
          </a:p>
          <a:p>
            <a:endParaRPr lang="en-SG" dirty="0"/>
          </a:p>
        </p:txBody>
      </p:sp>
      <p:sp>
        <p:nvSpPr>
          <p:cNvPr id="265" name="Rectangle: Rounded Corners 264">
            <a:extLst>
              <a:ext uri="{FF2B5EF4-FFF2-40B4-BE49-F238E27FC236}">
                <a16:creationId xmlns:a16="http://schemas.microsoft.com/office/drawing/2014/main" id="{46507DE2-B3C5-2C37-485A-2FC92E19E3F7}"/>
              </a:ext>
            </a:extLst>
          </p:cNvPr>
          <p:cNvSpPr/>
          <p:nvPr/>
        </p:nvSpPr>
        <p:spPr>
          <a:xfrm>
            <a:off x="4970493" y="5119848"/>
            <a:ext cx="2368733" cy="44616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600" b="1" dirty="0">
                <a:solidFill>
                  <a:srgbClr val="000000"/>
                </a:solidFill>
              </a:rPr>
              <a:t>Recalculate Route</a:t>
            </a:r>
          </a:p>
        </p:txBody>
      </p:sp>
      <p:sp>
        <p:nvSpPr>
          <p:cNvPr id="18" name="Rectangle: Rounded Corners 17">
            <a:extLst>
              <a:ext uri="{FF2B5EF4-FFF2-40B4-BE49-F238E27FC236}">
                <a16:creationId xmlns:a16="http://schemas.microsoft.com/office/drawing/2014/main" id="{399B625B-C74A-DAFA-27DC-C25F19180FCA}"/>
              </a:ext>
            </a:extLst>
          </p:cNvPr>
          <p:cNvSpPr/>
          <p:nvPr/>
        </p:nvSpPr>
        <p:spPr>
          <a:xfrm>
            <a:off x="4644524" y="2194010"/>
            <a:ext cx="1418215" cy="333680"/>
          </a:xfrm>
          <a:prstGeom prst="roundRect">
            <a:avLst/>
          </a:prstGeom>
          <a:solidFill>
            <a:srgbClr val="C0F7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Ben’s Place</a:t>
            </a:r>
          </a:p>
        </p:txBody>
      </p:sp>
      <p:sp>
        <p:nvSpPr>
          <p:cNvPr id="19" name="Rectangle: Rounded Corners 18">
            <a:extLst>
              <a:ext uri="{FF2B5EF4-FFF2-40B4-BE49-F238E27FC236}">
                <a16:creationId xmlns:a16="http://schemas.microsoft.com/office/drawing/2014/main" id="{8BC590E8-9DC7-BAD4-1EF8-AF8017E70D65}"/>
              </a:ext>
            </a:extLst>
          </p:cNvPr>
          <p:cNvSpPr/>
          <p:nvPr/>
        </p:nvSpPr>
        <p:spPr>
          <a:xfrm>
            <a:off x="4660410" y="3102872"/>
            <a:ext cx="1418215" cy="333680"/>
          </a:xfrm>
          <a:prstGeom prst="roundRect">
            <a:avLst/>
          </a:prstGeom>
          <a:solidFill>
            <a:srgbClr val="FEE43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Dragon Roller</a:t>
            </a:r>
          </a:p>
        </p:txBody>
      </p:sp>
      <p:sp>
        <p:nvSpPr>
          <p:cNvPr id="27" name="Arrow: Pentagon 26">
            <a:extLst>
              <a:ext uri="{FF2B5EF4-FFF2-40B4-BE49-F238E27FC236}">
                <a16:creationId xmlns:a16="http://schemas.microsoft.com/office/drawing/2014/main" id="{0B715332-620D-921A-2B39-99D74FEED093}"/>
              </a:ext>
            </a:extLst>
          </p:cNvPr>
          <p:cNvSpPr/>
          <p:nvPr/>
        </p:nvSpPr>
        <p:spPr>
          <a:xfrm>
            <a:off x="47732" y="2191843"/>
            <a:ext cx="1404251" cy="399011"/>
          </a:xfrm>
          <a:prstGeom prst="homePlate">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9" name="TextBox 48">
            <a:extLst>
              <a:ext uri="{FF2B5EF4-FFF2-40B4-BE49-F238E27FC236}">
                <a16:creationId xmlns:a16="http://schemas.microsoft.com/office/drawing/2014/main" id="{E274A1AF-147C-D4FE-250C-67B926726327}"/>
              </a:ext>
            </a:extLst>
          </p:cNvPr>
          <p:cNvSpPr txBox="1"/>
          <p:nvPr/>
        </p:nvSpPr>
        <p:spPr>
          <a:xfrm>
            <a:off x="103130" y="2237457"/>
            <a:ext cx="1144276" cy="307777"/>
          </a:xfrm>
          <a:prstGeom prst="rect">
            <a:avLst/>
          </a:prstGeom>
          <a:noFill/>
          <a:ln w="28575">
            <a:noFill/>
          </a:ln>
        </p:spPr>
        <p:txBody>
          <a:bodyPr wrap="square" rtlCol="0">
            <a:spAutoFit/>
          </a:bodyPr>
          <a:lstStyle/>
          <a:p>
            <a:pPr algn="ctr"/>
            <a:r>
              <a:rPr lang="en-SG" sz="1400" b="1" dirty="0">
                <a:solidFill>
                  <a:schemeClr val="tx2">
                    <a:lumMod val="50000"/>
                  </a:schemeClr>
                </a:solidFill>
              </a:rPr>
              <a:t>Ben’s Place</a:t>
            </a:r>
          </a:p>
        </p:txBody>
      </p:sp>
      <p:pic>
        <p:nvPicPr>
          <p:cNvPr id="23" name="Picture 22" descr="A yellow hand pointing up&#10;&#10;AI-generated content may be incorrect.">
            <a:extLst>
              <a:ext uri="{FF2B5EF4-FFF2-40B4-BE49-F238E27FC236}">
                <a16:creationId xmlns:a16="http://schemas.microsoft.com/office/drawing/2014/main" id="{9A5666E6-4CA1-0C83-AAD5-558BAEFA5E70}"/>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rot="10800000">
            <a:off x="9954968" y="5826378"/>
            <a:ext cx="663866" cy="663866"/>
          </a:xfrm>
          <a:prstGeom prst="rect">
            <a:avLst/>
          </a:prstGeom>
        </p:spPr>
      </p:pic>
      <p:sp>
        <p:nvSpPr>
          <p:cNvPr id="24" name="Rectangle 23">
            <a:extLst>
              <a:ext uri="{FF2B5EF4-FFF2-40B4-BE49-F238E27FC236}">
                <a16:creationId xmlns:a16="http://schemas.microsoft.com/office/drawing/2014/main" id="{BB29FBF6-DA51-E142-DFD2-66970C14BCF6}"/>
              </a:ext>
            </a:extLst>
          </p:cNvPr>
          <p:cNvSpPr/>
          <p:nvPr/>
        </p:nvSpPr>
        <p:spPr>
          <a:xfrm>
            <a:off x="8357025" y="1470117"/>
            <a:ext cx="3667269" cy="1381940"/>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b="1" dirty="0">
              <a:solidFill>
                <a:schemeClr val="tx1"/>
              </a:solidFill>
            </a:endParaRPr>
          </a:p>
        </p:txBody>
      </p:sp>
      <p:sp>
        <p:nvSpPr>
          <p:cNvPr id="25" name="Rectangle 24">
            <a:extLst>
              <a:ext uri="{FF2B5EF4-FFF2-40B4-BE49-F238E27FC236}">
                <a16:creationId xmlns:a16="http://schemas.microsoft.com/office/drawing/2014/main" id="{3ED0DDD5-4C64-ED0F-A8E8-50A08899CC74}"/>
              </a:ext>
            </a:extLst>
          </p:cNvPr>
          <p:cNvSpPr/>
          <p:nvPr/>
        </p:nvSpPr>
        <p:spPr>
          <a:xfrm>
            <a:off x="8357026" y="1479306"/>
            <a:ext cx="1070004" cy="54506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tx1"/>
                </a:solidFill>
              </a:rPr>
              <a:t>Plan 1</a:t>
            </a:r>
          </a:p>
        </p:txBody>
      </p:sp>
      <p:sp>
        <p:nvSpPr>
          <p:cNvPr id="28" name="TextBox 27">
            <a:extLst>
              <a:ext uri="{FF2B5EF4-FFF2-40B4-BE49-F238E27FC236}">
                <a16:creationId xmlns:a16="http://schemas.microsoft.com/office/drawing/2014/main" id="{8B760B6E-CB57-962D-BF84-D419CA4CAEC2}"/>
              </a:ext>
            </a:extLst>
          </p:cNvPr>
          <p:cNvSpPr txBox="1"/>
          <p:nvPr/>
        </p:nvSpPr>
        <p:spPr>
          <a:xfrm>
            <a:off x="8402375" y="2235192"/>
            <a:ext cx="1068074" cy="369332"/>
          </a:xfrm>
          <a:prstGeom prst="rect">
            <a:avLst/>
          </a:prstGeom>
          <a:noFill/>
        </p:spPr>
        <p:txBody>
          <a:bodyPr wrap="square" rtlCol="0">
            <a:spAutoFit/>
          </a:bodyPr>
          <a:lstStyle/>
          <a:p>
            <a:r>
              <a:rPr lang="en-SG" u="sng" dirty="0"/>
              <a:t>Details</a:t>
            </a:r>
          </a:p>
        </p:txBody>
      </p:sp>
      <p:sp>
        <p:nvSpPr>
          <p:cNvPr id="32" name="Smiley Face 31">
            <a:extLst>
              <a:ext uri="{FF2B5EF4-FFF2-40B4-BE49-F238E27FC236}">
                <a16:creationId xmlns:a16="http://schemas.microsoft.com/office/drawing/2014/main" id="{AE802010-291A-B8B2-270D-7C6E9593FA58}"/>
              </a:ext>
            </a:extLst>
          </p:cNvPr>
          <p:cNvSpPr/>
          <p:nvPr/>
        </p:nvSpPr>
        <p:spPr>
          <a:xfrm>
            <a:off x="9836177" y="1561951"/>
            <a:ext cx="547028" cy="547028"/>
          </a:xfrm>
          <a:prstGeom prst="smileyFace">
            <a:avLst/>
          </a:prstGeom>
          <a:solidFill>
            <a:srgbClr val="FEE43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3" name="Smiley Face 32">
            <a:extLst>
              <a:ext uri="{FF2B5EF4-FFF2-40B4-BE49-F238E27FC236}">
                <a16:creationId xmlns:a16="http://schemas.microsoft.com/office/drawing/2014/main" id="{2D12E487-9EFA-9542-9CFF-D30CEB845AD9}"/>
              </a:ext>
            </a:extLst>
          </p:cNvPr>
          <p:cNvSpPr/>
          <p:nvPr/>
        </p:nvSpPr>
        <p:spPr>
          <a:xfrm>
            <a:off x="10567552" y="1567833"/>
            <a:ext cx="547028" cy="547028"/>
          </a:xfrm>
          <a:prstGeom prst="smileyFace">
            <a:avLst/>
          </a:prstGeom>
          <a:solidFill>
            <a:srgbClr val="FE38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4" name="TextBox 33">
            <a:extLst>
              <a:ext uri="{FF2B5EF4-FFF2-40B4-BE49-F238E27FC236}">
                <a16:creationId xmlns:a16="http://schemas.microsoft.com/office/drawing/2014/main" id="{F3EF0881-A08A-D6DB-8E53-B36338B04689}"/>
              </a:ext>
            </a:extLst>
          </p:cNvPr>
          <p:cNvSpPr txBox="1"/>
          <p:nvPr/>
        </p:nvSpPr>
        <p:spPr>
          <a:xfrm>
            <a:off x="9558251" y="2208001"/>
            <a:ext cx="1068074" cy="369332"/>
          </a:xfrm>
          <a:prstGeom prst="rect">
            <a:avLst/>
          </a:prstGeom>
          <a:noFill/>
        </p:spPr>
        <p:txBody>
          <a:bodyPr wrap="square" rtlCol="0">
            <a:spAutoFit/>
          </a:bodyPr>
          <a:lstStyle/>
          <a:p>
            <a:pPr algn="ctr"/>
            <a:r>
              <a:rPr lang="en-SG" b="1" dirty="0"/>
              <a:t>John</a:t>
            </a:r>
          </a:p>
        </p:txBody>
      </p:sp>
      <p:sp>
        <p:nvSpPr>
          <p:cNvPr id="36" name="TextBox 35">
            <a:extLst>
              <a:ext uri="{FF2B5EF4-FFF2-40B4-BE49-F238E27FC236}">
                <a16:creationId xmlns:a16="http://schemas.microsoft.com/office/drawing/2014/main" id="{0143EEB9-F8B5-264E-1BA4-B21920A4C801}"/>
              </a:ext>
            </a:extLst>
          </p:cNvPr>
          <p:cNvSpPr txBox="1"/>
          <p:nvPr/>
        </p:nvSpPr>
        <p:spPr>
          <a:xfrm>
            <a:off x="10283432" y="2208001"/>
            <a:ext cx="1068074" cy="369332"/>
          </a:xfrm>
          <a:prstGeom prst="rect">
            <a:avLst/>
          </a:prstGeom>
          <a:noFill/>
        </p:spPr>
        <p:txBody>
          <a:bodyPr wrap="square" rtlCol="0">
            <a:spAutoFit/>
          </a:bodyPr>
          <a:lstStyle/>
          <a:p>
            <a:pPr algn="ctr"/>
            <a:r>
              <a:rPr lang="en-SG" b="1" dirty="0"/>
              <a:t>Jane</a:t>
            </a:r>
          </a:p>
        </p:txBody>
      </p:sp>
    </p:spTree>
    <p:extLst>
      <p:ext uri="{BB962C8B-B14F-4D97-AF65-F5344CB8AC3E}">
        <p14:creationId xmlns:p14="http://schemas.microsoft.com/office/powerpoint/2010/main" val="747287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par>
                          <p:cTn id="8" fill="hold">
                            <p:stCondLst>
                              <p:cond delay="1500"/>
                            </p:stCondLst>
                            <p:childTnLst>
                              <p:par>
                                <p:cTn id="9" presetID="32" presetClass="emph" presetSubtype="0" fill="hold" nodeType="afterEffect">
                                  <p:stCondLst>
                                    <p:cond delay="0"/>
                                  </p:stCondLst>
                                  <p:childTnLst>
                                    <p:animRot by="120000">
                                      <p:cBhvr>
                                        <p:cTn id="10" dur="100" fill="hold">
                                          <p:stCondLst>
                                            <p:cond delay="0"/>
                                          </p:stCondLst>
                                        </p:cTn>
                                        <p:tgtEl>
                                          <p:spTgt spid="23"/>
                                        </p:tgtEl>
                                        <p:attrNameLst>
                                          <p:attrName>r</p:attrName>
                                        </p:attrNameLst>
                                      </p:cBhvr>
                                    </p:animRot>
                                    <p:animRot by="-240000">
                                      <p:cBhvr>
                                        <p:cTn id="11" dur="200" fill="hold">
                                          <p:stCondLst>
                                            <p:cond delay="200"/>
                                          </p:stCondLst>
                                        </p:cTn>
                                        <p:tgtEl>
                                          <p:spTgt spid="23"/>
                                        </p:tgtEl>
                                        <p:attrNameLst>
                                          <p:attrName>r</p:attrName>
                                        </p:attrNameLst>
                                      </p:cBhvr>
                                    </p:animRot>
                                    <p:animRot by="240000">
                                      <p:cBhvr>
                                        <p:cTn id="12" dur="200" fill="hold">
                                          <p:stCondLst>
                                            <p:cond delay="400"/>
                                          </p:stCondLst>
                                        </p:cTn>
                                        <p:tgtEl>
                                          <p:spTgt spid="23"/>
                                        </p:tgtEl>
                                        <p:attrNameLst>
                                          <p:attrName>r</p:attrName>
                                        </p:attrNameLst>
                                      </p:cBhvr>
                                    </p:animRot>
                                    <p:animRot by="-240000">
                                      <p:cBhvr>
                                        <p:cTn id="13" dur="200" fill="hold">
                                          <p:stCondLst>
                                            <p:cond delay="600"/>
                                          </p:stCondLst>
                                        </p:cTn>
                                        <p:tgtEl>
                                          <p:spTgt spid="23"/>
                                        </p:tgtEl>
                                        <p:attrNameLst>
                                          <p:attrName>r</p:attrName>
                                        </p:attrNameLst>
                                      </p:cBhvr>
                                    </p:animRot>
                                    <p:animRot by="120000">
                                      <p:cBhvr>
                                        <p:cTn id="14" dur="200" fill="hold">
                                          <p:stCondLst>
                                            <p:cond delay="800"/>
                                          </p:stCondLst>
                                        </p:cTn>
                                        <p:tgtEl>
                                          <p:spTgt spid="2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Top Corners Rounded 18">
            <a:extLst>
              <a:ext uri="{FF2B5EF4-FFF2-40B4-BE49-F238E27FC236}">
                <a16:creationId xmlns:a16="http://schemas.microsoft.com/office/drawing/2014/main" id="{06422AC8-87B1-386C-C3F6-FEE2B4F70577}"/>
              </a:ext>
            </a:extLst>
          </p:cNvPr>
          <p:cNvSpPr/>
          <p:nvPr/>
        </p:nvSpPr>
        <p:spPr>
          <a:xfrm rot="10800000">
            <a:off x="3647691" y="5657672"/>
            <a:ext cx="4897594" cy="1200328"/>
          </a:xfrm>
          <a:prstGeom prst="round2Same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extBox 1">
            <a:extLst>
              <a:ext uri="{FF2B5EF4-FFF2-40B4-BE49-F238E27FC236}">
                <a16:creationId xmlns:a16="http://schemas.microsoft.com/office/drawing/2014/main" id="{F0798196-9854-0987-CC60-753E49898BA9}"/>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3" name="TextBox 2">
            <a:extLst>
              <a:ext uri="{FF2B5EF4-FFF2-40B4-BE49-F238E27FC236}">
                <a16:creationId xmlns:a16="http://schemas.microsoft.com/office/drawing/2014/main" id="{E260E0FC-2AC5-66BF-C62F-A064AB815DA7}"/>
              </a:ext>
            </a:extLst>
          </p:cNvPr>
          <p:cNvSpPr txBox="1"/>
          <p:nvPr/>
        </p:nvSpPr>
        <p:spPr>
          <a:xfrm>
            <a:off x="146528" y="1212939"/>
            <a:ext cx="3458268" cy="461665"/>
          </a:xfrm>
          <a:prstGeom prst="rect">
            <a:avLst/>
          </a:prstGeom>
          <a:noFill/>
        </p:spPr>
        <p:txBody>
          <a:bodyPr wrap="square" rtlCol="0">
            <a:spAutoFit/>
          </a:bodyPr>
          <a:lstStyle/>
          <a:p>
            <a:r>
              <a:rPr lang="en-SG" sz="2400" b="1" dirty="0">
                <a:latin typeface="+mj-lt"/>
              </a:rPr>
              <a:t>Now Viewing</a:t>
            </a:r>
          </a:p>
        </p:txBody>
      </p:sp>
      <p:sp>
        <p:nvSpPr>
          <p:cNvPr id="6" name="Rectangle 5">
            <a:extLst>
              <a:ext uri="{FF2B5EF4-FFF2-40B4-BE49-F238E27FC236}">
                <a16:creationId xmlns:a16="http://schemas.microsoft.com/office/drawing/2014/main" id="{3A68140D-B06F-CCEE-2075-3953B7BE2947}"/>
              </a:ext>
            </a:extLst>
          </p:cNvPr>
          <p:cNvSpPr/>
          <p:nvPr/>
        </p:nvSpPr>
        <p:spPr>
          <a:xfrm>
            <a:off x="239486" y="1772135"/>
            <a:ext cx="1765979" cy="545068"/>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tx1"/>
                </a:solidFill>
              </a:rPr>
              <a:t>Plan 1</a:t>
            </a:r>
          </a:p>
        </p:txBody>
      </p:sp>
      <p:sp>
        <p:nvSpPr>
          <p:cNvPr id="7" name="Rectangle: Rounded Corners 6">
            <a:extLst>
              <a:ext uri="{FF2B5EF4-FFF2-40B4-BE49-F238E27FC236}">
                <a16:creationId xmlns:a16="http://schemas.microsoft.com/office/drawing/2014/main" id="{8327D84E-E30B-F8B6-28F1-4CCE0C5EC3DE}"/>
              </a:ext>
            </a:extLst>
          </p:cNvPr>
          <p:cNvSpPr/>
          <p:nvPr/>
        </p:nvSpPr>
        <p:spPr>
          <a:xfrm>
            <a:off x="3646714" y="754742"/>
            <a:ext cx="4898572" cy="291011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 name="Rectangle: Rounded Corners 7">
            <a:extLst>
              <a:ext uri="{FF2B5EF4-FFF2-40B4-BE49-F238E27FC236}">
                <a16:creationId xmlns:a16="http://schemas.microsoft.com/office/drawing/2014/main" id="{E6D25261-EB90-068E-C3A2-897417E0F393}"/>
              </a:ext>
            </a:extLst>
          </p:cNvPr>
          <p:cNvSpPr/>
          <p:nvPr/>
        </p:nvSpPr>
        <p:spPr>
          <a:xfrm>
            <a:off x="3646714" y="3795485"/>
            <a:ext cx="4898572" cy="2061029"/>
          </a:xfrm>
          <a:prstGeom prst="roundRect">
            <a:avLst/>
          </a:prstGeom>
          <a:solidFill>
            <a:schemeClr val="accent3">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 name="Rectangle 8">
            <a:extLst>
              <a:ext uri="{FF2B5EF4-FFF2-40B4-BE49-F238E27FC236}">
                <a16:creationId xmlns:a16="http://schemas.microsoft.com/office/drawing/2014/main" id="{F88CC56D-3E94-336A-EAE9-0D12C1B0E409}"/>
              </a:ext>
            </a:extLst>
          </p:cNvPr>
          <p:cNvSpPr/>
          <p:nvPr/>
        </p:nvSpPr>
        <p:spPr>
          <a:xfrm>
            <a:off x="8737600" y="1212939"/>
            <a:ext cx="3454400" cy="5645061"/>
          </a:xfrm>
          <a:prstGeom prst="rect">
            <a:avLst/>
          </a:prstGeom>
          <a:solidFill>
            <a:schemeClr val="tx2">
              <a:lumMod val="60000"/>
              <a:lumOff val="4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 name="Rectangle 9">
            <a:extLst>
              <a:ext uri="{FF2B5EF4-FFF2-40B4-BE49-F238E27FC236}">
                <a16:creationId xmlns:a16="http://schemas.microsoft.com/office/drawing/2014/main" id="{CDCF9652-53A3-3D2F-C6DC-A4D6A889F53C}"/>
              </a:ext>
            </a:extLst>
          </p:cNvPr>
          <p:cNvSpPr/>
          <p:nvPr/>
        </p:nvSpPr>
        <p:spPr>
          <a:xfrm>
            <a:off x="0" y="2489200"/>
            <a:ext cx="3454400" cy="43688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5B61C5E9-3469-0287-B260-5414156811FF}"/>
              </a:ext>
            </a:extLst>
          </p:cNvPr>
          <p:cNvSpPr txBox="1"/>
          <p:nvPr/>
        </p:nvSpPr>
        <p:spPr>
          <a:xfrm>
            <a:off x="3797109" y="848805"/>
            <a:ext cx="2617039" cy="461665"/>
          </a:xfrm>
          <a:prstGeom prst="rect">
            <a:avLst/>
          </a:prstGeom>
          <a:noFill/>
        </p:spPr>
        <p:txBody>
          <a:bodyPr wrap="square" rtlCol="0">
            <a:spAutoFit/>
          </a:bodyPr>
          <a:lstStyle/>
          <a:p>
            <a:r>
              <a:rPr lang="en-SG" sz="2400" b="1" dirty="0"/>
              <a:t>Day’s Schedule</a:t>
            </a:r>
          </a:p>
        </p:txBody>
      </p:sp>
      <p:pic>
        <p:nvPicPr>
          <p:cNvPr id="12" name="Picture 11">
            <a:extLst>
              <a:ext uri="{FF2B5EF4-FFF2-40B4-BE49-F238E27FC236}">
                <a16:creationId xmlns:a16="http://schemas.microsoft.com/office/drawing/2014/main" id="{372D88AF-7F32-0F93-8E43-B442613F2518}"/>
              </a:ext>
            </a:extLst>
          </p:cNvPr>
          <p:cNvPicPr>
            <a:picLocks noChangeAspect="1"/>
          </p:cNvPicPr>
          <p:nvPr/>
        </p:nvPicPr>
        <p:blipFill>
          <a:blip r:embed="rId2"/>
          <a:stretch>
            <a:fillRect/>
          </a:stretch>
        </p:blipFill>
        <p:spPr>
          <a:xfrm>
            <a:off x="7829202" y="3881175"/>
            <a:ext cx="541494" cy="541494"/>
          </a:xfrm>
          <a:prstGeom prst="rect">
            <a:avLst/>
          </a:prstGeom>
        </p:spPr>
      </p:pic>
      <p:sp>
        <p:nvSpPr>
          <p:cNvPr id="13" name="TextBox 12">
            <a:extLst>
              <a:ext uri="{FF2B5EF4-FFF2-40B4-BE49-F238E27FC236}">
                <a16:creationId xmlns:a16="http://schemas.microsoft.com/office/drawing/2014/main" id="{46126A9A-3214-24C0-D4E4-A4BEC182D755}"/>
              </a:ext>
            </a:extLst>
          </p:cNvPr>
          <p:cNvSpPr txBox="1"/>
          <p:nvPr/>
        </p:nvSpPr>
        <p:spPr>
          <a:xfrm>
            <a:off x="3897085" y="4540180"/>
            <a:ext cx="3664857" cy="1200329"/>
          </a:xfrm>
          <a:prstGeom prst="rect">
            <a:avLst/>
          </a:prstGeom>
          <a:noFill/>
        </p:spPr>
        <p:txBody>
          <a:bodyPr wrap="square" rtlCol="0">
            <a:spAutoFit/>
          </a:bodyPr>
          <a:lstStyle/>
          <a:p>
            <a:pPr marL="285750" indent="-285750">
              <a:buFontTx/>
              <a:buChar char="-"/>
            </a:pPr>
            <a:r>
              <a:rPr lang="en-SG" b="1" dirty="0">
                <a:solidFill>
                  <a:schemeClr val="accent4"/>
                </a:solidFill>
              </a:rPr>
              <a:t>Longer wait times than expected at Dragon Roller</a:t>
            </a:r>
          </a:p>
          <a:p>
            <a:pPr marL="742950" lvl="1" indent="-285750">
              <a:buFontTx/>
              <a:buChar char="-"/>
            </a:pPr>
            <a:r>
              <a:rPr lang="en-SG" dirty="0">
                <a:solidFill>
                  <a:schemeClr val="accent4"/>
                </a:solidFill>
              </a:rPr>
              <a:t>Old: 50 mins</a:t>
            </a:r>
          </a:p>
          <a:p>
            <a:pPr marL="742950" lvl="1" indent="-285750">
              <a:buFontTx/>
              <a:buChar char="-"/>
            </a:pPr>
            <a:r>
              <a:rPr lang="en-SG" dirty="0">
                <a:solidFill>
                  <a:schemeClr val="accent4"/>
                </a:solidFill>
              </a:rPr>
              <a:t>New: 1hr 20 mins</a:t>
            </a:r>
          </a:p>
        </p:txBody>
      </p:sp>
      <p:sp>
        <p:nvSpPr>
          <p:cNvPr id="20" name="TextBox 19">
            <a:extLst>
              <a:ext uri="{FF2B5EF4-FFF2-40B4-BE49-F238E27FC236}">
                <a16:creationId xmlns:a16="http://schemas.microsoft.com/office/drawing/2014/main" id="{DA660613-7535-9A9F-3E6A-1E357B7BD1DC}"/>
              </a:ext>
            </a:extLst>
          </p:cNvPr>
          <p:cNvSpPr txBox="1"/>
          <p:nvPr/>
        </p:nvSpPr>
        <p:spPr>
          <a:xfrm>
            <a:off x="3788229" y="5810073"/>
            <a:ext cx="2198914" cy="461665"/>
          </a:xfrm>
          <a:prstGeom prst="rect">
            <a:avLst/>
          </a:prstGeom>
          <a:noFill/>
        </p:spPr>
        <p:txBody>
          <a:bodyPr wrap="square" rtlCol="0">
            <a:spAutoFit/>
          </a:bodyPr>
          <a:lstStyle/>
          <a:p>
            <a:r>
              <a:rPr lang="en-SG" sz="2400" b="1" dirty="0">
                <a:solidFill>
                  <a:schemeClr val="accent2"/>
                </a:solidFill>
              </a:rPr>
              <a:t>Suggestions</a:t>
            </a:r>
          </a:p>
        </p:txBody>
      </p:sp>
      <p:sp>
        <p:nvSpPr>
          <p:cNvPr id="21" name="TextBox 20">
            <a:extLst>
              <a:ext uri="{FF2B5EF4-FFF2-40B4-BE49-F238E27FC236}">
                <a16:creationId xmlns:a16="http://schemas.microsoft.com/office/drawing/2014/main" id="{A59BA9F2-14C1-27EE-7779-EC10829A4527}"/>
              </a:ext>
            </a:extLst>
          </p:cNvPr>
          <p:cNvSpPr txBox="1"/>
          <p:nvPr/>
        </p:nvSpPr>
        <p:spPr>
          <a:xfrm>
            <a:off x="3799112" y="6257836"/>
            <a:ext cx="2855687" cy="369332"/>
          </a:xfrm>
          <a:prstGeom prst="rect">
            <a:avLst/>
          </a:prstGeom>
          <a:noFill/>
        </p:spPr>
        <p:txBody>
          <a:bodyPr wrap="square" rtlCol="0">
            <a:spAutoFit/>
          </a:bodyPr>
          <a:lstStyle/>
          <a:p>
            <a:r>
              <a:rPr lang="en-SG" b="1" dirty="0">
                <a:solidFill>
                  <a:schemeClr val="accent4"/>
                </a:solidFill>
              </a:rPr>
              <a:t>Dragon Roller </a:t>
            </a:r>
            <a:r>
              <a:rPr lang="en-SG" b="1" dirty="0">
                <a:solidFill>
                  <a:schemeClr val="accent2"/>
                </a:solidFill>
                <a:sym typeface="Wingdings" panose="05000000000000000000" pitchFamily="2" charset="2"/>
              </a:rPr>
              <a:t> </a:t>
            </a:r>
            <a:r>
              <a:rPr lang="en-SG" b="1" dirty="0">
                <a:solidFill>
                  <a:schemeClr val="accent5"/>
                </a:solidFill>
                <a:sym typeface="Wingdings" panose="05000000000000000000" pitchFamily="2" charset="2"/>
              </a:rPr>
              <a:t>Typhoon</a:t>
            </a:r>
            <a:r>
              <a:rPr lang="en-SG" b="1" dirty="0">
                <a:solidFill>
                  <a:schemeClr val="accent4"/>
                </a:solidFill>
                <a:sym typeface="Wingdings" panose="05000000000000000000" pitchFamily="2" charset="2"/>
              </a:rPr>
              <a:t> </a:t>
            </a:r>
            <a:endParaRPr lang="en-SG" b="1" dirty="0">
              <a:solidFill>
                <a:schemeClr val="accent4"/>
              </a:solidFill>
            </a:endParaRPr>
          </a:p>
        </p:txBody>
      </p:sp>
      <p:pic>
        <p:nvPicPr>
          <p:cNvPr id="23" name="Picture 22">
            <a:extLst>
              <a:ext uri="{FF2B5EF4-FFF2-40B4-BE49-F238E27FC236}">
                <a16:creationId xmlns:a16="http://schemas.microsoft.com/office/drawing/2014/main" id="{2A90DC7E-B320-4DBD-3A02-456DBA367DA9}"/>
              </a:ext>
            </a:extLst>
          </p:cNvPr>
          <p:cNvPicPr>
            <a:picLocks noChangeAspect="1"/>
          </p:cNvPicPr>
          <p:nvPr/>
        </p:nvPicPr>
        <p:blipFill>
          <a:blip r:embed="rId3"/>
          <a:stretch>
            <a:fillRect/>
          </a:stretch>
        </p:blipFill>
        <p:spPr>
          <a:xfrm>
            <a:off x="6806220" y="6122462"/>
            <a:ext cx="640079" cy="640079"/>
          </a:xfrm>
          <a:prstGeom prst="rect">
            <a:avLst/>
          </a:prstGeom>
        </p:spPr>
      </p:pic>
      <p:sp>
        <p:nvSpPr>
          <p:cNvPr id="24" name="TextBox 23">
            <a:extLst>
              <a:ext uri="{FF2B5EF4-FFF2-40B4-BE49-F238E27FC236}">
                <a16:creationId xmlns:a16="http://schemas.microsoft.com/office/drawing/2014/main" id="{3EB58A5B-85F3-2CA2-655F-9824EB9BE43D}"/>
              </a:ext>
            </a:extLst>
          </p:cNvPr>
          <p:cNvSpPr txBox="1"/>
          <p:nvPr/>
        </p:nvSpPr>
        <p:spPr>
          <a:xfrm>
            <a:off x="8802915" y="1310470"/>
            <a:ext cx="1383620" cy="461665"/>
          </a:xfrm>
          <a:prstGeom prst="rect">
            <a:avLst/>
          </a:prstGeom>
          <a:solidFill>
            <a:schemeClr val="bg1"/>
          </a:solidFill>
        </p:spPr>
        <p:txBody>
          <a:bodyPr wrap="square" rtlCol="0">
            <a:spAutoFit/>
          </a:bodyPr>
          <a:lstStyle/>
          <a:p>
            <a:r>
              <a:rPr lang="en-SG" sz="2400" b="1" dirty="0">
                <a:solidFill>
                  <a:schemeClr val="accent5"/>
                </a:solidFill>
              </a:rPr>
              <a:t>Chatbot</a:t>
            </a:r>
          </a:p>
        </p:txBody>
      </p:sp>
      <p:sp>
        <p:nvSpPr>
          <p:cNvPr id="26" name="Speech Bubble: Rectangle with Corners Rounded 25">
            <a:extLst>
              <a:ext uri="{FF2B5EF4-FFF2-40B4-BE49-F238E27FC236}">
                <a16:creationId xmlns:a16="http://schemas.microsoft.com/office/drawing/2014/main" id="{0A1E443F-9B79-362B-8502-F1F11677A136}"/>
              </a:ext>
            </a:extLst>
          </p:cNvPr>
          <p:cNvSpPr/>
          <p:nvPr/>
        </p:nvSpPr>
        <p:spPr>
          <a:xfrm>
            <a:off x="8802915" y="2104571"/>
            <a:ext cx="3349161" cy="3439161"/>
          </a:xfrm>
          <a:prstGeom prst="wedgeRoundRectCallout">
            <a:avLst>
              <a:gd name="adj1" fmla="val 48699"/>
              <a:gd name="adj2" fmla="val 60032"/>
              <a:gd name="adj3" fmla="val 16667"/>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t>H=</a:t>
            </a:r>
          </a:p>
        </p:txBody>
      </p:sp>
      <p:sp>
        <p:nvSpPr>
          <p:cNvPr id="27" name="TextBox 26">
            <a:extLst>
              <a:ext uri="{FF2B5EF4-FFF2-40B4-BE49-F238E27FC236}">
                <a16:creationId xmlns:a16="http://schemas.microsoft.com/office/drawing/2014/main" id="{734E0EF1-75C0-C580-D8E1-8122BCF23992}"/>
              </a:ext>
            </a:extLst>
          </p:cNvPr>
          <p:cNvSpPr txBox="1"/>
          <p:nvPr/>
        </p:nvSpPr>
        <p:spPr>
          <a:xfrm>
            <a:off x="8984343" y="2317203"/>
            <a:ext cx="2968171" cy="923330"/>
          </a:xfrm>
          <a:prstGeom prst="rect">
            <a:avLst/>
          </a:prstGeom>
          <a:noFill/>
        </p:spPr>
        <p:txBody>
          <a:bodyPr wrap="square" rtlCol="0">
            <a:spAutoFit/>
          </a:bodyPr>
          <a:lstStyle/>
          <a:p>
            <a:r>
              <a:rPr lang="en-SG" dirty="0"/>
              <a:t>Hi Jane, feeling bored?</a:t>
            </a:r>
          </a:p>
          <a:p>
            <a:r>
              <a:rPr lang="en-SG" dirty="0"/>
              <a:t>Here are some additional rides to try:</a:t>
            </a:r>
          </a:p>
        </p:txBody>
      </p:sp>
      <p:pic>
        <p:nvPicPr>
          <p:cNvPr id="28" name="Picture 27">
            <a:extLst>
              <a:ext uri="{FF2B5EF4-FFF2-40B4-BE49-F238E27FC236}">
                <a16:creationId xmlns:a16="http://schemas.microsoft.com/office/drawing/2014/main" id="{20BCC1B1-F069-DAE4-612F-FBC7C1EA17EF}"/>
              </a:ext>
            </a:extLst>
          </p:cNvPr>
          <p:cNvPicPr>
            <a:picLocks noChangeAspect="1"/>
          </p:cNvPicPr>
          <p:nvPr/>
        </p:nvPicPr>
        <p:blipFill>
          <a:blip r:embed="rId4"/>
          <a:stretch>
            <a:fillRect/>
          </a:stretch>
        </p:blipFill>
        <p:spPr>
          <a:xfrm>
            <a:off x="9300031" y="3395969"/>
            <a:ext cx="782190" cy="782190"/>
          </a:xfrm>
          <a:prstGeom prst="rect">
            <a:avLst/>
          </a:prstGeom>
        </p:spPr>
      </p:pic>
      <p:pic>
        <p:nvPicPr>
          <p:cNvPr id="29" name="Picture 28">
            <a:extLst>
              <a:ext uri="{FF2B5EF4-FFF2-40B4-BE49-F238E27FC236}">
                <a16:creationId xmlns:a16="http://schemas.microsoft.com/office/drawing/2014/main" id="{E349C7D2-2074-8D7F-0844-718BE2A11301}"/>
              </a:ext>
            </a:extLst>
          </p:cNvPr>
          <p:cNvPicPr>
            <a:picLocks noChangeAspect="1"/>
          </p:cNvPicPr>
          <p:nvPr/>
        </p:nvPicPr>
        <p:blipFill>
          <a:blip r:embed="rId5"/>
          <a:stretch>
            <a:fillRect/>
          </a:stretch>
        </p:blipFill>
        <p:spPr>
          <a:xfrm>
            <a:off x="10691103" y="3350630"/>
            <a:ext cx="852090" cy="814520"/>
          </a:xfrm>
          <a:prstGeom prst="rect">
            <a:avLst/>
          </a:prstGeom>
          <a:ln>
            <a:noFill/>
          </a:ln>
        </p:spPr>
      </p:pic>
      <p:sp>
        <p:nvSpPr>
          <p:cNvPr id="30" name="TextBox 29">
            <a:extLst>
              <a:ext uri="{FF2B5EF4-FFF2-40B4-BE49-F238E27FC236}">
                <a16:creationId xmlns:a16="http://schemas.microsoft.com/office/drawing/2014/main" id="{5BB867E2-66FF-5346-11D8-719D09913ED4}"/>
              </a:ext>
            </a:extLst>
          </p:cNvPr>
          <p:cNvSpPr txBox="1"/>
          <p:nvPr/>
        </p:nvSpPr>
        <p:spPr>
          <a:xfrm>
            <a:off x="8967335" y="4252686"/>
            <a:ext cx="1420010" cy="523220"/>
          </a:xfrm>
          <a:prstGeom prst="rect">
            <a:avLst/>
          </a:prstGeom>
          <a:noFill/>
        </p:spPr>
        <p:txBody>
          <a:bodyPr wrap="square" rtlCol="0">
            <a:spAutoFit/>
          </a:bodyPr>
          <a:lstStyle/>
          <a:p>
            <a:pPr algn="ctr"/>
            <a:r>
              <a:rPr lang="en-SG" sz="1400" b="1" dirty="0">
                <a:solidFill>
                  <a:schemeClr val="accent5"/>
                </a:solidFill>
              </a:rPr>
              <a:t>Merry Go Round</a:t>
            </a:r>
          </a:p>
        </p:txBody>
      </p:sp>
      <p:sp>
        <p:nvSpPr>
          <p:cNvPr id="31" name="TextBox 30">
            <a:extLst>
              <a:ext uri="{FF2B5EF4-FFF2-40B4-BE49-F238E27FC236}">
                <a16:creationId xmlns:a16="http://schemas.microsoft.com/office/drawing/2014/main" id="{842EB961-BB74-6E5C-81B8-196A22C99605}"/>
              </a:ext>
            </a:extLst>
          </p:cNvPr>
          <p:cNvSpPr txBox="1"/>
          <p:nvPr/>
        </p:nvSpPr>
        <p:spPr>
          <a:xfrm>
            <a:off x="10407143" y="4232403"/>
            <a:ext cx="1420010" cy="307777"/>
          </a:xfrm>
          <a:prstGeom prst="rect">
            <a:avLst/>
          </a:prstGeom>
          <a:noFill/>
        </p:spPr>
        <p:txBody>
          <a:bodyPr wrap="square" rtlCol="0">
            <a:spAutoFit/>
          </a:bodyPr>
          <a:lstStyle/>
          <a:p>
            <a:pPr algn="ctr"/>
            <a:r>
              <a:rPr lang="en-SG" sz="1400" b="1" dirty="0">
                <a:solidFill>
                  <a:schemeClr val="accent5"/>
                </a:solidFill>
              </a:rPr>
              <a:t>Typhoon</a:t>
            </a:r>
          </a:p>
        </p:txBody>
      </p:sp>
      <p:sp>
        <p:nvSpPr>
          <p:cNvPr id="32" name="Rectangle: Rounded Corners 31">
            <a:extLst>
              <a:ext uri="{FF2B5EF4-FFF2-40B4-BE49-F238E27FC236}">
                <a16:creationId xmlns:a16="http://schemas.microsoft.com/office/drawing/2014/main" id="{6DB03EFB-E73F-9503-F4F3-7CA1410344D8}"/>
              </a:ext>
            </a:extLst>
          </p:cNvPr>
          <p:cNvSpPr/>
          <p:nvPr/>
        </p:nvSpPr>
        <p:spPr>
          <a:xfrm>
            <a:off x="8904467" y="5992594"/>
            <a:ext cx="1418215" cy="33368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I’m fine</a:t>
            </a:r>
          </a:p>
        </p:txBody>
      </p:sp>
      <p:sp>
        <p:nvSpPr>
          <p:cNvPr id="33" name="Rectangle: Rounded Corners 32">
            <a:extLst>
              <a:ext uri="{FF2B5EF4-FFF2-40B4-BE49-F238E27FC236}">
                <a16:creationId xmlns:a16="http://schemas.microsoft.com/office/drawing/2014/main" id="{7B513412-DD1F-0095-4AFA-55D09C930607}"/>
              </a:ext>
            </a:extLst>
          </p:cNvPr>
          <p:cNvSpPr/>
          <p:nvPr/>
        </p:nvSpPr>
        <p:spPr>
          <a:xfrm>
            <a:off x="10464800" y="5992594"/>
            <a:ext cx="1418215" cy="33368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I’m hungry</a:t>
            </a:r>
          </a:p>
        </p:txBody>
      </p:sp>
      <p:sp>
        <p:nvSpPr>
          <p:cNvPr id="35" name="TextBox 34">
            <a:extLst>
              <a:ext uri="{FF2B5EF4-FFF2-40B4-BE49-F238E27FC236}">
                <a16:creationId xmlns:a16="http://schemas.microsoft.com/office/drawing/2014/main" id="{8E7679CA-5ACE-1CA0-B7AE-8EAB15768838}"/>
              </a:ext>
            </a:extLst>
          </p:cNvPr>
          <p:cNvSpPr txBox="1"/>
          <p:nvPr/>
        </p:nvSpPr>
        <p:spPr>
          <a:xfrm>
            <a:off x="19540" y="2436507"/>
            <a:ext cx="1272015" cy="400110"/>
          </a:xfrm>
          <a:prstGeom prst="rect">
            <a:avLst/>
          </a:prstGeom>
          <a:noFill/>
        </p:spPr>
        <p:txBody>
          <a:bodyPr wrap="square" rtlCol="0">
            <a:spAutoFit/>
          </a:bodyPr>
          <a:lstStyle/>
          <a:p>
            <a:r>
              <a:rPr lang="en-SG" sz="2000" b="1" dirty="0">
                <a:solidFill>
                  <a:schemeClr val="tx2"/>
                </a:solidFill>
              </a:rPr>
              <a:t>Overview</a:t>
            </a:r>
            <a:endParaRPr lang="en-SG" sz="1600" b="1" dirty="0">
              <a:solidFill>
                <a:schemeClr val="tx2"/>
              </a:solidFill>
            </a:endParaRPr>
          </a:p>
        </p:txBody>
      </p:sp>
      <p:sp>
        <p:nvSpPr>
          <p:cNvPr id="44" name="TextBox 43">
            <a:extLst>
              <a:ext uri="{FF2B5EF4-FFF2-40B4-BE49-F238E27FC236}">
                <a16:creationId xmlns:a16="http://schemas.microsoft.com/office/drawing/2014/main" id="{993A61B3-6A2F-1270-8902-752A8FEF8801}"/>
              </a:ext>
            </a:extLst>
          </p:cNvPr>
          <p:cNvSpPr txBox="1"/>
          <p:nvPr/>
        </p:nvSpPr>
        <p:spPr>
          <a:xfrm>
            <a:off x="-10621" y="3024572"/>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11:30 AM</a:t>
            </a:r>
          </a:p>
        </p:txBody>
      </p:sp>
      <p:sp>
        <p:nvSpPr>
          <p:cNvPr id="45" name="TextBox 44">
            <a:extLst>
              <a:ext uri="{FF2B5EF4-FFF2-40B4-BE49-F238E27FC236}">
                <a16:creationId xmlns:a16="http://schemas.microsoft.com/office/drawing/2014/main" id="{7241F60F-A07D-50EC-B39B-A5E2B4EEE191}"/>
              </a:ext>
            </a:extLst>
          </p:cNvPr>
          <p:cNvSpPr txBox="1"/>
          <p:nvPr/>
        </p:nvSpPr>
        <p:spPr>
          <a:xfrm>
            <a:off x="1231559" y="3023744"/>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12:15 PM</a:t>
            </a:r>
          </a:p>
        </p:txBody>
      </p:sp>
      <p:sp>
        <p:nvSpPr>
          <p:cNvPr id="47" name="TextBox 46">
            <a:extLst>
              <a:ext uri="{FF2B5EF4-FFF2-40B4-BE49-F238E27FC236}">
                <a16:creationId xmlns:a16="http://schemas.microsoft.com/office/drawing/2014/main" id="{D153A849-3419-0CB5-4BDC-3E3AAADACF58}"/>
              </a:ext>
            </a:extLst>
          </p:cNvPr>
          <p:cNvSpPr txBox="1"/>
          <p:nvPr/>
        </p:nvSpPr>
        <p:spPr>
          <a:xfrm>
            <a:off x="2461091" y="3135101"/>
            <a:ext cx="1244283" cy="646331"/>
          </a:xfrm>
          <a:prstGeom prst="rect">
            <a:avLst/>
          </a:prstGeom>
          <a:noFill/>
        </p:spPr>
        <p:txBody>
          <a:bodyPr wrap="square" rtlCol="0">
            <a:spAutoFit/>
          </a:bodyPr>
          <a:lstStyle/>
          <a:p>
            <a:pPr algn="ctr"/>
            <a:r>
              <a:rPr lang="en-SG" sz="3600" dirty="0"/>
              <a:t>…</a:t>
            </a:r>
          </a:p>
        </p:txBody>
      </p:sp>
      <p:pic>
        <p:nvPicPr>
          <p:cNvPr id="49" name="Picture 48" descr="A blue arrows pointing to a cross&#10;&#10;AI-generated content may be incorrect.">
            <a:extLst>
              <a:ext uri="{FF2B5EF4-FFF2-40B4-BE49-F238E27FC236}">
                <a16:creationId xmlns:a16="http://schemas.microsoft.com/office/drawing/2014/main" id="{06D57EA1-0879-35E9-D8D8-5CC7A91272A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13892" y="2516925"/>
            <a:ext cx="400110" cy="400110"/>
          </a:xfrm>
          <a:prstGeom prst="rect">
            <a:avLst/>
          </a:prstGeom>
        </p:spPr>
      </p:pic>
      <p:sp>
        <p:nvSpPr>
          <p:cNvPr id="50" name="TextBox 49">
            <a:extLst>
              <a:ext uri="{FF2B5EF4-FFF2-40B4-BE49-F238E27FC236}">
                <a16:creationId xmlns:a16="http://schemas.microsoft.com/office/drawing/2014/main" id="{F76AF7CA-1C03-0AA2-C0CA-BA5CD933C366}"/>
              </a:ext>
            </a:extLst>
          </p:cNvPr>
          <p:cNvSpPr txBox="1"/>
          <p:nvPr/>
        </p:nvSpPr>
        <p:spPr>
          <a:xfrm>
            <a:off x="19540" y="2738967"/>
            <a:ext cx="2760949" cy="307777"/>
          </a:xfrm>
          <a:prstGeom prst="rect">
            <a:avLst/>
          </a:prstGeom>
          <a:noFill/>
        </p:spPr>
        <p:txBody>
          <a:bodyPr wrap="square" rtlCol="0">
            <a:spAutoFit/>
          </a:bodyPr>
          <a:lstStyle/>
          <a:p>
            <a:r>
              <a:rPr lang="en-SG" sz="1400" dirty="0">
                <a:solidFill>
                  <a:schemeClr val="tx2"/>
                </a:solidFill>
              </a:rPr>
              <a:t>Expected start time of each event</a:t>
            </a:r>
            <a:endParaRPr lang="en-SG" sz="1100" dirty="0">
              <a:solidFill>
                <a:schemeClr val="tx2"/>
              </a:solidFill>
            </a:endParaRPr>
          </a:p>
        </p:txBody>
      </p:sp>
      <p:sp>
        <p:nvSpPr>
          <p:cNvPr id="51" name="Arrow: Pentagon 50">
            <a:extLst>
              <a:ext uri="{FF2B5EF4-FFF2-40B4-BE49-F238E27FC236}">
                <a16:creationId xmlns:a16="http://schemas.microsoft.com/office/drawing/2014/main" id="{C6210820-C740-5FA7-B47A-19DF8FA8AAED}"/>
              </a:ext>
            </a:extLst>
          </p:cNvPr>
          <p:cNvSpPr/>
          <p:nvPr/>
        </p:nvSpPr>
        <p:spPr>
          <a:xfrm>
            <a:off x="1317813" y="3374548"/>
            <a:ext cx="1522597" cy="399011"/>
          </a:xfrm>
          <a:prstGeom prst="homePlate">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2" name="TextBox 51">
            <a:extLst>
              <a:ext uri="{FF2B5EF4-FFF2-40B4-BE49-F238E27FC236}">
                <a16:creationId xmlns:a16="http://schemas.microsoft.com/office/drawing/2014/main" id="{F30711CB-1031-AEC3-53AF-63BCD10983EA}"/>
              </a:ext>
            </a:extLst>
          </p:cNvPr>
          <p:cNvSpPr txBox="1"/>
          <p:nvPr/>
        </p:nvSpPr>
        <p:spPr>
          <a:xfrm>
            <a:off x="1357969" y="3419213"/>
            <a:ext cx="1240712" cy="307777"/>
          </a:xfrm>
          <a:prstGeom prst="rect">
            <a:avLst/>
          </a:prstGeom>
          <a:noFill/>
          <a:ln w="28575">
            <a:noFill/>
          </a:ln>
        </p:spPr>
        <p:txBody>
          <a:bodyPr wrap="square" rtlCol="0">
            <a:spAutoFit/>
          </a:bodyPr>
          <a:lstStyle/>
          <a:p>
            <a:pPr algn="ctr"/>
            <a:r>
              <a:rPr lang="en-SG" sz="1400" b="1" dirty="0">
                <a:solidFill>
                  <a:schemeClr val="tx2">
                    <a:lumMod val="50000"/>
                  </a:schemeClr>
                </a:solidFill>
              </a:rPr>
              <a:t>Ben’s Place</a:t>
            </a:r>
          </a:p>
        </p:txBody>
      </p:sp>
      <p:grpSp>
        <p:nvGrpSpPr>
          <p:cNvPr id="53" name="Group 52">
            <a:extLst>
              <a:ext uri="{FF2B5EF4-FFF2-40B4-BE49-F238E27FC236}">
                <a16:creationId xmlns:a16="http://schemas.microsoft.com/office/drawing/2014/main" id="{82FABFE7-746E-6954-EAE1-D8F7694E01FD}"/>
              </a:ext>
            </a:extLst>
          </p:cNvPr>
          <p:cNvGrpSpPr/>
          <p:nvPr/>
        </p:nvGrpSpPr>
        <p:grpSpPr>
          <a:xfrm>
            <a:off x="-9260" y="4217171"/>
            <a:ext cx="3463659" cy="1898273"/>
            <a:chOff x="1370" y="3428999"/>
            <a:chExt cx="5758704" cy="2646330"/>
          </a:xfrm>
        </p:grpSpPr>
        <p:sp>
          <p:nvSpPr>
            <p:cNvPr id="54" name="Rectangle 53">
              <a:extLst>
                <a:ext uri="{FF2B5EF4-FFF2-40B4-BE49-F238E27FC236}">
                  <a16:creationId xmlns:a16="http://schemas.microsoft.com/office/drawing/2014/main" id="{390F7EB8-F6AA-C42E-7A3D-8B8650413EE0}"/>
                </a:ext>
              </a:extLst>
            </p:cNvPr>
            <p:cNvSpPr/>
            <p:nvPr/>
          </p:nvSpPr>
          <p:spPr>
            <a:xfrm>
              <a:off x="1370" y="342899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5" name="Freeform: Shape 54">
              <a:extLst>
                <a:ext uri="{FF2B5EF4-FFF2-40B4-BE49-F238E27FC236}">
                  <a16:creationId xmlns:a16="http://schemas.microsoft.com/office/drawing/2014/main" id="{C6BD4AA5-7514-E071-AE32-D055A6F727A0}"/>
                </a:ext>
              </a:extLst>
            </p:cNvPr>
            <p:cNvSpPr/>
            <p:nvPr/>
          </p:nvSpPr>
          <p:spPr>
            <a:xfrm>
              <a:off x="15713" y="344861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56" name="Group 55">
            <a:extLst>
              <a:ext uri="{FF2B5EF4-FFF2-40B4-BE49-F238E27FC236}">
                <a16:creationId xmlns:a16="http://schemas.microsoft.com/office/drawing/2014/main" id="{1439D668-6285-16B1-CA9D-B13F8E6A4FA5}"/>
              </a:ext>
            </a:extLst>
          </p:cNvPr>
          <p:cNvGrpSpPr/>
          <p:nvPr/>
        </p:nvGrpSpPr>
        <p:grpSpPr>
          <a:xfrm>
            <a:off x="-7890" y="4217999"/>
            <a:ext cx="787307" cy="350033"/>
            <a:chOff x="3211177" y="4204405"/>
            <a:chExt cx="971932" cy="552452"/>
          </a:xfrm>
        </p:grpSpPr>
        <p:sp>
          <p:nvSpPr>
            <p:cNvPr id="57" name="Rectangle 56">
              <a:extLst>
                <a:ext uri="{FF2B5EF4-FFF2-40B4-BE49-F238E27FC236}">
                  <a16:creationId xmlns:a16="http://schemas.microsoft.com/office/drawing/2014/main" id="{F1907864-6FF5-4CB2-9998-1411172E0F26}"/>
                </a:ext>
              </a:extLst>
            </p:cNvPr>
            <p:cNvSpPr/>
            <p:nvPr userDrawn="1"/>
          </p:nvSpPr>
          <p:spPr>
            <a:xfrm>
              <a:off x="3211177" y="4204405"/>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58" name="TextBox 57">
              <a:extLst>
                <a:ext uri="{FF2B5EF4-FFF2-40B4-BE49-F238E27FC236}">
                  <a16:creationId xmlns:a16="http://schemas.microsoft.com/office/drawing/2014/main" id="{C9147A65-EC80-5305-4C14-466D25A23035}"/>
                </a:ext>
              </a:extLst>
            </p:cNvPr>
            <p:cNvSpPr txBox="1"/>
            <p:nvPr userDrawn="1"/>
          </p:nvSpPr>
          <p:spPr>
            <a:xfrm>
              <a:off x="3211177" y="4260295"/>
              <a:ext cx="971930" cy="400110"/>
            </a:xfrm>
            <a:prstGeom prst="rect">
              <a:avLst/>
            </a:prstGeom>
            <a:noFill/>
            <a:ln>
              <a:noFill/>
            </a:ln>
          </p:spPr>
          <p:txBody>
            <a:bodyPr wrap="square" rtlCol="0">
              <a:spAutoFit/>
            </a:bodyPr>
            <a:lstStyle/>
            <a:p>
              <a:pPr algn="ctr"/>
              <a:r>
                <a:rPr lang="en-SG" sz="2000" b="1" dirty="0">
                  <a:solidFill>
                    <a:srgbClr val="2F3C7E"/>
                  </a:solidFill>
                </a:rPr>
                <a:t>MAP</a:t>
              </a:r>
            </a:p>
          </p:txBody>
        </p:sp>
      </p:grpSp>
      <p:pic>
        <p:nvPicPr>
          <p:cNvPr id="59" name="Picture 58">
            <a:extLst>
              <a:ext uri="{FF2B5EF4-FFF2-40B4-BE49-F238E27FC236}">
                <a16:creationId xmlns:a16="http://schemas.microsoft.com/office/drawing/2014/main" id="{A823FA57-E08B-F62E-F418-AD2E4C809023}"/>
              </a:ext>
            </a:extLst>
          </p:cNvPr>
          <p:cNvPicPr>
            <a:picLocks noChangeAspect="1"/>
          </p:cNvPicPr>
          <p:nvPr/>
        </p:nvPicPr>
        <p:blipFill>
          <a:blip r:embed="rId7"/>
          <a:stretch>
            <a:fillRect/>
          </a:stretch>
        </p:blipFill>
        <p:spPr>
          <a:xfrm>
            <a:off x="302211" y="5088861"/>
            <a:ext cx="386739" cy="194092"/>
          </a:xfrm>
          <a:prstGeom prst="rect">
            <a:avLst/>
          </a:prstGeom>
          <a:ln>
            <a:noFill/>
          </a:ln>
        </p:spPr>
      </p:pic>
      <p:sp>
        <p:nvSpPr>
          <p:cNvPr id="60" name="TextBox 59">
            <a:extLst>
              <a:ext uri="{FF2B5EF4-FFF2-40B4-BE49-F238E27FC236}">
                <a16:creationId xmlns:a16="http://schemas.microsoft.com/office/drawing/2014/main" id="{A6B55BBF-38FC-A811-1BF2-112B244AB5D5}"/>
              </a:ext>
            </a:extLst>
          </p:cNvPr>
          <p:cNvSpPr txBox="1"/>
          <p:nvPr/>
        </p:nvSpPr>
        <p:spPr>
          <a:xfrm>
            <a:off x="-64548" y="5271934"/>
            <a:ext cx="975313" cy="230832"/>
          </a:xfrm>
          <a:prstGeom prst="rect">
            <a:avLst/>
          </a:prstGeom>
          <a:noFill/>
          <a:ln>
            <a:noFill/>
          </a:ln>
        </p:spPr>
        <p:txBody>
          <a:bodyPr wrap="square" rtlCol="0">
            <a:spAutoFit/>
          </a:bodyPr>
          <a:lstStyle/>
          <a:p>
            <a:pPr algn="ctr"/>
            <a:r>
              <a:rPr lang="en-SG" sz="900" b="1" dirty="0">
                <a:solidFill>
                  <a:schemeClr val="tx2"/>
                </a:solidFill>
                <a:latin typeface="+mn-lt"/>
              </a:rPr>
              <a:t>Dragon Roller</a:t>
            </a:r>
          </a:p>
        </p:txBody>
      </p:sp>
      <p:sp>
        <p:nvSpPr>
          <p:cNvPr id="64" name="TextBox 63">
            <a:extLst>
              <a:ext uri="{FF2B5EF4-FFF2-40B4-BE49-F238E27FC236}">
                <a16:creationId xmlns:a16="http://schemas.microsoft.com/office/drawing/2014/main" id="{46DE2446-BA75-F400-0ADD-38114B920ACF}"/>
              </a:ext>
            </a:extLst>
          </p:cNvPr>
          <p:cNvSpPr txBox="1"/>
          <p:nvPr/>
        </p:nvSpPr>
        <p:spPr>
          <a:xfrm>
            <a:off x="1191679" y="5241837"/>
            <a:ext cx="975313" cy="230832"/>
          </a:xfrm>
          <a:prstGeom prst="rect">
            <a:avLst/>
          </a:prstGeom>
          <a:noFill/>
          <a:ln>
            <a:noFill/>
          </a:ln>
        </p:spPr>
        <p:txBody>
          <a:bodyPr wrap="square" rtlCol="0">
            <a:spAutoFit/>
          </a:bodyPr>
          <a:lstStyle/>
          <a:p>
            <a:pPr algn="ctr"/>
            <a:r>
              <a:rPr lang="en-SG" sz="900" b="1" dirty="0">
                <a:solidFill>
                  <a:schemeClr val="tx2"/>
                </a:solidFill>
                <a:latin typeface="+mn-lt"/>
              </a:rPr>
              <a:t>Ben’s Place</a:t>
            </a:r>
          </a:p>
        </p:txBody>
      </p:sp>
      <p:pic>
        <p:nvPicPr>
          <p:cNvPr id="65" name="Picture 64">
            <a:extLst>
              <a:ext uri="{FF2B5EF4-FFF2-40B4-BE49-F238E27FC236}">
                <a16:creationId xmlns:a16="http://schemas.microsoft.com/office/drawing/2014/main" id="{D8D9A6C3-C30B-88A8-4001-0EAADE778F22}"/>
              </a:ext>
            </a:extLst>
          </p:cNvPr>
          <p:cNvPicPr>
            <a:picLocks noChangeAspect="1"/>
          </p:cNvPicPr>
          <p:nvPr/>
        </p:nvPicPr>
        <p:blipFill>
          <a:blip r:embed="rId8"/>
          <a:stretch>
            <a:fillRect/>
          </a:stretch>
        </p:blipFill>
        <p:spPr>
          <a:xfrm>
            <a:off x="1513295" y="4955676"/>
            <a:ext cx="317160" cy="317160"/>
          </a:xfrm>
          <a:prstGeom prst="rect">
            <a:avLst/>
          </a:prstGeom>
        </p:spPr>
      </p:pic>
      <p:pic>
        <p:nvPicPr>
          <p:cNvPr id="67" name="Picture 66" descr="A blue arrows pointing to a cross&#10;&#10;AI-generated content may be incorrect.">
            <a:extLst>
              <a:ext uri="{FF2B5EF4-FFF2-40B4-BE49-F238E27FC236}">
                <a16:creationId xmlns:a16="http://schemas.microsoft.com/office/drawing/2014/main" id="{5AB396AA-2B01-9333-3A59-4842462464D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03075" y="4253411"/>
            <a:ext cx="350033" cy="350033"/>
          </a:xfrm>
          <a:prstGeom prst="rect">
            <a:avLst/>
          </a:prstGeom>
        </p:spPr>
      </p:pic>
      <p:grpSp>
        <p:nvGrpSpPr>
          <p:cNvPr id="70" name="Group 69">
            <a:extLst>
              <a:ext uri="{FF2B5EF4-FFF2-40B4-BE49-F238E27FC236}">
                <a16:creationId xmlns:a16="http://schemas.microsoft.com/office/drawing/2014/main" id="{CA385DE7-9693-9C90-C6D2-C4C02CB0F156}"/>
              </a:ext>
            </a:extLst>
          </p:cNvPr>
          <p:cNvGrpSpPr/>
          <p:nvPr/>
        </p:nvGrpSpPr>
        <p:grpSpPr>
          <a:xfrm>
            <a:off x="2576782" y="4682036"/>
            <a:ext cx="688950" cy="438795"/>
            <a:chOff x="7478477" y="4729264"/>
            <a:chExt cx="1253006" cy="798045"/>
          </a:xfrm>
        </p:grpSpPr>
        <p:pic>
          <p:nvPicPr>
            <p:cNvPr id="71" name="Picture 70">
              <a:extLst>
                <a:ext uri="{FF2B5EF4-FFF2-40B4-BE49-F238E27FC236}">
                  <a16:creationId xmlns:a16="http://schemas.microsoft.com/office/drawing/2014/main" id="{A0641205-002B-340C-4173-97EC609C4669}"/>
                </a:ext>
              </a:extLst>
            </p:cNvPr>
            <p:cNvPicPr>
              <a:picLocks noChangeAspect="1"/>
            </p:cNvPicPr>
            <p:nvPr/>
          </p:nvPicPr>
          <p:blipFill>
            <a:blip r:embed="rId9"/>
            <a:stretch>
              <a:fillRect/>
            </a:stretch>
          </p:blipFill>
          <p:spPr>
            <a:xfrm>
              <a:off x="7884122" y="4729264"/>
              <a:ext cx="446487" cy="446487"/>
            </a:xfrm>
            <a:prstGeom prst="rect">
              <a:avLst/>
            </a:prstGeom>
          </p:spPr>
        </p:pic>
        <p:sp>
          <p:nvSpPr>
            <p:cNvPr id="72" name="TextBox 71">
              <a:extLst>
                <a:ext uri="{FF2B5EF4-FFF2-40B4-BE49-F238E27FC236}">
                  <a16:creationId xmlns:a16="http://schemas.microsoft.com/office/drawing/2014/main" id="{52164CAF-8269-12ED-564F-21B8566FCF29}"/>
                </a:ext>
              </a:extLst>
            </p:cNvPr>
            <p:cNvSpPr txBox="1"/>
            <p:nvPr/>
          </p:nvSpPr>
          <p:spPr>
            <a:xfrm>
              <a:off x="7478477" y="5107490"/>
              <a:ext cx="1253006" cy="419819"/>
            </a:xfrm>
            <a:prstGeom prst="rect">
              <a:avLst/>
            </a:prstGeom>
            <a:noFill/>
            <a:ln>
              <a:noFill/>
            </a:ln>
          </p:spPr>
          <p:txBody>
            <a:bodyPr wrap="square" rtlCol="0">
              <a:spAutoFit/>
            </a:bodyPr>
            <a:lstStyle/>
            <a:p>
              <a:pPr algn="ctr"/>
              <a:r>
                <a:rPr lang="en-SG" sz="900" b="1" dirty="0">
                  <a:solidFill>
                    <a:schemeClr val="tx2"/>
                  </a:solidFill>
                  <a:latin typeface="+mn-lt"/>
                </a:rPr>
                <a:t>Entrance</a:t>
              </a:r>
              <a:endParaRPr lang="en-SG" sz="1400" b="1" dirty="0">
                <a:solidFill>
                  <a:schemeClr val="tx2"/>
                </a:solidFill>
                <a:latin typeface="+mn-lt"/>
              </a:endParaRPr>
            </a:p>
          </p:txBody>
        </p:sp>
      </p:grpSp>
      <p:pic>
        <p:nvPicPr>
          <p:cNvPr id="74" name="Picture 73">
            <a:extLst>
              <a:ext uri="{FF2B5EF4-FFF2-40B4-BE49-F238E27FC236}">
                <a16:creationId xmlns:a16="http://schemas.microsoft.com/office/drawing/2014/main" id="{05225554-041E-9F6B-722A-DFC1F4C719FE}"/>
              </a:ext>
            </a:extLst>
          </p:cNvPr>
          <p:cNvPicPr>
            <a:picLocks noChangeAspect="1"/>
          </p:cNvPicPr>
          <p:nvPr/>
        </p:nvPicPr>
        <p:blipFill>
          <a:blip r:embed="rId10"/>
          <a:stretch>
            <a:fillRect/>
          </a:stretch>
        </p:blipFill>
        <p:spPr>
          <a:xfrm>
            <a:off x="2232307" y="4706750"/>
            <a:ext cx="240892" cy="240892"/>
          </a:xfrm>
          <a:prstGeom prst="rect">
            <a:avLst/>
          </a:prstGeom>
        </p:spPr>
      </p:pic>
      <p:sp>
        <p:nvSpPr>
          <p:cNvPr id="75" name="TextBox 74">
            <a:extLst>
              <a:ext uri="{FF2B5EF4-FFF2-40B4-BE49-F238E27FC236}">
                <a16:creationId xmlns:a16="http://schemas.microsoft.com/office/drawing/2014/main" id="{1F7255F8-31E0-0024-9F14-6F6520A3210A}"/>
              </a:ext>
            </a:extLst>
          </p:cNvPr>
          <p:cNvSpPr txBox="1"/>
          <p:nvPr/>
        </p:nvSpPr>
        <p:spPr>
          <a:xfrm>
            <a:off x="1865097" y="4904052"/>
            <a:ext cx="975313" cy="369332"/>
          </a:xfrm>
          <a:prstGeom prst="rect">
            <a:avLst/>
          </a:prstGeom>
          <a:noFill/>
          <a:ln>
            <a:noFill/>
          </a:ln>
        </p:spPr>
        <p:txBody>
          <a:bodyPr wrap="square" rtlCol="0">
            <a:spAutoFit/>
          </a:bodyPr>
          <a:lstStyle/>
          <a:p>
            <a:pPr algn="ctr"/>
            <a:r>
              <a:rPr lang="en-SG" sz="900" b="1" dirty="0">
                <a:solidFill>
                  <a:schemeClr val="tx2"/>
                </a:solidFill>
                <a:latin typeface="+mn-lt"/>
              </a:rPr>
              <a:t>Cirque Du Luna</a:t>
            </a:r>
          </a:p>
        </p:txBody>
      </p:sp>
      <p:pic>
        <p:nvPicPr>
          <p:cNvPr id="85" name="Picture 84">
            <a:extLst>
              <a:ext uri="{FF2B5EF4-FFF2-40B4-BE49-F238E27FC236}">
                <a16:creationId xmlns:a16="http://schemas.microsoft.com/office/drawing/2014/main" id="{F2F6E6C6-9677-F00D-E5F8-18FAE4D6DA41}"/>
              </a:ext>
            </a:extLst>
          </p:cNvPr>
          <p:cNvPicPr>
            <a:picLocks noChangeAspect="1"/>
          </p:cNvPicPr>
          <p:nvPr/>
        </p:nvPicPr>
        <p:blipFill>
          <a:blip r:embed="rId2"/>
          <a:stretch>
            <a:fillRect/>
          </a:stretch>
        </p:blipFill>
        <p:spPr>
          <a:xfrm>
            <a:off x="498813" y="4726112"/>
            <a:ext cx="475318" cy="475318"/>
          </a:xfrm>
          <a:prstGeom prst="rect">
            <a:avLst/>
          </a:prstGeom>
        </p:spPr>
      </p:pic>
      <p:sp>
        <p:nvSpPr>
          <p:cNvPr id="86" name="TextBox 85">
            <a:extLst>
              <a:ext uri="{FF2B5EF4-FFF2-40B4-BE49-F238E27FC236}">
                <a16:creationId xmlns:a16="http://schemas.microsoft.com/office/drawing/2014/main" id="{28A91AE1-E5E7-6808-5C1E-9B41D0D9AE0A}"/>
              </a:ext>
            </a:extLst>
          </p:cNvPr>
          <p:cNvSpPr txBox="1"/>
          <p:nvPr/>
        </p:nvSpPr>
        <p:spPr>
          <a:xfrm>
            <a:off x="3897086" y="4052631"/>
            <a:ext cx="2198914" cy="461665"/>
          </a:xfrm>
          <a:prstGeom prst="rect">
            <a:avLst/>
          </a:prstGeom>
          <a:noFill/>
        </p:spPr>
        <p:txBody>
          <a:bodyPr wrap="square" rtlCol="0">
            <a:spAutoFit/>
          </a:bodyPr>
          <a:lstStyle/>
          <a:p>
            <a:r>
              <a:rPr lang="en-SG" sz="2400" b="1" dirty="0">
                <a:solidFill>
                  <a:schemeClr val="accent3"/>
                </a:solidFill>
              </a:rPr>
              <a:t>Alerts</a:t>
            </a:r>
            <a:r>
              <a:rPr lang="en-SG" sz="2400" b="1" dirty="0">
                <a:solidFill>
                  <a:schemeClr val="accent4"/>
                </a:solidFill>
              </a:rPr>
              <a:t>/Delays</a:t>
            </a:r>
          </a:p>
        </p:txBody>
      </p:sp>
      <p:sp>
        <p:nvSpPr>
          <p:cNvPr id="87" name="TextBox 86">
            <a:extLst>
              <a:ext uri="{FF2B5EF4-FFF2-40B4-BE49-F238E27FC236}">
                <a16:creationId xmlns:a16="http://schemas.microsoft.com/office/drawing/2014/main" id="{9F91CB18-9ACE-6CBD-A89E-FB82F393A16E}"/>
              </a:ext>
            </a:extLst>
          </p:cNvPr>
          <p:cNvSpPr txBox="1"/>
          <p:nvPr/>
        </p:nvSpPr>
        <p:spPr>
          <a:xfrm>
            <a:off x="3832884" y="1418935"/>
            <a:ext cx="1208076" cy="369332"/>
          </a:xfrm>
          <a:prstGeom prst="rect">
            <a:avLst/>
          </a:prstGeom>
          <a:noFill/>
        </p:spPr>
        <p:txBody>
          <a:bodyPr wrap="square" rtlCol="0">
            <a:spAutoFit/>
          </a:bodyPr>
          <a:lstStyle/>
          <a:p>
            <a:r>
              <a:rPr lang="en-SG" b="1" dirty="0"/>
              <a:t>11:30</a:t>
            </a:r>
          </a:p>
        </p:txBody>
      </p:sp>
      <p:sp>
        <p:nvSpPr>
          <p:cNvPr id="88" name="TextBox 87">
            <a:extLst>
              <a:ext uri="{FF2B5EF4-FFF2-40B4-BE49-F238E27FC236}">
                <a16:creationId xmlns:a16="http://schemas.microsoft.com/office/drawing/2014/main" id="{0F799B2D-05C6-F120-6E55-A513E33D482C}"/>
              </a:ext>
            </a:extLst>
          </p:cNvPr>
          <p:cNvSpPr txBox="1"/>
          <p:nvPr/>
        </p:nvSpPr>
        <p:spPr>
          <a:xfrm>
            <a:off x="5119011" y="1430605"/>
            <a:ext cx="1563197" cy="369332"/>
          </a:xfrm>
          <a:prstGeom prst="rect">
            <a:avLst/>
          </a:prstGeom>
          <a:noFill/>
        </p:spPr>
        <p:txBody>
          <a:bodyPr wrap="square" rtlCol="0">
            <a:spAutoFit/>
          </a:bodyPr>
          <a:lstStyle/>
          <a:p>
            <a:r>
              <a:rPr lang="en-SG" dirty="0">
                <a:solidFill>
                  <a:schemeClr val="accent4"/>
                </a:solidFill>
              </a:rPr>
              <a:t>Dragon Roller</a:t>
            </a:r>
          </a:p>
        </p:txBody>
      </p:sp>
      <p:sp>
        <p:nvSpPr>
          <p:cNvPr id="89" name="TextBox 88">
            <a:extLst>
              <a:ext uri="{FF2B5EF4-FFF2-40B4-BE49-F238E27FC236}">
                <a16:creationId xmlns:a16="http://schemas.microsoft.com/office/drawing/2014/main" id="{C01BEC13-A3C8-6F46-39BC-52CF9D5D631C}"/>
              </a:ext>
            </a:extLst>
          </p:cNvPr>
          <p:cNvSpPr txBox="1"/>
          <p:nvPr/>
        </p:nvSpPr>
        <p:spPr>
          <a:xfrm>
            <a:off x="3818273" y="1989275"/>
            <a:ext cx="1208076" cy="369332"/>
          </a:xfrm>
          <a:prstGeom prst="rect">
            <a:avLst/>
          </a:prstGeom>
          <a:noFill/>
        </p:spPr>
        <p:txBody>
          <a:bodyPr wrap="square" rtlCol="0">
            <a:spAutoFit/>
          </a:bodyPr>
          <a:lstStyle/>
          <a:p>
            <a:r>
              <a:rPr lang="en-SG" b="1" dirty="0"/>
              <a:t>12:15</a:t>
            </a:r>
          </a:p>
        </p:txBody>
      </p:sp>
      <p:sp>
        <p:nvSpPr>
          <p:cNvPr id="90" name="TextBox 89">
            <a:extLst>
              <a:ext uri="{FF2B5EF4-FFF2-40B4-BE49-F238E27FC236}">
                <a16:creationId xmlns:a16="http://schemas.microsoft.com/office/drawing/2014/main" id="{007781B1-7897-B51C-D534-4274653D0F30}"/>
              </a:ext>
            </a:extLst>
          </p:cNvPr>
          <p:cNvSpPr txBox="1"/>
          <p:nvPr/>
        </p:nvSpPr>
        <p:spPr>
          <a:xfrm>
            <a:off x="5119010" y="2012252"/>
            <a:ext cx="1563197" cy="369332"/>
          </a:xfrm>
          <a:prstGeom prst="rect">
            <a:avLst/>
          </a:prstGeom>
          <a:noFill/>
        </p:spPr>
        <p:txBody>
          <a:bodyPr wrap="square" rtlCol="0">
            <a:spAutoFit/>
          </a:bodyPr>
          <a:lstStyle/>
          <a:p>
            <a:r>
              <a:rPr lang="en-SG" dirty="0"/>
              <a:t>Ben’s Place</a:t>
            </a:r>
          </a:p>
        </p:txBody>
      </p:sp>
      <p:sp>
        <p:nvSpPr>
          <p:cNvPr id="91" name="TextBox 90">
            <a:extLst>
              <a:ext uri="{FF2B5EF4-FFF2-40B4-BE49-F238E27FC236}">
                <a16:creationId xmlns:a16="http://schemas.microsoft.com/office/drawing/2014/main" id="{DC636F71-7037-D4F6-1F0E-FA0045BC5E0C}"/>
              </a:ext>
            </a:extLst>
          </p:cNvPr>
          <p:cNvSpPr txBox="1"/>
          <p:nvPr/>
        </p:nvSpPr>
        <p:spPr>
          <a:xfrm rot="5400000">
            <a:off x="4727373" y="2645268"/>
            <a:ext cx="1244283" cy="646331"/>
          </a:xfrm>
          <a:prstGeom prst="rect">
            <a:avLst/>
          </a:prstGeom>
          <a:noFill/>
        </p:spPr>
        <p:txBody>
          <a:bodyPr wrap="square" rtlCol="0">
            <a:spAutoFit/>
          </a:bodyPr>
          <a:lstStyle/>
          <a:p>
            <a:pPr algn="ctr"/>
            <a:r>
              <a:rPr lang="en-SG" sz="3600" dirty="0"/>
              <a:t>…</a:t>
            </a:r>
          </a:p>
        </p:txBody>
      </p:sp>
      <p:cxnSp>
        <p:nvCxnSpPr>
          <p:cNvPr id="93" name="Straight Connector 92">
            <a:extLst>
              <a:ext uri="{FF2B5EF4-FFF2-40B4-BE49-F238E27FC236}">
                <a16:creationId xmlns:a16="http://schemas.microsoft.com/office/drawing/2014/main" id="{A6354A1D-D35C-CE89-1B5B-1CC3F8216881}"/>
              </a:ext>
            </a:extLst>
          </p:cNvPr>
          <p:cNvCxnSpPr>
            <a:cxnSpLocks/>
            <a:stCxn id="87" idx="1"/>
          </p:cNvCxnSpPr>
          <p:nvPr/>
        </p:nvCxnSpPr>
        <p:spPr>
          <a:xfrm flipV="1">
            <a:off x="3832884" y="1583647"/>
            <a:ext cx="772488" cy="19954"/>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sp>
        <p:nvSpPr>
          <p:cNvPr id="95" name="TextBox 94">
            <a:extLst>
              <a:ext uri="{FF2B5EF4-FFF2-40B4-BE49-F238E27FC236}">
                <a16:creationId xmlns:a16="http://schemas.microsoft.com/office/drawing/2014/main" id="{D5147BAA-E7B2-8B81-3562-EB2D3CBAA18E}"/>
              </a:ext>
            </a:extLst>
          </p:cNvPr>
          <p:cNvSpPr txBox="1"/>
          <p:nvPr/>
        </p:nvSpPr>
        <p:spPr>
          <a:xfrm>
            <a:off x="4006212" y="1619944"/>
            <a:ext cx="1208076" cy="369332"/>
          </a:xfrm>
          <a:prstGeom prst="rect">
            <a:avLst/>
          </a:prstGeom>
          <a:noFill/>
        </p:spPr>
        <p:txBody>
          <a:bodyPr wrap="square" rtlCol="0">
            <a:spAutoFit/>
          </a:bodyPr>
          <a:lstStyle/>
          <a:p>
            <a:r>
              <a:rPr lang="en-SG" b="1" dirty="0">
                <a:solidFill>
                  <a:schemeClr val="accent4"/>
                </a:solidFill>
              </a:rPr>
              <a:t>12:15</a:t>
            </a:r>
          </a:p>
        </p:txBody>
      </p:sp>
      <p:grpSp>
        <p:nvGrpSpPr>
          <p:cNvPr id="96" name="Group 95">
            <a:extLst>
              <a:ext uri="{FF2B5EF4-FFF2-40B4-BE49-F238E27FC236}">
                <a16:creationId xmlns:a16="http://schemas.microsoft.com/office/drawing/2014/main" id="{FA731633-2BB2-613B-E926-28C38D81044C}"/>
              </a:ext>
            </a:extLst>
          </p:cNvPr>
          <p:cNvGrpSpPr/>
          <p:nvPr/>
        </p:nvGrpSpPr>
        <p:grpSpPr>
          <a:xfrm>
            <a:off x="1513295" y="6111326"/>
            <a:ext cx="1947070" cy="552452"/>
            <a:chOff x="1" y="0"/>
            <a:chExt cx="1465462" cy="552452"/>
          </a:xfrm>
        </p:grpSpPr>
        <p:sp>
          <p:nvSpPr>
            <p:cNvPr id="97" name="Rectangle 96">
              <a:extLst>
                <a:ext uri="{FF2B5EF4-FFF2-40B4-BE49-F238E27FC236}">
                  <a16:creationId xmlns:a16="http://schemas.microsoft.com/office/drawing/2014/main" id="{C4785856-7283-7585-86F1-1C6D5C3727ED}"/>
                </a:ext>
              </a:extLst>
            </p:cNvPr>
            <p:cNvSpPr/>
            <p:nvPr userDrawn="1"/>
          </p:nvSpPr>
          <p:spPr>
            <a:xfrm>
              <a:off x="1" y="0"/>
              <a:ext cx="1465462"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r"/>
              <a:r>
                <a:rPr lang="en-SG" sz="2400" b="1" spc="0" dirty="0">
                  <a:solidFill>
                    <a:schemeClr val="tx1"/>
                  </a:solidFill>
                  <a:latin typeface="+mj-lt"/>
                </a:rPr>
                <a:t>Schedule</a:t>
              </a:r>
              <a:endParaRPr lang="en-SG" sz="2000" b="1" spc="0" dirty="0">
                <a:solidFill>
                  <a:schemeClr val="tx1"/>
                </a:solidFill>
                <a:latin typeface="+mj-lt"/>
              </a:endParaRPr>
            </a:p>
          </p:txBody>
        </p:sp>
        <p:pic>
          <p:nvPicPr>
            <p:cNvPr id="98" name="Picture 97" descr="A blue arrow pointing to the left&#10;&#10;AI-generated content may be incorrect.">
              <a:extLst>
                <a:ext uri="{FF2B5EF4-FFF2-40B4-BE49-F238E27FC236}">
                  <a16:creationId xmlns:a16="http://schemas.microsoft.com/office/drawing/2014/main" id="{FE7ECF69-34D9-7AE8-8E9E-4FD455E0275A}"/>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flipH="1">
              <a:off x="76198" y="164523"/>
              <a:ext cx="409049" cy="223406"/>
            </a:xfrm>
            <a:prstGeom prst="rect">
              <a:avLst/>
            </a:prstGeom>
          </p:spPr>
        </p:pic>
      </p:grpSp>
      <p:grpSp>
        <p:nvGrpSpPr>
          <p:cNvPr id="99" name="Group 98">
            <a:extLst>
              <a:ext uri="{FF2B5EF4-FFF2-40B4-BE49-F238E27FC236}">
                <a16:creationId xmlns:a16="http://schemas.microsoft.com/office/drawing/2014/main" id="{D505FC1A-B0CB-55B9-9ACC-FCC6110DE98E}"/>
              </a:ext>
            </a:extLst>
          </p:cNvPr>
          <p:cNvGrpSpPr/>
          <p:nvPr/>
        </p:nvGrpSpPr>
        <p:grpSpPr>
          <a:xfrm>
            <a:off x="4020537" y="1973134"/>
            <a:ext cx="4094923" cy="2519072"/>
            <a:chOff x="3727545" y="1965711"/>
            <a:chExt cx="3754561" cy="2309692"/>
          </a:xfrm>
        </p:grpSpPr>
        <p:grpSp>
          <p:nvGrpSpPr>
            <p:cNvPr id="100" name="Group 99">
              <a:extLst>
                <a:ext uri="{FF2B5EF4-FFF2-40B4-BE49-F238E27FC236}">
                  <a16:creationId xmlns:a16="http://schemas.microsoft.com/office/drawing/2014/main" id="{0CC5D8A1-FC19-0173-C0FC-F327D3D23DC5}"/>
                </a:ext>
              </a:extLst>
            </p:cNvPr>
            <p:cNvGrpSpPr/>
            <p:nvPr/>
          </p:nvGrpSpPr>
          <p:grpSpPr>
            <a:xfrm>
              <a:off x="3727545" y="1965711"/>
              <a:ext cx="3754561" cy="2309692"/>
              <a:chOff x="3225800" y="2071914"/>
              <a:chExt cx="5740399" cy="2714172"/>
            </a:xfrm>
          </p:grpSpPr>
          <p:sp>
            <p:nvSpPr>
              <p:cNvPr id="102" name="Rectangle: Rounded Corners 101">
                <a:extLst>
                  <a:ext uri="{FF2B5EF4-FFF2-40B4-BE49-F238E27FC236}">
                    <a16:creationId xmlns:a16="http://schemas.microsoft.com/office/drawing/2014/main" id="{1FC8B7E5-B177-F91F-B887-A372236950F0}"/>
                  </a:ext>
                </a:extLst>
              </p:cNvPr>
              <p:cNvSpPr/>
              <p:nvPr/>
            </p:nvSpPr>
            <p:spPr>
              <a:xfrm>
                <a:off x="3225800" y="2071914"/>
                <a:ext cx="5740399" cy="2714172"/>
              </a:xfrm>
              <a:prstGeom prst="round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3" name="Rectangle: Rounded Corners 102">
                <a:extLst>
                  <a:ext uri="{FF2B5EF4-FFF2-40B4-BE49-F238E27FC236}">
                    <a16:creationId xmlns:a16="http://schemas.microsoft.com/office/drawing/2014/main" id="{ED6D83B9-B316-3F6A-647E-2C8D5F185980}"/>
                  </a:ext>
                </a:extLst>
              </p:cNvPr>
              <p:cNvSpPr/>
              <p:nvPr/>
            </p:nvSpPr>
            <p:spPr>
              <a:xfrm>
                <a:off x="3360055" y="2184399"/>
                <a:ext cx="5477122" cy="2489199"/>
              </a:xfrm>
              <a:prstGeom prst="roundRect">
                <a:avLst/>
              </a:prstGeom>
              <a:solidFill>
                <a:schemeClr val="accent5"/>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101" name="TextBox 100">
              <a:extLst>
                <a:ext uri="{FF2B5EF4-FFF2-40B4-BE49-F238E27FC236}">
                  <a16:creationId xmlns:a16="http://schemas.microsoft.com/office/drawing/2014/main" id="{2A371B55-1FEE-A439-B42F-07F01C93BF43}"/>
                </a:ext>
              </a:extLst>
            </p:cNvPr>
            <p:cNvSpPr txBox="1"/>
            <p:nvPr/>
          </p:nvSpPr>
          <p:spPr>
            <a:xfrm>
              <a:off x="3978318" y="2144744"/>
              <a:ext cx="3394799" cy="1058230"/>
            </a:xfrm>
            <a:prstGeom prst="rect">
              <a:avLst/>
            </a:prstGeom>
            <a:noFill/>
          </p:spPr>
          <p:txBody>
            <a:bodyPr wrap="square" rtlCol="0">
              <a:spAutoFit/>
            </a:bodyPr>
            <a:lstStyle/>
            <a:p>
              <a:r>
                <a:rPr lang="en-SG" sz="2000" b="1" dirty="0">
                  <a:solidFill>
                    <a:schemeClr val="bg1"/>
                  </a:solidFill>
                </a:rPr>
                <a:t>In this page, you can see your current schedule throughout your day at the park.</a:t>
              </a:r>
            </a:p>
            <a:p>
              <a:endParaRPr lang="en-SG" sz="900" b="1" dirty="0">
                <a:solidFill>
                  <a:schemeClr val="bg1"/>
                </a:solidFill>
              </a:endParaRPr>
            </a:p>
          </p:txBody>
        </p:sp>
      </p:grpSp>
      <p:pic>
        <p:nvPicPr>
          <p:cNvPr id="104" name="Picture 103" descr="A blue and white logo&#10;&#10;AI-generated content may be incorrect.">
            <a:extLst>
              <a:ext uri="{FF2B5EF4-FFF2-40B4-BE49-F238E27FC236}">
                <a16:creationId xmlns:a16="http://schemas.microsoft.com/office/drawing/2014/main" id="{5E903837-E8BC-74AF-1CAE-3267CD989EE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615477" y="1610019"/>
            <a:ext cx="758741" cy="758741"/>
          </a:xfrm>
          <a:prstGeom prst="rect">
            <a:avLst/>
          </a:prstGeom>
        </p:spPr>
      </p:pic>
      <p:sp>
        <p:nvSpPr>
          <p:cNvPr id="105" name="Rectangle: Rounded Corners 104">
            <a:hlinkClick r:id="rId13" action="ppaction://hlinksldjump"/>
            <a:extLst>
              <a:ext uri="{FF2B5EF4-FFF2-40B4-BE49-F238E27FC236}">
                <a16:creationId xmlns:a16="http://schemas.microsoft.com/office/drawing/2014/main" id="{2467B4EE-80B4-8204-E699-B9BEE066EA9B}"/>
              </a:ext>
            </a:extLst>
          </p:cNvPr>
          <p:cNvSpPr/>
          <p:nvPr/>
        </p:nvSpPr>
        <p:spPr>
          <a:xfrm>
            <a:off x="5293646" y="3619578"/>
            <a:ext cx="1443346" cy="479800"/>
          </a:xfrm>
          <a:prstGeom prst="roundRect">
            <a:avLst>
              <a:gd name="adj" fmla="val 18237"/>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b="1" dirty="0">
                <a:solidFill>
                  <a:schemeClr val="bg1"/>
                </a:solidFill>
                <a:latin typeface="+mj-lt"/>
              </a:rPr>
              <a:t>OK</a:t>
            </a:r>
          </a:p>
        </p:txBody>
      </p:sp>
      <p:pic>
        <p:nvPicPr>
          <p:cNvPr id="106" name="Picture 105" descr="A yellow hand pointing up&#10;&#10;AI-generated content may be incorrect.">
            <a:extLst>
              <a:ext uri="{FF2B5EF4-FFF2-40B4-BE49-F238E27FC236}">
                <a16:creationId xmlns:a16="http://schemas.microsoft.com/office/drawing/2014/main" id="{9E0CC97F-8C46-70AA-FF3B-AD77DF70165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357845" y="3823981"/>
            <a:ext cx="663866" cy="663866"/>
          </a:xfrm>
          <a:prstGeom prst="rect">
            <a:avLst/>
          </a:prstGeom>
        </p:spPr>
      </p:pic>
      <p:sp>
        <p:nvSpPr>
          <p:cNvPr id="37" name="Arrow: Pentagon 36">
            <a:extLst>
              <a:ext uri="{FF2B5EF4-FFF2-40B4-BE49-F238E27FC236}">
                <a16:creationId xmlns:a16="http://schemas.microsoft.com/office/drawing/2014/main" id="{FC9A0846-81C9-55A7-332C-BE2948F4176C}"/>
              </a:ext>
            </a:extLst>
          </p:cNvPr>
          <p:cNvSpPr/>
          <p:nvPr/>
        </p:nvSpPr>
        <p:spPr>
          <a:xfrm>
            <a:off x="30628" y="3368067"/>
            <a:ext cx="1460712" cy="399011"/>
          </a:xfrm>
          <a:prstGeom prst="homePlate">
            <a:avLst/>
          </a:prstGeom>
          <a:solidFill>
            <a:srgbClr val="FEE438"/>
          </a:solidFill>
          <a:ln>
            <a:solidFill>
              <a:srgbClr val="FEE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8" name="TextBox 37">
            <a:extLst>
              <a:ext uri="{FF2B5EF4-FFF2-40B4-BE49-F238E27FC236}">
                <a16:creationId xmlns:a16="http://schemas.microsoft.com/office/drawing/2014/main" id="{69463165-3C28-4316-9893-918A9C12ABBB}"/>
              </a:ext>
            </a:extLst>
          </p:cNvPr>
          <p:cNvSpPr txBox="1"/>
          <p:nvPr/>
        </p:nvSpPr>
        <p:spPr>
          <a:xfrm>
            <a:off x="-16535" y="3398915"/>
            <a:ext cx="1344164" cy="307777"/>
          </a:xfrm>
          <a:prstGeom prst="rect">
            <a:avLst/>
          </a:prstGeom>
          <a:noFill/>
          <a:ln w="28575">
            <a:noFill/>
          </a:ln>
        </p:spPr>
        <p:txBody>
          <a:bodyPr wrap="square" rtlCol="0">
            <a:spAutoFit/>
          </a:bodyPr>
          <a:lstStyle/>
          <a:p>
            <a:pPr algn="ctr"/>
            <a:r>
              <a:rPr lang="en-SG" sz="1400" b="1" dirty="0">
                <a:solidFill>
                  <a:schemeClr val="tx2">
                    <a:lumMod val="50000"/>
                  </a:schemeClr>
                </a:solidFill>
              </a:rPr>
              <a:t>Dragon Roller</a:t>
            </a:r>
          </a:p>
        </p:txBody>
      </p:sp>
    </p:spTree>
    <p:extLst>
      <p:ext uri="{BB962C8B-B14F-4D97-AF65-F5344CB8AC3E}">
        <p14:creationId xmlns:p14="http://schemas.microsoft.com/office/powerpoint/2010/main" val="2607813968"/>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500"/>
                                        <p:tgtEl>
                                          <p:spTgt spid="106"/>
                                        </p:tgtEl>
                                      </p:cBhvr>
                                    </p:animEffect>
                                  </p:childTnLst>
                                </p:cTn>
                              </p:par>
                            </p:childTnLst>
                          </p:cTn>
                        </p:par>
                        <p:par>
                          <p:cTn id="8" fill="hold">
                            <p:stCondLst>
                              <p:cond delay="500"/>
                            </p:stCondLst>
                            <p:childTnLst>
                              <p:par>
                                <p:cTn id="9" presetID="32" presetClass="emph" presetSubtype="0" fill="hold" nodeType="afterEffect">
                                  <p:stCondLst>
                                    <p:cond delay="0"/>
                                  </p:stCondLst>
                                  <p:childTnLst>
                                    <p:animRot by="120000">
                                      <p:cBhvr>
                                        <p:cTn id="10" dur="100" fill="hold">
                                          <p:stCondLst>
                                            <p:cond delay="0"/>
                                          </p:stCondLst>
                                        </p:cTn>
                                        <p:tgtEl>
                                          <p:spTgt spid="106"/>
                                        </p:tgtEl>
                                        <p:attrNameLst>
                                          <p:attrName>r</p:attrName>
                                        </p:attrNameLst>
                                      </p:cBhvr>
                                    </p:animRot>
                                    <p:animRot by="-240000">
                                      <p:cBhvr>
                                        <p:cTn id="11" dur="200" fill="hold">
                                          <p:stCondLst>
                                            <p:cond delay="200"/>
                                          </p:stCondLst>
                                        </p:cTn>
                                        <p:tgtEl>
                                          <p:spTgt spid="106"/>
                                        </p:tgtEl>
                                        <p:attrNameLst>
                                          <p:attrName>r</p:attrName>
                                        </p:attrNameLst>
                                      </p:cBhvr>
                                    </p:animRot>
                                    <p:animRot by="240000">
                                      <p:cBhvr>
                                        <p:cTn id="12" dur="200" fill="hold">
                                          <p:stCondLst>
                                            <p:cond delay="400"/>
                                          </p:stCondLst>
                                        </p:cTn>
                                        <p:tgtEl>
                                          <p:spTgt spid="106"/>
                                        </p:tgtEl>
                                        <p:attrNameLst>
                                          <p:attrName>r</p:attrName>
                                        </p:attrNameLst>
                                      </p:cBhvr>
                                    </p:animRot>
                                    <p:animRot by="-240000">
                                      <p:cBhvr>
                                        <p:cTn id="13" dur="200" fill="hold">
                                          <p:stCondLst>
                                            <p:cond delay="600"/>
                                          </p:stCondLst>
                                        </p:cTn>
                                        <p:tgtEl>
                                          <p:spTgt spid="106"/>
                                        </p:tgtEl>
                                        <p:attrNameLst>
                                          <p:attrName>r</p:attrName>
                                        </p:attrNameLst>
                                      </p:cBhvr>
                                    </p:animRot>
                                    <p:animRot by="120000">
                                      <p:cBhvr>
                                        <p:cTn id="14" dur="200" fill="hold">
                                          <p:stCondLst>
                                            <p:cond delay="800"/>
                                          </p:stCondLst>
                                        </p:cTn>
                                        <p:tgtEl>
                                          <p:spTgt spid="10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1E5E5-6B0A-CD06-EB1C-F496AA9D1695}"/>
            </a:ext>
          </a:extLst>
        </p:cNvPr>
        <p:cNvGrpSpPr/>
        <p:nvPr/>
      </p:nvGrpSpPr>
      <p:grpSpPr>
        <a:xfrm>
          <a:off x="0" y="0"/>
          <a:ext cx="0" cy="0"/>
          <a:chOff x="0" y="0"/>
          <a:chExt cx="0" cy="0"/>
        </a:xfrm>
      </p:grpSpPr>
      <p:sp>
        <p:nvSpPr>
          <p:cNvPr id="19" name="Rectangle: Top Corners Rounded 18">
            <a:extLst>
              <a:ext uri="{FF2B5EF4-FFF2-40B4-BE49-F238E27FC236}">
                <a16:creationId xmlns:a16="http://schemas.microsoft.com/office/drawing/2014/main" id="{02E6B072-04ED-7B8F-47DE-732055CC76BC}"/>
              </a:ext>
            </a:extLst>
          </p:cNvPr>
          <p:cNvSpPr/>
          <p:nvPr/>
        </p:nvSpPr>
        <p:spPr>
          <a:xfrm rot="10800000">
            <a:off x="3647691" y="5657672"/>
            <a:ext cx="4897594" cy="1200328"/>
          </a:xfrm>
          <a:prstGeom prst="round2Same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extBox 1">
            <a:extLst>
              <a:ext uri="{FF2B5EF4-FFF2-40B4-BE49-F238E27FC236}">
                <a16:creationId xmlns:a16="http://schemas.microsoft.com/office/drawing/2014/main" id="{FB695D6D-6278-E833-B28E-38EB0AD19B4B}"/>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3" name="TextBox 2">
            <a:extLst>
              <a:ext uri="{FF2B5EF4-FFF2-40B4-BE49-F238E27FC236}">
                <a16:creationId xmlns:a16="http://schemas.microsoft.com/office/drawing/2014/main" id="{EAFA6EB5-D328-50F4-0086-08ADE7A742C8}"/>
              </a:ext>
            </a:extLst>
          </p:cNvPr>
          <p:cNvSpPr txBox="1"/>
          <p:nvPr/>
        </p:nvSpPr>
        <p:spPr>
          <a:xfrm>
            <a:off x="146528" y="1212939"/>
            <a:ext cx="3458268" cy="461665"/>
          </a:xfrm>
          <a:prstGeom prst="rect">
            <a:avLst/>
          </a:prstGeom>
          <a:noFill/>
        </p:spPr>
        <p:txBody>
          <a:bodyPr wrap="square" rtlCol="0">
            <a:spAutoFit/>
          </a:bodyPr>
          <a:lstStyle/>
          <a:p>
            <a:r>
              <a:rPr lang="en-SG" sz="2400" b="1" dirty="0">
                <a:latin typeface="+mj-lt"/>
              </a:rPr>
              <a:t>Now Viewing</a:t>
            </a:r>
          </a:p>
        </p:txBody>
      </p:sp>
      <p:sp>
        <p:nvSpPr>
          <p:cNvPr id="6" name="Rectangle 5">
            <a:extLst>
              <a:ext uri="{FF2B5EF4-FFF2-40B4-BE49-F238E27FC236}">
                <a16:creationId xmlns:a16="http://schemas.microsoft.com/office/drawing/2014/main" id="{9F373579-F318-9DD3-282C-E01238D2A133}"/>
              </a:ext>
            </a:extLst>
          </p:cNvPr>
          <p:cNvSpPr/>
          <p:nvPr/>
        </p:nvSpPr>
        <p:spPr>
          <a:xfrm>
            <a:off x="239486" y="1772135"/>
            <a:ext cx="1765979" cy="545068"/>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tx1"/>
                </a:solidFill>
              </a:rPr>
              <a:t>Plan 1</a:t>
            </a:r>
          </a:p>
        </p:txBody>
      </p:sp>
      <p:sp>
        <p:nvSpPr>
          <p:cNvPr id="7" name="Rectangle: Rounded Corners 6">
            <a:extLst>
              <a:ext uri="{FF2B5EF4-FFF2-40B4-BE49-F238E27FC236}">
                <a16:creationId xmlns:a16="http://schemas.microsoft.com/office/drawing/2014/main" id="{1488788A-60F9-8CFB-3B28-163DB0419D09}"/>
              </a:ext>
            </a:extLst>
          </p:cNvPr>
          <p:cNvSpPr/>
          <p:nvPr/>
        </p:nvSpPr>
        <p:spPr>
          <a:xfrm>
            <a:off x="3646714" y="754742"/>
            <a:ext cx="4898572" cy="291011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 name="Rectangle: Rounded Corners 7">
            <a:extLst>
              <a:ext uri="{FF2B5EF4-FFF2-40B4-BE49-F238E27FC236}">
                <a16:creationId xmlns:a16="http://schemas.microsoft.com/office/drawing/2014/main" id="{990F4C1C-F3C1-1A6A-8040-1A349179242E}"/>
              </a:ext>
            </a:extLst>
          </p:cNvPr>
          <p:cNvSpPr/>
          <p:nvPr/>
        </p:nvSpPr>
        <p:spPr>
          <a:xfrm>
            <a:off x="3646714" y="3795485"/>
            <a:ext cx="4898572" cy="2061029"/>
          </a:xfrm>
          <a:prstGeom prst="roundRect">
            <a:avLst/>
          </a:prstGeom>
          <a:solidFill>
            <a:schemeClr val="accent3">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 name="Rectangle 8">
            <a:extLst>
              <a:ext uri="{FF2B5EF4-FFF2-40B4-BE49-F238E27FC236}">
                <a16:creationId xmlns:a16="http://schemas.microsoft.com/office/drawing/2014/main" id="{FE24134D-DD60-5717-3DF2-7123823D5311}"/>
              </a:ext>
            </a:extLst>
          </p:cNvPr>
          <p:cNvSpPr/>
          <p:nvPr/>
        </p:nvSpPr>
        <p:spPr>
          <a:xfrm>
            <a:off x="8737600" y="1212939"/>
            <a:ext cx="3454400" cy="5645061"/>
          </a:xfrm>
          <a:prstGeom prst="rect">
            <a:avLst/>
          </a:prstGeom>
          <a:solidFill>
            <a:schemeClr val="tx2">
              <a:lumMod val="60000"/>
              <a:lumOff val="4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1" name="TextBox 10">
            <a:extLst>
              <a:ext uri="{FF2B5EF4-FFF2-40B4-BE49-F238E27FC236}">
                <a16:creationId xmlns:a16="http://schemas.microsoft.com/office/drawing/2014/main" id="{7358A6D5-9412-0AEB-6B52-50C488220AB7}"/>
              </a:ext>
            </a:extLst>
          </p:cNvPr>
          <p:cNvSpPr txBox="1"/>
          <p:nvPr/>
        </p:nvSpPr>
        <p:spPr>
          <a:xfrm>
            <a:off x="3797109" y="848805"/>
            <a:ext cx="2617039" cy="461665"/>
          </a:xfrm>
          <a:prstGeom prst="rect">
            <a:avLst/>
          </a:prstGeom>
          <a:noFill/>
        </p:spPr>
        <p:txBody>
          <a:bodyPr wrap="square" rtlCol="0">
            <a:spAutoFit/>
          </a:bodyPr>
          <a:lstStyle/>
          <a:p>
            <a:r>
              <a:rPr lang="en-SG" sz="2400" b="1" dirty="0"/>
              <a:t>Day’s Schedule</a:t>
            </a:r>
          </a:p>
        </p:txBody>
      </p:sp>
      <p:pic>
        <p:nvPicPr>
          <p:cNvPr id="12" name="Picture 11">
            <a:extLst>
              <a:ext uri="{FF2B5EF4-FFF2-40B4-BE49-F238E27FC236}">
                <a16:creationId xmlns:a16="http://schemas.microsoft.com/office/drawing/2014/main" id="{16C61F3A-DE76-11AD-9F78-9C0D514C7668}"/>
              </a:ext>
            </a:extLst>
          </p:cNvPr>
          <p:cNvPicPr>
            <a:picLocks noChangeAspect="1"/>
          </p:cNvPicPr>
          <p:nvPr/>
        </p:nvPicPr>
        <p:blipFill>
          <a:blip r:embed="rId2"/>
          <a:stretch>
            <a:fillRect/>
          </a:stretch>
        </p:blipFill>
        <p:spPr>
          <a:xfrm>
            <a:off x="7829202" y="3881175"/>
            <a:ext cx="541494" cy="541494"/>
          </a:xfrm>
          <a:prstGeom prst="rect">
            <a:avLst/>
          </a:prstGeom>
        </p:spPr>
      </p:pic>
      <p:sp>
        <p:nvSpPr>
          <p:cNvPr id="13" name="TextBox 12">
            <a:extLst>
              <a:ext uri="{FF2B5EF4-FFF2-40B4-BE49-F238E27FC236}">
                <a16:creationId xmlns:a16="http://schemas.microsoft.com/office/drawing/2014/main" id="{2DCB1E8F-896D-3A90-C108-14BD244D4702}"/>
              </a:ext>
            </a:extLst>
          </p:cNvPr>
          <p:cNvSpPr txBox="1"/>
          <p:nvPr/>
        </p:nvSpPr>
        <p:spPr>
          <a:xfrm>
            <a:off x="3897085" y="4540180"/>
            <a:ext cx="3664857" cy="1200329"/>
          </a:xfrm>
          <a:prstGeom prst="rect">
            <a:avLst/>
          </a:prstGeom>
          <a:noFill/>
        </p:spPr>
        <p:txBody>
          <a:bodyPr wrap="square" rtlCol="0">
            <a:spAutoFit/>
          </a:bodyPr>
          <a:lstStyle/>
          <a:p>
            <a:pPr marL="285750" indent="-285750">
              <a:buFontTx/>
              <a:buChar char="-"/>
            </a:pPr>
            <a:r>
              <a:rPr lang="en-SG" b="1" dirty="0">
                <a:solidFill>
                  <a:schemeClr val="accent4"/>
                </a:solidFill>
              </a:rPr>
              <a:t>Longer wait times than expected at Dragon Roller</a:t>
            </a:r>
          </a:p>
          <a:p>
            <a:pPr marL="742950" lvl="1" indent="-285750">
              <a:buFontTx/>
              <a:buChar char="-"/>
            </a:pPr>
            <a:r>
              <a:rPr lang="en-SG" dirty="0">
                <a:solidFill>
                  <a:schemeClr val="accent4"/>
                </a:solidFill>
              </a:rPr>
              <a:t>Old: 50 mins</a:t>
            </a:r>
          </a:p>
          <a:p>
            <a:pPr marL="742950" lvl="1" indent="-285750">
              <a:buFontTx/>
              <a:buChar char="-"/>
            </a:pPr>
            <a:r>
              <a:rPr lang="en-SG" dirty="0">
                <a:solidFill>
                  <a:schemeClr val="accent4"/>
                </a:solidFill>
              </a:rPr>
              <a:t>New: 1hr 20 mins</a:t>
            </a:r>
          </a:p>
        </p:txBody>
      </p:sp>
      <p:sp>
        <p:nvSpPr>
          <p:cNvPr id="20" name="TextBox 19">
            <a:extLst>
              <a:ext uri="{FF2B5EF4-FFF2-40B4-BE49-F238E27FC236}">
                <a16:creationId xmlns:a16="http://schemas.microsoft.com/office/drawing/2014/main" id="{C7EB0174-CB45-5F8C-6C38-446CBE188122}"/>
              </a:ext>
            </a:extLst>
          </p:cNvPr>
          <p:cNvSpPr txBox="1"/>
          <p:nvPr/>
        </p:nvSpPr>
        <p:spPr>
          <a:xfrm>
            <a:off x="3788229" y="5810073"/>
            <a:ext cx="2198914" cy="461665"/>
          </a:xfrm>
          <a:prstGeom prst="rect">
            <a:avLst/>
          </a:prstGeom>
          <a:noFill/>
        </p:spPr>
        <p:txBody>
          <a:bodyPr wrap="square" rtlCol="0">
            <a:spAutoFit/>
          </a:bodyPr>
          <a:lstStyle/>
          <a:p>
            <a:r>
              <a:rPr lang="en-SG" sz="2400" b="1" dirty="0">
                <a:solidFill>
                  <a:schemeClr val="accent2"/>
                </a:solidFill>
              </a:rPr>
              <a:t>Suggestions</a:t>
            </a:r>
          </a:p>
        </p:txBody>
      </p:sp>
      <p:sp>
        <p:nvSpPr>
          <p:cNvPr id="21" name="TextBox 20">
            <a:extLst>
              <a:ext uri="{FF2B5EF4-FFF2-40B4-BE49-F238E27FC236}">
                <a16:creationId xmlns:a16="http://schemas.microsoft.com/office/drawing/2014/main" id="{C23953B7-8FF4-3352-2978-FF965C8CADA9}"/>
              </a:ext>
            </a:extLst>
          </p:cNvPr>
          <p:cNvSpPr txBox="1"/>
          <p:nvPr/>
        </p:nvSpPr>
        <p:spPr>
          <a:xfrm>
            <a:off x="3799112" y="6257836"/>
            <a:ext cx="2855687" cy="369332"/>
          </a:xfrm>
          <a:prstGeom prst="rect">
            <a:avLst/>
          </a:prstGeom>
          <a:noFill/>
        </p:spPr>
        <p:txBody>
          <a:bodyPr wrap="square" rtlCol="0">
            <a:spAutoFit/>
          </a:bodyPr>
          <a:lstStyle/>
          <a:p>
            <a:r>
              <a:rPr lang="en-SG" b="1" dirty="0">
                <a:solidFill>
                  <a:schemeClr val="accent4"/>
                </a:solidFill>
              </a:rPr>
              <a:t>Dragon Roller </a:t>
            </a:r>
            <a:r>
              <a:rPr lang="en-SG" b="1" dirty="0">
                <a:solidFill>
                  <a:schemeClr val="accent2"/>
                </a:solidFill>
                <a:sym typeface="Wingdings" panose="05000000000000000000" pitchFamily="2" charset="2"/>
              </a:rPr>
              <a:t> </a:t>
            </a:r>
            <a:r>
              <a:rPr lang="en-SG" b="1" dirty="0">
                <a:solidFill>
                  <a:schemeClr val="accent5"/>
                </a:solidFill>
                <a:sym typeface="Wingdings" panose="05000000000000000000" pitchFamily="2" charset="2"/>
              </a:rPr>
              <a:t>Typhoon</a:t>
            </a:r>
            <a:r>
              <a:rPr lang="en-SG" b="1" dirty="0">
                <a:solidFill>
                  <a:schemeClr val="accent4"/>
                </a:solidFill>
                <a:sym typeface="Wingdings" panose="05000000000000000000" pitchFamily="2" charset="2"/>
              </a:rPr>
              <a:t> </a:t>
            </a:r>
            <a:endParaRPr lang="en-SG" b="1" dirty="0">
              <a:solidFill>
                <a:schemeClr val="accent4"/>
              </a:solidFill>
            </a:endParaRPr>
          </a:p>
        </p:txBody>
      </p:sp>
      <p:pic>
        <p:nvPicPr>
          <p:cNvPr id="23" name="Picture 22">
            <a:extLst>
              <a:ext uri="{FF2B5EF4-FFF2-40B4-BE49-F238E27FC236}">
                <a16:creationId xmlns:a16="http://schemas.microsoft.com/office/drawing/2014/main" id="{F3F7715F-209C-D5B9-16E2-B6F87678AA65}"/>
              </a:ext>
            </a:extLst>
          </p:cNvPr>
          <p:cNvPicPr>
            <a:picLocks noChangeAspect="1"/>
          </p:cNvPicPr>
          <p:nvPr/>
        </p:nvPicPr>
        <p:blipFill>
          <a:blip r:embed="rId3"/>
          <a:stretch>
            <a:fillRect/>
          </a:stretch>
        </p:blipFill>
        <p:spPr>
          <a:xfrm>
            <a:off x="6806220" y="6122462"/>
            <a:ext cx="640079" cy="640079"/>
          </a:xfrm>
          <a:prstGeom prst="rect">
            <a:avLst/>
          </a:prstGeom>
        </p:spPr>
      </p:pic>
      <p:sp>
        <p:nvSpPr>
          <p:cNvPr id="24" name="TextBox 23">
            <a:extLst>
              <a:ext uri="{FF2B5EF4-FFF2-40B4-BE49-F238E27FC236}">
                <a16:creationId xmlns:a16="http://schemas.microsoft.com/office/drawing/2014/main" id="{C38EB382-4ED5-7390-6FC5-9B95C3029722}"/>
              </a:ext>
            </a:extLst>
          </p:cNvPr>
          <p:cNvSpPr txBox="1"/>
          <p:nvPr/>
        </p:nvSpPr>
        <p:spPr>
          <a:xfrm>
            <a:off x="8802915" y="1310470"/>
            <a:ext cx="1383620" cy="461665"/>
          </a:xfrm>
          <a:prstGeom prst="rect">
            <a:avLst/>
          </a:prstGeom>
          <a:solidFill>
            <a:schemeClr val="bg1"/>
          </a:solidFill>
        </p:spPr>
        <p:txBody>
          <a:bodyPr wrap="square" rtlCol="0">
            <a:spAutoFit/>
          </a:bodyPr>
          <a:lstStyle/>
          <a:p>
            <a:r>
              <a:rPr lang="en-SG" sz="2400" b="1" dirty="0">
                <a:solidFill>
                  <a:schemeClr val="accent5"/>
                </a:solidFill>
              </a:rPr>
              <a:t>Chatbot</a:t>
            </a:r>
          </a:p>
        </p:txBody>
      </p:sp>
      <p:sp>
        <p:nvSpPr>
          <p:cNvPr id="26" name="Speech Bubble: Rectangle with Corners Rounded 25">
            <a:extLst>
              <a:ext uri="{FF2B5EF4-FFF2-40B4-BE49-F238E27FC236}">
                <a16:creationId xmlns:a16="http://schemas.microsoft.com/office/drawing/2014/main" id="{EE85F06F-B4E0-B5FB-C35D-851FF2B47F45}"/>
              </a:ext>
            </a:extLst>
          </p:cNvPr>
          <p:cNvSpPr/>
          <p:nvPr/>
        </p:nvSpPr>
        <p:spPr>
          <a:xfrm>
            <a:off x="8802915" y="2104571"/>
            <a:ext cx="3349161" cy="3439161"/>
          </a:xfrm>
          <a:prstGeom prst="wedgeRoundRectCallout">
            <a:avLst>
              <a:gd name="adj1" fmla="val 48699"/>
              <a:gd name="adj2" fmla="val 60032"/>
              <a:gd name="adj3" fmla="val 16667"/>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t>H=</a:t>
            </a:r>
          </a:p>
        </p:txBody>
      </p:sp>
      <p:sp>
        <p:nvSpPr>
          <p:cNvPr id="27" name="TextBox 26">
            <a:extLst>
              <a:ext uri="{FF2B5EF4-FFF2-40B4-BE49-F238E27FC236}">
                <a16:creationId xmlns:a16="http://schemas.microsoft.com/office/drawing/2014/main" id="{24908469-7973-9A04-0219-B8B30368E129}"/>
              </a:ext>
            </a:extLst>
          </p:cNvPr>
          <p:cNvSpPr txBox="1"/>
          <p:nvPr/>
        </p:nvSpPr>
        <p:spPr>
          <a:xfrm>
            <a:off x="8984343" y="2317203"/>
            <a:ext cx="2968171" cy="923330"/>
          </a:xfrm>
          <a:prstGeom prst="rect">
            <a:avLst/>
          </a:prstGeom>
          <a:noFill/>
        </p:spPr>
        <p:txBody>
          <a:bodyPr wrap="square" rtlCol="0">
            <a:spAutoFit/>
          </a:bodyPr>
          <a:lstStyle/>
          <a:p>
            <a:r>
              <a:rPr lang="en-SG" dirty="0"/>
              <a:t>Hi Jane, feeling bored?</a:t>
            </a:r>
          </a:p>
          <a:p>
            <a:r>
              <a:rPr lang="en-SG" dirty="0"/>
              <a:t>Here are some additional rides to try:</a:t>
            </a:r>
          </a:p>
        </p:txBody>
      </p:sp>
      <p:pic>
        <p:nvPicPr>
          <p:cNvPr id="28" name="Picture 27">
            <a:extLst>
              <a:ext uri="{FF2B5EF4-FFF2-40B4-BE49-F238E27FC236}">
                <a16:creationId xmlns:a16="http://schemas.microsoft.com/office/drawing/2014/main" id="{16678DF3-A1A0-4E2E-C698-C81DAEAC6E83}"/>
              </a:ext>
            </a:extLst>
          </p:cNvPr>
          <p:cNvPicPr>
            <a:picLocks noChangeAspect="1"/>
          </p:cNvPicPr>
          <p:nvPr/>
        </p:nvPicPr>
        <p:blipFill>
          <a:blip r:embed="rId4"/>
          <a:stretch>
            <a:fillRect/>
          </a:stretch>
        </p:blipFill>
        <p:spPr>
          <a:xfrm>
            <a:off x="9300031" y="3395969"/>
            <a:ext cx="782190" cy="782190"/>
          </a:xfrm>
          <a:prstGeom prst="rect">
            <a:avLst/>
          </a:prstGeom>
        </p:spPr>
      </p:pic>
      <p:pic>
        <p:nvPicPr>
          <p:cNvPr id="29" name="Picture 28">
            <a:extLst>
              <a:ext uri="{FF2B5EF4-FFF2-40B4-BE49-F238E27FC236}">
                <a16:creationId xmlns:a16="http://schemas.microsoft.com/office/drawing/2014/main" id="{D7C71A19-C36B-8898-893F-0D7B7F8B11F3}"/>
              </a:ext>
            </a:extLst>
          </p:cNvPr>
          <p:cNvPicPr>
            <a:picLocks noChangeAspect="1"/>
          </p:cNvPicPr>
          <p:nvPr/>
        </p:nvPicPr>
        <p:blipFill>
          <a:blip r:embed="rId5"/>
          <a:stretch>
            <a:fillRect/>
          </a:stretch>
        </p:blipFill>
        <p:spPr>
          <a:xfrm>
            <a:off x="10691103" y="3350630"/>
            <a:ext cx="852090" cy="814520"/>
          </a:xfrm>
          <a:prstGeom prst="rect">
            <a:avLst/>
          </a:prstGeom>
          <a:ln>
            <a:noFill/>
          </a:ln>
        </p:spPr>
      </p:pic>
      <p:sp>
        <p:nvSpPr>
          <p:cNvPr id="30" name="TextBox 29">
            <a:extLst>
              <a:ext uri="{FF2B5EF4-FFF2-40B4-BE49-F238E27FC236}">
                <a16:creationId xmlns:a16="http://schemas.microsoft.com/office/drawing/2014/main" id="{CB988A75-D17D-F65B-21EE-D399CE740238}"/>
              </a:ext>
            </a:extLst>
          </p:cNvPr>
          <p:cNvSpPr txBox="1"/>
          <p:nvPr/>
        </p:nvSpPr>
        <p:spPr>
          <a:xfrm>
            <a:off x="8967335" y="4252686"/>
            <a:ext cx="1420010" cy="523220"/>
          </a:xfrm>
          <a:prstGeom prst="rect">
            <a:avLst/>
          </a:prstGeom>
          <a:noFill/>
        </p:spPr>
        <p:txBody>
          <a:bodyPr wrap="square" rtlCol="0">
            <a:spAutoFit/>
          </a:bodyPr>
          <a:lstStyle/>
          <a:p>
            <a:pPr algn="ctr"/>
            <a:r>
              <a:rPr lang="en-SG" sz="1400" b="1" dirty="0">
                <a:solidFill>
                  <a:schemeClr val="accent5"/>
                </a:solidFill>
              </a:rPr>
              <a:t>Merry Go Round</a:t>
            </a:r>
          </a:p>
        </p:txBody>
      </p:sp>
      <p:sp>
        <p:nvSpPr>
          <p:cNvPr id="31" name="TextBox 30">
            <a:extLst>
              <a:ext uri="{FF2B5EF4-FFF2-40B4-BE49-F238E27FC236}">
                <a16:creationId xmlns:a16="http://schemas.microsoft.com/office/drawing/2014/main" id="{43CEB6DC-1224-1DD7-1E25-BF485C8310D4}"/>
              </a:ext>
            </a:extLst>
          </p:cNvPr>
          <p:cNvSpPr txBox="1"/>
          <p:nvPr/>
        </p:nvSpPr>
        <p:spPr>
          <a:xfrm>
            <a:off x="10407143" y="4232403"/>
            <a:ext cx="1420010" cy="307777"/>
          </a:xfrm>
          <a:prstGeom prst="rect">
            <a:avLst/>
          </a:prstGeom>
          <a:noFill/>
        </p:spPr>
        <p:txBody>
          <a:bodyPr wrap="square" rtlCol="0">
            <a:spAutoFit/>
          </a:bodyPr>
          <a:lstStyle/>
          <a:p>
            <a:pPr algn="ctr"/>
            <a:r>
              <a:rPr lang="en-SG" sz="1400" b="1" dirty="0">
                <a:solidFill>
                  <a:schemeClr val="accent5"/>
                </a:solidFill>
              </a:rPr>
              <a:t>Typhoon</a:t>
            </a:r>
          </a:p>
        </p:txBody>
      </p:sp>
      <p:sp>
        <p:nvSpPr>
          <p:cNvPr id="32" name="Rectangle: Rounded Corners 31">
            <a:extLst>
              <a:ext uri="{FF2B5EF4-FFF2-40B4-BE49-F238E27FC236}">
                <a16:creationId xmlns:a16="http://schemas.microsoft.com/office/drawing/2014/main" id="{A738DAB7-9B18-19AF-1A05-65AAB21EA9E2}"/>
              </a:ext>
            </a:extLst>
          </p:cNvPr>
          <p:cNvSpPr/>
          <p:nvPr/>
        </p:nvSpPr>
        <p:spPr>
          <a:xfrm>
            <a:off x="8904467" y="5992594"/>
            <a:ext cx="1418215" cy="33368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I’m fine</a:t>
            </a:r>
          </a:p>
        </p:txBody>
      </p:sp>
      <p:sp>
        <p:nvSpPr>
          <p:cNvPr id="33" name="Rectangle: Rounded Corners 32">
            <a:extLst>
              <a:ext uri="{FF2B5EF4-FFF2-40B4-BE49-F238E27FC236}">
                <a16:creationId xmlns:a16="http://schemas.microsoft.com/office/drawing/2014/main" id="{AC850DB1-5F14-3436-4898-8C9A5314A97B}"/>
              </a:ext>
            </a:extLst>
          </p:cNvPr>
          <p:cNvSpPr/>
          <p:nvPr/>
        </p:nvSpPr>
        <p:spPr>
          <a:xfrm>
            <a:off x="10464800" y="5992594"/>
            <a:ext cx="1418215" cy="33368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I’m hungry</a:t>
            </a:r>
          </a:p>
        </p:txBody>
      </p:sp>
      <p:sp>
        <p:nvSpPr>
          <p:cNvPr id="86" name="TextBox 85">
            <a:extLst>
              <a:ext uri="{FF2B5EF4-FFF2-40B4-BE49-F238E27FC236}">
                <a16:creationId xmlns:a16="http://schemas.microsoft.com/office/drawing/2014/main" id="{D17EF376-3D94-9444-D6ED-4518E3C94693}"/>
              </a:ext>
            </a:extLst>
          </p:cNvPr>
          <p:cNvSpPr txBox="1"/>
          <p:nvPr/>
        </p:nvSpPr>
        <p:spPr>
          <a:xfrm>
            <a:off x="3897086" y="4052631"/>
            <a:ext cx="2198914" cy="461665"/>
          </a:xfrm>
          <a:prstGeom prst="rect">
            <a:avLst/>
          </a:prstGeom>
          <a:noFill/>
        </p:spPr>
        <p:txBody>
          <a:bodyPr wrap="square" rtlCol="0">
            <a:spAutoFit/>
          </a:bodyPr>
          <a:lstStyle/>
          <a:p>
            <a:r>
              <a:rPr lang="en-SG" sz="2400" b="1" dirty="0">
                <a:solidFill>
                  <a:schemeClr val="accent3"/>
                </a:solidFill>
              </a:rPr>
              <a:t>Alerts</a:t>
            </a:r>
            <a:r>
              <a:rPr lang="en-SG" sz="2400" b="1" dirty="0">
                <a:solidFill>
                  <a:schemeClr val="accent4"/>
                </a:solidFill>
              </a:rPr>
              <a:t>/Delays</a:t>
            </a:r>
          </a:p>
        </p:txBody>
      </p:sp>
      <p:sp>
        <p:nvSpPr>
          <p:cNvPr id="87" name="TextBox 86">
            <a:extLst>
              <a:ext uri="{FF2B5EF4-FFF2-40B4-BE49-F238E27FC236}">
                <a16:creationId xmlns:a16="http://schemas.microsoft.com/office/drawing/2014/main" id="{E7FB0652-98FD-F52E-688F-9A647936565C}"/>
              </a:ext>
            </a:extLst>
          </p:cNvPr>
          <p:cNvSpPr txBox="1"/>
          <p:nvPr/>
        </p:nvSpPr>
        <p:spPr>
          <a:xfrm>
            <a:off x="3832884" y="1418935"/>
            <a:ext cx="1208076" cy="369332"/>
          </a:xfrm>
          <a:prstGeom prst="rect">
            <a:avLst/>
          </a:prstGeom>
          <a:noFill/>
        </p:spPr>
        <p:txBody>
          <a:bodyPr wrap="square" rtlCol="0">
            <a:spAutoFit/>
          </a:bodyPr>
          <a:lstStyle/>
          <a:p>
            <a:r>
              <a:rPr lang="en-SG" b="1" dirty="0"/>
              <a:t>11:30</a:t>
            </a:r>
          </a:p>
        </p:txBody>
      </p:sp>
      <p:sp>
        <p:nvSpPr>
          <p:cNvPr id="88" name="TextBox 87">
            <a:extLst>
              <a:ext uri="{FF2B5EF4-FFF2-40B4-BE49-F238E27FC236}">
                <a16:creationId xmlns:a16="http://schemas.microsoft.com/office/drawing/2014/main" id="{ED2DD02C-12B1-E531-2129-83EA4303613B}"/>
              </a:ext>
            </a:extLst>
          </p:cNvPr>
          <p:cNvSpPr txBox="1"/>
          <p:nvPr/>
        </p:nvSpPr>
        <p:spPr>
          <a:xfrm>
            <a:off x="5119011" y="1430605"/>
            <a:ext cx="1563197" cy="369332"/>
          </a:xfrm>
          <a:prstGeom prst="rect">
            <a:avLst/>
          </a:prstGeom>
          <a:noFill/>
        </p:spPr>
        <p:txBody>
          <a:bodyPr wrap="square" rtlCol="0">
            <a:spAutoFit/>
          </a:bodyPr>
          <a:lstStyle/>
          <a:p>
            <a:r>
              <a:rPr lang="en-SG" dirty="0">
                <a:solidFill>
                  <a:schemeClr val="accent4"/>
                </a:solidFill>
              </a:rPr>
              <a:t>Dragon Roller</a:t>
            </a:r>
          </a:p>
        </p:txBody>
      </p:sp>
      <p:sp>
        <p:nvSpPr>
          <p:cNvPr id="89" name="TextBox 88">
            <a:extLst>
              <a:ext uri="{FF2B5EF4-FFF2-40B4-BE49-F238E27FC236}">
                <a16:creationId xmlns:a16="http://schemas.microsoft.com/office/drawing/2014/main" id="{59B93ACC-6AC4-3F20-9C2C-7A2010C4925A}"/>
              </a:ext>
            </a:extLst>
          </p:cNvPr>
          <p:cNvSpPr txBox="1"/>
          <p:nvPr/>
        </p:nvSpPr>
        <p:spPr>
          <a:xfrm>
            <a:off x="3818273" y="1989275"/>
            <a:ext cx="1208076" cy="369332"/>
          </a:xfrm>
          <a:prstGeom prst="rect">
            <a:avLst/>
          </a:prstGeom>
          <a:noFill/>
        </p:spPr>
        <p:txBody>
          <a:bodyPr wrap="square" rtlCol="0">
            <a:spAutoFit/>
          </a:bodyPr>
          <a:lstStyle/>
          <a:p>
            <a:r>
              <a:rPr lang="en-SG" b="1" dirty="0"/>
              <a:t>12:15</a:t>
            </a:r>
          </a:p>
        </p:txBody>
      </p:sp>
      <p:sp>
        <p:nvSpPr>
          <p:cNvPr id="90" name="TextBox 89">
            <a:extLst>
              <a:ext uri="{FF2B5EF4-FFF2-40B4-BE49-F238E27FC236}">
                <a16:creationId xmlns:a16="http://schemas.microsoft.com/office/drawing/2014/main" id="{A04F123B-BE68-1674-A718-BAAC4569A2A5}"/>
              </a:ext>
            </a:extLst>
          </p:cNvPr>
          <p:cNvSpPr txBox="1"/>
          <p:nvPr/>
        </p:nvSpPr>
        <p:spPr>
          <a:xfrm>
            <a:off x="5119010" y="2012252"/>
            <a:ext cx="1563197" cy="369332"/>
          </a:xfrm>
          <a:prstGeom prst="rect">
            <a:avLst/>
          </a:prstGeom>
          <a:noFill/>
        </p:spPr>
        <p:txBody>
          <a:bodyPr wrap="square" rtlCol="0">
            <a:spAutoFit/>
          </a:bodyPr>
          <a:lstStyle/>
          <a:p>
            <a:r>
              <a:rPr lang="en-SG" dirty="0"/>
              <a:t>Ben’s Place</a:t>
            </a:r>
          </a:p>
        </p:txBody>
      </p:sp>
      <p:sp>
        <p:nvSpPr>
          <p:cNvPr id="91" name="TextBox 90">
            <a:extLst>
              <a:ext uri="{FF2B5EF4-FFF2-40B4-BE49-F238E27FC236}">
                <a16:creationId xmlns:a16="http://schemas.microsoft.com/office/drawing/2014/main" id="{0B9BF864-08CA-EAA9-246F-D534BE759F2A}"/>
              </a:ext>
            </a:extLst>
          </p:cNvPr>
          <p:cNvSpPr txBox="1"/>
          <p:nvPr/>
        </p:nvSpPr>
        <p:spPr>
          <a:xfrm rot="5400000">
            <a:off x="4727373" y="2645268"/>
            <a:ext cx="1244283" cy="646331"/>
          </a:xfrm>
          <a:prstGeom prst="rect">
            <a:avLst/>
          </a:prstGeom>
          <a:noFill/>
        </p:spPr>
        <p:txBody>
          <a:bodyPr wrap="square" rtlCol="0">
            <a:spAutoFit/>
          </a:bodyPr>
          <a:lstStyle/>
          <a:p>
            <a:pPr algn="ctr"/>
            <a:r>
              <a:rPr lang="en-SG" sz="3600" dirty="0"/>
              <a:t>…</a:t>
            </a:r>
          </a:p>
        </p:txBody>
      </p:sp>
      <p:cxnSp>
        <p:nvCxnSpPr>
          <p:cNvPr id="93" name="Straight Connector 92">
            <a:extLst>
              <a:ext uri="{FF2B5EF4-FFF2-40B4-BE49-F238E27FC236}">
                <a16:creationId xmlns:a16="http://schemas.microsoft.com/office/drawing/2014/main" id="{6DB9C170-220D-4581-6906-6304DE139346}"/>
              </a:ext>
            </a:extLst>
          </p:cNvPr>
          <p:cNvCxnSpPr>
            <a:cxnSpLocks/>
            <a:stCxn id="87" idx="1"/>
          </p:cNvCxnSpPr>
          <p:nvPr/>
        </p:nvCxnSpPr>
        <p:spPr>
          <a:xfrm flipV="1">
            <a:off x="3832884" y="1583647"/>
            <a:ext cx="772488" cy="19954"/>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sp>
        <p:nvSpPr>
          <p:cNvPr id="95" name="TextBox 94">
            <a:extLst>
              <a:ext uri="{FF2B5EF4-FFF2-40B4-BE49-F238E27FC236}">
                <a16:creationId xmlns:a16="http://schemas.microsoft.com/office/drawing/2014/main" id="{2EF2E2CB-AABE-01C2-5076-8B7CA1D474AA}"/>
              </a:ext>
            </a:extLst>
          </p:cNvPr>
          <p:cNvSpPr txBox="1"/>
          <p:nvPr/>
        </p:nvSpPr>
        <p:spPr>
          <a:xfrm>
            <a:off x="4006212" y="1619944"/>
            <a:ext cx="1208076" cy="369332"/>
          </a:xfrm>
          <a:prstGeom prst="rect">
            <a:avLst/>
          </a:prstGeom>
          <a:noFill/>
        </p:spPr>
        <p:txBody>
          <a:bodyPr wrap="square" rtlCol="0">
            <a:spAutoFit/>
          </a:bodyPr>
          <a:lstStyle/>
          <a:p>
            <a:r>
              <a:rPr lang="en-SG" b="1" dirty="0">
                <a:solidFill>
                  <a:schemeClr val="accent4"/>
                </a:solidFill>
              </a:rPr>
              <a:t>12:15</a:t>
            </a:r>
          </a:p>
        </p:txBody>
      </p:sp>
      <p:sp>
        <p:nvSpPr>
          <p:cNvPr id="105" name="Rectangle: Rounded Corners 104">
            <a:extLst>
              <a:ext uri="{FF2B5EF4-FFF2-40B4-BE49-F238E27FC236}">
                <a16:creationId xmlns:a16="http://schemas.microsoft.com/office/drawing/2014/main" id="{6F3FBD5D-F178-109F-EF2A-09605D5072E1}"/>
              </a:ext>
            </a:extLst>
          </p:cNvPr>
          <p:cNvSpPr/>
          <p:nvPr/>
        </p:nvSpPr>
        <p:spPr>
          <a:xfrm>
            <a:off x="5293646" y="3619578"/>
            <a:ext cx="1443346" cy="479800"/>
          </a:xfrm>
          <a:prstGeom prst="roundRect">
            <a:avLst>
              <a:gd name="adj" fmla="val 18237"/>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b="1" dirty="0">
                <a:solidFill>
                  <a:schemeClr val="bg1"/>
                </a:solidFill>
                <a:latin typeface="+mj-lt"/>
              </a:rPr>
              <a:t>OK</a:t>
            </a:r>
          </a:p>
        </p:txBody>
      </p:sp>
      <p:pic>
        <p:nvPicPr>
          <p:cNvPr id="106" name="Picture 105" descr="A yellow hand pointing up&#10;&#10;AI-generated content may be incorrect.">
            <a:extLst>
              <a:ext uri="{FF2B5EF4-FFF2-40B4-BE49-F238E27FC236}">
                <a16:creationId xmlns:a16="http://schemas.microsoft.com/office/drawing/2014/main" id="{DE8590E9-D6EB-BFBC-BC9B-0CB7ECD40D9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57845" y="3823981"/>
            <a:ext cx="663866" cy="663866"/>
          </a:xfrm>
          <a:prstGeom prst="rect">
            <a:avLst/>
          </a:prstGeom>
        </p:spPr>
      </p:pic>
      <p:grpSp>
        <p:nvGrpSpPr>
          <p:cNvPr id="4" name="Group 3">
            <a:extLst>
              <a:ext uri="{FF2B5EF4-FFF2-40B4-BE49-F238E27FC236}">
                <a16:creationId xmlns:a16="http://schemas.microsoft.com/office/drawing/2014/main" id="{F09FB76D-E48A-5D4C-8D80-BF08DA61465A}"/>
              </a:ext>
            </a:extLst>
          </p:cNvPr>
          <p:cNvGrpSpPr/>
          <p:nvPr/>
        </p:nvGrpSpPr>
        <p:grpSpPr>
          <a:xfrm>
            <a:off x="3433857" y="2060219"/>
            <a:ext cx="4612691" cy="2537180"/>
            <a:chOff x="3433857" y="2060219"/>
            <a:chExt cx="4612691" cy="2537180"/>
          </a:xfrm>
        </p:grpSpPr>
        <p:grpSp>
          <p:nvGrpSpPr>
            <p:cNvPr id="5" name="Group 4">
              <a:extLst>
                <a:ext uri="{FF2B5EF4-FFF2-40B4-BE49-F238E27FC236}">
                  <a16:creationId xmlns:a16="http://schemas.microsoft.com/office/drawing/2014/main" id="{A130EA8C-7398-8ED7-665E-0DBF9CBDACC7}"/>
                </a:ext>
              </a:extLst>
            </p:cNvPr>
            <p:cNvGrpSpPr/>
            <p:nvPr/>
          </p:nvGrpSpPr>
          <p:grpSpPr>
            <a:xfrm>
              <a:off x="3433857" y="2060219"/>
              <a:ext cx="4612691" cy="2537180"/>
              <a:chOff x="3433857" y="2060219"/>
              <a:chExt cx="4612691" cy="2537180"/>
            </a:xfrm>
          </p:grpSpPr>
          <p:grpSp>
            <p:nvGrpSpPr>
              <p:cNvPr id="15" name="Group 14">
                <a:extLst>
                  <a:ext uri="{FF2B5EF4-FFF2-40B4-BE49-F238E27FC236}">
                    <a16:creationId xmlns:a16="http://schemas.microsoft.com/office/drawing/2014/main" id="{2084EFC0-02D2-B39C-8F99-E039F479690A}"/>
                  </a:ext>
                </a:extLst>
              </p:cNvPr>
              <p:cNvGrpSpPr/>
              <p:nvPr/>
            </p:nvGrpSpPr>
            <p:grpSpPr>
              <a:xfrm>
                <a:off x="4109548" y="2735910"/>
                <a:ext cx="3937000" cy="1861489"/>
                <a:chOff x="3225800" y="2071914"/>
                <a:chExt cx="5740400" cy="2714171"/>
              </a:xfrm>
            </p:grpSpPr>
            <p:grpSp>
              <p:nvGrpSpPr>
                <p:cNvPr id="17" name="Group 16">
                  <a:extLst>
                    <a:ext uri="{FF2B5EF4-FFF2-40B4-BE49-F238E27FC236}">
                      <a16:creationId xmlns:a16="http://schemas.microsoft.com/office/drawing/2014/main" id="{28AE4152-EA38-3DCB-75AF-8C2CC3CB616B}"/>
                    </a:ext>
                  </a:extLst>
                </p:cNvPr>
                <p:cNvGrpSpPr/>
                <p:nvPr/>
              </p:nvGrpSpPr>
              <p:grpSpPr>
                <a:xfrm>
                  <a:off x="3225800" y="2071914"/>
                  <a:ext cx="5740400" cy="2714171"/>
                  <a:chOff x="3225800" y="2071914"/>
                  <a:chExt cx="5740400" cy="2714171"/>
                </a:xfrm>
              </p:grpSpPr>
              <p:sp>
                <p:nvSpPr>
                  <p:cNvPr id="22" name="Rectangle: Rounded Corners 21">
                    <a:extLst>
                      <a:ext uri="{FF2B5EF4-FFF2-40B4-BE49-F238E27FC236}">
                        <a16:creationId xmlns:a16="http://schemas.microsoft.com/office/drawing/2014/main" id="{A0B190D3-F481-7D91-8268-F3FD960A26B2}"/>
                      </a:ext>
                    </a:extLst>
                  </p:cNvPr>
                  <p:cNvSpPr/>
                  <p:nvPr/>
                </p:nvSpPr>
                <p:spPr>
                  <a:xfrm>
                    <a:off x="3225800" y="2071914"/>
                    <a:ext cx="5740400" cy="2714171"/>
                  </a:xfrm>
                  <a:prstGeom prst="roundRect">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 name="Rectangle: Rounded Corners 24">
                    <a:extLst>
                      <a:ext uri="{FF2B5EF4-FFF2-40B4-BE49-F238E27FC236}">
                        <a16:creationId xmlns:a16="http://schemas.microsoft.com/office/drawing/2014/main" id="{8556667E-19C2-412E-08F9-148ABCFFD243}"/>
                      </a:ext>
                    </a:extLst>
                  </p:cNvPr>
                  <p:cNvSpPr/>
                  <p:nvPr/>
                </p:nvSpPr>
                <p:spPr>
                  <a:xfrm>
                    <a:off x="3360056" y="2184399"/>
                    <a:ext cx="5477123" cy="2489200"/>
                  </a:xfrm>
                  <a:prstGeom prst="roundRect">
                    <a:avLst/>
                  </a:prstGeom>
                  <a:solidFill>
                    <a:schemeClr val="accent3"/>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18" name="TextBox 17">
                  <a:extLst>
                    <a:ext uri="{FF2B5EF4-FFF2-40B4-BE49-F238E27FC236}">
                      <a16:creationId xmlns:a16="http://schemas.microsoft.com/office/drawing/2014/main" id="{829A11ED-CCC2-9059-92F9-A3668D5E6F3F}"/>
                    </a:ext>
                  </a:extLst>
                </p:cNvPr>
                <p:cNvSpPr txBox="1"/>
                <p:nvPr/>
              </p:nvSpPr>
              <p:spPr>
                <a:xfrm>
                  <a:off x="3814403" y="2843754"/>
                  <a:ext cx="4615543" cy="942392"/>
                </a:xfrm>
                <a:prstGeom prst="rect">
                  <a:avLst/>
                </a:prstGeom>
                <a:noFill/>
              </p:spPr>
              <p:txBody>
                <a:bodyPr wrap="square" rtlCol="0">
                  <a:spAutoFit/>
                </a:bodyPr>
                <a:lstStyle/>
                <a:p>
                  <a:pPr algn="ctr"/>
                  <a:r>
                    <a:rPr lang="en-SG" b="1" dirty="0">
                      <a:solidFill>
                        <a:schemeClr val="bg1"/>
                      </a:solidFill>
                    </a:rPr>
                    <a:t>Alert! Dragon Roller has unexpected delay!</a:t>
                  </a:r>
                </a:p>
              </p:txBody>
            </p:sp>
          </p:grpSp>
          <p:pic>
            <p:nvPicPr>
              <p:cNvPr id="16" name="Picture 15">
                <a:extLst>
                  <a:ext uri="{FF2B5EF4-FFF2-40B4-BE49-F238E27FC236}">
                    <a16:creationId xmlns:a16="http://schemas.microsoft.com/office/drawing/2014/main" id="{4815C6D2-96E1-D702-03BD-F5358651A6D9}"/>
                  </a:ext>
                </a:extLst>
              </p:cNvPr>
              <p:cNvPicPr>
                <a:picLocks noChangeAspect="1"/>
              </p:cNvPicPr>
              <p:nvPr/>
            </p:nvPicPr>
            <p:blipFill>
              <a:blip r:embed="rId2"/>
              <a:stretch>
                <a:fillRect/>
              </a:stretch>
            </p:blipFill>
            <p:spPr>
              <a:xfrm>
                <a:off x="3433857" y="2060219"/>
                <a:ext cx="1351381" cy="1351381"/>
              </a:xfrm>
              <a:prstGeom prst="rect">
                <a:avLst/>
              </a:prstGeom>
            </p:spPr>
          </p:pic>
        </p:grpSp>
        <p:sp>
          <p:nvSpPr>
            <p:cNvPr id="14" name="Rectangle: Rounded Corners 13">
              <a:hlinkClick r:id="rId7" action="ppaction://hlinksldjump"/>
              <a:extLst>
                <a:ext uri="{FF2B5EF4-FFF2-40B4-BE49-F238E27FC236}">
                  <a16:creationId xmlns:a16="http://schemas.microsoft.com/office/drawing/2014/main" id="{2574BDC1-D68F-A599-4308-677F0F6227C8}"/>
                </a:ext>
              </a:extLst>
            </p:cNvPr>
            <p:cNvSpPr/>
            <p:nvPr/>
          </p:nvSpPr>
          <p:spPr>
            <a:xfrm>
              <a:off x="5374326" y="3954016"/>
              <a:ext cx="1443346" cy="479800"/>
            </a:xfrm>
            <a:prstGeom prst="roundRect">
              <a:avLst>
                <a:gd name="adj" fmla="val 18237"/>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b="1" dirty="0">
                  <a:solidFill>
                    <a:schemeClr val="bg1"/>
                  </a:solidFill>
                  <a:latin typeface="+mj-lt"/>
                </a:rPr>
                <a:t>OK</a:t>
              </a:r>
            </a:p>
          </p:txBody>
        </p:sp>
      </p:grpSp>
      <p:pic>
        <p:nvPicPr>
          <p:cNvPr id="34" name="Picture 33" descr="A yellow hand pointing up&#10;&#10;AI-generated content may be incorrect.">
            <a:extLst>
              <a:ext uri="{FF2B5EF4-FFF2-40B4-BE49-F238E27FC236}">
                <a16:creationId xmlns:a16="http://schemas.microsoft.com/office/drawing/2014/main" id="{1F77F595-701B-A241-F76C-9AECD541526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49923" y="4151922"/>
            <a:ext cx="663866" cy="663866"/>
          </a:xfrm>
          <a:prstGeom prst="rect">
            <a:avLst/>
          </a:prstGeom>
        </p:spPr>
      </p:pic>
      <p:sp>
        <p:nvSpPr>
          <p:cNvPr id="36" name="Rectangle 35">
            <a:extLst>
              <a:ext uri="{FF2B5EF4-FFF2-40B4-BE49-F238E27FC236}">
                <a16:creationId xmlns:a16="http://schemas.microsoft.com/office/drawing/2014/main" id="{9F757422-EA6D-FB9E-01EF-501D024CC922}"/>
              </a:ext>
            </a:extLst>
          </p:cNvPr>
          <p:cNvSpPr/>
          <p:nvPr/>
        </p:nvSpPr>
        <p:spPr>
          <a:xfrm>
            <a:off x="0" y="2489200"/>
            <a:ext cx="3454400" cy="43688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9" name="TextBox 38">
            <a:extLst>
              <a:ext uri="{FF2B5EF4-FFF2-40B4-BE49-F238E27FC236}">
                <a16:creationId xmlns:a16="http://schemas.microsoft.com/office/drawing/2014/main" id="{470FE693-D53E-B5F8-2E18-6FA9CF10BD46}"/>
              </a:ext>
            </a:extLst>
          </p:cNvPr>
          <p:cNvSpPr txBox="1"/>
          <p:nvPr/>
        </p:nvSpPr>
        <p:spPr>
          <a:xfrm>
            <a:off x="19540" y="2436507"/>
            <a:ext cx="1272015" cy="400110"/>
          </a:xfrm>
          <a:prstGeom prst="rect">
            <a:avLst/>
          </a:prstGeom>
          <a:noFill/>
        </p:spPr>
        <p:txBody>
          <a:bodyPr wrap="square" rtlCol="0">
            <a:spAutoFit/>
          </a:bodyPr>
          <a:lstStyle/>
          <a:p>
            <a:r>
              <a:rPr lang="en-SG" sz="2000" b="1" dirty="0">
                <a:solidFill>
                  <a:schemeClr val="tx2"/>
                </a:solidFill>
              </a:rPr>
              <a:t>Overview</a:t>
            </a:r>
            <a:endParaRPr lang="en-SG" sz="1600" b="1" dirty="0">
              <a:solidFill>
                <a:schemeClr val="tx2"/>
              </a:solidFill>
            </a:endParaRPr>
          </a:p>
        </p:txBody>
      </p:sp>
      <p:sp>
        <p:nvSpPr>
          <p:cNvPr id="40" name="TextBox 39">
            <a:extLst>
              <a:ext uri="{FF2B5EF4-FFF2-40B4-BE49-F238E27FC236}">
                <a16:creationId xmlns:a16="http://schemas.microsoft.com/office/drawing/2014/main" id="{E126E114-8FC5-49C1-3F08-DF99F45F9CCA}"/>
              </a:ext>
            </a:extLst>
          </p:cNvPr>
          <p:cNvSpPr txBox="1"/>
          <p:nvPr/>
        </p:nvSpPr>
        <p:spPr>
          <a:xfrm>
            <a:off x="-10621" y="3024572"/>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11:30 AM</a:t>
            </a:r>
          </a:p>
        </p:txBody>
      </p:sp>
      <p:sp>
        <p:nvSpPr>
          <p:cNvPr id="41" name="TextBox 40">
            <a:extLst>
              <a:ext uri="{FF2B5EF4-FFF2-40B4-BE49-F238E27FC236}">
                <a16:creationId xmlns:a16="http://schemas.microsoft.com/office/drawing/2014/main" id="{2A726C96-60F6-D0CF-4F22-2C57E5F19AEF}"/>
              </a:ext>
            </a:extLst>
          </p:cNvPr>
          <p:cNvSpPr txBox="1"/>
          <p:nvPr/>
        </p:nvSpPr>
        <p:spPr>
          <a:xfrm>
            <a:off x="1231559" y="3023744"/>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12:15 PM</a:t>
            </a:r>
          </a:p>
        </p:txBody>
      </p:sp>
      <p:pic>
        <p:nvPicPr>
          <p:cNvPr id="42" name="Picture 41" descr="A blue arrows pointing to a cross&#10;&#10;AI-generated content may be incorrect.">
            <a:extLst>
              <a:ext uri="{FF2B5EF4-FFF2-40B4-BE49-F238E27FC236}">
                <a16:creationId xmlns:a16="http://schemas.microsoft.com/office/drawing/2014/main" id="{DBAA648F-A6FB-E8FB-5A63-2A196FFB5CB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13892" y="2516925"/>
            <a:ext cx="400110" cy="400110"/>
          </a:xfrm>
          <a:prstGeom prst="rect">
            <a:avLst/>
          </a:prstGeom>
        </p:spPr>
      </p:pic>
      <p:sp>
        <p:nvSpPr>
          <p:cNvPr id="43" name="TextBox 42">
            <a:extLst>
              <a:ext uri="{FF2B5EF4-FFF2-40B4-BE49-F238E27FC236}">
                <a16:creationId xmlns:a16="http://schemas.microsoft.com/office/drawing/2014/main" id="{EA3B3F04-03D9-22C9-FC58-4E57263982A7}"/>
              </a:ext>
            </a:extLst>
          </p:cNvPr>
          <p:cNvSpPr txBox="1"/>
          <p:nvPr/>
        </p:nvSpPr>
        <p:spPr>
          <a:xfrm>
            <a:off x="19540" y="2738967"/>
            <a:ext cx="2760949" cy="307777"/>
          </a:xfrm>
          <a:prstGeom prst="rect">
            <a:avLst/>
          </a:prstGeom>
          <a:noFill/>
        </p:spPr>
        <p:txBody>
          <a:bodyPr wrap="square" rtlCol="0">
            <a:spAutoFit/>
          </a:bodyPr>
          <a:lstStyle/>
          <a:p>
            <a:r>
              <a:rPr lang="en-SG" sz="1400" dirty="0">
                <a:solidFill>
                  <a:schemeClr val="tx2"/>
                </a:solidFill>
              </a:rPr>
              <a:t>Expected start time of each event</a:t>
            </a:r>
            <a:endParaRPr lang="en-SG" sz="1100" dirty="0">
              <a:solidFill>
                <a:schemeClr val="tx2"/>
              </a:solidFill>
            </a:endParaRPr>
          </a:p>
        </p:txBody>
      </p:sp>
      <p:sp>
        <p:nvSpPr>
          <p:cNvPr id="46" name="Arrow: Pentagon 45">
            <a:extLst>
              <a:ext uri="{FF2B5EF4-FFF2-40B4-BE49-F238E27FC236}">
                <a16:creationId xmlns:a16="http://schemas.microsoft.com/office/drawing/2014/main" id="{1320EC7A-B06B-D0D3-75B7-968E111CAB8E}"/>
              </a:ext>
            </a:extLst>
          </p:cNvPr>
          <p:cNvSpPr/>
          <p:nvPr/>
        </p:nvSpPr>
        <p:spPr>
          <a:xfrm>
            <a:off x="1317813" y="3374548"/>
            <a:ext cx="1522597" cy="399011"/>
          </a:xfrm>
          <a:prstGeom prst="homePlate">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TextBox 47">
            <a:extLst>
              <a:ext uri="{FF2B5EF4-FFF2-40B4-BE49-F238E27FC236}">
                <a16:creationId xmlns:a16="http://schemas.microsoft.com/office/drawing/2014/main" id="{691760E3-ECA9-AF5F-2943-4861A6298FB7}"/>
              </a:ext>
            </a:extLst>
          </p:cNvPr>
          <p:cNvSpPr txBox="1"/>
          <p:nvPr/>
        </p:nvSpPr>
        <p:spPr>
          <a:xfrm>
            <a:off x="1357969" y="3419213"/>
            <a:ext cx="1240712" cy="307777"/>
          </a:xfrm>
          <a:prstGeom prst="rect">
            <a:avLst/>
          </a:prstGeom>
          <a:noFill/>
          <a:ln w="28575">
            <a:noFill/>
          </a:ln>
        </p:spPr>
        <p:txBody>
          <a:bodyPr wrap="square" rtlCol="0">
            <a:spAutoFit/>
          </a:bodyPr>
          <a:lstStyle/>
          <a:p>
            <a:pPr algn="ctr"/>
            <a:r>
              <a:rPr lang="en-SG" sz="1400" b="1" dirty="0">
                <a:solidFill>
                  <a:schemeClr val="tx2">
                    <a:lumMod val="50000"/>
                  </a:schemeClr>
                </a:solidFill>
              </a:rPr>
              <a:t>Ben’s Place</a:t>
            </a:r>
          </a:p>
        </p:txBody>
      </p:sp>
      <p:grpSp>
        <p:nvGrpSpPr>
          <p:cNvPr id="61" name="Group 60">
            <a:extLst>
              <a:ext uri="{FF2B5EF4-FFF2-40B4-BE49-F238E27FC236}">
                <a16:creationId xmlns:a16="http://schemas.microsoft.com/office/drawing/2014/main" id="{5E89F8AE-E46B-7964-1B01-E6E4BFA48D75}"/>
              </a:ext>
            </a:extLst>
          </p:cNvPr>
          <p:cNvGrpSpPr/>
          <p:nvPr/>
        </p:nvGrpSpPr>
        <p:grpSpPr>
          <a:xfrm>
            <a:off x="-9260" y="4217171"/>
            <a:ext cx="3463659" cy="1898273"/>
            <a:chOff x="1370" y="3428999"/>
            <a:chExt cx="5758704" cy="2646330"/>
          </a:xfrm>
        </p:grpSpPr>
        <p:sp>
          <p:nvSpPr>
            <p:cNvPr id="62" name="Rectangle 61">
              <a:extLst>
                <a:ext uri="{FF2B5EF4-FFF2-40B4-BE49-F238E27FC236}">
                  <a16:creationId xmlns:a16="http://schemas.microsoft.com/office/drawing/2014/main" id="{50D7E8B5-1636-D707-C07E-F07547046A25}"/>
                </a:ext>
              </a:extLst>
            </p:cNvPr>
            <p:cNvSpPr/>
            <p:nvPr/>
          </p:nvSpPr>
          <p:spPr>
            <a:xfrm>
              <a:off x="1370" y="342899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3" name="Freeform: Shape 62">
              <a:extLst>
                <a:ext uri="{FF2B5EF4-FFF2-40B4-BE49-F238E27FC236}">
                  <a16:creationId xmlns:a16="http://schemas.microsoft.com/office/drawing/2014/main" id="{DF8B87AA-4647-B593-EED2-A0C9F0FB23C1}"/>
                </a:ext>
              </a:extLst>
            </p:cNvPr>
            <p:cNvSpPr/>
            <p:nvPr/>
          </p:nvSpPr>
          <p:spPr>
            <a:xfrm>
              <a:off x="15713" y="344861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66" name="Group 65">
            <a:extLst>
              <a:ext uri="{FF2B5EF4-FFF2-40B4-BE49-F238E27FC236}">
                <a16:creationId xmlns:a16="http://schemas.microsoft.com/office/drawing/2014/main" id="{3FA8C7C6-3C8D-9B6D-A6E6-3FADCB89A8C0}"/>
              </a:ext>
            </a:extLst>
          </p:cNvPr>
          <p:cNvGrpSpPr/>
          <p:nvPr/>
        </p:nvGrpSpPr>
        <p:grpSpPr>
          <a:xfrm>
            <a:off x="-7890" y="4217999"/>
            <a:ext cx="787307" cy="350033"/>
            <a:chOff x="3211177" y="4204405"/>
            <a:chExt cx="971932" cy="552452"/>
          </a:xfrm>
        </p:grpSpPr>
        <p:sp>
          <p:nvSpPr>
            <p:cNvPr id="68" name="Rectangle 67">
              <a:extLst>
                <a:ext uri="{FF2B5EF4-FFF2-40B4-BE49-F238E27FC236}">
                  <a16:creationId xmlns:a16="http://schemas.microsoft.com/office/drawing/2014/main" id="{4BF03D93-AEBE-31D2-1BE2-09D6AFAAF6AE}"/>
                </a:ext>
              </a:extLst>
            </p:cNvPr>
            <p:cNvSpPr/>
            <p:nvPr userDrawn="1"/>
          </p:nvSpPr>
          <p:spPr>
            <a:xfrm>
              <a:off x="3211177" y="4204405"/>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69" name="TextBox 68">
              <a:extLst>
                <a:ext uri="{FF2B5EF4-FFF2-40B4-BE49-F238E27FC236}">
                  <a16:creationId xmlns:a16="http://schemas.microsoft.com/office/drawing/2014/main" id="{4DC2E67C-9039-D1CD-0FD8-03E4929393EA}"/>
                </a:ext>
              </a:extLst>
            </p:cNvPr>
            <p:cNvSpPr txBox="1"/>
            <p:nvPr userDrawn="1"/>
          </p:nvSpPr>
          <p:spPr>
            <a:xfrm>
              <a:off x="3211177" y="4260295"/>
              <a:ext cx="971930" cy="400110"/>
            </a:xfrm>
            <a:prstGeom prst="rect">
              <a:avLst/>
            </a:prstGeom>
            <a:noFill/>
            <a:ln>
              <a:noFill/>
            </a:ln>
          </p:spPr>
          <p:txBody>
            <a:bodyPr wrap="square" rtlCol="0">
              <a:spAutoFit/>
            </a:bodyPr>
            <a:lstStyle/>
            <a:p>
              <a:pPr algn="ctr"/>
              <a:r>
                <a:rPr lang="en-SG" sz="2000" b="1" dirty="0">
                  <a:solidFill>
                    <a:srgbClr val="2F3C7E"/>
                  </a:solidFill>
                </a:rPr>
                <a:t>MAP</a:t>
              </a:r>
            </a:p>
          </p:txBody>
        </p:sp>
      </p:grpSp>
      <p:pic>
        <p:nvPicPr>
          <p:cNvPr id="73" name="Picture 72">
            <a:extLst>
              <a:ext uri="{FF2B5EF4-FFF2-40B4-BE49-F238E27FC236}">
                <a16:creationId xmlns:a16="http://schemas.microsoft.com/office/drawing/2014/main" id="{822FA651-4D7C-440D-92D3-392D9B056BE1}"/>
              </a:ext>
            </a:extLst>
          </p:cNvPr>
          <p:cNvPicPr>
            <a:picLocks noChangeAspect="1"/>
          </p:cNvPicPr>
          <p:nvPr/>
        </p:nvPicPr>
        <p:blipFill>
          <a:blip r:embed="rId9"/>
          <a:stretch>
            <a:fillRect/>
          </a:stretch>
        </p:blipFill>
        <p:spPr>
          <a:xfrm>
            <a:off x="302211" y="5088861"/>
            <a:ext cx="386739" cy="194092"/>
          </a:xfrm>
          <a:prstGeom prst="rect">
            <a:avLst/>
          </a:prstGeom>
          <a:ln>
            <a:noFill/>
          </a:ln>
        </p:spPr>
      </p:pic>
      <p:sp>
        <p:nvSpPr>
          <p:cNvPr id="76" name="TextBox 75">
            <a:extLst>
              <a:ext uri="{FF2B5EF4-FFF2-40B4-BE49-F238E27FC236}">
                <a16:creationId xmlns:a16="http://schemas.microsoft.com/office/drawing/2014/main" id="{E84F39CA-BB0D-F8D7-034E-8FFCF77FD413}"/>
              </a:ext>
            </a:extLst>
          </p:cNvPr>
          <p:cNvSpPr txBox="1"/>
          <p:nvPr/>
        </p:nvSpPr>
        <p:spPr>
          <a:xfrm>
            <a:off x="-64548" y="5271934"/>
            <a:ext cx="975313" cy="230832"/>
          </a:xfrm>
          <a:prstGeom prst="rect">
            <a:avLst/>
          </a:prstGeom>
          <a:noFill/>
          <a:ln>
            <a:noFill/>
          </a:ln>
        </p:spPr>
        <p:txBody>
          <a:bodyPr wrap="square" rtlCol="0">
            <a:spAutoFit/>
          </a:bodyPr>
          <a:lstStyle/>
          <a:p>
            <a:pPr algn="ctr"/>
            <a:r>
              <a:rPr lang="en-SG" sz="900" b="1" dirty="0">
                <a:solidFill>
                  <a:schemeClr val="tx2"/>
                </a:solidFill>
                <a:latin typeface="+mn-lt"/>
              </a:rPr>
              <a:t>Dragon Roller</a:t>
            </a:r>
          </a:p>
        </p:txBody>
      </p:sp>
      <p:sp>
        <p:nvSpPr>
          <p:cNvPr id="77" name="TextBox 76">
            <a:extLst>
              <a:ext uri="{FF2B5EF4-FFF2-40B4-BE49-F238E27FC236}">
                <a16:creationId xmlns:a16="http://schemas.microsoft.com/office/drawing/2014/main" id="{47EDEE8E-7DC8-3484-0A28-80E0F884C5DF}"/>
              </a:ext>
            </a:extLst>
          </p:cNvPr>
          <p:cNvSpPr txBox="1"/>
          <p:nvPr/>
        </p:nvSpPr>
        <p:spPr>
          <a:xfrm>
            <a:off x="1191679" y="5241837"/>
            <a:ext cx="975313" cy="230832"/>
          </a:xfrm>
          <a:prstGeom prst="rect">
            <a:avLst/>
          </a:prstGeom>
          <a:noFill/>
          <a:ln>
            <a:noFill/>
          </a:ln>
        </p:spPr>
        <p:txBody>
          <a:bodyPr wrap="square" rtlCol="0">
            <a:spAutoFit/>
          </a:bodyPr>
          <a:lstStyle/>
          <a:p>
            <a:pPr algn="ctr"/>
            <a:r>
              <a:rPr lang="en-SG" sz="900" b="1" dirty="0">
                <a:solidFill>
                  <a:schemeClr val="tx2"/>
                </a:solidFill>
                <a:latin typeface="+mn-lt"/>
              </a:rPr>
              <a:t>Ben’s Place</a:t>
            </a:r>
          </a:p>
        </p:txBody>
      </p:sp>
      <p:pic>
        <p:nvPicPr>
          <p:cNvPr id="78" name="Picture 77">
            <a:extLst>
              <a:ext uri="{FF2B5EF4-FFF2-40B4-BE49-F238E27FC236}">
                <a16:creationId xmlns:a16="http://schemas.microsoft.com/office/drawing/2014/main" id="{B3C6F968-51A5-85E0-5FF2-89D05106320D}"/>
              </a:ext>
            </a:extLst>
          </p:cNvPr>
          <p:cNvPicPr>
            <a:picLocks noChangeAspect="1"/>
          </p:cNvPicPr>
          <p:nvPr/>
        </p:nvPicPr>
        <p:blipFill>
          <a:blip r:embed="rId10"/>
          <a:stretch>
            <a:fillRect/>
          </a:stretch>
        </p:blipFill>
        <p:spPr>
          <a:xfrm>
            <a:off x="1513295" y="4955676"/>
            <a:ext cx="317160" cy="317160"/>
          </a:xfrm>
          <a:prstGeom prst="rect">
            <a:avLst/>
          </a:prstGeom>
        </p:spPr>
      </p:pic>
      <p:pic>
        <p:nvPicPr>
          <p:cNvPr id="79" name="Picture 78" descr="A blue arrows pointing to a cross&#10;&#10;AI-generated content may be incorrect.">
            <a:extLst>
              <a:ext uri="{FF2B5EF4-FFF2-40B4-BE49-F238E27FC236}">
                <a16:creationId xmlns:a16="http://schemas.microsoft.com/office/drawing/2014/main" id="{2449F104-F286-A1AA-3E7A-FE784573464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03075" y="4253411"/>
            <a:ext cx="350033" cy="350033"/>
          </a:xfrm>
          <a:prstGeom prst="rect">
            <a:avLst/>
          </a:prstGeom>
        </p:spPr>
      </p:pic>
      <p:grpSp>
        <p:nvGrpSpPr>
          <p:cNvPr id="80" name="Group 79">
            <a:extLst>
              <a:ext uri="{FF2B5EF4-FFF2-40B4-BE49-F238E27FC236}">
                <a16:creationId xmlns:a16="http://schemas.microsoft.com/office/drawing/2014/main" id="{5763FF09-4DD6-765F-FE0A-06B980D56418}"/>
              </a:ext>
            </a:extLst>
          </p:cNvPr>
          <p:cNvGrpSpPr/>
          <p:nvPr/>
        </p:nvGrpSpPr>
        <p:grpSpPr>
          <a:xfrm>
            <a:off x="2576782" y="4682036"/>
            <a:ext cx="688950" cy="438795"/>
            <a:chOff x="7478477" y="4729264"/>
            <a:chExt cx="1253006" cy="798045"/>
          </a:xfrm>
        </p:grpSpPr>
        <p:pic>
          <p:nvPicPr>
            <p:cNvPr id="81" name="Picture 80">
              <a:extLst>
                <a:ext uri="{FF2B5EF4-FFF2-40B4-BE49-F238E27FC236}">
                  <a16:creationId xmlns:a16="http://schemas.microsoft.com/office/drawing/2014/main" id="{B18B530C-CDBB-EA9C-8867-4AF5ED2E0F70}"/>
                </a:ext>
              </a:extLst>
            </p:cNvPr>
            <p:cNvPicPr>
              <a:picLocks noChangeAspect="1"/>
            </p:cNvPicPr>
            <p:nvPr/>
          </p:nvPicPr>
          <p:blipFill>
            <a:blip r:embed="rId11"/>
            <a:stretch>
              <a:fillRect/>
            </a:stretch>
          </p:blipFill>
          <p:spPr>
            <a:xfrm>
              <a:off x="7884122" y="4729264"/>
              <a:ext cx="446487" cy="446487"/>
            </a:xfrm>
            <a:prstGeom prst="rect">
              <a:avLst/>
            </a:prstGeom>
          </p:spPr>
        </p:pic>
        <p:sp>
          <p:nvSpPr>
            <p:cNvPr id="82" name="TextBox 81">
              <a:extLst>
                <a:ext uri="{FF2B5EF4-FFF2-40B4-BE49-F238E27FC236}">
                  <a16:creationId xmlns:a16="http://schemas.microsoft.com/office/drawing/2014/main" id="{1F304EBF-F770-45A1-DC16-0999F5D5E7EC}"/>
                </a:ext>
              </a:extLst>
            </p:cNvPr>
            <p:cNvSpPr txBox="1"/>
            <p:nvPr/>
          </p:nvSpPr>
          <p:spPr>
            <a:xfrm>
              <a:off x="7478477" y="5107490"/>
              <a:ext cx="1253006" cy="419819"/>
            </a:xfrm>
            <a:prstGeom prst="rect">
              <a:avLst/>
            </a:prstGeom>
            <a:noFill/>
            <a:ln>
              <a:noFill/>
            </a:ln>
          </p:spPr>
          <p:txBody>
            <a:bodyPr wrap="square" rtlCol="0">
              <a:spAutoFit/>
            </a:bodyPr>
            <a:lstStyle/>
            <a:p>
              <a:pPr algn="ctr"/>
              <a:r>
                <a:rPr lang="en-SG" sz="900" b="1" dirty="0">
                  <a:solidFill>
                    <a:schemeClr val="tx2"/>
                  </a:solidFill>
                  <a:latin typeface="+mn-lt"/>
                </a:rPr>
                <a:t>Entrance</a:t>
              </a:r>
              <a:endParaRPr lang="en-SG" sz="1400" b="1" dirty="0">
                <a:solidFill>
                  <a:schemeClr val="tx2"/>
                </a:solidFill>
                <a:latin typeface="+mn-lt"/>
              </a:endParaRPr>
            </a:p>
          </p:txBody>
        </p:sp>
      </p:grpSp>
      <p:pic>
        <p:nvPicPr>
          <p:cNvPr id="83" name="Picture 82">
            <a:extLst>
              <a:ext uri="{FF2B5EF4-FFF2-40B4-BE49-F238E27FC236}">
                <a16:creationId xmlns:a16="http://schemas.microsoft.com/office/drawing/2014/main" id="{C5E99826-E9ED-D127-D802-DA6C84DFC21A}"/>
              </a:ext>
            </a:extLst>
          </p:cNvPr>
          <p:cNvPicPr>
            <a:picLocks noChangeAspect="1"/>
          </p:cNvPicPr>
          <p:nvPr/>
        </p:nvPicPr>
        <p:blipFill>
          <a:blip r:embed="rId12"/>
          <a:stretch>
            <a:fillRect/>
          </a:stretch>
        </p:blipFill>
        <p:spPr>
          <a:xfrm>
            <a:off x="2232307" y="4706750"/>
            <a:ext cx="240892" cy="240892"/>
          </a:xfrm>
          <a:prstGeom prst="rect">
            <a:avLst/>
          </a:prstGeom>
        </p:spPr>
      </p:pic>
      <p:sp>
        <p:nvSpPr>
          <p:cNvPr id="84" name="TextBox 83">
            <a:extLst>
              <a:ext uri="{FF2B5EF4-FFF2-40B4-BE49-F238E27FC236}">
                <a16:creationId xmlns:a16="http://schemas.microsoft.com/office/drawing/2014/main" id="{D47B71DE-8A7D-163E-14B9-E4BD2625FB20}"/>
              </a:ext>
            </a:extLst>
          </p:cNvPr>
          <p:cNvSpPr txBox="1"/>
          <p:nvPr/>
        </p:nvSpPr>
        <p:spPr>
          <a:xfrm>
            <a:off x="1865097" y="4904052"/>
            <a:ext cx="975313" cy="369332"/>
          </a:xfrm>
          <a:prstGeom prst="rect">
            <a:avLst/>
          </a:prstGeom>
          <a:noFill/>
          <a:ln>
            <a:noFill/>
          </a:ln>
        </p:spPr>
        <p:txBody>
          <a:bodyPr wrap="square" rtlCol="0">
            <a:spAutoFit/>
          </a:bodyPr>
          <a:lstStyle/>
          <a:p>
            <a:pPr algn="ctr"/>
            <a:r>
              <a:rPr lang="en-SG" sz="900" b="1" dirty="0">
                <a:solidFill>
                  <a:schemeClr val="tx2"/>
                </a:solidFill>
                <a:latin typeface="+mn-lt"/>
              </a:rPr>
              <a:t>Cirque Du Luna</a:t>
            </a:r>
          </a:p>
        </p:txBody>
      </p:sp>
      <p:pic>
        <p:nvPicPr>
          <p:cNvPr id="92" name="Picture 91">
            <a:extLst>
              <a:ext uri="{FF2B5EF4-FFF2-40B4-BE49-F238E27FC236}">
                <a16:creationId xmlns:a16="http://schemas.microsoft.com/office/drawing/2014/main" id="{0FCF7DBD-3792-CA90-8442-23AE06309476}"/>
              </a:ext>
            </a:extLst>
          </p:cNvPr>
          <p:cNvPicPr>
            <a:picLocks noChangeAspect="1"/>
          </p:cNvPicPr>
          <p:nvPr/>
        </p:nvPicPr>
        <p:blipFill>
          <a:blip r:embed="rId2"/>
          <a:stretch>
            <a:fillRect/>
          </a:stretch>
        </p:blipFill>
        <p:spPr>
          <a:xfrm>
            <a:off x="498813" y="4726112"/>
            <a:ext cx="475318" cy="475318"/>
          </a:xfrm>
          <a:prstGeom prst="rect">
            <a:avLst/>
          </a:prstGeom>
        </p:spPr>
      </p:pic>
      <p:grpSp>
        <p:nvGrpSpPr>
          <p:cNvPr id="94" name="Group 93">
            <a:extLst>
              <a:ext uri="{FF2B5EF4-FFF2-40B4-BE49-F238E27FC236}">
                <a16:creationId xmlns:a16="http://schemas.microsoft.com/office/drawing/2014/main" id="{23591701-4109-0350-0D5F-037536977A5D}"/>
              </a:ext>
            </a:extLst>
          </p:cNvPr>
          <p:cNvGrpSpPr/>
          <p:nvPr/>
        </p:nvGrpSpPr>
        <p:grpSpPr>
          <a:xfrm>
            <a:off x="1513295" y="6111326"/>
            <a:ext cx="1947070" cy="552452"/>
            <a:chOff x="1" y="0"/>
            <a:chExt cx="1465462" cy="552452"/>
          </a:xfrm>
        </p:grpSpPr>
        <p:sp>
          <p:nvSpPr>
            <p:cNvPr id="107" name="Rectangle 106">
              <a:extLst>
                <a:ext uri="{FF2B5EF4-FFF2-40B4-BE49-F238E27FC236}">
                  <a16:creationId xmlns:a16="http://schemas.microsoft.com/office/drawing/2014/main" id="{85955C0F-780F-893B-13ED-F83D79919218}"/>
                </a:ext>
              </a:extLst>
            </p:cNvPr>
            <p:cNvSpPr/>
            <p:nvPr userDrawn="1"/>
          </p:nvSpPr>
          <p:spPr>
            <a:xfrm>
              <a:off x="1" y="0"/>
              <a:ext cx="1465462"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r"/>
              <a:r>
                <a:rPr lang="en-SG" sz="2400" b="1" spc="0" dirty="0">
                  <a:solidFill>
                    <a:schemeClr val="tx1"/>
                  </a:solidFill>
                  <a:latin typeface="+mj-lt"/>
                </a:rPr>
                <a:t>Schedule</a:t>
              </a:r>
              <a:endParaRPr lang="en-SG" sz="2000" b="1" spc="0" dirty="0">
                <a:solidFill>
                  <a:schemeClr val="tx1"/>
                </a:solidFill>
                <a:latin typeface="+mj-lt"/>
              </a:endParaRPr>
            </a:p>
          </p:txBody>
        </p:sp>
        <p:pic>
          <p:nvPicPr>
            <p:cNvPr id="108" name="Picture 107" descr="A blue arrow pointing to the left&#10;&#10;AI-generated content may be incorrect.">
              <a:extLst>
                <a:ext uri="{FF2B5EF4-FFF2-40B4-BE49-F238E27FC236}">
                  <a16:creationId xmlns:a16="http://schemas.microsoft.com/office/drawing/2014/main" id="{2458B06C-FDA6-79A5-A02A-BAC707275B1F}"/>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flipH="1">
              <a:off x="76198" y="164523"/>
              <a:ext cx="409049" cy="223406"/>
            </a:xfrm>
            <a:prstGeom prst="rect">
              <a:avLst/>
            </a:prstGeom>
          </p:spPr>
        </p:pic>
      </p:grpSp>
      <p:sp>
        <p:nvSpPr>
          <p:cNvPr id="109" name="Arrow: Pentagon 108">
            <a:extLst>
              <a:ext uri="{FF2B5EF4-FFF2-40B4-BE49-F238E27FC236}">
                <a16:creationId xmlns:a16="http://schemas.microsoft.com/office/drawing/2014/main" id="{3D9E6002-B25A-849D-943D-01119B96647E}"/>
              </a:ext>
            </a:extLst>
          </p:cNvPr>
          <p:cNvSpPr/>
          <p:nvPr/>
        </p:nvSpPr>
        <p:spPr>
          <a:xfrm>
            <a:off x="30628" y="3368067"/>
            <a:ext cx="1460712" cy="399011"/>
          </a:xfrm>
          <a:prstGeom prst="homePlate">
            <a:avLst/>
          </a:prstGeom>
          <a:solidFill>
            <a:srgbClr val="FEE438"/>
          </a:solidFill>
          <a:ln>
            <a:solidFill>
              <a:srgbClr val="FEE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0" name="TextBox 109">
            <a:extLst>
              <a:ext uri="{FF2B5EF4-FFF2-40B4-BE49-F238E27FC236}">
                <a16:creationId xmlns:a16="http://schemas.microsoft.com/office/drawing/2014/main" id="{D232D31E-A88B-9DE3-8344-441D40C2CCCC}"/>
              </a:ext>
            </a:extLst>
          </p:cNvPr>
          <p:cNvSpPr txBox="1"/>
          <p:nvPr/>
        </p:nvSpPr>
        <p:spPr>
          <a:xfrm>
            <a:off x="-16535" y="3398915"/>
            <a:ext cx="1344164" cy="307777"/>
          </a:xfrm>
          <a:prstGeom prst="rect">
            <a:avLst/>
          </a:prstGeom>
          <a:noFill/>
          <a:ln w="28575">
            <a:noFill/>
          </a:ln>
        </p:spPr>
        <p:txBody>
          <a:bodyPr wrap="square" rtlCol="0">
            <a:spAutoFit/>
          </a:bodyPr>
          <a:lstStyle/>
          <a:p>
            <a:pPr algn="ctr"/>
            <a:r>
              <a:rPr lang="en-SG" sz="1400" b="1" dirty="0">
                <a:solidFill>
                  <a:schemeClr val="tx2">
                    <a:lumMod val="50000"/>
                  </a:schemeClr>
                </a:solidFill>
              </a:rPr>
              <a:t>Dragon Roller</a:t>
            </a:r>
          </a:p>
        </p:txBody>
      </p:sp>
      <p:sp>
        <p:nvSpPr>
          <p:cNvPr id="111" name="TextBox 110">
            <a:extLst>
              <a:ext uri="{FF2B5EF4-FFF2-40B4-BE49-F238E27FC236}">
                <a16:creationId xmlns:a16="http://schemas.microsoft.com/office/drawing/2014/main" id="{00D86209-6287-D398-1E0B-D6E76CC1214E}"/>
              </a:ext>
            </a:extLst>
          </p:cNvPr>
          <p:cNvSpPr txBox="1"/>
          <p:nvPr/>
        </p:nvSpPr>
        <p:spPr>
          <a:xfrm>
            <a:off x="2461091" y="3135101"/>
            <a:ext cx="1244283" cy="646331"/>
          </a:xfrm>
          <a:prstGeom prst="rect">
            <a:avLst/>
          </a:prstGeom>
          <a:noFill/>
        </p:spPr>
        <p:txBody>
          <a:bodyPr wrap="square" rtlCol="0">
            <a:spAutoFit/>
          </a:bodyPr>
          <a:lstStyle/>
          <a:p>
            <a:pPr algn="ctr"/>
            <a:r>
              <a:rPr lang="en-SG" sz="3600" dirty="0"/>
              <a:t>…</a:t>
            </a:r>
          </a:p>
        </p:txBody>
      </p:sp>
    </p:spTree>
    <p:extLst>
      <p:ext uri="{BB962C8B-B14F-4D97-AF65-F5344CB8AC3E}">
        <p14:creationId xmlns:p14="http://schemas.microsoft.com/office/powerpoint/2010/main" val="1039882375"/>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500"/>
                                        <p:tgtEl>
                                          <p:spTgt spid="106"/>
                                        </p:tgtEl>
                                      </p:cBhvr>
                                    </p:animEffect>
                                  </p:childTnLst>
                                </p:cTn>
                              </p:par>
                            </p:childTnLst>
                          </p:cTn>
                        </p:par>
                        <p:par>
                          <p:cTn id="8" fill="hold">
                            <p:stCondLst>
                              <p:cond delay="500"/>
                            </p:stCondLst>
                            <p:childTnLst>
                              <p:par>
                                <p:cTn id="9" presetID="32" presetClass="emph" presetSubtype="0" fill="hold" nodeType="afterEffect">
                                  <p:stCondLst>
                                    <p:cond delay="0"/>
                                  </p:stCondLst>
                                  <p:childTnLst>
                                    <p:animRot by="120000">
                                      <p:cBhvr>
                                        <p:cTn id="10" dur="100" fill="hold">
                                          <p:stCondLst>
                                            <p:cond delay="0"/>
                                          </p:stCondLst>
                                        </p:cTn>
                                        <p:tgtEl>
                                          <p:spTgt spid="106"/>
                                        </p:tgtEl>
                                        <p:attrNameLst>
                                          <p:attrName>r</p:attrName>
                                        </p:attrNameLst>
                                      </p:cBhvr>
                                    </p:animRot>
                                    <p:animRot by="-240000">
                                      <p:cBhvr>
                                        <p:cTn id="11" dur="200" fill="hold">
                                          <p:stCondLst>
                                            <p:cond delay="200"/>
                                          </p:stCondLst>
                                        </p:cTn>
                                        <p:tgtEl>
                                          <p:spTgt spid="106"/>
                                        </p:tgtEl>
                                        <p:attrNameLst>
                                          <p:attrName>r</p:attrName>
                                        </p:attrNameLst>
                                      </p:cBhvr>
                                    </p:animRot>
                                    <p:animRot by="240000">
                                      <p:cBhvr>
                                        <p:cTn id="12" dur="200" fill="hold">
                                          <p:stCondLst>
                                            <p:cond delay="400"/>
                                          </p:stCondLst>
                                        </p:cTn>
                                        <p:tgtEl>
                                          <p:spTgt spid="106"/>
                                        </p:tgtEl>
                                        <p:attrNameLst>
                                          <p:attrName>r</p:attrName>
                                        </p:attrNameLst>
                                      </p:cBhvr>
                                    </p:animRot>
                                    <p:animRot by="-240000">
                                      <p:cBhvr>
                                        <p:cTn id="13" dur="200" fill="hold">
                                          <p:stCondLst>
                                            <p:cond delay="600"/>
                                          </p:stCondLst>
                                        </p:cTn>
                                        <p:tgtEl>
                                          <p:spTgt spid="106"/>
                                        </p:tgtEl>
                                        <p:attrNameLst>
                                          <p:attrName>r</p:attrName>
                                        </p:attrNameLst>
                                      </p:cBhvr>
                                    </p:animRot>
                                    <p:animRot by="120000">
                                      <p:cBhvr>
                                        <p:cTn id="14" dur="200" fill="hold">
                                          <p:stCondLst>
                                            <p:cond delay="800"/>
                                          </p:stCondLst>
                                        </p:cTn>
                                        <p:tgtEl>
                                          <p:spTgt spid="106"/>
                                        </p:tgtEl>
                                        <p:attrNameLst>
                                          <p:attrName>r</p:attrName>
                                        </p:attrNameLst>
                                      </p:cBhvr>
                                    </p:animRot>
                                  </p:childTnLst>
                                </p:cTn>
                              </p:par>
                              <p:par>
                                <p:cTn id="15" presetID="10"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childTnLst>
                          </p:cTn>
                        </p:par>
                        <p:par>
                          <p:cTn id="18" fill="hold">
                            <p:stCondLst>
                              <p:cond delay="1500"/>
                            </p:stCondLst>
                            <p:childTnLst>
                              <p:par>
                                <p:cTn id="19" presetID="32" presetClass="emph" presetSubtype="0" fill="hold" nodeType="afterEffect">
                                  <p:stCondLst>
                                    <p:cond delay="0"/>
                                  </p:stCondLst>
                                  <p:childTnLst>
                                    <p:animRot by="120000">
                                      <p:cBhvr>
                                        <p:cTn id="20" dur="100" fill="hold">
                                          <p:stCondLst>
                                            <p:cond delay="0"/>
                                          </p:stCondLst>
                                        </p:cTn>
                                        <p:tgtEl>
                                          <p:spTgt spid="34"/>
                                        </p:tgtEl>
                                        <p:attrNameLst>
                                          <p:attrName>r</p:attrName>
                                        </p:attrNameLst>
                                      </p:cBhvr>
                                    </p:animRot>
                                    <p:animRot by="-240000">
                                      <p:cBhvr>
                                        <p:cTn id="21" dur="200" fill="hold">
                                          <p:stCondLst>
                                            <p:cond delay="200"/>
                                          </p:stCondLst>
                                        </p:cTn>
                                        <p:tgtEl>
                                          <p:spTgt spid="34"/>
                                        </p:tgtEl>
                                        <p:attrNameLst>
                                          <p:attrName>r</p:attrName>
                                        </p:attrNameLst>
                                      </p:cBhvr>
                                    </p:animRot>
                                    <p:animRot by="240000">
                                      <p:cBhvr>
                                        <p:cTn id="22" dur="200" fill="hold">
                                          <p:stCondLst>
                                            <p:cond delay="400"/>
                                          </p:stCondLst>
                                        </p:cTn>
                                        <p:tgtEl>
                                          <p:spTgt spid="34"/>
                                        </p:tgtEl>
                                        <p:attrNameLst>
                                          <p:attrName>r</p:attrName>
                                        </p:attrNameLst>
                                      </p:cBhvr>
                                    </p:animRot>
                                    <p:animRot by="-240000">
                                      <p:cBhvr>
                                        <p:cTn id="23" dur="200" fill="hold">
                                          <p:stCondLst>
                                            <p:cond delay="600"/>
                                          </p:stCondLst>
                                        </p:cTn>
                                        <p:tgtEl>
                                          <p:spTgt spid="34"/>
                                        </p:tgtEl>
                                        <p:attrNameLst>
                                          <p:attrName>r</p:attrName>
                                        </p:attrNameLst>
                                      </p:cBhvr>
                                    </p:animRot>
                                    <p:animRot by="120000">
                                      <p:cBhvr>
                                        <p:cTn id="24" dur="200" fill="hold">
                                          <p:stCondLst>
                                            <p:cond delay="800"/>
                                          </p:stCondLst>
                                        </p:cTn>
                                        <p:tgtEl>
                                          <p:spTgt spid="3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CF798-7CC1-424E-793F-500D2A98A198}"/>
            </a:ext>
          </a:extLst>
        </p:cNvPr>
        <p:cNvGrpSpPr/>
        <p:nvPr/>
      </p:nvGrpSpPr>
      <p:grpSpPr>
        <a:xfrm>
          <a:off x="0" y="0"/>
          <a:ext cx="0" cy="0"/>
          <a:chOff x="0" y="0"/>
          <a:chExt cx="0" cy="0"/>
        </a:xfrm>
      </p:grpSpPr>
      <p:sp>
        <p:nvSpPr>
          <p:cNvPr id="19" name="Rectangle: Top Corners Rounded 18">
            <a:extLst>
              <a:ext uri="{FF2B5EF4-FFF2-40B4-BE49-F238E27FC236}">
                <a16:creationId xmlns:a16="http://schemas.microsoft.com/office/drawing/2014/main" id="{3220D7B1-08F8-4046-BA5A-576A4F3705B0}"/>
              </a:ext>
            </a:extLst>
          </p:cNvPr>
          <p:cNvSpPr/>
          <p:nvPr/>
        </p:nvSpPr>
        <p:spPr>
          <a:xfrm rot="10800000">
            <a:off x="3647691" y="5657672"/>
            <a:ext cx="4897594" cy="1200328"/>
          </a:xfrm>
          <a:prstGeom prst="round2Same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extBox 1">
            <a:extLst>
              <a:ext uri="{FF2B5EF4-FFF2-40B4-BE49-F238E27FC236}">
                <a16:creationId xmlns:a16="http://schemas.microsoft.com/office/drawing/2014/main" id="{42CD505E-FAB5-C216-8003-A54B51ED5716}"/>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3" name="TextBox 2">
            <a:extLst>
              <a:ext uri="{FF2B5EF4-FFF2-40B4-BE49-F238E27FC236}">
                <a16:creationId xmlns:a16="http://schemas.microsoft.com/office/drawing/2014/main" id="{335B154B-D046-4307-CE21-94600C9195C9}"/>
              </a:ext>
            </a:extLst>
          </p:cNvPr>
          <p:cNvSpPr txBox="1"/>
          <p:nvPr/>
        </p:nvSpPr>
        <p:spPr>
          <a:xfrm>
            <a:off x="146528" y="1212939"/>
            <a:ext cx="3458268" cy="461665"/>
          </a:xfrm>
          <a:prstGeom prst="rect">
            <a:avLst/>
          </a:prstGeom>
          <a:noFill/>
        </p:spPr>
        <p:txBody>
          <a:bodyPr wrap="square" rtlCol="0">
            <a:spAutoFit/>
          </a:bodyPr>
          <a:lstStyle/>
          <a:p>
            <a:r>
              <a:rPr lang="en-SG" sz="2400" b="1" dirty="0">
                <a:latin typeface="+mj-lt"/>
              </a:rPr>
              <a:t>Now Viewing</a:t>
            </a:r>
          </a:p>
        </p:txBody>
      </p:sp>
      <p:sp>
        <p:nvSpPr>
          <p:cNvPr id="6" name="Rectangle 5">
            <a:extLst>
              <a:ext uri="{FF2B5EF4-FFF2-40B4-BE49-F238E27FC236}">
                <a16:creationId xmlns:a16="http://schemas.microsoft.com/office/drawing/2014/main" id="{A719A84C-B22A-A070-061F-796A88327F3C}"/>
              </a:ext>
            </a:extLst>
          </p:cNvPr>
          <p:cNvSpPr/>
          <p:nvPr/>
        </p:nvSpPr>
        <p:spPr>
          <a:xfrm>
            <a:off x="239486" y="1772135"/>
            <a:ext cx="1765979" cy="545068"/>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tx1"/>
                </a:solidFill>
              </a:rPr>
              <a:t>Plan 1</a:t>
            </a:r>
          </a:p>
        </p:txBody>
      </p:sp>
      <p:sp>
        <p:nvSpPr>
          <p:cNvPr id="7" name="Rectangle: Rounded Corners 6">
            <a:extLst>
              <a:ext uri="{FF2B5EF4-FFF2-40B4-BE49-F238E27FC236}">
                <a16:creationId xmlns:a16="http://schemas.microsoft.com/office/drawing/2014/main" id="{C2C6EBA0-3C94-7E61-4DDB-0D5F0F6584D5}"/>
              </a:ext>
            </a:extLst>
          </p:cNvPr>
          <p:cNvSpPr/>
          <p:nvPr/>
        </p:nvSpPr>
        <p:spPr>
          <a:xfrm>
            <a:off x="3646714" y="754742"/>
            <a:ext cx="4898572" cy="291011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 name="Rectangle: Rounded Corners 7">
            <a:extLst>
              <a:ext uri="{FF2B5EF4-FFF2-40B4-BE49-F238E27FC236}">
                <a16:creationId xmlns:a16="http://schemas.microsoft.com/office/drawing/2014/main" id="{ABE7EFF9-696C-A9C4-D274-0ED96B1321E6}"/>
              </a:ext>
            </a:extLst>
          </p:cNvPr>
          <p:cNvSpPr/>
          <p:nvPr/>
        </p:nvSpPr>
        <p:spPr>
          <a:xfrm>
            <a:off x="3646714" y="3795485"/>
            <a:ext cx="4898572" cy="2061029"/>
          </a:xfrm>
          <a:prstGeom prst="roundRect">
            <a:avLst/>
          </a:prstGeom>
          <a:solidFill>
            <a:schemeClr val="accent3">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 name="Rectangle 8">
            <a:extLst>
              <a:ext uri="{FF2B5EF4-FFF2-40B4-BE49-F238E27FC236}">
                <a16:creationId xmlns:a16="http://schemas.microsoft.com/office/drawing/2014/main" id="{91B9B959-AE98-0B78-10DD-088E686E025E}"/>
              </a:ext>
            </a:extLst>
          </p:cNvPr>
          <p:cNvSpPr/>
          <p:nvPr/>
        </p:nvSpPr>
        <p:spPr>
          <a:xfrm>
            <a:off x="8737600" y="1212939"/>
            <a:ext cx="3454400" cy="5645061"/>
          </a:xfrm>
          <a:prstGeom prst="rect">
            <a:avLst/>
          </a:prstGeom>
          <a:solidFill>
            <a:schemeClr val="tx2">
              <a:lumMod val="60000"/>
              <a:lumOff val="4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1" name="TextBox 10">
            <a:extLst>
              <a:ext uri="{FF2B5EF4-FFF2-40B4-BE49-F238E27FC236}">
                <a16:creationId xmlns:a16="http://schemas.microsoft.com/office/drawing/2014/main" id="{74AB2F4F-0688-0CE6-4AFB-FD4D22DD00D9}"/>
              </a:ext>
            </a:extLst>
          </p:cNvPr>
          <p:cNvSpPr txBox="1"/>
          <p:nvPr/>
        </p:nvSpPr>
        <p:spPr>
          <a:xfrm>
            <a:off x="3797109" y="848805"/>
            <a:ext cx="2617039" cy="461665"/>
          </a:xfrm>
          <a:prstGeom prst="rect">
            <a:avLst/>
          </a:prstGeom>
          <a:noFill/>
        </p:spPr>
        <p:txBody>
          <a:bodyPr wrap="square" rtlCol="0">
            <a:spAutoFit/>
          </a:bodyPr>
          <a:lstStyle/>
          <a:p>
            <a:r>
              <a:rPr lang="en-SG" sz="2400" b="1" dirty="0"/>
              <a:t>Day’s Schedule</a:t>
            </a:r>
          </a:p>
        </p:txBody>
      </p:sp>
      <p:pic>
        <p:nvPicPr>
          <p:cNvPr id="12" name="Picture 11">
            <a:extLst>
              <a:ext uri="{FF2B5EF4-FFF2-40B4-BE49-F238E27FC236}">
                <a16:creationId xmlns:a16="http://schemas.microsoft.com/office/drawing/2014/main" id="{19ED8B7B-3CBD-72C3-B466-72F4765E4EE4}"/>
              </a:ext>
            </a:extLst>
          </p:cNvPr>
          <p:cNvPicPr>
            <a:picLocks noChangeAspect="1"/>
          </p:cNvPicPr>
          <p:nvPr/>
        </p:nvPicPr>
        <p:blipFill>
          <a:blip r:embed="rId2"/>
          <a:stretch>
            <a:fillRect/>
          </a:stretch>
        </p:blipFill>
        <p:spPr>
          <a:xfrm>
            <a:off x="7829202" y="3881175"/>
            <a:ext cx="541494" cy="541494"/>
          </a:xfrm>
          <a:prstGeom prst="rect">
            <a:avLst/>
          </a:prstGeom>
        </p:spPr>
      </p:pic>
      <p:sp>
        <p:nvSpPr>
          <p:cNvPr id="13" name="TextBox 12">
            <a:extLst>
              <a:ext uri="{FF2B5EF4-FFF2-40B4-BE49-F238E27FC236}">
                <a16:creationId xmlns:a16="http://schemas.microsoft.com/office/drawing/2014/main" id="{652D3954-4977-BB5C-AEC8-7EB269FEC691}"/>
              </a:ext>
            </a:extLst>
          </p:cNvPr>
          <p:cNvSpPr txBox="1"/>
          <p:nvPr/>
        </p:nvSpPr>
        <p:spPr>
          <a:xfrm>
            <a:off x="3897085" y="4540180"/>
            <a:ext cx="3664857" cy="1200329"/>
          </a:xfrm>
          <a:prstGeom prst="rect">
            <a:avLst/>
          </a:prstGeom>
          <a:noFill/>
        </p:spPr>
        <p:txBody>
          <a:bodyPr wrap="square" rtlCol="0">
            <a:spAutoFit/>
          </a:bodyPr>
          <a:lstStyle/>
          <a:p>
            <a:pPr marL="285750" indent="-285750">
              <a:buFontTx/>
              <a:buChar char="-"/>
            </a:pPr>
            <a:r>
              <a:rPr lang="en-SG" b="1" dirty="0">
                <a:solidFill>
                  <a:schemeClr val="accent4"/>
                </a:solidFill>
              </a:rPr>
              <a:t>Longer wait times than expected at Dragon Roller</a:t>
            </a:r>
          </a:p>
          <a:p>
            <a:pPr marL="742950" lvl="1" indent="-285750">
              <a:buFontTx/>
              <a:buChar char="-"/>
            </a:pPr>
            <a:r>
              <a:rPr lang="en-SG" dirty="0">
                <a:solidFill>
                  <a:schemeClr val="accent4"/>
                </a:solidFill>
              </a:rPr>
              <a:t>Old: 50 mins</a:t>
            </a:r>
          </a:p>
          <a:p>
            <a:pPr marL="742950" lvl="1" indent="-285750">
              <a:buFontTx/>
              <a:buChar char="-"/>
            </a:pPr>
            <a:r>
              <a:rPr lang="en-SG" dirty="0">
                <a:solidFill>
                  <a:schemeClr val="accent4"/>
                </a:solidFill>
              </a:rPr>
              <a:t>New: 1hr 20 mins</a:t>
            </a:r>
          </a:p>
        </p:txBody>
      </p:sp>
      <p:sp>
        <p:nvSpPr>
          <p:cNvPr id="20" name="TextBox 19">
            <a:extLst>
              <a:ext uri="{FF2B5EF4-FFF2-40B4-BE49-F238E27FC236}">
                <a16:creationId xmlns:a16="http://schemas.microsoft.com/office/drawing/2014/main" id="{BB1B0886-5264-1804-41A3-E95E8417D0B7}"/>
              </a:ext>
            </a:extLst>
          </p:cNvPr>
          <p:cNvSpPr txBox="1"/>
          <p:nvPr/>
        </p:nvSpPr>
        <p:spPr>
          <a:xfrm>
            <a:off x="3788229" y="5810073"/>
            <a:ext cx="2198914" cy="461665"/>
          </a:xfrm>
          <a:prstGeom prst="rect">
            <a:avLst/>
          </a:prstGeom>
          <a:noFill/>
        </p:spPr>
        <p:txBody>
          <a:bodyPr wrap="square" rtlCol="0">
            <a:spAutoFit/>
          </a:bodyPr>
          <a:lstStyle/>
          <a:p>
            <a:r>
              <a:rPr lang="en-SG" sz="2400" b="1" dirty="0">
                <a:solidFill>
                  <a:schemeClr val="accent2"/>
                </a:solidFill>
              </a:rPr>
              <a:t>Suggestions</a:t>
            </a:r>
          </a:p>
        </p:txBody>
      </p:sp>
      <p:sp>
        <p:nvSpPr>
          <p:cNvPr id="21" name="TextBox 20">
            <a:extLst>
              <a:ext uri="{FF2B5EF4-FFF2-40B4-BE49-F238E27FC236}">
                <a16:creationId xmlns:a16="http://schemas.microsoft.com/office/drawing/2014/main" id="{3A4DB174-0DA0-6A97-BC3F-B7D542B135E0}"/>
              </a:ext>
            </a:extLst>
          </p:cNvPr>
          <p:cNvSpPr txBox="1"/>
          <p:nvPr/>
        </p:nvSpPr>
        <p:spPr>
          <a:xfrm>
            <a:off x="3799112" y="6257836"/>
            <a:ext cx="2855687" cy="369332"/>
          </a:xfrm>
          <a:prstGeom prst="rect">
            <a:avLst/>
          </a:prstGeom>
          <a:noFill/>
        </p:spPr>
        <p:txBody>
          <a:bodyPr wrap="square" rtlCol="0">
            <a:spAutoFit/>
          </a:bodyPr>
          <a:lstStyle/>
          <a:p>
            <a:r>
              <a:rPr lang="en-SG" b="1" dirty="0">
                <a:solidFill>
                  <a:schemeClr val="accent4"/>
                </a:solidFill>
              </a:rPr>
              <a:t>Dragon Roller </a:t>
            </a:r>
            <a:r>
              <a:rPr lang="en-SG" b="1" dirty="0">
                <a:solidFill>
                  <a:schemeClr val="accent2"/>
                </a:solidFill>
                <a:sym typeface="Wingdings" panose="05000000000000000000" pitchFamily="2" charset="2"/>
              </a:rPr>
              <a:t> </a:t>
            </a:r>
            <a:r>
              <a:rPr lang="en-SG" b="1" dirty="0">
                <a:solidFill>
                  <a:schemeClr val="accent5"/>
                </a:solidFill>
                <a:sym typeface="Wingdings" panose="05000000000000000000" pitchFamily="2" charset="2"/>
              </a:rPr>
              <a:t>Typhoon</a:t>
            </a:r>
            <a:r>
              <a:rPr lang="en-SG" b="1" dirty="0">
                <a:solidFill>
                  <a:schemeClr val="accent4"/>
                </a:solidFill>
                <a:sym typeface="Wingdings" panose="05000000000000000000" pitchFamily="2" charset="2"/>
              </a:rPr>
              <a:t> </a:t>
            </a:r>
            <a:endParaRPr lang="en-SG" b="1" dirty="0">
              <a:solidFill>
                <a:schemeClr val="accent4"/>
              </a:solidFill>
            </a:endParaRPr>
          </a:p>
        </p:txBody>
      </p:sp>
      <p:pic>
        <p:nvPicPr>
          <p:cNvPr id="23" name="Picture 22">
            <a:extLst>
              <a:ext uri="{FF2B5EF4-FFF2-40B4-BE49-F238E27FC236}">
                <a16:creationId xmlns:a16="http://schemas.microsoft.com/office/drawing/2014/main" id="{E627C6E5-C7F2-0E1B-14B3-F1E2231E3057}"/>
              </a:ext>
            </a:extLst>
          </p:cNvPr>
          <p:cNvPicPr>
            <a:picLocks noChangeAspect="1"/>
          </p:cNvPicPr>
          <p:nvPr/>
        </p:nvPicPr>
        <p:blipFill>
          <a:blip r:embed="rId3"/>
          <a:stretch>
            <a:fillRect/>
          </a:stretch>
        </p:blipFill>
        <p:spPr>
          <a:xfrm>
            <a:off x="6806220" y="6122462"/>
            <a:ext cx="640079" cy="640079"/>
          </a:xfrm>
          <a:prstGeom prst="rect">
            <a:avLst/>
          </a:prstGeom>
        </p:spPr>
      </p:pic>
      <p:sp>
        <p:nvSpPr>
          <p:cNvPr id="24" name="TextBox 23">
            <a:extLst>
              <a:ext uri="{FF2B5EF4-FFF2-40B4-BE49-F238E27FC236}">
                <a16:creationId xmlns:a16="http://schemas.microsoft.com/office/drawing/2014/main" id="{B4140C57-B480-7640-EB82-6BDB38AB2EDF}"/>
              </a:ext>
            </a:extLst>
          </p:cNvPr>
          <p:cNvSpPr txBox="1"/>
          <p:nvPr/>
        </p:nvSpPr>
        <p:spPr>
          <a:xfrm>
            <a:off x="8802915" y="1310470"/>
            <a:ext cx="1383620" cy="461665"/>
          </a:xfrm>
          <a:prstGeom prst="rect">
            <a:avLst/>
          </a:prstGeom>
          <a:solidFill>
            <a:schemeClr val="bg1"/>
          </a:solidFill>
        </p:spPr>
        <p:txBody>
          <a:bodyPr wrap="square" rtlCol="0">
            <a:spAutoFit/>
          </a:bodyPr>
          <a:lstStyle/>
          <a:p>
            <a:r>
              <a:rPr lang="en-SG" sz="2400" b="1" dirty="0">
                <a:solidFill>
                  <a:schemeClr val="accent5"/>
                </a:solidFill>
              </a:rPr>
              <a:t>Chatbot</a:t>
            </a:r>
          </a:p>
        </p:txBody>
      </p:sp>
      <p:sp>
        <p:nvSpPr>
          <p:cNvPr id="26" name="Speech Bubble: Rectangle with Corners Rounded 25">
            <a:extLst>
              <a:ext uri="{FF2B5EF4-FFF2-40B4-BE49-F238E27FC236}">
                <a16:creationId xmlns:a16="http://schemas.microsoft.com/office/drawing/2014/main" id="{090ADE8B-9DE7-BCC4-A817-5214B796FC74}"/>
              </a:ext>
            </a:extLst>
          </p:cNvPr>
          <p:cNvSpPr/>
          <p:nvPr/>
        </p:nvSpPr>
        <p:spPr>
          <a:xfrm>
            <a:off x="8802915" y="2104571"/>
            <a:ext cx="3349161" cy="3439161"/>
          </a:xfrm>
          <a:prstGeom prst="wedgeRoundRectCallout">
            <a:avLst>
              <a:gd name="adj1" fmla="val 48699"/>
              <a:gd name="adj2" fmla="val 60032"/>
              <a:gd name="adj3" fmla="val 16667"/>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t>H=</a:t>
            </a:r>
          </a:p>
        </p:txBody>
      </p:sp>
      <p:sp>
        <p:nvSpPr>
          <p:cNvPr id="27" name="TextBox 26">
            <a:extLst>
              <a:ext uri="{FF2B5EF4-FFF2-40B4-BE49-F238E27FC236}">
                <a16:creationId xmlns:a16="http://schemas.microsoft.com/office/drawing/2014/main" id="{CB7395BC-F027-4AD5-04B3-68877D52A016}"/>
              </a:ext>
            </a:extLst>
          </p:cNvPr>
          <p:cNvSpPr txBox="1"/>
          <p:nvPr/>
        </p:nvSpPr>
        <p:spPr>
          <a:xfrm>
            <a:off x="8984343" y="2317203"/>
            <a:ext cx="2968171" cy="923330"/>
          </a:xfrm>
          <a:prstGeom prst="rect">
            <a:avLst/>
          </a:prstGeom>
          <a:noFill/>
        </p:spPr>
        <p:txBody>
          <a:bodyPr wrap="square" rtlCol="0">
            <a:spAutoFit/>
          </a:bodyPr>
          <a:lstStyle/>
          <a:p>
            <a:r>
              <a:rPr lang="en-SG" dirty="0"/>
              <a:t>Hi Jane, feeling bored?</a:t>
            </a:r>
          </a:p>
          <a:p>
            <a:r>
              <a:rPr lang="en-SG" dirty="0"/>
              <a:t>Here are some additional rides to try:</a:t>
            </a:r>
          </a:p>
        </p:txBody>
      </p:sp>
      <p:pic>
        <p:nvPicPr>
          <p:cNvPr id="28" name="Picture 27">
            <a:extLst>
              <a:ext uri="{FF2B5EF4-FFF2-40B4-BE49-F238E27FC236}">
                <a16:creationId xmlns:a16="http://schemas.microsoft.com/office/drawing/2014/main" id="{84D75782-B194-883D-D1E3-43C14A63B435}"/>
              </a:ext>
            </a:extLst>
          </p:cNvPr>
          <p:cNvPicPr>
            <a:picLocks noChangeAspect="1"/>
          </p:cNvPicPr>
          <p:nvPr/>
        </p:nvPicPr>
        <p:blipFill>
          <a:blip r:embed="rId4"/>
          <a:stretch>
            <a:fillRect/>
          </a:stretch>
        </p:blipFill>
        <p:spPr>
          <a:xfrm>
            <a:off x="9300031" y="3395969"/>
            <a:ext cx="782190" cy="782190"/>
          </a:xfrm>
          <a:prstGeom prst="rect">
            <a:avLst/>
          </a:prstGeom>
        </p:spPr>
      </p:pic>
      <p:pic>
        <p:nvPicPr>
          <p:cNvPr id="29" name="Picture 28">
            <a:extLst>
              <a:ext uri="{FF2B5EF4-FFF2-40B4-BE49-F238E27FC236}">
                <a16:creationId xmlns:a16="http://schemas.microsoft.com/office/drawing/2014/main" id="{E38E440E-6BE7-E047-D32F-52C435B09AA3}"/>
              </a:ext>
            </a:extLst>
          </p:cNvPr>
          <p:cNvPicPr>
            <a:picLocks noChangeAspect="1"/>
          </p:cNvPicPr>
          <p:nvPr/>
        </p:nvPicPr>
        <p:blipFill>
          <a:blip r:embed="rId5"/>
          <a:stretch>
            <a:fillRect/>
          </a:stretch>
        </p:blipFill>
        <p:spPr>
          <a:xfrm>
            <a:off x="10691103" y="3350630"/>
            <a:ext cx="852090" cy="814520"/>
          </a:xfrm>
          <a:prstGeom prst="rect">
            <a:avLst/>
          </a:prstGeom>
          <a:ln>
            <a:noFill/>
          </a:ln>
        </p:spPr>
      </p:pic>
      <p:sp>
        <p:nvSpPr>
          <p:cNvPr id="30" name="TextBox 29">
            <a:extLst>
              <a:ext uri="{FF2B5EF4-FFF2-40B4-BE49-F238E27FC236}">
                <a16:creationId xmlns:a16="http://schemas.microsoft.com/office/drawing/2014/main" id="{58CA07A2-EBD5-CA92-DC7D-542B81EC7815}"/>
              </a:ext>
            </a:extLst>
          </p:cNvPr>
          <p:cNvSpPr txBox="1"/>
          <p:nvPr/>
        </p:nvSpPr>
        <p:spPr>
          <a:xfrm>
            <a:off x="8967335" y="4252686"/>
            <a:ext cx="1420010" cy="523220"/>
          </a:xfrm>
          <a:prstGeom prst="rect">
            <a:avLst/>
          </a:prstGeom>
          <a:noFill/>
        </p:spPr>
        <p:txBody>
          <a:bodyPr wrap="square" rtlCol="0">
            <a:spAutoFit/>
          </a:bodyPr>
          <a:lstStyle/>
          <a:p>
            <a:pPr algn="ctr"/>
            <a:r>
              <a:rPr lang="en-SG" sz="1400" b="1" dirty="0">
                <a:solidFill>
                  <a:schemeClr val="accent5"/>
                </a:solidFill>
              </a:rPr>
              <a:t>Merry Go Round</a:t>
            </a:r>
          </a:p>
        </p:txBody>
      </p:sp>
      <p:sp>
        <p:nvSpPr>
          <p:cNvPr id="31" name="TextBox 30">
            <a:extLst>
              <a:ext uri="{FF2B5EF4-FFF2-40B4-BE49-F238E27FC236}">
                <a16:creationId xmlns:a16="http://schemas.microsoft.com/office/drawing/2014/main" id="{823599D0-999E-5F9C-209C-3FF9BC8DEC94}"/>
              </a:ext>
            </a:extLst>
          </p:cNvPr>
          <p:cNvSpPr txBox="1"/>
          <p:nvPr/>
        </p:nvSpPr>
        <p:spPr>
          <a:xfrm>
            <a:off x="10407143" y="4232403"/>
            <a:ext cx="1420010" cy="307777"/>
          </a:xfrm>
          <a:prstGeom prst="rect">
            <a:avLst/>
          </a:prstGeom>
          <a:noFill/>
        </p:spPr>
        <p:txBody>
          <a:bodyPr wrap="square" rtlCol="0">
            <a:spAutoFit/>
          </a:bodyPr>
          <a:lstStyle/>
          <a:p>
            <a:pPr algn="ctr"/>
            <a:r>
              <a:rPr lang="en-SG" sz="1400" b="1" dirty="0">
                <a:solidFill>
                  <a:schemeClr val="accent5"/>
                </a:solidFill>
              </a:rPr>
              <a:t>Typhoon</a:t>
            </a:r>
          </a:p>
        </p:txBody>
      </p:sp>
      <p:sp>
        <p:nvSpPr>
          <p:cNvPr id="32" name="Rectangle: Rounded Corners 31">
            <a:extLst>
              <a:ext uri="{FF2B5EF4-FFF2-40B4-BE49-F238E27FC236}">
                <a16:creationId xmlns:a16="http://schemas.microsoft.com/office/drawing/2014/main" id="{E1C98E41-7C1A-FE3C-8A73-34630CC43194}"/>
              </a:ext>
            </a:extLst>
          </p:cNvPr>
          <p:cNvSpPr/>
          <p:nvPr/>
        </p:nvSpPr>
        <p:spPr>
          <a:xfrm>
            <a:off x="8904467" y="5992594"/>
            <a:ext cx="1418215" cy="33368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I’m fine</a:t>
            </a:r>
          </a:p>
        </p:txBody>
      </p:sp>
      <p:sp>
        <p:nvSpPr>
          <p:cNvPr id="33" name="Rectangle: Rounded Corners 32">
            <a:extLst>
              <a:ext uri="{FF2B5EF4-FFF2-40B4-BE49-F238E27FC236}">
                <a16:creationId xmlns:a16="http://schemas.microsoft.com/office/drawing/2014/main" id="{9ED29EF2-4393-E77A-8AA1-AE6066277F38}"/>
              </a:ext>
            </a:extLst>
          </p:cNvPr>
          <p:cNvSpPr/>
          <p:nvPr/>
        </p:nvSpPr>
        <p:spPr>
          <a:xfrm>
            <a:off x="10464800" y="5992594"/>
            <a:ext cx="1418215" cy="33368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I’m hungry</a:t>
            </a:r>
          </a:p>
        </p:txBody>
      </p:sp>
      <p:sp>
        <p:nvSpPr>
          <p:cNvPr id="86" name="TextBox 85">
            <a:extLst>
              <a:ext uri="{FF2B5EF4-FFF2-40B4-BE49-F238E27FC236}">
                <a16:creationId xmlns:a16="http://schemas.microsoft.com/office/drawing/2014/main" id="{7659506E-2127-54F3-F2B1-5F4E57FA4CDD}"/>
              </a:ext>
            </a:extLst>
          </p:cNvPr>
          <p:cNvSpPr txBox="1"/>
          <p:nvPr/>
        </p:nvSpPr>
        <p:spPr>
          <a:xfrm>
            <a:off x="3897086" y="4052631"/>
            <a:ext cx="2198914" cy="461665"/>
          </a:xfrm>
          <a:prstGeom prst="rect">
            <a:avLst/>
          </a:prstGeom>
          <a:noFill/>
        </p:spPr>
        <p:txBody>
          <a:bodyPr wrap="square" rtlCol="0">
            <a:spAutoFit/>
          </a:bodyPr>
          <a:lstStyle/>
          <a:p>
            <a:r>
              <a:rPr lang="en-SG" sz="2400" b="1" dirty="0">
                <a:solidFill>
                  <a:schemeClr val="accent3"/>
                </a:solidFill>
              </a:rPr>
              <a:t>Alerts</a:t>
            </a:r>
            <a:r>
              <a:rPr lang="en-SG" sz="2400" b="1" dirty="0">
                <a:solidFill>
                  <a:schemeClr val="accent4"/>
                </a:solidFill>
              </a:rPr>
              <a:t>/Delays</a:t>
            </a:r>
          </a:p>
        </p:txBody>
      </p:sp>
      <p:sp>
        <p:nvSpPr>
          <p:cNvPr id="87" name="TextBox 86">
            <a:extLst>
              <a:ext uri="{FF2B5EF4-FFF2-40B4-BE49-F238E27FC236}">
                <a16:creationId xmlns:a16="http://schemas.microsoft.com/office/drawing/2014/main" id="{7B3D72B8-906E-622D-CA2F-9DB997F185AC}"/>
              </a:ext>
            </a:extLst>
          </p:cNvPr>
          <p:cNvSpPr txBox="1"/>
          <p:nvPr/>
        </p:nvSpPr>
        <p:spPr>
          <a:xfrm>
            <a:off x="3832884" y="1418935"/>
            <a:ext cx="1208076" cy="369332"/>
          </a:xfrm>
          <a:prstGeom prst="rect">
            <a:avLst/>
          </a:prstGeom>
          <a:noFill/>
        </p:spPr>
        <p:txBody>
          <a:bodyPr wrap="square" rtlCol="0">
            <a:spAutoFit/>
          </a:bodyPr>
          <a:lstStyle/>
          <a:p>
            <a:r>
              <a:rPr lang="en-SG" b="1" dirty="0"/>
              <a:t>11:30</a:t>
            </a:r>
          </a:p>
        </p:txBody>
      </p:sp>
      <p:sp>
        <p:nvSpPr>
          <p:cNvPr id="88" name="TextBox 87">
            <a:extLst>
              <a:ext uri="{FF2B5EF4-FFF2-40B4-BE49-F238E27FC236}">
                <a16:creationId xmlns:a16="http://schemas.microsoft.com/office/drawing/2014/main" id="{7FA78CF9-6EE3-F795-FA6D-57AFA5D5630F}"/>
              </a:ext>
            </a:extLst>
          </p:cNvPr>
          <p:cNvSpPr txBox="1"/>
          <p:nvPr/>
        </p:nvSpPr>
        <p:spPr>
          <a:xfrm>
            <a:off x="5119011" y="1430605"/>
            <a:ext cx="1563197" cy="369332"/>
          </a:xfrm>
          <a:prstGeom prst="rect">
            <a:avLst/>
          </a:prstGeom>
          <a:noFill/>
        </p:spPr>
        <p:txBody>
          <a:bodyPr wrap="square" rtlCol="0">
            <a:spAutoFit/>
          </a:bodyPr>
          <a:lstStyle/>
          <a:p>
            <a:r>
              <a:rPr lang="en-SG" dirty="0">
                <a:solidFill>
                  <a:schemeClr val="accent4"/>
                </a:solidFill>
              </a:rPr>
              <a:t>Dragon Roller</a:t>
            </a:r>
          </a:p>
        </p:txBody>
      </p:sp>
      <p:sp>
        <p:nvSpPr>
          <p:cNvPr id="89" name="TextBox 88">
            <a:extLst>
              <a:ext uri="{FF2B5EF4-FFF2-40B4-BE49-F238E27FC236}">
                <a16:creationId xmlns:a16="http://schemas.microsoft.com/office/drawing/2014/main" id="{CEDA17BA-F361-CE22-F05B-CD2254717D0A}"/>
              </a:ext>
            </a:extLst>
          </p:cNvPr>
          <p:cNvSpPr txBox="1"/>
          <p:nvPr/>
        </p:nvSpPr>
        <p:spPr>
          <a:xfrm>
            <a:off x="3818273" y="1989275"/>
            <a:ext cx="1208076" cy="369332"/>
          </a:xfrm>
          <a:prstGeom prst="rect">
            <a:avLst/>
          </a:prstGeom>
          <a:noFill/>
        </p:spPr>
        <p:txBody>
          <a:bodyPr wrap="square" rtlCol="0">
            <a:spAutoFit/>
          </a:bodyPr>
          <a:lstStyle/>
          <a:p>
            <a:r>
              <a:rPr lang="en-SG" b="1" dirty="0"/>
              <a:t>12:15</a:t>
            </a:r>
          </a:p>
        </p:txBody>
      </p:sp>
      <p:sp>
        <p:nvSpPr>
          <p:cNvPr id="90" name="TextBox 89">
            <a:extLst>
              <a:ext uri="{FF2B5EF4-FFF2-40B4-BE49-F238E27FC236}">
                <a16:creationId xmlns:a16="http://schemas.microsoft.com/office/drawing/2014/main" id="{9A4DA1B2-14C1-3023-B61B-2F482DD0FCA1}"/>
              </a:ext>
            </a:extLst>
          </p:cNvPr>
          <p:cNvSpPr txBox="1"/>
          <p:nvPr/>
        </p:nvSpPr>
        <p:spPr>
          <a:xfrm>
            <a:off x="5119010" y="2012252"/>
            <a:ext cx="1563197" cy="369332"/>
          </a:xfrm>
          <a:prstGeom prst="rect">
            <a:avLst/>
          </a:prstGeom>
          <a:noFill/>
        </p:spPr>
        <p:txBody>
          <a:bodyPr wrap="square" rtlCol="0">
            <a:spAutoFit/>
          </a:bodyPr>
          <a:lstStyle/>
          <a:p>
            <a:r>
              <a:rPr lang="en-SG" dirty="0"/>
              <a:t>Ben’s Place</a:t>
            </a:r>
          </a:p>
        </p:txBody>
      </p:sp>
      <p:sp>
        <p:nvSpPr>
          <p:cNvPr id="91" name="TextBox 90">
            <a:extLst>
              <a:ext uri="{FF2B5EF4-FFF2-40B4-BE49-F238E27FC236}">
                <a16:creationId xmlns:a16="http://schemas.microsoft.com/office/drawing/2014/main" id="{3B1623E7-B655-DD8B-A1E8-6B65F7610722}"/>
              </a:ext>
            </a:extLst>
          </p:cNvPr>
          <p:cNvSpPr txBox="1"/>
          <p:nvPr/>
        </p:nvSpPr>
        <p:spPr>
          <a:xfrm rot="5400000">
            <a:off x="4727373" y="2645268"/>
            <a:ext cx="1244283" cy="646331"/>
          </a:xfrm>
          <a:prstGeom prst="rect">
            <a:avLst/>
          </a:prstGeom>
          <a:noFill/>
        </p:spPr>
        <p:txBody>
          <a:bodyPr wrap="square" rtlCol="0">
            <a:spAutoFit/>
          </a:bodyPr>
          <a:lstStyle/>
          <a:p>
            <a:pPr algn="ctr"/>
            <a:r>
              <a:rPr lang="en-SG" sz="3600" dirty="0"/>
              <a:t>…</a:t>
            </a:r>
          </a:p>
        </p:txBody>
      </p:sp>
      <p:cxnSp>
        <p:nvCxnSpPr>
          <p:cNvPr id="93" name="Straight Connector 92">
            <a:extLst>
              <a:ext uri="{FF2B5EF4-FFF2-40B4-BE49-F238E27FC236}">
                <a16:creationId xmlns:a16="http://schemas.microsoft.com/office/drawing/2014/main" id="{E2DF8584-644B-0EA9-AFA6-1E19D722186D}"/>
              </a:ext>
            </a:extLst>
          </p:cNvPr>
          <p:cNvCxnSpPr>
            <a:cxnSpLocks/>
            <a:stCxn id="87" idx="1"/>
          </p:cNvCxnSpPr>
          <p:nvPr/>
        </p:nvCxnSpPr>
        <p:spPr>
          <a:xfrm flipV="1">
            <a:off x="3832884" y="1583647"/>
            <a:ext cx="772488" cy="19954"/>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sp>
        <p:nvSpPr>
          <p:cNvPr id="95" name="TextBox 94">
            <a:extLst>
              <a:ext uri="{FF2B5EF4-FFF2-40B4-BE49-F238E27FC236}">
                <a16:creationId xmlns:a16="http://schemas.microsoft.com/office/drawing/2014/main" id="{AD369EF8-FCA0-959F-8ADD-D57F63C3ABE6}"/>
              </a:ext>
            </a:extLst>
          </p:cNvPr>
          <p:cNvSpPr txBox="1"/>
          <p:nvPr/>
        </p:nvSpPr>
        <p:spPr>
          <a:xfrm>
            <a:off x="4006212" y="1619944"/>
            <a:ext cx="1208076" cy="369332"/>
          </a:xfrm>
          <a:prstGeom prst="rect">
            <a:avLst/>
          </a:prstGeom>
          <a:noFill/>
        </p:spPr>
        <p:txBody>
          <a:bodyPr wrap="square" rtlCol="0">
            <a:spAutoFit/>
          </a:bodyPr>
          <a:lstStyle/>
          <a:p>
            <a:r>
              <a:rPr lang="en-SG" b="1" dirty="0">
                <a:solidFill>
                  <a:schemeClr val="accent4"/>
                </a:solidFill>
              </a:rPr>
              <a:t>12:15</a:t>
            </a:r>
          </a:p>
        </p:txBody>
      </p:sp>
      <p:grpSp>
        <p:nvGrpSpPr>
          <p:cNvPr id="99" name="Group 98">
            <a:extLst>
              <a:ext uri="{FF2B5EF4-FFF2-40B4-BE49-F238E27FC236}">
                <a16:creationId xmlns:a16="http://schemas.microsoft.com/office/drawing/2014/main" id="{1FE62AA0-CD6D-A38B-9BE4-7F47879EEFD3}"/>
              </a:ext>
            </a:extLst>
          </p:cNvPr>
          <p:cNvGrpSpPr/>
          <p:nvPr/>
        </p:nvGrpSpPr>
        <p:grpSpPr>
          <a:xfrm>
            <a:off x="7846271" y="4190997"/>
            <a:ext cx="4094923" cy="2519072"/>
            <a:chOff x="3727545" y="1965711"/>
            <a:chExt cx="3754561" cy="2309692"/>
          </a:xfrm>
        </p:grpSpPr>
        <p:grpSp>
          <p:nvGrpSpPr>
            <p:cNvPr id="100" name="Group 99">
              <a:extLst>
                <a:ext uri="{FF2B5EF4-FFF2-40B4-BE49-F238E27FC236}">
                  <a16:creationId xmlns:a16="http://schemas.microsoft.com/office/drawing/2014/main" id="{7AF27E4A-37C4-C873-220E-9C8BC81B478B}"/>
                </a:ext>
              </a:extLst>
            </p:cNvPr>
            <p:cNvGrpSpPr/>
            <p:nvPr/>
          </p:nvGrpSpPr>
          <p:grpSpPr>
            <a:xfrm>
              <a:off x="3727545" y="1965711"/>
              <a:ext cx="3754561" cy="2309692"/>
              <a:chOff x="3225800" y="2071914"/>
              <a:chExt cx="5740399" cy="2714172"/>
            </a:xfrm>
          </p:grpSpPr>
          <p:sp>
            <p:nvSpPr>
              <p:cNvPr id="102" name="Rectangle: Rounded Corners 101">
                <a:extLst>
                  <a:ext uri="{FF2B5EF4-FFF2-40B4-BE49-F238E27FC236}">
                    <a16:creationId xmlns:a16="http://schemas.microsoft.com/office/drawing/2014/main" id="{59F62E39-F133-3862-1BCE-5617A9C3A442}"/>
                  </a:ext>
                </a:extLst>
              </p:cNvPr>
              <p:cNvSpPr/>
              <p:nvPr/>
            </p:nvSpPr>
            <p:spPr>
              <a:xfrm>
                <a:off x="3225800" y="2071914"/>
                <a:ext cx="5740399" cy="2714172"/>
              </a:xfrm>
              <a:prstGeom prst="round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3" name="Rectangle: Rounded Corners 102">
                <a:extLst>
                  <a:ext uri="{FF2B5EF4-FFF2-40B4-BE49-F238E27FC236}">
                    <a16:creationId xmlns:a16="http://schemas.microsoft.com/office/drawing/2014/main" id="{EA46E211-7FBD-B188-682B-888B7D538429}"/>
                  </a:ext>
                </a:extLst>
              </p:cNvPr>
              <p:cNvSpPr/>
              <p:nvPr/>
            </p:nvSpPr>
            <p:spPr>
              <a:xfrm>
                <a:off x="3360055" y="2184399"/>
                <a:ext cx="5477122" cy="2489199"/>
              </a:xfrm>
              <a:prstGeom prst="roundRect">
                <a:avLst/>
              </a:prstGeom>
              <a:solidFill>
                <a:schemeClr val="accent5"/>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101" name="TextBox 100">
              <a:extLst>
                <a:ext uri="{FF2B5EF4-FFF2-40B4-BE49-F238E27FC236}">
                  <a16:creationId xmlns:a16="http://schemas.microsoft.com/office/drawing/2014/main" id="{F904B6A0-5BF7-E912-F726-936FD2B25C5E}"/>
                </a:ext>
              </a:extLst>
            </p:cNvPr>
            <p:cNvSpPr txBox="1"/>
            <p:nvPr/>
          </p:nvSpPr>
          <p:spPr>
            <a:xfrm>
              <a:off x="3978318" y="2144744"/>
              <a:ext cx="3394799" cy="1340426"/>
            </a:xfrm>
            <a:prstGeom prst="rect">
              <a:avLst/>
            </a:prstGeom>
            <a:noFill/>
          </p:spPr>
          <p:txBody>
            <a:bodyPr wrap="square" rtlCol="0">
              <a:spAutoFit/>
            </a:bodyPr>
            <a:lstStyle/>
            <a:p>
              <a:r>
                <a:rPr lang="en-SG" sz="2000" b="1" dirty="0">
                  <a:solidFill>
                    <a:schemeClr val="bg1"/>
                  </a:solidFill>
                </a:rPr>
                <a:t>Oh no! There’s a delay! Fret not, you can quickly swap out Dragon Roller for something with less congestion!</a:t>
              </a:r>
            </a:p>
            <a:p>
              <a:endParaRPr lang="en-SG" sz="900" b="1" dirty="0">
                <a:solidFill>
                  <a:schemeClr val="bg1"/>
                </a:solidFill>
              </a:endParaRPr>
            </a:p>
          </p:txBody>
        </p:sp>
      </p:grpSp>
      <p:pic>
        <p:nvPicPr>
          <p:cNvPr id="104" name="Picture 103" descr="A blue and white logo&#10;&#10;AI-generated content may be incorrect.">
            <a:extLst>
              <a:ext uri="{FF2B5EF4-FFF2-40B4-BE49-F238E27FC236}">
                <a16:creationId xmlns:a16="http://schemas.microsoft.com/office/drawing/2014/main" id="{E7962A61-051C-B04F-36A4-D92C36BA31B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41211" y="3827882"/>
            <a:ext cx="758741" cy="758741"/>
          </a:xfrm>
          <a:prstGeom prst="rect">
            <a:avLst/>
          </a:prstGeom>
        </p:spPr>
      </p:pic>
      <p:sp>
        <p:nvSpPr>
          <p:cNvPr id="105" name="Rectangle: Rounded Corners 104">
            <a:hlinkClick r:id="rId7" action="ppaction://hlinksldjump"/>
            <a:extLst>
              <a:ext uri="{FF2B5EF4-FFF2-40B4-BE49-F238E27FC236}">
                <a16:creationId xmlns:a16="http://schemas.microsoft.com/office/drawing/2014/main" id="{71D3B552-A64D-256E-DF28-F86F934CC0AE}"/>
              </a:ext>
            </a:extLst>
          </p:cNvPr>
          <p:cNvSpPr/>
          <p:nvPr/>
        </p:nvSpPr>
        <p:spPr>
          <a:xfrm>
            <a:off x="9119380" y="5837441"/>
            <a:ext cx="1443346" cy="479800"/>
          </a:xfrm>
          <a:prstGeom prst="roundRect">
            <a:avLst>
              <a:gd name="adj" fmla="val 18237"/>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b="1" dirty="0">
                <a:solidFill>
                  <a:schemeClr val="bg1"/>
                </a:solidFill>
                <a:latin typeface="+mj-lt"/>
              </a:rPr>
              <a:t>OK</a:t>
            </a:r>
          </a:p>
        </p:txBody>
      </p:sp>
      <p:pic>
        <p:nvPicPr>
          <p:cNvPr id="106" name="Picture 105" descr="A yellow hand pointing up&#10;&#10;AI-generated content may be incorrect.">
            <a:extLst>
              <a:ext uri="{FF2B5EF4-FFF2-40B4-BE49-F238E27FC236}">
                <a16:creationId xmlns:a16="http://schemas.microsoft.com/office/drawing/2014/main" id="{95F38A1E-83C0-D33F-BA50-BFC26DE4BFF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302031" y="6006414"/>
            <a:ext cx="663866" cy="663866"/>
          </a:xfrm>
          <a:prstGeom prst="rect">
            <a:avLst/>
          </a:prstGeom>
        </p:spPr>
      </p:pic>
      <p:sp>
        <p:nvSpPr>
          <p:cNvPr id="4" name="Rectangle 3">
            <a:extLst>
              <a:ext uri="{FF2B5EF4-FFF2-40B4-BE49-F238E27FC236}">
                <a16:creationId xmlns:a16="http://schemas.microsoft.com/office/drawing/2014/main" id="{A23D9B6F-18B1-3166-BE7C-12CA5C53D01D}"/>
              </a:ext>
            </a:extLst>
          </p:cNvPr>
          <p:cNvSpPr/>
          <p:nvPr/>
        </p:nvSpPr>
        <p:spPr>
          <a:xfrm>
            <a:off x="0" y="2489200"/>
            <a:ext cx="3454400" cy="43688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extBox 4">
            <a:extLst>
              <a:ext uri="{FF2B5EF4-FFF2-40B4-BE49-F238E27FC236}">
                <a16:creationId xmlns:a16="http://schemas.microsoft.com/office/drawing/2014/main" id="{FCC6B2A2-9A36-BD97-FDB5-473AA9D81439}"/>
              </a:ext>
            </a:extLst>
          </p:cNvPr>
          <p:cNvSpPr txBox="1"/>
          <p:nvPr/>
        </p:nvSpPr>
        <p:spPr>
          <a:xfrm>
            <a:off x="19540" y="2436507"/>
            <a:ext cx="1272015" cy="400110"/>
          </a:xfrm>
          <a:prstGeom prst="rect">
            <a:avLst/>
          </a:prstGeom>
          <a:noFill/>
        </p:spPr>
        <p:txBody>
          <a:bodyPr wrap="square" rtlCol="0">
            <a:spAutoFit/>
          </a:bodyPr>
          <a:lstStyle/>
          <a:p>
            <a:r>
              <a:rPr lang="en-SG" sz="2000" b="1" dirty="0">
                <a:solidFill>
                  <a:schemeClr val="tx2"/>
                </a:solidFill>
              </a:rPr>
              <a:t>Overview</a:t>
            </a:r>
            <a:endParaRPr lang="en-SG" sz="1600" b="1" dirty="0">
              <a:solidFill>
                <a:schemeClr val="tx2"/>
              </a:solidFill>
            </a:endParaRPr>
          </a:p>
        </p:txBody>
      </p:sp>
      <p:sp>
        <p:nvSpPr>
          <p:cNvPr id="14" name="TextBox 13">
            <a:extLst>
              <a:ext uri="{FF2B5EF4-FFF2-40B4-BE49-F238E27FC236}">
                <a16:creationId xmlns:a16="http://schemas.microsoft.com/office/drawing/2014/main" id="{8E9DDE9F-47A6-DE85-7685-1EB836853393}"/>
              </a:ext>
            </a:extLst>
          </p:cNvPr>
          <p:cNvSpPr txBox="1"/>
          <p:nvPr/>
        </p:nvSpPr>
        <p:spPr>
          <a:xfrm>
            <a:off x="-10621" y="3024572"/>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11:30 AM</a:t>
            </a:r>
          </a:p>
        </p:txBody>
      </p:sp>
      <p:sp>
        <p:nvSpPr>
          <p:cNvPr id="15" name="TextBox 14">
            <a:extLst>
              <a:ext uri="{FF2B5EF4-FFF2-40B4-BE49-F238E27FC236}">
                <a16:creationId xmlns:a16="http://schemas.microsoft.com/office/drawing/2014/main" id="{C62081E7-EA7A-AE3F-1D00-C0F1FA91484E}"/>
              </a:ext>
            </a:extLst>
          </p:cNvPr>
          <p:cNvSpPr txBox="1"/>
          <p:nvPr/>
        </p:nvSpPr>
        <p:spPr>
          <a:xfrm>
            <a:off x="1231559" y="3023744"/>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12:15 PM</a:t>
            </a:r>
          </a:p>
        </p:txBody>
      </p:sp>
      <p:pic>
        <p:nvPicPr>
          <p:cNvPr id="16" name="Picture 15" descr="A blue arrows pointing to a cross&#10;&#10;AI-generated content may be incorrect.">
            <a:extLst>
              <a:ext uri="{FF2B5EF4-FFF2-40B4-BE49-F238E27FC236}">
                <a16:creationId xmlns:a16="http://schemas.microsoft.com/office/drawing/2014/main" id="{25A96BA9-634F-AFF6-A4F0-4147316E531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013892" y="2516925"/>
            <a:ext cx="400110" cy="400110"/>
          </a:xfrm>
          <a:prstGeom prst="rect">
            <a:avLst/>
          </a:prstGeom>
        </p:spPr>
      </p:pic>
      <p:sp>
        <p:nvSpPr>
          <p:cNvPr id="17" name="TextBox 16">
            <a:extLst>
              <a:ext uri="{FF2B5EF4-FFF2-40B4-BE49-F238E27FC236}">
                <a16:creationId xmlns:a16="http://schemas.microsoft.com/office/drawing/2014/main" id="{6DE27813-3B52-5D0C-94CB-9897F71D3E51}"/>
              </a:ext>
            </a:extLst>
          </p:cNvPr>
          <p:cNvSpPr txBox="1"/>
          <p:nvPr/>
        </p:nvSpPr>
        <p:spPr>
          <a:xfrm>
            <a:off x="19540" y="2738967"/>
            <a:ext cx="2760949" cy="307777"/>
          </a:xfrm>
          <a:prstGeom prst="rect">
            <a:avLst/>
          </a:prstGeom>
          <a:noFill/>
        </p:spPr>
        <p:txBody>
          <a:bodyPr wrap="square" rtlCol="0">
            <a:spAutoFit/>
          </a:bodyPr>
          <a:lstStyle/>
          <a:p>
            <a:r>
              <a:rPr lang="en-SG" sz="1400" dirty="0">
                <a:solidFill>
                  <a:schemeClr val="tx2"/>
                </a:solidFill>
              </a:rPr>
              <a:t>Expected start time of each event</a:t>
            </a:r>
            <a:endParaRPr lang="en-SG" sz="1100" dirty="0">
              <a:solidFill>
                <a:schemeClr val="tx2"/>
              </a:solidFill>
            </a:endParaRPr>
          </a:p>
        </p:txBody>
      </p:sp>
      <p:sp>
        <p:nvSpPr>
          <p:cNvPr id="18" name="Arrow: Pentagon 17">
            <a:extLst>
              <a:ext uri="{FF2B5EF4-FFF2-40B4-BE49-F238E27FC236}">
                <a16:creationId xmlns:a16="http://schemas.microsoft.com/office/drawing/2014/main" id="{53402406-969F-F06B-8654-9881F8A71870}"/>
              </a:ext>
            </a:extLst>
          </p:cNvPr>
          <p:cNvSpPr/>
          <p:nvPr/>
        </p:nvSpPr>
        <p:spPr>
          <a:xfrm>
            <a:off x="1317813" y="3374548"/>
            <a:ext cx="1522597" cy="399011"/>
          </a:xfrm>
          <a:prstGeom prst="homePlate">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2" name="TextBox 21">
            <a:extLst>
              <a:ext uri="{FF2B5EF4-FFF2-40B4-BE49-F238E27FC236}">
                <a16:creationId xmlns:a16="http://schemas.microsoft.com/office/drawing/2014/main" id="{3547C27A-2195-206C-22CE-091874AFC2E7}"/>
              </a:ext>
            </a:extLst>
          </p:cNvPr>
          <p:cNvSpPr txBox="1"/>
          <p:nvPr/>
        </p:nvSpPr>
        <p:spPr>
          <a:xfrm>
            <a:off x="1357969" y="3419213"/>
            <a:ext cx="1240712" cy="307777"/>
          </a:xfrm>
          <a:prstGeom prst="rect">
            <a:avLst/>
          </a:prstGeom>
          <a:noFill/>
          <a:ln w="28575">
            <a:noFill/>
          </a:ln>
        </p:spPr>
        <p:txBody>
          <a:bodyPr wrap="square" rtlCol="0">
            <a:spAutoFit/>
          </a:bodyPr>
          <a:lstStyle/>
          <a:p>
            <a:pPr algn="ctr"/>
            <a:r>
              <a:rPr lang="en-SG" sz="1400" b="1" dirty="0">
                <a:solidFill>
                  <a:schemeClr val="tx2">
                    <a:lumMod val="50000"/>
                  </a:schemeClr>
                </a:solidFill>
              </a:rPr>
              <a:t>Ben’s Place</a:t>
            </a:r>
          </a:p>
        </p:txBody>
      </p:sp>
      <p:grpSp>
        <p:nvGrpSpPr>
          <p:cNvPr id="25" name="Group 24">
            <a:extLst>
              <a:ext uri="{FF2B5EF4-FFF2-40B4-BE49-F238E27FC236}">
                <a16:creationId xmlns:a16="http://schemas.microsoft.com/office/drawing/2014/main" id="{08D1B239-7135-5535-CBDF-8CB60FC45FE7}"/>
              </a:ext>
            </a:extLst>
          </p:cNvPr>
          <p:cNvGrpSpPr/>
          <p:nvPr/>
        </p:nvGrpSpPr>
        <p:grpSpPr>
          <a:xfrm>
            <a:off x="-9260" y="4217171"/>
            <a:ext cx="3463659" cy="1898273"/>
            <a:chOff x="1370" y="3428999"/>
            <a:chExt cx="5758704" cy="2646330"/>
          </a:xfrm>
        </p:grpSpPr>
        <p:sp>
          <p:nvSpPr>
            <p:cNvPr id="34" name="Rectangle 33">
              <a:extLst>
                <a:ext uri="{FF2B5EF4-FFF2-40B4-BE49-F238E27FC236}">
                  <a16:creationId xmlns:a16="http://schemas.microsoft.com/office/drawing/2014/main" id="{190DC29E-8FD7-C149-E83D-7DF7A402CDE3}"/>
                </a:ext>
              </a:extLst>
            </p:cNvPr>
            <p:cNvSpPr/>
            <p:nvPr/>
          </p:nvSpPr>
          <p:spPr>
            <a:xfrm>
              <a:off x="1370" y="342899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6" name="Freeform: Shape 35">
              <a:extLst>
                <a:ext uri="{FF2B5EF4-FFF2-40B4-BE49-F238E27FC236}">
                  <a16:creationId xmlns:a16="http://schemas.microsoft.com/office/drawing/2014/main" id="{C4DF1C52-A354-4EDB-72B1-632F988EA97B}"/>
                </a:ext>
              </a:extLst>
            </p:cNvPr>
            <p:cNvSpPr/>
            <p:nvPr/>
          </p:nvSpPr>
          <p:spPr>
            <a:xfrm>
              <a:off x="15713" y="344861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39" name="Group 38">
            <a:extLst>
              <a:ext uri="{FF2B5EF4-FFF2-40B4-BE49-F238E27FC236}">
                <a16:creationId xmlns:a16="http://schemas.microsoft.com/office/drawing/2014/main" id="{03680977-8C47-C9A0-83DE-9E150B12FA46}"/>
              </a:ext>
            </a:extLst>
          </p:cNvPr>
          <p:cNvGrpSpPr/>
          <p:nvPr/>
        </p:nvGrpSpPr>
        <p:grpSpPr>
          <a:xfrm>
            <a:off x="-7890" y="4217999"/>
            <a:ext cx="787307" cy="350033"/>
            <a:chOff x="3211177" y="4204405"/>
            <a:chExt cx="971932" cy="552452"/>
          </a:xfrm>
        </p:grpSpPr>
        <p:sp>
          <p:nvSpPr>
            <p:cNvPr id="40" name="Rectangle 39">
              <a:extLst>
                <a:ext uri="{FF2B5EF4-FFF2-40B4-BE49-F238E27FC236}">
                  <a16:creationId xmlns:a16="http://schemas.microsoft.com/office/drawing/2014/main" id="{098D87A0-2ABE-54DF-326B-A4259C7B9849}"/>
                </a:ext>
              </a:extLst>
            </p:cNvPr>
            <p:cNvSpPr/>
            <p:nvPr userDrawn="1"/>
          </p:nvSpPr>
          <p:spPr>
            <a:xfrm>
              <a:off x="3211177" y="4204405"/>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41" name="TextBox 40">
              <a:extLst>
                <a:ext uri="{FF2B5EF4-FFF2-40B4-BE49-F238E27FC236}">
                  <a16:creationId xmlns:a16="http://schemas.microsoft.com/office/drawing/2014/main" id="{3E58650A-8CFC-AA56-DDFA-0E33BDD4CBC9}"/>
                </a:ext>
              </a:extLst>
            </p:cNvPr>
            <p:cNvSpPr txBox="1"/>
            <p:nvPr userDrawn="1"/>
          </p:nvSpPr>
          <p:spPr>
            <a:xfrm>
              <a:off x="3211177" y="4260295"/>
              <a:ext cx="971930" cy="400110"/>
            </a:xfrm>
            <a:prstGeom prst="rect">
              <a:avLst/>
            </a:prstGeom>
            <a:noFill/>
            <a:ln>
              <a:noFill/>
            </a:ln>
          </p:spPr>
          <p:txBody>
            <a:bodyPr wrap="square" rtlCol="0">
              <a:spAutoFit/>
            </a:bodyPr>
            <a:lstStyle/>
            <a:p>
              <a:pPr algn="ctr"/>
              <a:r>
                <a:rPr lang="en-SG" sz="2000" b="1" dirty="0">
                  <a:solidFill>
                    <a:srgbClr val="2F3C7E"/>
                  </a:solidFill>
                </a:rPr>
                <a:t>MAP</a:t>
              </a:r>
            </a:p>
          </p:txBody>
        </p:sp>
      </p:grpSp>
      <p:pic>
        <p:nvPicPr>
          <p:cNvPr id="42" name="Picture 41">
            <a:extLst>
              <a:ext uri="{FF2B5EF4-FFF2-40B4-BE49-F238E27FC236}">
                <a16:creationId xmlns:a16="http://schemas.microsoft.com/office/drawing/2014/main" id="{ED0C00E4-4EC3-C6F3-F763-7AF19484DE3C}"/>
              </a:ext>
            </a:extLst>
          </p:cNvPr>
          <p:cNvPicPr>
            <a:picLocks noChangeAspect="1"/>
          </p:cNvPicPr>
          <p:nvPr/>
        </p:nvPicPr>
        <p:blipFill>
          <a:blip r:embed="rId10"/>
          <a:stretch>
            <a:fillRect/>
          </a:stretch>
        </p:blipFill>
        <p:spPr>
          <a:xfrm>
            <a:off x="302211" y="5088861"/>
            <a:ext cx="386739" cy="194092"/>
          </a:xfrm>
          <a:prstGeom prst="rect">
            <a:avLst/>
          </a:prstGeom>
          <a:ln>
            <a:noFill/>
          </a:ln>
        </p:spPr>
      </p:pic>
      <p:sp>
        <p:nvSpPr>
          <p:cNvPr id="43" name="TextBox 42">
            <a:extLst>
              <a:ext uri="{FF2B5EF4-FFF2-40B4-BE49-F238E27FC236}">
                <a16:creationId xmlns:a16="http://schemas.microsoft.com/office/drawing/2014/main" id="{43460674-4EA2-9C08-BE7C-B4E1E2DB11DD}"/>
              </a:ext>
            </a:extLst>
          </p:cNvPr>
          <p:cNvSpPr txBox="1"/>
          <p:nvPr/>
        </p:nvSpPr>
        <p:spPr>
          <a:xfrm>
            <a:off x="-64548" y="5271934"/>
            <a:ext cx="975313" cy="230832"/>
          </a:xfrm>
          <a:prstGeom prst="rect">
            <a:avLst/>
          </a:prstGeom>
          <a:noFill/>
          <a:ln>
            <a:noFill/>
          </a:ln>
        </p:spPr>
        <p:txBody>
          <a:bodyPr wrap="square" rtlCol="0">
            <a:spAutoFit/>
          </a:bodyPr>
          <a:lstStyle/>
          <a:p>
            <a:pPr algn="ctr"/>
            <a:r>
              <a:rPr lang="en-SG" sz="900" b="1" dirty="0">
                <a:solidFill>
                  <a:schemeClr val="tx2"/>
                </a:solidFill>
                <a:latin typeface="+mn-lt"/>
              </a:rPr>
              <a:t>Dragon Roller</a:t>
            </a:r>
          </a:p>
        </p:txBody>
      </p:sp>
      <p:sp>
        <p:nvSpPr>
          <p:cNvPr id="46" name="TextBox 45">
            <a:extLst>
              <a:ext uri="{FF2B5EF4-FFF2-40B4-BE49-F238E27FC236}">
                <a16:creationId xmlns:a16="http://schemas.microsoft.com/office/drawing/2014/main" id="{C239817D-FAC2-4754-ACC3-14A620ED9F84}"/>
              </a:ext>
            </a:extLst>
          </p:cNvPr>
          <p:cNvSpPr txBox="1"/>
          <p:nvPr/>
        </p:nvSpPr>
        <p:spPr>
          <a:xfrm>
            <a:off x="1191679" y="5241837"/>
            <a:ext cx="975313" cy="230832"/>
          </a:xfrm>
          <a:prstGeom prst="rect">
            <a:avLst/>
          </a:prstGeom>
          <a:noFill/>
          <a:ln>
            <a:noFill/>
          </a:ln>
        </p:spPr>
        <p:txBody>
          <a:bodyPr wrap="square" rtlCol="0">
            <a:spAutoFit/>
          </a:bodyPr>
          <a:lstStyle/>
          <a:p>
            <a:pPr algn="ctr"/>
            <a:r>
              <a:rPr lang="en-SG" sz="900" b="1" dirty="0">
                <a:solidFill>
                  <a:schemeClr val="tx2"/>
                </a:solidFill>
                <a:latin typeface="+mn-lt"/>
              </a:rPr>
              <a:t>Ben’s Place</a:t>
            </a:r>
          </a:p>
        </p:txBody>
      </p:sp>
      <p:pic>
        <p:nvPicPr>
          <p:cNvPr id="48" name="Picture 47">
            <a:extLst>
              <a:ext uri="{FF2B5EF4-FFF2-40B4-BE49-F238E27FC236}">
                <a16:creationId xmlns:a16="http://schemas.microsoft.com/office/drawing/2014/main" id="{B64C82BE-ED02-C092-C147-F6137BD79C9B}"/>
              </a:ext>
            </a:extLst>
          </p:cNvPr>
          <p:cNvPicPr>
            <a:picLocks noChangeAspect="1"/>
          </p:cNvPicPr>
          <p:nvPr/>
        </p:nvPicPr>
        <p:blipFill>
          <a:blip r:embed="rId11"/>
          <a:stretch>
            <a:fillRect/>
          </a:stretch>
        </p:blipFill>
        <p:spPr>
          <a:xfrm>
            <a:off x="1513295" y="4955676"/>
            <a:ext cx="317160" cy="317160"/>
          </a:xfrm>
          <a:prstGeom prst="rect">
            <a:avLst/>
          </a:prstGeom>
        </p:spPr>
      </p:pic>
      <p:pic>
        <p:nvPicPr>
          <p:cNvPr id="61" name="Picture 60" descr="A blue arrows pointing to a cross&#10;&#10;AI-generated content may be incorrect.">
            <a:extLst>
              <a:ext uri="{FF2B5EF4-FFF2-40B4-BE49-F238E27FC236}">
                <a16:creationId xmlns:a16="http://schemas.microsoft.com/office/drawing/2014/main" id="{B4A8976B-D675-6BCD-CFBB-358F0C066CF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03075" y="4253411"/>
            <a:ext cx="350033" cy="350033"/>
          </a:xfrm>
          <a:prstGeom prst="rect">
            <a:avLst/>
          </a:prstGeom>
        </p:spPr>
      </p:pic>
      <p:grpSp>
        <p:nvGrpSpPr>
          <p:cNvPr id="62" name="Group 61">
            <a:extLst>
              <a:ext uri="{FF2B5EF4-FFF2-40B4-BE49-F238E27FC236}">
                <a16:creationId xmlns:a16="http://schemas.microsoft.com/office/drawing/2014/main" id="{18223858-5A65-3B2F-534B-22FBD5E23F75}"/>
              </a:ext>
            </a:extLst>
          </p:cNvPr>
          <p:cNvGrpSpPr/>
          <p:nvPr/>
        </p:nvGrpSpPr>
        <p:grpSpPr>
          <a:xfrm>
            <a:off x="2576782" y="4682036"/>
            <a:ext cx="688950" cy="438795"/>
            <a:chOff x="7478477" y="4729264"/>
            <a:chExt cx="1253006" cy="798045"/>
          </a:xfrm>
        </p:grpSpPr>
        <p:pic>
          <p:nvPicPr>
            <p:cNvPr id="63" name="Picture 62">
              <a:extLst>
                <a:ext uri="{FF2B5EF4-FFF2-40B4-BE49-F238E27FC236}">
                  <a16:creationId xmlns:a16="http://schemas.microsoft.com/office/drawing/2014/main" id="{5CA225D9-F1F6-319F-71F4-DB5643F4951F}"/>
                </a:ext>
              </a:extLst>
            </p:cNvPr>
            <p:cNvPicPr>
              <a:picLocks noChangeAspect="1"/>
            </p:cNvPicPr>
            <p:nvPr/>
          </p:nvPicPr>
          <p:blipFill>
            <a:blip r:embed="rId12"/>
            <a:stretch>
              <a:fillRect/>
            </a:stretch>
          </p:blipFill>
          <p:spPr>
            <a:xfrm>
              <a:off x="7884122" y="4729264"/>
              <a:ext cx="446487" cy="446487"/>
            </a:xfrm>
            <a:prstGeom prst="rect">
              <a:avLst/>
            </a:prstGeom>
          </p:spPr>
        </p:pic>
        <p:sp>
          <p:nvSpPr>
            <p:cNvPr id="66" name="TextBox 65">
              <a:extLst>
                <a:ext uri="{FF2B5EF4-FFF2-40B4-BE49-F238E27FC236}">
                  <a16:creationId xmlns:a16="http://schemas.microsoft.com/office/drawing/2014/main" id="{59BD1406-722B-ADAB-EF72-A4C79318D4D4}"/>
                </a:ext>
              </a:extLst>
            </p:cNvPr>
            <p:cNvSpPr txBox="1"/>
            <p:nvPr/>
          </p:nvSpPr>
          <p:spPr>
            <a:xfrm>
              <a:off x="7478477" y="5107490"/>
              <a:ext cx="1253006" cy="419819"/>
            </a:xfrm>
            <a:prstGeom prst="rect">
              <a:avLst/>
            </a:prstGeom>
            <a:noFill/>
            <a:ln>
              <a:noFill/>
            </a:ln>
          </p:spPr>
          <p:txBody>
            <a:bodyPr wrap="square" rtlCol="0">
              <a:spAutoFit/>
            </a:bodyPr>
            <a:lstStyle/>
            <a:p>
              <a:pPr algn="ctr"/>
              <a:r>
                <a:rPr lang="en-SG" sz="900" b="1" dirty="0">
                  <a:solidFill>
                    <a:schemeClr val="tx2"/>
                  </a:solidFill>
                  <a:latin typeface="+mn-lt"/>
                </a:rPr>
                <a:t>Entrance</a:t>
              </a:r>
              <a:endParaRPr lang="en-SG" sz="1400" b="1" dirty="0">
                <a:solidFill>
                  <a:schemeClr val="tx2"/>
                </a:solidFill>
                <a:latin typeface="+mn-lt"/>
              </a:endParaRPr>
            </a:p>
          </p:txBody>
        </p:sp>
      </p:grpSp>
      <p:pic>
        <p:nvPicPr>
          <p:cNvPr id="68" name="Picture 67">
            <a:extLst>
              <a:ext uri="{FF2B5EF4-FFF2-40B4-BE49-F238E27FC236}">
                <a16:creationId xmlns:a16="http://schemas.microsoft.com/office/drawing/2014/main" id="{CE8F1BDF-1666-BA90-7F1A-3142157017A4}"/>
              </a:ext>
            </a:extLst>
          </p:cNvPr>
          <p:cNvPicPr>
            <a:picLocks noChangeAspect="1"/>
          </p:cNvPicPr>
          <p:nvPr/>
        </p:nvPicPr>
        <p:blipFill>
          <a:blip r:embed="rId13"/>
          <a:stretch>
            <a:fillRect/>
          </a:stretch>
        </p:blipFill>
        <p:spPr>
          <a:xfrm>
            <a:off x="2232307" y="4706750"/>
            <a:ext cx="240892" cy="240892"/>
          </a:xfrm>
          <a:prstGeom prst="rect">
            <a:avLst/>
          </a:prstGeom>
        </p:spPr>
      </p:pic>
      <p:sp>
        <p:nvSpPr>
          <p:cNvPr id="69" name="TextBox 68">
            <a:extLst>
              <a:ext uri="{FF2B5EF4-FFF2-40B4-BE49-F238E27FC236}">
                <a16:creationId xmlns:a16="http://schemas.microsoft.com/office/drawing/2014/main" id="{46E241DD-0016-A1B3-5FF5-F6C23B0F667C}"/>
              </a:ext>
            </a:extLst>
          </p:cNvPr>
          <p:cNvSpPr txBox="1"/>
          <p:nvPr/>
        </p:nvSpPr>
        <p:spPr>
          <a:xfrm>
            <a:off x="1865097" y="4904052"/>
            <a:ext cx="975313" cy="369332"/>
          </a:xfrm>
          <a:prstGeom prst="rect">
            <a:avLst/>
          </a:prstGeom>
          <a:noFill/>
          <a:ln>
            <a:noFill/>
          </a:ln>
        </p:spPr>
        <p:txBody>
          <a:bodyPr wrap="square" rtlCol="0">
            <a:spAutoFit/>
          </a:bodyPr>
          <a:lstStyle/>
          <a:p>
            <a:pPr algn="ctr"/>
            <a:r>
              <a:rPr lang="en-SG" sz="900" b="1" dirty="0">
                <a:solidFill>
                  <a:schemeClr val="tx2"/>
                </a:solidFill>
                <a:latin typeface="+mn-lt"/>
              </a:rPr>
              <a:t>Cirque Du Luna</a:t>
            </a:r>
          </a:p>
        </p:txBody>
      </p:sp>
      <p:pic>
        <p:nvPicPr>
          <p:cNvPr id="73" name="Picture 72">
            <a:extLst>
              <a:ext uri="{FF2B5EF4-FFF2-40B4-BE49-F238E27FC236}">
                <a16:creationId xmlns:a16="http://schemas.microsoft.com/office/drawing/2014/main" id="{C9BE6FE1-9694-487A-53F6-D2BB640CA879}"/>
              </a:ext>
            </a:extLst>
          </p:cNvPr>
          <p:cNvPicPr>
            <a:picLocks noChangeAspect="1"/>
          </p:cNvPicPr>
          <p:nvPr/>
        </p:nvPicPr>
        <p:blipFill>
          <a:blip r:embed="rId2"/>
          <a:stretch>
            <a:fillRect/>
          </a:stretch>
        </p:blipFill>
        <p:spPr>
          <a:xfrm>
            <a:off x="498813" y="4726112"/>
            <a:ext cx="475318" cy="475318"/>
          </a:xfrm>
          <a:prstGeom prst="rect">
            <a:avLst/>
          </a:prstGeom>
        </p:spPr>
      </p:pic>
      <p:grpSp>
        <p:nvGrpSpPr>
          <p:cNvPr id="76" name="Group 75">
            <a:extLst>
              <a:ext uri="{FF2B5EF4-FFF2-40B4-BE49-F238E27FC236}">
                <a16:creationId xmlns:a16="http://schemas.microsoft.com/office/drawing/2014/main" id="{F5F9EB84-ACC4-5D2D-941A-5326E10F9F37}"/>
              </a:ext>
            </a:extLst>
          </p:cNvPr>
          <p:cNvGrpSpPr/>
          <p:nvPr/>
        </p:nvGrpSpPr>
        <p:grpSpPr>
          <a:xfrm>
            <a:off x="1513295" y="6111326"/>
            <a:ext cx="1947070" cy="552452"/>
            <a:chOff x="1" y="0"/>
            <a:chExt cx="1465462" cy="552452"/>
          </a:xfrm>
        </p:grpSpPr>
        <p:sp>
          <p:nvSpPr>
            <p:cNvPr id="77" name="Rectangle 76">
              <a:extLst>
                <a:ext uri="{FF2B5EF4-FFF2-40B4-BE49-F238E27FC236}">
                  <a16:creationId xmlns:a16="http://schemas.microsoft.com/office/drawing/2014/main" id="{A455B0EF-426E-F712-95B1-28B6F3B8D4C1}"/>
                </a:ext>
              </a:extLst>
            </p:cNvPr>
            <p:cNvSpPr/>
            <p:nvPr userDrawn="1"/>
          </p:nvSpPr>
          <p:spPr>
            <a:xfrm>
              <a:off x="1" y="0"/>
              <a:ext cx="1465462"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r"/>
              <a:r>
                <a:rPr lang="en-SG" sz="2400" b="1" spc="0" dirty="0">
                  <a:solidFill>
                    <a:schemeClr val="tx1"/>
                  </a:solidFill>
                  <a:latin typeface="+mj-lt"/>
                </a:rPr>
                <a:t>Schedule</a:t>
              </a:r>
              <a:endParaRPr lang="en-SG" sz="2000" b="1" spc="0" dirty="0">
                <a:solidFill>
                  <a:schemeClr val="tx1"/>
                </a:solidFill>
                <a:latin typeface="+mj-lt"/>
              </a:endParaRPr>
            </a:p>
          </p:txBody>
        </p:sp>
        <p:pic>
          <p:nvPicPr>
            <p:cNvPr id="78" name="Picture 77" descr="A blue arrow pointing to the left&#10;&#10;AI-generated content may be incorrect.">
              <a:extLst>
                <a:ext uri="{FF2B5EF4-FFF2-40B4-BE49-F238E27FC236}">
                  <a16:creationId xmlns:a16="http://schemas.microsoft.com/office/drawing/2014/main" id="{28676F44-039B-A3B4-846E-4CAECCEF1E5A}"/>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flipH="1">
              <a:off x="76198" y="164523"/>
              <a:ext cx="409049" cy="223406"/>
            </a:xfrm>
            <a:prstGeom prst="rect">
              <a:avLst/>
            </a:prstGeom>
          </p:spPr>
        </p:pic>
      </p:grpSp>
      <p:sp>
        <p:nvSpPr>
          <p:cNvPr id="79" name="Arrow: Pentagon 78">
            <a:extLst>
              <a:ext uri="{FF2B5EF4-FFF2-40B4-BE49-F238E27FC236}">
                <a16:creationId xmlns:a16="http://schemas.microsoft.com/office/drawing/2014/main" id="{9F132A6E-5589-F803-35BB-C6E6AB45385D}"/>
              </a:ext>
            </a:extLst>
          </p:cNvPr>
          <p:cNvSpPr/>
          <p:nvPr/>
        </p:nvSpPr>
        <p:spPr>
          <a:xfrm>
            <a:off x="30628" y="3368067"/>
            <a:ext cx="1460712" cy="399011"/>
          </a:xfrm>
          <a:prstGeom prst="homePlate">
            <a:avLst/>
          </a:prstGeom>
          <a:solidFill>
            <a:srgbClr val="FEE438"/>
          </a:solidFill>
          <a:ln>
            <a:solidFill>
              <a:srgbClr val="FEE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0" name="TextBox 79">
            <a:extLst>
              <a:ext uri="{FF2B5EF4-FFF2-40B4-BE49-F238E27FC236}">
                <a16:creationId xmlns:a16="http://schemas.microsoft.com/office/drawing/2014/main" id="{E4EE6886-C246-B23C-5E2B-F301E376A921}"/>
              </a:ext>
            </a:extLst>
          </p:cNvPr>
          <p:cNvSpPr txBox="1"/>
          <p:nvPr/>
        </p:nvSpPr>
        <p:spPr>
          <a:xfrm>
            <a:off x="-16535" y="3398915"/>
            <a:ext cx="1344164" cy="307777"/>
          </a:xfrm>
          <a:prstGeom prst="rect">
            <a:avLst/>
          </a:prstGeom>
          <a:noFill/>
          <a:ln w="28575">
            <a:noFill/>
          </a:ln>
        </p:spPr>
        <p:txBody>
          <a:bodyPr wrap="square" rtlCol="0">
            <a:spAutoFit/>
          </a:bodyPr>
          <a:lstStyle/>
          <a:p>
            <a:pPr algn="ctr"/>
            <a:r>
              <a:rPr lang="en-SG" sz="1400" b="1" dirty="0">
                <a:solidFill>
                  <a:schemeClr val="tx2">
                    <a:lumMod val="50000"/>
                  </a:schemeClr>
                </a:solidFill>
              </a:rPr>
              <a:t>Dragon Roller</a:t>
            </a:r>
          </a:p>
        </p:txBody>
      </p:sp>
      <p:sp>
        <p:nvSpPr>
          <p:cNvPr id="81" name="TextBox 80">
            <a:extLst>
              <a:ext uri="{FF2B5EF4-FFF2-40B4-BE49-F238E27FC236}">
                <a16:creationId xmlns:a16="http://schemas.microsoft.com/office/drawing/2014/main" id="{A5C578D5-8543-92E9-43D8-9A98C9156A4A}"/>
              </a:ext>
            </a:extLst>
          </p:cNvPr>
          <p:cNvSpPr txBox="1"/>
          <p:nvPr/>
        </p:nvSpPr>
        <p:spPr>
          <a:xfrm>
            <a:off x="2461091" y="3135101"/>
            <a:ext cx="1244283" cy="646331"/>
          </a:xfrm>
          <a:prstGeom prst="rect">
            <a:avLst/>
          </a:prstGeom>
          <a:noFill/>
        </p:spPr>
        <p:txBody>
          <a:bodyPr wrap="square" rtlCol="0">
            <a:spAutoFit/>
          </a:bodyPr>
          <a:lstStyle/>
          <a:p>
            <a:pPr algn="ctr"/>
            <a:r>
              <a:rPr lang="en-SG" sz="3600" dirty="0"/>
              <a:t>…</a:t>
            </a:r>
          </a:p>
        </p:txBody>
      </p:sp>
      <p:grpSp>
        <p:nvGrpSpPr>
          <p:cNvPr id="82" name="Group 81">
            <a:extLst>
              <a:ext uri="{FF2B5EF4-FFF2-40B4-BE49-F238E27FC236}">
                <a16:creationId xmlns:a16="http://schemas.microsoft.com/office/drawing/2014/main" id="{B356F223-5951-6266-198F-18264739B01D}"/>
              </a:ext>
            </a:extLst>
          </p:cNvPr>
          <p:cNvGrpSpPr/>
          <p:nvPr/>
        </p:nvGrpSpPr>
        <p:grpSpPr>
          <a:xfrm>
            <a:off x="7866922" y="4177177"/>
            <a:ext cx="4094923" cy="2519072"/>
            <a:chOff x="3727545" y="1965711"/>
            <a:chExt cx="3754561" cy="2309692"/>
          </a:xfrm>
        </p:grpSpPr>
        <p:grpSp>
          <p:nvGrpSpPr>
            <p:cNvPr id="83" name="Group 82">
              <a:extLst>
                <a:ext uri="{FF2B5EF4-FFF2-40B4-BE49-F238E27FC236}">
                  <a16:creationId xmlns:a16="http://schemas.microsoft.com/office/drawing/2014/main" id="{DC96F1D6-BB81-34BF-62D9-C1CF6D256CB3}"/>
                </a:ext>
              </a:extLst>
            </p:cNvPr>
            <p:cNvGrpSpPr/>
            <p:nvPr/>
          </p:nvGrpSpPr>
          <p:grpSpPr>
            <a:xfrm>
              <a:off x="3727545" y="1965711"/>
              <a:ext cx="3754561" cy="2309692"/>
              <a:chOff x="3225800" y="2071914"/>
              <a:chExt cx="5740399" cy="2714172"/>
            </a:xfrm>
          </p:grpSpPr>
          <p:sp>
            <p:nvSpPr>
              <p:cNvPr id="92" name="Rectangle: Rounded Corners 91">
                <a:extLst>
                  <a:ext uri="{FF2B5EF4-FFF2-40B4-BE49-F238E27FC236}">
                    <a16:creationId xmlns:a16="http://schemas.microsoft.com/office/drawing/2014/main" id="{9AB11090-E3A2-F54A-3D94-BA472A26FC68}"/>
                  </a:ext>
                </a:extLst>
              </p:cNvPr>
              <p:cNvSpPr/>
              <p:nvPr/>
            </p:nvSpPr>
            <p:spPr>
              <a:xfrm>
                <a:off x="3225800" y="2071914"/>
                <a:ext cx="5740399" cy="2714172"/>
              </a:xfrm>
              <a:prstGeom prst="round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4" name="Rectangle: Rounded Corners 93">
                <a:extLst>
                  <a:ext uri="{FF2B5EF4-FFF2-40B4-BE49-F238E27FC236}">
                    <a16:creationId xmlns:a16="http://schemas.microsoft.com/office/drawing/2014/main" id="{1F4640CC-FED1-41DF-8391-CB4E486ADB33}"/>
                  </a:ext>
                </a:extLst>
              </p:cNvPr>
              <p:cNvSpPr/>
              <p:nvPr/>
            </p:nvSpPr>
            <p:spPr>
              <a:xfrm>
                <a:off x="3360055" y="2184399"/>
                <a:ext cx="5477122" cy="2489199"/>
              </a:xfrm>
              <a:prstGeom prst="roundRect">
                <a:avLst/>
              </a:prstGeom>
              <a:solidFill>
                <a:schemeClr val="accent5"/>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84" name="TextBox 83">
              <a:extLst>
                <a:ext uri="{FF2B5EF4-FFF2-40B4-BE49-F238E27FC236}">
                  <a16:creationId xmlns:a16="http://schemas.microsoft.com/office/drawing/2014/main" id="{2CA184D0-4E6A-3B49-E55F-B6961C020BE6}"/>
                </a:ext>
              </a:extLst>
            </p:cNvPr>
            <p:cNvSpPr txBox="1"/>
            <p:nvPr/>
          </p:nvSpPr>
          <p:spPr>
            <a:xfrm>
              <a:off x="3978318" y="2144744"/>
              <a:ext cx="3394799" cy="1340426"/>
            </a:xfrm>
            <a:prstGeom prst="rect">
              <a:avLst/>
            </a:prstGeom>
            <a:noFill/>
          </p:spPr>
          <p:txBody>
            <a:bodyPr wrap="square" rtlCol="0">
              <a:spAutoFit/>
            </a:bodyPr>
            <a:lstStyle/>
            <a:p>
              <a:r>
                <a:rPr lang="en-SG" sz="2000" b="1" dirty="0">
                  <a:solidFill>
                    <a:schemeClr val="bg1"/>
                  </a:solidFill>
                </a:rPr>
                <a:t>Oh no! There’s a delay! Fret not, you can quickly swap out Dragon Roller for something with less congestion!</a:t>
              </a:r>
            </a:p>
            <a:p>
              <a:endParaRPr lang="en-SG" sz="900" b="1" dirty="0">
                <a:solidFill>
                  <a:schemeClr val="bg1"/>
                </a:solidFill>
              </a:endParaRPr>
            </a:p>
          </p:txBody>
        </p:sp>
      </p:grpSp>
      <p:pic>
        <p:nvPicPr>
          <p:cNvPr id="107" name="Picture 106" descr="A blue and white logo&#10;&#10;AI-generated content may be incorrect.">
            <a:extLst>
              <a:ext uri="{FF2B5EF4-FFF2-40B4-BE49-F238E27FC236}">
                <a16:creationId xmlns:a16="http://schemas.microsoft.com/office/drawing/2014/main" id="{4CCEE338-8813-C7C7-4A5A-5AF605017D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61862" y="3814062"/>
            <a:ext cx="758741" cy="758741"/>
          </a:xfrm>
          <a:prstGeom prst="rect">
            <a:avLst/>
          </a:prstGeom>
        </p:spPr>
      </p:pic>
      <p:sp>
        <p:nvSpPr>
          <p:cNvPr id="108" name="Rectangle: Rounded Corners 107">
            <a:hlinkClick r:id="rId7" action="ppaction://hlinksldjump"/>
            <a:extLst>
              <a:ext uri="{FF2B5EF4-FFF2-40B4-BE49-F238E27FC236}">
                <a16:creationId xmlns:a16="http://schemas.microsoft.com/office/drawing/2014/main" id="{F78D1AB6-04E6-7A69-A3FD-B0CEAA740FB6}"/>
              </a:ext>
            </a:extLst>
          </p:cNvPr>
          <p:cNvSpPr/>
          <p:nvPr/>
        </p:nvSpPr>
        <p:spPr>
          <a:xfrm>
            <a:off x="9140031" y="5823621"/>
            <a:ext cx="1443346" cy="479800"/>
          </a:xfrm>
          <a:prstGeom prst="roundRect">
            <a:avLst>
              <a:gd name="adj" fmla="val 18237"/>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b="1" dirty="0">
                <a:solidFill>
                  <a:schemeClr val="bg1"/>
                </a:solidFill>
                <a:latin typeface="+mj-lt"/>
              </a:rPr>
              <a:t>OK</a:t>
            </a:r>
          </a:p>
        </p:txBody>
      </p:sp>
      <p:pic>
        <p:nvPicPr>
          <p:cNvPr id="109" name="Picture 108" descr="A yellow hand pointing up&#10;&#10;AI-generated content may be incorrect.">
            <a:extLst>
              <a:ext uri="{FF2B5EF4-FFF2-40B4-BE49-F238E27FC236}">
                <a16:creationId xmlns:a16="http://schemas.microsoft.com/office/drawing/2014/main" id="{A4198618-0F1C-E404-0EF8-F68FDF94EDF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322682" y="5992594"/>
            <a:ext cx="663866" cy="663866"/>
          </a:xfrm>
          <a:prstGeom prst="rect">
            <a:avLst/>
          </a:prstGeom>
        </p:spPr>
      </p:pic>
    </p:spTree>
    <p:extLst>
      <p:ext uri="{BB962C8B-B14F-4D97-AF65-F5344CB8AC3E}">
        <p14:creationId xmlns:p14="http://schemas.microsoft.com/office/powerpoint/2010/main" val="4109992765"/>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500"/>
                                        <p:tgtEl>
                                          <p:spTgt spid="106"/>
                                        </p:tgtEl>
                                      </p:cBhvr>
                                    </p:animEffect>
                                  </p:childTnLst>
                                </p:cTn>
                              </p:par>
                            </p:childTnLst>
                          </p:cTn>
                        </p:par>
                        <p:par>
                          <p:cTn id="8" fill="hold">
                            <p:stCondLst>
                              <p:cond delay="500"/>
                            </p:stCondLst>
                            <p:childTnLst>
                              <p:par>
                                <p:cTn id="9" presetID="32" presetClass="emph" presetSubtype="0" fill="hold" nodeType="afterEffect">
                                  <p:stCondLst>
                                    <p:cond delay="0"/>
                                  </p:stCondLst>
                                  <p:childTnLst>
                                    <p:animRot by="120000">
                                      <p:cBhvr>
                                        <p:cTn id="10" dur="100" fill="hold">
                                          <p:stCondLst>
                                            <p:cond delay="0"/>
                                          </p:stCondLst>
                                        </p:cTn>
                                        <p:tgtEl>
                                          <p:spTgt spid="106"/>
                                        </p:tgtEl>
                                        <p:attrNameLst>
                                          <p:attrName>r</p:attrName>
                                        </p:attrNameLst>
                                      </p:cBhvr>
                                    </p:animRot>
                                    <p:animRot by="-240000">
                                      <p:cBhvr>
                                        <p:cTn id="11" dur="200" fill="hold">
                                          <p:stCondLst>
                                            <p:cond delay="200"/>
                                          </p:stCondLst>
                                        </p:cTn>
                                        <p:tgtEl>
                                          <p:spTgt spid="106"/>
                                        </p:tgtEl>
                                        <p:attrNameLst>
                                          <p:attrName>r</p:attrName>
                                        </p:attrNameLst>
                                      </p:cBhvr>
                                    </p:animRot>
                                    <p:animRot by="240000">
                                      <p:cBhvr>
                                        <p:cTn id="12" dur="200" fill="hold">
                                          <p:stCondLst>
                                            <p:cond delay="400"/>
                                          </p:stCondLst>
                                        </p:cTn>
                                        <p:tgtEl>
                                          <p:spTgt spid="106"/>
                                        </p:tgtEl>
                                        <p:attrNameLst>
                                          <p:attrName>r</p:attrName>
                                        </p:attrNameLst>
                                      </p:cBhvr>
                                    </p:animRot>
                                    <p:animRot by="-240000">
                                      <p:cBhvr>
                                        <p:cTn id="13" dur="200" fill="hold">
                                          <p:stCondLst>
                                            <p:cond delay="600"/>
                                          </p:stCondLst>
                                        </p:cTn>
                                        <p:tgtEl>
                                          <p:spTgt spid="106"/>
                                        </p:tgtEl>
                                        <p:attrNameLst>
                                          <p:attrName>r</p:attrName>
                                        </p:attrNameLst>
                                      </p:cBhvr>
                                    </p:animRot>
                                    <p:animRot by="120000">
                                      <p:cBhvr>
                                        <p:cTn id="14" dur="200" fill="hold">
                                          <p:stCondLst>
                                            <p:cond delay="800"/>
                                          </p:stCondLst>
                                        </p:cTn>
                                        <p:tgtEl>
                                          <p:spTgt spid="106"/>
                                        </p:tgtEl>
                                        <p:attrNameLst>
                                          <p:attrName>r</p:attrName>
                                        </p:attrNameLst>
                                      </p:cBhvr>
                                    </p:animRot>
                                  </p:childTnLst>
                                </p:cTn>
                              </p:par>
                              <p:par>
                                <p:cTn id="15" presetID="10" presetClass="entr" presetSubtype="0" fill="hold" nodeType="withEffect">
                                  <p:stCondLst>
                                    <p:cond delay="0"/>
                                  </p:stCondLst>
                                  <p:childTnLst>
                                    <p:set>
                                      <p:cBhvr>
                                        <p:cTn id="16" dur="1" fill="hold">
                                          <p:stCondLst>
                                            <p:cond delay="0"/>
                                          </p:stCondLst>
                                        </p:cTn>
                                        <p:tgtEl>
                                          <p:spTgt spid="109"/>
                                        </p:tgtEl>
                                        <p:attrNameLst>
                                          <p:attrName>style.visibility</p:attrName>
                                        </p:attrNameLst>
                                      </p:cBhvr>
                                      <p:to>
                                        <p:strVal val="visible"/>
                                      </p:to>
                                    </p:set>
                                    <p:animEffect transition="in" filter="fade">
                                      <p:cBhvr>
                                        <p:cTn id="17" dur="500"/>
                                        <p:tgtEl>
                                          <p:spTgt spid="109"/>
                                        </p:tgtEl>
                                      </p:cBhvr>
                                    </p:animEffect>
                                  </p:childTnLst>
                                </p:cTn>
                              </p:par>
                            </p:childTnLst>
                          </p:cTn>
                        </p:par>
                        <p:par>
                          <p:cTn id="18" fill="hold">
                            <p:stCondLst>
                              <p:cond delay="1500"/>
                            </p:stCondLst>
                            <p:childTnLst>
                              <p:par>
                                <p:cTn id="19" presetID="32" presetClass="emph" presetSubtype="0" fill="hold" nodeType="afterEffect">
                                  <p:stCondLst>
                                    <p:cond delay="0"/>
                                  </p:stCondLst>
                                  <p:childTnLst>
                                    <p:animRot by="120000">
                                      <p:cBhvr>
                                        <p:cTn id="20" dur="100" fill="hold">
                                          <p:stCondLst>
                                            <p:cond delay="0"/>
                                          </p:stCondLst>
                                        </p:cTn>
                                        <p:tgtEl>
                                          <p:spTgt spid="109"/>
                                        </p:tgtEl>
                                        <p:attrNameLst>
                                          <p:attrName>r</p:attrName>
                                        </p:attrNameLst>
                                      </p:cBhvr>
                                    </p:animRot>
                                    <p:animRot by="-240000">
                                      <p:cBhvr>
                                        <p:cTn id="21" dur="200" fill="hold">
                                          <p:stCondLst>
                                            <p:cond delay="200"/>
                                          </p:stCondLst>
                                        </p:cTn>
                                        <p:tgtEl>
                                          <p:spTgt spid="109"/>
                                        </p:tgtEl>
                                        <p:attrNameLst>
                                          <p:attrName>r</p:attrName>
                                        </p:attrNameLst>
                                      </p:cBhvr>
                                    </p:animRot>
                                    <p:animRot by="240000">
                                      <p:cBhvr>
                                        <p:cTn id="22" dur="200" fill="hold">
                                          <p:stCondLst>
                                            <p:cond delay="400"/>
                                          </p:stCondLst>
                                        </p:cTn>
                                        <p:tgtEl>
                                          <p:spTgt spid="109"/>
                                        </p:tgtEl>
                                        <p:attrNameLst>
                                          <p:attrName>r</p:attrName>
                                        </p:attrNameLst>
                                      </p:cBhvr>
                                    </p:animRot>
                                    <p:animRot by="-240000">
                                      <p:cBhvr>
                                        <p:cTn id="23" dur="200" fill="hold">
                                          <p:stCondLst>
                                            <p:cond delay="600"/>
                                          </p:stCondLst>
                                        </p:cTn>
                                        <p:tgtEl>
                                          <p:spTgt spid="109"/>
                                        </p:tgtEl>
                                        <p:attrNameLst>
                                          <p:attrName>r</p:attrName>
                                        </p:attrNameLst>
                                      </p:cBhvr>
                                    </p:animRot>
                                    <p:animRot by="120000">
                                      <p:cBhvr>
                                        <p:cTn id="24" dur="200" fill="hold">
                                          <p:stCondLst>
                                            <p:cond delay="800"/>
                                          </p:stCondLst>
                                        </p:cTn>
                                        <p:tgtEl>
                                          <p:spTgt spid="10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2AFB1-9D83-23AF-57E5-3F6173C87B01}"/>
            </a:ext>
          </a:extLst>
        </p:cNvPr>
        <p:cNvGrpSpPr/>
        <p:nvPr/>
      </p:nvGrpSpPr>
      <p:grpSpPr>
        <a:xfrm>
          <a:off x="0" y="0"/>
          <a:ext cx="0" cy="0"/>
          <a:chOff x="0" y="0"/>
          <a:chExt cx="0" cy="0"/>
        </a:xfrm>
      </p:grpSpPr>
      <p:sp>
        <p:nvSpPr>
          <p:cNvPr id="19" name="Rectangle: Top Corners Rounded 18">
            <a:hlinkClick r:id="rId2" action="ppaction://hlinksldjump"/>
            <a:extLst>
              <a:ext uri="{FF2B5EF4-FFF2-40B4-BE49-F238E27FC236}">
                <a16:creationId xmlns:a16="http://schemas.microsoft.com/office/drawing/2014/main" id="{AD7B0CAE-A7A2-76E3-6474-EAF68BB76DA4}"/>
              </a:ext>
            </a:extLst>
          </p:cNvPr>
          <p:cNvSpPr/>
          <p:nvPr/>
        </p:nvSpPr>
        <p:spPr>
          <a:xfrm rot="10800000">
            <a:off x="3647691" y="5657672"/>
            <a:ext cx="4897594" cy="1200328"/>
          </a:xfrm>
          <a:prstGeom prst="round2Same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extBox 1">
            <a:extLst>
              <a:ext uri="{FF2B5EF4-FFF2-40B4-BE49-F238E27FC236}">
                <a16:creationId xmlns:a16="http://schemas.microsoft.com/office/drawing/2014/main" id="{7959E59A-A050-346F-E529-07C4BD9D7FC5}"/>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3" name="TextBox 2">
            <a:extLst>
              <a:ext uri="{FF2B5EF4-FFF2-40B4-BE49-F238E27FC236}">
                <a16:creationId xmlns:a16="http://schemas.microsoft.com/office/drawing/2014/main" id="{394F7519-BC9F-DF6D-DD89-0AC54B6F4618}"/>
              </a:ext>
            </a:extLst>
          </p:cNvPr>
          <p:cNvSpPr txBox="1"/>
          <p:nvPr/>
        </p:nvSpPr>
        <p:spPr>
          <a:xfrm>
            <a:off x="146528" y="1212939"/>
            <a:ext cx="3458268" cy="461665"/>
          </a:xfrm>
          <a:prstGeom prst="rect">
            <a:avLst/>
          </a:prstGeom>
          <a:noFill/>
        </p:spPr>
        <p:txBody>
          <a:bodyPr wrap="square" rtlCol="0">
            <a:spAutoFit/>
          </a:bodyPr>
          <a:lstStyle/>
          <a:p>
            <a:r>
              <a:rPr lang="en-SG" sz="2400" b="1" dirty="0">
                <a:latin typeface="+mj-lt"/>
              </a:rPr>
              <a:t>Now Viewing</a:t>
            </a:r>
          </a:p>
        </p:txBody>
      </p:sp>
      <p:sp>
        <p:nvSpPr>
          <p:cNvPr id="6" name="Rectangle 5">
            <a:extLst>
              <a:ext uri="{FF2B5EF4-FFF2-40B4-BE49-F238E27FC236}">
                <a16:creationId xmlns:a16="http://schemas.microsoft.com/office/drawing/2014/main" id="{BED3197F-D892-0A13-CDD1-5EDE08BDF66F}"/>
              </a:ext>
            </a:extLst>
          </p:cNvPr>
          <p:cNvSpPr/>
          <p:nvPr/>
        </p:nvSpPr>
        <p:spPr>
          <a:xfrm>
            <a:off x="239486" y="1772135"/>
            <a:ext cx="1765979" cy="545068"/>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tx1"/>
                </a:solidFill>
              </a:rPr>
              <a:t>Plan 1</a:t>
            </a:r>
          </a:p>
        </p:txBody>
      </p:sp>
      <p:sp>
        <p:nvSpPr>
          <p:cNvPr id="7" name="Rectangle: Rounded Corners 6">
            <a:extLst>
              <a:ext uri="{FF2B5EF4-FFF2-40B4-BE49-F238E27FC236}">
                <a16:creationId xmlns:a16="http://schemas.microsoft.com/office/drawing/2014/main" id="{4A501C7F-0ECE-1FA7-FF01-32CA63C599F6}"/>
              </a:ext>
            </a:extLst>
          </p:cNvPr>
          <p:cNvSpPr/>
          <p:nvPr/>
        </p:nvSpPr>
        <p:spPr>
          <a:xfrm>
            <a:off x="3646714" y="754742"/>
            <a:ext cx="4898572" cy="291011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 name="Rectangle: Rounded Corners 7">
            <a:extLst>
              <a:ext uri="{FF2B5EF4-FFF2-40B4-BE49-F238E27FC236}">
                <a16:creationId xmlns:a16="http://schemas.microsoft.com/office/drawing/2014/main" id="{62917F7E-FEF2-9FDC-7F27-70446EBF0AF3}"/>
              </a:ext>
            </a:extLst>
          </p:cNvPr>
          <p:cNvSpPr/>
          <p:nvPr/>
        </p:nvSpPr>
        <p:spPr>
          <a:xfrm>
            <a:off x="3646714" y="3795485"/>
            <a:ext cx="4898572" cy="2061029"/>
          </a:xfrm>
          <a:prstGeom prst="roundRect">
            <a:avLst/>
          </a:prstGeom>
          <a:solidFill>
            <a:schemeClr val="accent3">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 name="Rectangle 8">
            <a:extLst>
              <a:ext uri="{FF2B5EF4-FFF2-40B4-BE49-F238E27FC236}">
                <a16:creationId xmlns:a16="http://schemas.microsoft.com/office/drawing/2014/main" id="{C2FE10E0-CD4A-5E03-DB08-8E877BD28BF5}"/>
              </a:ext>
            </a:extLst>
          </p:cNvPr>
          <p:cNvSpPr/>
          <p:nvPr/>
        </p:nvSpPr>
        <p:spPr>
          <a:xfrm>
            <a:off x="8737600" y="1212939"/>
            <a:ext cx="3454400" cy="5645061"/>
          </a:xfrm>
          <a:prstGeom prst="rect">
            <a:avLst/>
          </a:prstGeom>
          <a:solidFill>
            <a:schemeClr val="tx2">
              <a:lumMod val="60000"/>
              <a:lumOff val="4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1" name="TextBox 10">
            <a:extLst>
              <a:ext uri="{FF2B5EF4-FFF2-40B4-BE49-F238E27FC236}">
                <a16:creationId xmlns:a16="http://schemas.microsoft.com/office/drawing/2014/main" id="{91DB83FF-0554-5BEB-850D-F9848861968D}"/>
              </a:ext>
            </a:extLst>
          </p:cNvPr>
          <p:cNvSpPr txBox="1"/>
          <p:nvPr/>
        </p:nvSpPr>
        <p:spPr>
          <a:xfrm>
            <a:off x="3797109" y="848805"/>
            <a:ext cx="2617039" cy="461665"/>
          </a:xfrm>
          <a:prstGeom prst="rect">
            <a:avLst/>
          </a:prstGeom>
          <a:noFill/>
        </p:spPr>
        <p:txBody>
          <a:bodyPr wrap="square" rtlCol="0">
            <a:spAutoFit/>
          </a:bodyPr>
          <a:lstStyle/>
          <a:p>
            <a:r>
              <a:rPr lang="en-SG" sz="2400" b="1" dirty="0"/>
              <a:t>Day’s Schedule</a:t>
            </a:r>
          </a:p>
        </p:txBody>
      </p:sp>
      <p:pic>
        <p:nvPicPr>
          <p:cNvPr id="12" name="Picture 11">
            <a:extLst>
              <a:ext uri="{FF2B5EF4-FFF2-40B4-BE49-F238E27FC236}">
                <a16:creationId xmlns:a16="http://schemas.microsoft.com/office/drawing/2014/main" id="{50617BFE-1EAF-5DD3-95DF-05C80F045663}"/>
              </a:ext>
            </a:extLst>
          </p:cNvPr>
          <p:cNvPicPr>
            <a:picLocks noChangeAspect="1"/>
          </p:cNvPicPr>
          <p:nvPr/>
        </p:nvPicPr>
        <p:blipFill>
          <a:blip r:embed="rId3"/>
          <a:stretch>
            <a:fillRect/>
          </a:stretch>
        </p:blipFill>
        <p:spPr>
          <a:xfrm>
            <a:off x="7829202" y="3881175"/>
            <a:ext cx="541494" cy="541494"/>
          </a:xfrm>
          <a:prstGeom prst="rect">
            <a:avLst/>
          </a:prstGeom>
        </p:spPr>
      </p:pic>
      <p:sp>
        <p:nvSpPr>
          <p:cNvPr id="13" name="TextBox 12">
            <a:extLst>
              <a:ext uri="{FF2B5EF4-FFF2-40B4-BE49-F238E27FC236}">
                <a16:creationId xmlns:a16="http://schemas.microsoft.com/office/drawing/2014/main" id="{AD4E0D69-7D8B-72AA-0A95-03F9780A59FD}"/>
              </a:ext>
            </a:extLst>
          </p:cNvPr>
          <p:cNvSpPr txBox="1"/>
          <p:nvPr/>
        </p:nvSpPr>
        <p:spPr>
          <a:xfrm>
            <a:off x="3897085" y="4540180"/>
            <a:ext cx="3664857" cy="1200329"/>
          </a:xfrm>
          <a:prstGeom prst="rect">
            <a:avLst/>
          </a:prstGeom>
          <a:noFill/>
        </p:spPr>
        <p:txBody>
          <a:bodyPr wrap="square" rtlCol="0">
            <a:spAutoFit/>
          </a:bodyPr>
          <a:lstStyle/>
          <a:p>
            <a:pPr marL="285750" indent="-285750">
              <a:buFontTx/>
              <a:buChar char="-"/>
            </a:pPr>
            <a:r>
              <a:rPr lang="en-SG" b="1" dirty="0">
                <a:solidFill>
                  <a:schemeClr val="accent4"/>
                </a:solidFill>
              </a:rPr>
              <a:t>Longer wait times than expected at Dragon Roller</a:t>
            </a:r>
          </a:p>
          <a:p>
            <a:pPr marL="742950" lvl="1" indent="-285750">
              <a:buFontTx/>
              <a:buChar char="-"/>
            </a:pPr>
            <a:r>
              <a:rPr lang="en-SG" dirty="0">
                <a:solidFill>
                  <a:schemeClr val="accent4"/>
                </a:solidFill>
              </a:rPr>
              <a:t>Old: 50 mins</a:t>
            </a:r>
          </a:p>
          <a:p>
            <a:pPr marL="742950" lvl="1" indent="-285750">
              <a:buFontTx/>
              <a:buChar char="-"/>
            </a:pPr>
            <a:r>
              <a:rPr lang="en-SG" dirty="0">
                <a:solidFill>
                  <a:schemeClr val="accent4"/>
                </a:solidFill>
              </a:rPr>
              <a:t>New: 1hr 20 mins</a:t>
            </a:r>
          </a:p>
        </p:txBody>
      </p:sp>
      <p:sp>
        <p:nvSpPr>
          <p:cNvPr id="20" name="TextBox 19">
            <a:extLst>
              <a:ext uri="{FF2B5EF4-FFF2-40B4-BE49-F238E27FC236}">
                <a16:creationId xmlns:a16="http://schemas.microsoft.com/office/drawing/2014/main" id="{3460D73B-5A93-4F05-7D2B-E84055715118}"/>
              </a:ext>
            </a:extLst>
          </p:cNvPr>
          <p:cNvSpPr txBox="1"/>
          <p:nvPr/>
        </p:nvSpPr>
        <p:spPr>
          <a:xfrm>
            <a:off x="3788229" y="5810073"/>
            <a:ext cx="2198914" cy="461665"/>
          </a:xfrm>
          <a:prstGeom prst="rect">
            <a:avLst/>
          </a:prstGeom>
          <a:noFill/>
        </p:spPr>
        <p:txBody>
          <a:bodyPr wrap="square" rtlCol="0">
            <a:spAutoFit/>
          </a:bodyPr>
          <a:lstStyle/>
          <a:p>
            <a:r>
              <a:rPr lang="en-SG" sz="2400" b="1" dirty="0">
                <a:solidFill>
                  <a:schemeClr val="accent2"/>
                </a:solidFill>
              </a:rPr>
              <a:t>Suggestions</a:t>
            </a:r>
          </a:p>
        </p:txBody>
      </p:sp>
      <p:sp>
        <p:nvSpPr>
          <p:cNvPr id="21" name="TextBox 20">
            <a:extLst>
              <a:ext uri="{FF2B5EF4-FFF2-40B4-BE49-F238E27FC236}">
                <a16:creationId xmlns:a16="http://schemas.microsoft.com/office/drawing/2014/main" id="{44CA378F-7EF2-73CD-DA87-9CF6CEB4B3CB}"/>
              </a:ext>
            </a:extLst>
          </p:cNvPr>
          <p:cNvSpPr txBox="1"/>
          <p:nvPr/>
        </p:nvSpPr>
        <p:spPr>
          <a:xfrm>
            <a:off x="3799112" y="6257836"/>
            <a:ext cx="2855687" cy="369332"/>
          </a:xfrm>
          <a:prstGeom prst="rect">
            <a:avLst/>
          </a:prstGeom>
          <a:noFill/>
        </p:spPr>
        <p:txBody>
          <a:bodyPr wrap="square" rtlCol="0">
            <a:spAutoFit/>
          </a:bodyPr>
          <a:lstStyle/>
          <a:p>
            <a:r>
              <a:rPr lang="en-SG" b="1" dirty="0">
                <a:solidFill>
                  <a:schemeClr val="accent4"/>
                </a:solidFill>
              </a:rPr>
              <a:t>Dragon Roller </a:t>
            </a:r>
            <a:r>
              <a:rPr lang="en-SG" b="1" dirty="0">
                <a:solidFill>
                  <a:schemeClr val="accent2"/>
                </a:solidFill>
                <a:sym typeface="Wingdings" panose="05000000000000000000" pitchFamily="2" charset="2"/>
              </a:rPr>
              <a:t> </a:t>
            </a:r>
            <a:r>
              <a:rPr lang="en-SG" b="1" dirty="0">
                <a:solidFill>
                  <a:schemeClr val="accent5"/>
                </a:solidFill>
                <a:sym typeface="Wingdings" panose="05000000000000000000" pitchFamily="2" charset="2"/>
              </a:rPr>
              <a:t>Typhoon</a:t>
            </a:r>
            <a:r>
              <a:rPr lang="en-SG" b="1" dirty="0">
                <a:solidFill>
                  <a:schemeClr val="accent4"/>
                </a:solidFill>
                <a:sym typeface="Wingdings" panose="05000000000000000000" pitchFamily="2" charset="2"/>
              </a:rPr>
              <a:t> </a:t>
            </a:r>
            <a:endParaRPr lang="en-SG" b="1" dirty="0">
              <a:solidFill>
                <a:schemeClr val="accent4"/>
              </a:solidFill>
            </a:endParaRPr>
          </a:p>
        </p:txBody>
      </p:sp>
      <p:pic>
        <p:nvPicPr>
          <p:cNvPr id="23" name="Picture 22">
            <a:extLst>
              <a:ext uri="{FF2B5EF4-FFF2-40B4-BE49-F238E27FC236}">
                <a16:creationId xmlns:a16="http://schemas.microsoft.com/office/drawing/2014/main" id="{97F3EF06-50FE-E505-C831-F805350AB6E4}"/>
              </a:ext>
            </a:extLst>
          </p:cNvPr>
          <p:cNvPicPr>
            <a:picLocks noChangeAspect="1"/>
          </p:cNvPicPr>
          <p:nvPr/>
        </p:nvPicPr>
        <p:blipFill>
          <a:blip r:embed="rId4"/>
          <a:stretch>
            <a:fillRect/>
          </a:stretch>
        </p:blipFill>
        <p:spPr>
          <a:xfrm>
            <a:off x="6806220" y="6122462"/>
            <a:ext cx="640079" cy="640079"/>
          </a:xfrm>
          <a:prstGeom prst="rect">
            <a:avLst/>
          </a:prstGeom>
        </p:spPr>
      </p:pic>
      <p:sp>
        <p:nvSpPr>
          <p:cNvPr id="24" name="TextBox 23">
            <a:extLst>
              <a:ext uri="{FF2B5EF4-FFF2-40B4-BE49-F238E27FC236}">
                <a16:creationId xmlns:a16="http://schemas.microsoft.com/office/drawing/2014/main" id="{83C1ADD7-FA22-3B38-6111-A6B1D9D931E1}"/>
              </a:ext>
            </a:extLst>
          </p:cNvPr>
          <p:cNvSpPr txBox="1"/>
          <p:nvPr/>
        </p:nvSpPr>
        <p:spPr>
          <a:xfrm>
            <a:off x="8802915" y="1310470"/>
            <a:ext cx="1383620" cy="461665"/>
          </a:xfrm>
          <a:prstGeom prst="rect">
            <a:avLst/>
          </a:prstGeom>
          <a:solidFill>
            <a:schemeClr val="bg1"/>
          </a:solidFill>
        </p:spPr>
        <p:txBody>
          <a:bodyPr wrap="square" rtlCol="0">
            <a:spAutoFit/>
          </a:bodyPr>
          <a:lstStyle/>
          <a:p>
            <a:r>
              <a:rPr lang="en-SG" sz="2400" b="1" dirty="0">
                <a:solidFill>
                  <a:schemeClr val="accent5"/>
                </a:solidFill>
              </a:rPr>
              <a:t>Chatbot</a:t>
            </a:r>
          </a:p>
        </p:txBody>
      </p:sp>
      <p:sp>
        <p:nvSpPr>
          <p:cNvPr id="26" name="Speech Bubble: Rectangle with Corners Rounded 25">
            <a:extLst>
              <a:ext uri="{FF2B5EF4-FFF2-40B4-BE49-F238E27FC236}">
                <a16:creationId xmlns:a16="http://schemas.microsoft.com/office/drawing/2014/main" id="{461B975E-3804-9E20-D887-7A46558D0000}"/>
              </a:ext>
            </a:extLst>
          </p:cNvPr>
          <p:cNvSpPr/>
          <p:nvPr/>
        </p:nvSpPr>
        <p:spPr>
          <a:xfrm>
            <a:off x="8802915" y="2104571"/>
            <a:ext cx="3349161" cy="3439161"/>
          </a:xfrm>
          <a:prstGeom prst="wedgeRoundRectCallout">
            <a:avLst>
              <a:gd name="adj1" fmla="val 48699"/>
              <a:gd name="adj2" fmla="val 60032"/>
              <a:gd name="adj3" fmla="val 16667"/>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t>H=</a:t>
            </a:r>
          </a:p>
        </p:txBody>
      </p:sp>
      <p:sp>
        <p:nvSpPr>
          <p:cNvPr id="27" name="TextBox 26">
            <a:extLst>
              <a:ext uri="{FF2B5EF4-FFF2-40B4-BE49-F238E27FC236}">
                <a16:creationId xmlns:a16="http://schemas.microsoft.com/office/drawing/2014/main" id="{1460A43B-9DBB-E05B-0E2E-9A0F3ACF5A27}"/>
              </a:ext>
            </a:extLst>
          </p:cNvPr>
          <p:cNvSpPr txBox="1"/>
          <p:nvPr/>
        </p:nvSpPr>
        <p:spPr>
          <a:xfrm>
            <a:off x="8984343" y="2317203"/>
            <a:ext cx="2968171" cy="923330"/>
          </a:xfrm>
          <a:prstGeom prst="rect">
            <a:avLst/>
          </a:prstGeom>
          <a:noFill/>
        </p:spPr>
        <p:txBody>
          <a:bodyPr wrap="square" rtlCol="0">
            <a:spAutoFit/>
          </a:bodyPr>
          <a:lstStyle/>
          <a:p>
            <a:r>
              <a:rPr lang="en-SG" dirty="0"/>
              <a:t>Hi Jane, feeling bored?</a:t>
            </a:r>
          </a:p>
          <a:p>
            <a:r>
              <a:rPr lang="en-SG" dirty="0"/>
              <a:t>Here are some additional rides to try:</a:t>
            </a:r>
          </a:p>
        </p:txBody>
      </p:sp>
      <p:pic>
        <p:nvPicPr>
          <p:cNvPr id="28" name="Picture 27">
            <a:extLst>
              <a:ext uri="{FF2B5EF4-FFF2-40B4-BE49-F238E27FC236}">
                <a16:creationId xmlns:a16="http://schemas.microsoft.com/office/drawing/2014/main" id="{52A2CE79-0A8E-EEBA-EA53-59458B7CA0FE}"/>
              </a:ext>
            </a:extLst>
          </p:cNvPr>
          <p:cNvPicPr>
            <a:picLocks noChangeAspect="1"/>
          </p:cNvPicPr>
          <p:nvPr/>
        </p:nvPicPr>
        <p:blipFill>
          <a:blip r:embed="rId5"/>
          <a:stretch>
            <a:fillRect/>
          </a:stretch>
        </p:blipFill>
        <p:spPr>
          <a:xfrm>
            <a:off x="9300031" y="3395969"/>
            <a:ext cx="782190" cy="782190"/>
          </a:xfrm>
          <a:prstGeom prst="rect">
            <a:avLst/>
          </a:prstGeom>
        </p:spPr>
      </p:pic>
      <p:pic>
        <p:nvPicPr>
          <p:cNvPr id="29" name="Picture 28">
            <a:extLst>
              <a:ext uri="{FF2B5EF4-FFF2-40B4-BE49-F238E27FC236}">
                <a16:creationId xmlns:a16="http://schemas.microsoft.com/office/drawing/2014/main" id="{26EB0ACA-BAD6-0CB3-15D9-26AB323C3E83}"/>
              </a:ext>
            </a:extLst>
          </p:cNvPr>
          <p:cNvPicPr>
            <a:picLocks noChangeAspect="1"/>
          </p:cNvPicPr>
          <p:nvPr/>
        </p:nvPicPr>
        <p:blipFill>
          <a:blip r:embed="rId6"/>
          <a:stretch>
            <a:fillRect/>
          </a:stretch>
        </p:blipFill>
        <p:spPr>
          <a:xfrm>
            <a:off x="10691103" y="3350630"/>
            <a:ext cx="852090" cy="814520"/>
          </a:xfrm>
          <a:prstGeom prst="rect">
            <a:avLst/>
          </a:prstGeom>
          <a:ln>
            <a:noFill/>
          </a:ln>
        </p:spPr>
      </p:pic>
      <p:sp>
        <p:nvSpPr>
          <p:cNvPr id="30" name="TextBox 29">
            <a:extLst>
              <a:ext uri="{FF2B5EF4-FFF2-40B4-BE49-F238E27FC236}">
                <a16:creationId xmlns:a16="http://schemas.microsoft.com/office/drawing/2014/main" id="{C8D96B76-1701-463A-7D74-D27650FAA4B5}"/>
              </a:ext>
            </a:extLst>
          </p:cNvPr>
          <p:cNvSpPr txBox="1"/>
          <p:nvPr/>
        </p:nvSpPr>
        <p:spPr>
          <a:xfrm>
            <a:off x="8967335" y="4252686"/>
            <a:ext cx="1420010" cy="523220"/>
          </a:xfrm>
          <a:prstGeom prst="rect">
            <a:avLst/>
          </a:prstGeom>
          <a:noFill/>
        </p:spPr>
        <p:txBody>
          <a:bodyPr wrap="square" rtlCol="0">
            <a:spAutoFit/>
          </a:bodyPr>
          <a:lstStyle/>
          <a:p>
            <a:pPr algn="ctr"/>
            <a:r>
              <a:rPr lang="en-SG" sz="1400" b="1" dirty="0">
                <a:solidFill>
                  <a:schemeClr val="accent5"/>
                </a:solidFill>
              </a:rPr>
              <a:t>Merry Go Round</a:t>
            </a:r>
          </a:p>
        </p:txBody>
      </p:sp>
      <p:sp>
        <p:nvSpPr>
          <p:cNvPr id="31" name="TextBox 30">
            <a:extLst>
              <a:ext uri="{FF2B5EF4-FFF2-40B4-BE49-F238E27FC236}">
                <a16:creationId xmlns:a16="http://schemas.microsoft.com/office/drawing/2014/main" id="{6708D123-B97E-D430-F642-F56AB012D365}"/>
              </a:ext>
            </a:extLst>
          </p:cNvPr>
          <p:cNvSpPr txBox="1"/>
          <p:nvPr/>
        </p:nvSpPr>
        <p:spPr>
          <a:xfrm>
            <a:off x="10407143" y="4232403"/>
            <a:ext cx="1420010" cy="307777"/>
          </a:xfrm>
          <a:prstGeom prst="rect">
            <a:avLst/>
          </a:prstGeom>
          <a:noFill/>
        </p:spPr>
        <p:txBody>
          <a:bodyPr wrap="square" rtlCol="0">
            <a:spAutoFit/>
          </a:bodyPr>
          <a:lstStyle/>
          <a:p>
            <a:pPr algn="ctr"/>
            <a:r>
              <a:rPr lang="en-SG" sz="1400" b="1" dirty="0">
                <a:solidFill>
                  <a:schemeClr val="accent5"/>
                </a:solidFill>
              </a:rPr>
              <a:t>Typhoon</a:t>
            </a:r>
          </a:p>
        </p:txBody>
      </p:sp>
      <p:sp>
        <p:nvSpPr>
          <p:cNvPr id="32" name="Rectangle: Rounded Corners 31">
            <a:extLst>
              <a:ext uri="{FF2B5EF4-FFF2-40B4-BE49-F238E27FC236}">
                <a16:creationId xmlns:a16="http://schemas.microsoft.com/office/drawing/2014/main" id="{6E1FAA57-824F-BF1E-459F-0072B89C41C8}"/>
              </a:ext>
            </a:extLst>
          </p:cNvPr>
          <p:cNvSpPr/>
          <p:nvPr/>
        </p:nvSpPr>
        <p:spPr>
          <a:xfrm>
            <a:off x="8904467" y="5992594"/>
            <a:ext cx="1418215" cy="33368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I’m fine</a:t>
            </a:r>
          </a:p>
        </p:txBody>
      </p:sp>
      <p:sp>
        <p:nvSpPr>
          <p:cNvPr id="33" name="Rectangle: Rounded Corners 32">
            <a:extLst>
              <a:ext uri="{FF2B5EF4-FFF2-40B4-BE49-F238E27FC236}">
                <a16:creationId xmlns:a16="http://schemas.microsoft.com/office/drawing/2014/main" id="{93BD3B78-222E-8838-AFE7-055E2C418977}"/>
              </a:ext>
            </a:extLst>
          </p:cNvPr>
          <p:cNvSpPr/>
          <p:nvPr/>
        </p:nvSpPr>
        <p:spPr>
          <a:xfrm>
            <a:off x="10464800" y="5992594"/>
            <a:ext cx="1418215" cy="33368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I’m hungry</a:t>
            </a:r>
          </a:p>
        </p:txBody>
      </p:sp>
      <p:sp>
        <p:nvSpPr>
          <p:cNvPr id="86" name="TextBox 85">
            <a:extLst>
              <a:ext uri="{FF2B5EF4-FFF2-40B4-BE49-F238E27FC236}">
                <a16:creationId xmlns:a16="http://schemas.microsoft.com/office/drawing/2014/main" id="{F949CC04-108A-3766-9FAE-45674B4F7770}"/>
              </a:ext>
            </a:extLst>
          </p:cNvPr>
          <p:cNvSpPr txBox="1"/>
          <p:nvPr/>
        </p:nvSpPr>
        <p:spPr>
          <a:xfrm>
            <a:off x="3897086" y="4052631"/>
            <a:ext cx="2198914" cy="461665"/>
          </a:xfrm>
          <a:prstGeom prst="rect">
            <a:avLst/>
          </a:prstGeom>
          <a:noFill/>
        </p:spPr>
        <p:txBody>
          <a:bodyPr wrap="square" rtlCol="0">
            <a:spAutoFit/>
          </a:bodyPr>
          <a:lstStyle/>
          <a:p>
            <a:r>
              <a:rPr lang="en-SG" sz="2400" b="1" dirty="0">
                <a:solidFill>
                  <a:schemeClr val="accent3"/>
                </a:solidFill>
              </a:rPr>
              <a:t>Alerts</a:t>
            </a:r>
            <a:r>
              <a:rPr lang="en-SG" sz="2400" b="1" dirty="0">
                <a:solidFill>
                  <a:schemeClr val="accent4"/>
                </a:solidFill>
              </a:rPr>
              <a:t>/Delays</a:t>
            </a:r>
          </a:p>
        </p:txBody>
      </p:sp>
      <p:sp>
        <p:nvSpPr>
          <p:cNvPr id="87" name="TextBox 86">
            <a:extLst>
              <a:ext uri="{FF2B5EF4-FFF2-40B4-BE49-F238E27FC236}">
                <a16:creationId xmlns:a16="http://schemas.microsoft.com/office/drawing/2014/main" id="{70C7060F-4370-4BF9-2F56-39C24E13686C}"/>
              </a:ext>
            </a:extLst>
          </p:cNvPr>
          <p:cNvSpPr txBox="1"/>
          <p:nvPr/>
        </p:nvSpPr>
        <p:spPr>
          <a:xfrm>
            <a:off x="3832884" y="1418935"/>
            <a:ext cx="1208076" cy="369332"/>
          </a:xfrm>
          <a:prstGeom prst="rect">
            <a:avLst/>
          </a:prstGeom>
          <a:noFill/>
        </p:spPr>
        <p:txBody>
          <a:bodyPr wrap="square" rtlCol="0">
            <a:spAutoFit/>
          </a:bodyPr>
          <a:lstStyle/>
          <a:p>
            <a:r>
              <a:rPr lang="en-SG" b="1" dirty="0"/>
              <a:t>11:30</a:t>
            </a:r>
          </a:p>
        </p:txBody>
      </p:sp>
      <p:sp>
        <p:nvSpPr>
          <p:cNvPr id="88" name="TextBox 87">
            <a:extLst>
              <a:ext uri="{FF2B5EF4-FFF2-40B4-BE49-F238E27FC236}">
                <a16:creationId xmlns:a16="http://schemas.microsoft.com/office/drawing/2014/main" id="{FC472EB7-3BDA-6DB3-6E9B-EE1EA551C2F9}"/>
              </a:ext>
            </a:extLst>
          </p:cNvPr>
          <p:cNvSpPr txBox="1"/>
          <p:nvPr/>
        </p:nvSpPr>
        <p:spPr>
          <a:xfrm>
            <a:off x="5119011" y="1430605"/>
            <a:ext cx="1563197" cy="369332"/>
          </a:xfrm>
          <a:prstGeom prst="rect">
            <a:avLst/>
          </a:prstGeom>
          <a:noFill/>
        </p:spPr>
        <p:txBody>
          <a:bodyPr wrap="square" rtlCol="0">
            <a:spAutoFit/>
          </a:bodyPr>
          <a:lstStyle/>
          <a:p>
            <a:r>
              <a:rPr lang="en-SG" dirty="0">
                <a:solidFill>
                  <a:schemeClr val="accent4"/>
                </a:solidFill>
              </a:rPr>
              <a:t>Dragon Roller</a:t>
            </a:r>
          </a:p>
        </p:txBody>
      </p:sp>
      <p:sp>
        <p:nvSpPr>
          <p:cNvPr id="89" name="TextBox 88">
            <a:extLst>
              <a:ext uri="{FF2B5EF4-FFF2-40B4-BE49-F238E27FC236}">
                <a16:creationId xmlns:a16="http://schemas.microsoft.com/office/drawing/2014/main" id="{1B16B8E4-9E8A-93F8-38DD-90A6F31E77E8}"/>
              </a:ext>
            </a:extLst>
          </p:cNvPr>
          <p:cNvSpPr txBox="1"/>
          <p:nvPr/>
        </p:nvSpPr>
        <p:spPr>
          <a:xfrm>
            <a:off x="3818273" y="1989275"/>
            <a:ext cx="1208076" cy="369332"/>
          </a:xfrm>
          <a:prstGeom prst="rect">
            <a:avLst/>
          </a:prstGeom>
          <a:noFill/>
        </p:spPr>
        <p:txBody>
          <a:bodyPr wrap="square" rtlCol="0">
            <a:spAutoFit/>
          </a:bodyPr>
          <a:lstStyle/>
          <a:p>
            <a:r>
              <a:rPr lang="en-SG" b="1" dirty="0"/>
              <a:t>12:15</a:t>
            </a:r>
          </a:p>
        </p:txBody>
      </p:sp>
      <p:sp>
        <p:nvSpPr>
          <p:cNvPr id="90" name="TextBox 89">
            <a:extLst>
              <a:ext uri="{FF2B5EF4-FFF2-40B4-BE49-F238E27FC236}">
                <a16:creationId xmlns:a16="http://schemas.microsoft.com/office/drawing/2014/main" id="{A16AA40E-9A1B-0009-F993-D942FE9E895B}"/>
              </a:ext>
            </a:extLst>
          </p:cNvPr>
          <p:cNvSpPr txBox="1"/>
          <p:nvPr/>
        </p:nvSpPr>
        <p:spPr>
          <a:xfrm>
            <a:off x="5119010" y="2012252"/>
            <a:ext cx="1563197" cy="369332"/>
          </a:xfrm>
          <a:prstGeom prst="rect">
            <a:avLst/>
          </a:prstGeom>
          <a:noFill/>
        </p:spPr>
        <p:txBody>
          <a:bodyPr wrap="square" rtlCol="0">
            <a:spAutoFit/>
          </a:bodyPr>
          <a:lstStyle/>
          <a:p>
            <a:r>
              <a:rPr lang="en-SG" dirty="0"/>
              <a:t>Ben’s Place</a:t>
            </a:r>
          </a:p>
        </p:txBody>
      </p:sp>
      <p:sp>
        <p:nvSpPr>
          <p:cNvPr id="91" name="TextBox 90">
            <a:extLst>
              <a:ext uri="{FF2B5EF4-FFF2-40B4-BE49-F238E27FC236}">
                <a16:creationId xmlns:a16="http://schemas.microsoft.com/office/drawing/2014/main" id="{0D5EDCB7-DD77-478D-2A54-52B1FC760559}"/>
              </a:ext>
            </a:extLst>
          </p:cNvPr>
          <p:cNvSpPr txBox="1"/>
          <p:nvPr/>
        </p:nvSpPr>
        <p:spPr>
          <a:xfrm rot="5400000">
            <a:off x="4727373" y="2645268"/>
            <a:ext cx="1244283" cy="646331"/>
          </a:xfrm>
          <a:prstGeom prst="rect">
            <a:avLst/>
          </a:prstGeom>
          <a:noFill/>
        </p:spPr>
        <p:txBody>
          <a:bodyPr wrap="square" rtlCol="0">
            <a:spAutoFit/>
          </a:bodyPr>
          <a:lstStyle/>
          <a:p>
            <a:pPr algn="ctr"/>
            <a:r>
              <a:rPr lang="en-SG" sz="3600" dirty="0"/>
              <a:t>…</a:t>
            </a:r>
          </a:p>
        </p:txBody>
      </p:sp>
      <p:cxnSp>
        <p:nvCxnSpPr>
          <p:cNvPr id="93" name="Straight Connector 92">
            <a:extLst>
              <a:ext uri="{FF2B5EF4-FFF2-40B4-BE49-F238E27FC236}">
                <a16:creationId xmlns:a16="http://schemas.microsoft.com/office/drawing/2014/main" id="{BC9853E3-F7ED-18DE-C906-2354128DD21E}"/>
              </a:ext>
            </a:extLst>
          </p:cNvPr>
          <p:cNvCxnSpPr>
            <a:cxnSpLocks/>
            <a:stCxn id="87" idx="1"/>
          </p:cNvCxnSpPr>
          <p:nvPr/>
        </p:nvCxnSpPr>
        <p:spPr>
          <a:xfrm flipV="1">
            <a:off x="3832884" y="1583647"/>
            <a:ext cx="772488" cy="19954"/>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sp>
        <p:nvSpPr>
          <p:cNvPr id="95" name="TextBox 94">
            <a:extLst>
              <a:ext uri="{FF2B5EF4-FFF2-40B4-BE49-F238E27FC236}">
                <a16:creationId xmlns:a16="http://schemas.microsoft.com/office/drawing/2014/main" id="{41209483-7F53-B410-4A56-775720FD8280}"/>
              </a:ext>
            </a:extLst>
          </p:cNvPr>
          <p:cNvSpPr txBox="1"/>
          <p:nvPr/>
        </p:nvSpPr>
        <p:spPr>
          <a:xfrm>
            <a:off x="4006212" y="1619944"/>
            <a:ext cx="1208076" cy="369332"/>
          </a:xfrm>
          <a:prstGeom prst="rect">
            <a:avLst/>
          </a:prstGeom>
          <a:noFill/>
        </p:spPr>
        <p:txBody>
          <a:bodyPr wrap="square" rtlCol="0">
            <a:spAutoFit/>
          </a:bodyPr>
          <a:lstStyle/>
          <a:p>
            <a:r>
              <a:rPr lang="en-SG" b="1" dirty="0">
                <a:solidFill>
                  <a:schemeClr val="accent4"/>
                </a:solidFill>
              </a:rPr>
              <a:t>12:15</a:t>
            </a:r>
          </a:p>
        </p:txBody>
      </p:sp>
      <p:pic>
        <p:nvPicPr>
          <p:cNvPr id="106" name="Picture 105" descr="A yellow hand pointing up&#10;&#10;AI-generated content may be incorrect.">
            <a:extLst>
              <a:ext uri="{FF2B5EF4-FFF2-40B4-BE49-F238E27FC236}">
                <a16:creationId xmlns:a16="http://schemas.microsoft.com/office/drawing/2014/main" id="{B67E850E-7DDB-34A9-1AB7-B649BB14720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42125" y="6271738"/>
            <a:ext cx="663866" cy="663866"/>
          </a:xfrm>
          <a:prstGeom prst="rect">
            <a:avLst/>
          </a:prstGeom>
        </p:spPr>
      </p:pic>
      <p:sp>
        <p:nvSpPr>
          <p:cNvPr id="4" name="Rectangle 3">
            <a:extLst>
              <a:ext uri="{FF2B5EF4-FFF2-40B4-BE49-F238E27FC236}">
                <a16:creationId xmlns:a16="http://schemas.microsoft.com/office/drawing/2014/main" id="{6BCF5BDF-B633-D9BA-63BA-E3BC37B3C067}"/>
              </a:ext>
            </a:extLst>
          </p:cNvPr>
          <p:cNvSpPr/>
          <p:nvPr/>
        </p:nvSpPr>
        <p:spPr>
          <a:xfrm>
            <a:off x="0" y="2489200"/>
            <a:ext cx="3454400" cy="43688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extBox 4">
            <a:extLst>
              <a:ext uri="{FF2B5EF4-FFF2-40B4-BE49-F238E27FC236}">
                <a16:creationId xmlns:a16="http://schemas.microsoft.com/office/drawing/2014/main" id="{1D903D20-ECE6-D723-8BB5-B3861BD3FFC0}"/>
              </a:ext>
            </a:extLst>
          </p:cNvPr>
          <p:cNvSpPr txBox="1"/>
          <p:nvPr/>
        </p:nvSpPr>
        <p:spPr>
          <a:xfrm>
            <a:off x="19540" y="2436507"/>
            <a:ext cx="1272015" cy="400110"/>
          </a:xfrm>
          <a:prstGeom prst="rect">
            <a:avLst/>
          </a:prstGeom>
          <a:noFill/>
        </p:spPr>
        <p:txBody>
          <a:bodyPr wrap="square" rtlCol="0">
            <a:spAutoFit/>
          </a:bodyPr>
          <a:lstStyle/>
          <a:p>
            <a:r>
              <a:rPr lang="en-SG" sz="2000" b="1" dirty="0">
                <a:solidFill>
                  <a:schemeClr val="tx2"/>
                </a:solidFill>
              </a:rPr>
              <a:t>Overview</a:t>
            </a:r>
            <a:endParaRPr lang="en-SG" sz="1600" b="1" dirty="0">
              <a:solidFill>
                <a:schemeClr val="tx2"/>
              </a:solidFill>
            </a:endParaRPr>
          </a:p>
        </p:txBody>
      </p:sp>
      <p:sp>
        <p:nvSpPr>
          <p:cNvPr id="14" name="TextBox 13">
            <a:extLst>
              <a:ext uri="{FF2B5EF4-FFF2-40B4-BE49-F238E27FC236}">
                <a16:creationId xmlns:a16="http://schemas.microsoft.com/office/drawing/2014/main" id="{720E6C75-C0C0-1CBC-AF08-2060831FCB80}"/>
              </a:ext>
            </a:extLst>
          </p:cNvPr>
          <p:cNvSpPr txBox="1"/>
          <p:nvPr/>
        </p:nvSpPr>
        <p:spPr>
          <a:xfrm>
            <a:off x="-10621" y="3024572"/>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11:30 AM</a:t>
            </a:r>
          </a:p>
        </p:txBody>
      </p:sp>
      <p:sp>
        <p:nvSpPr>
          <p:cNvPr id="15" name="TextBox 14">
            <a:extLst>
              <a:ext uri="{FF2B5EF4-FFF2-40B4-BE49-F238E27FC236}">
                <a16:creationId xmlns:a16="http://schemas.microsoft.com/office/drawing/2014/main" id="{11D4B829-3508-2BA9-CAC7-1AEE446AB33B}"/>
              </a:ext>
            </a:extLst>
          </p:cNvPr>
          <p:cNvSpPr txBox="1"/>
          <p:nvPr/>
        </p:nvSpPr>
        <p:spPr>
          <a:xfrm>
            <a:off x="1231559" y="3023744"/>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12:15 PM</a:t>
            </a:r>
          </a:p>
        </p:txBody>
      </p:sp>
      <p:pic>
        <p:nvPicPr>
          <p:cNvPr id="16" name="Picture 15" descr="A blue arrows pointing to a cross&#10;&#10;AI-generated content may be incorrect.">
            <a:extLst>
              <a:ext uri="{FF2B5EF4-FFF2-40B4-BE49-F238E27FC236}">
                <a16:creationId xmlns:a16="http://schemas.microsoft.com/office/drawing/2014/main" id="{A97C62AA-AE39-D3C2-14CA-FA5EA8C4AD1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13892" y="2516925"/>
            <a:ext cx="400110" cy="400110"/>
          </a:xfrm>
          <a:prstGeom prst="rect">
            <a:avLst/>
          </a:prstGeom>
        </p:spPr>
      </p:pic>
      <p:sp>
        <p:nvSpPr>
          <p:cNvPr id="17" name="TextBox 16">
            <a:extLst>
              <a:ext uri="{FF2B5EF4-FFF2-40B4-BE49-F238E27FC236}">
                <a16:creationId xmlns:a16="http://schemas.microsoft.com/office/drawing/2014/main" id="{37FE6B3A-BDEB-F6D0-F3B7-E669F44C2DC6}"/>
              </a:ext>
            </a:extLst>
          </p:cNvPr>
          <p:cNvSpPr txBox="1"/>
          <p:nvPr/>
        </p:nvSpPr>
        <p:spPr>
          <a:xfrm>
            <a:off x="19540" y="2738967"/>
            <a:ext cx="2760949" cy="307777"/>
          </a:xfrm>
          <a:prstGeom prst="rect">
            <a:avLst/>
          </a:prstGeom>
          <a:noFill/>
        </p:spPr>
        <p:txBody>
          <a:bodyPr wrap="square" rtlCol="0">
            <a:spAutoFit/>
          </a:bodyPr>
          <a:lstStyle/>
          <a:p>
            <a:r>
              <a:rPr lang="en-SG" sz="1400" dirty="0">
                <a:solidFill>
                  <a:schemeClr val="tx2"/>
                </a:solidFill>
              </a:rPr>
              <a:t>Expected start time of each event</a:t>
            </a:r>
            <a:endParaRPr lang="en-SG" sz="1100" dirty="0">
              <a:solidFill>
                <a:schemeClr val="tx2"/>
              </a:solidFill>
            </a:endParaRPr>
          </a:p>
        </p:txBody>
      </p:sp>
      <p:sp>
        <p:nvSpPr>
          <p:cNvPr id="18" name="Arrow: Pentagon 17">
            <a:extLst>
              <a:ext uri="{FF2B5EF4-FFF2-40B4-BE49-F238E27FC236}">
                <a16:creationId xmlns:a16="http://schemas.microsoft.com/office/drawing/2014/main" id="{728CC129-E787-1BC2-0765-C7F4B66C1346}"/>
              </a:ext>
            </a:extLst>
          </p:cNvPr>
          <p:cNvSpPr/>
          <p:nvPr/>
        </p:nvSpPr>
        <p:spPr>
          <a:xfrm>
            <a:off x="1317813" y="3374548"/>
            <a:ext cx="1522597" cy="399011"/>
          </a:xfrm>
          <a:prstGeom prst="homePlate">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2" name="TextBox 21">
            <a:extLst>
              <a:ext uri="{FF2B5EF4-FFF2-40B4-BE49-F238E27FC236}">
                <a16:creationId xmlns:a16="http://schemas.microsoft.com/office/drawing/2014/main" id="{19F9AD50-CD52-5BE0-6638-B6B2D5EE7272}"/>
              </a:ext>
            </a:extLst>
          </p:cNvPr>
          <p:cNvSpPr txBox="1"/>
          <p:nvPr/>
        </p:nvSpPr>
        <p:spPr>
          <a:xfrm>
            <a:off x="1357969" y="3419213"/>
            <a:ext cx="1240712" cy="307777"/>
          </a:xfrm>
          <a:prstGeom prst="rect">
            <a:avLst/>
          </a:prstGeom>
          <a:noFill/>
          <a:ln w="28575">
            <a:noFill/>
          </a:ln>
        </p:spPr>
        <p:txBody>
          <a:bodyPr wrap="square" rtlCol="0">
            <a:spAutoFit/>
          </a:bodyPr>
          <a:lstStyle/>
          <a:p>
            <a:pPr algn="ctr"/>
            <a:r>
              <a:rPr lang="en-SG" sz="1400" b="1" dirty="0">
                <a:solidFill>
                  <a:schemeClr val="tx2">
                    <a:lumMod val="50000"/>
                  </a:schemeClr>
                </a:solidFill>
              </a:rPr>
              <a:t>Ben’s Place</a:t>
            </a:r>
          </a:p>
        </p:txBody>
      </p:sp>
      <p:grpSp>
        <p:nvGrpSpPr>
          <p:cNvPr id="25" name="Group 24">
            <a:extLst>
              <a:ext uri="{FF2B5EF4-FFF2-40B4-BE49-F238E27FC236}">
                <a16:creationId xmlns:a16="http://schemas.microsoft.com/office/drawing/2014/main" id="{9635C284-AC11-AB41-B402-D53B4CA3990C}"/>
              </a:ext>
            </a:extLst>
          </p:cNvPr>
          <p:cNvGrpSpPr/>
          <p:nvPr/>
        </p:nvGrpSpPr>
        <p:grpSpPr>
          <a:xfrm>
            <a:off x="-9260" y="4217171"/>
            <a:ext cx="3463659" cy="1898273"/>
            <a:chOff x="1370" y="3428999"/>
            <a:chExt cx="5758704" cy="2646330"/>
          </a:xfrm>
        </p:grpSpPr>
        <p:sp>
          <p:nvSpPr>
            <p:cNvPr id="34" name="Rectangle 33">
              <a:extLst>
                <a:ext uri="{FF2B5EF4-FFF2-40B4-BE49-F238E27FC236}">
                  <a16:creationId xmlns:a16="http://schemas.microsoft.com/office/drawing/2014/main" id="{2F9DA689-0228-78AB-DA21-A00803750023}"/>
                </a:ext>
              </a:extLst>
            </p:cNvPr>
            <p:cNvSpPr/>
            <p:nvPr/>
          </p:nvSpPr>
          <p:spPr>
            <a:xfrm>
              <a:off x="1370" y="342899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6" name="Freeform: Shape 35">
              <a:extLst>
                <a:ext uri="{FF2B5EF4-FFF2-40B4-BE49-F238E27FC236}">
                  <a16:creationId xmlns:a16="http://schemas.microsoft.com/office/drawing/2014/main" id="{CD93838A-E594-AF13-14DA-37E5C2F1B073}"/>
                </a:ext>
              </a:extLst>
            </p:cNvPr>
            <p:cNvSpPr/>
            <p:nvPr/>
          </p:nvSpPr>
          <p:spPr>
            <a:xfrm>
              <a:off x="15713" y="344861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39" name="Group 38">
            <a:extLst>
              <a:ext uri="{FF2B5EF4-FFF2-40B4-BE49-F238E27FC236}">
                <a16:creationId xmlns:a16="http://schemas.microsoft.com/office/drawing/2014/main" id="{FA62E386-1156-D46E-D66D-16D78786D2AC}"/>
              </a:ext>
            </a:extLst>
          </p:cNvPr>
          <p:cNvGrpSpPr/>
          <p:nvPr/>
        </p:nvGrpSpPr>
        <p:grpSpPr>
          <a:xfrm>
            <a:off x="-7890" y="4217999"/>
            <a:ext cx="787307" cy="350033"/>
            <a:chOff x="3211177" y="4204405"/>
            <a:chExt cx="971932" cy="552452"/>
          </a:xfrm>
        </p:grpSpPr>
        <p:sp>
          <p:nvSpPr>
            <p:cNvPr id="40" name="Rectangle 39">
              <a:extLst>
                <a:ext uri="{FF2B5EF4-FFF2-40B4-BE49-F238E27FC236}">
                  <a16:creationId xmlns:a16="http://schemas.microsoft.com/office/drawing/2014/main" id="{3A9F1C00-1374-EB9E-3D1F-BB051E6279A5}"/>
                </a:ext>
              </a:extLst>
            </p:cNvPr>
            <p:cNvSpPr/>
            <p:nvPr userDrawn="1"/>
          </p:nvSpPr>
          <p:spPr>
            <a:xfrm>
              <a:off x="3211177" y="4204405"/>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41" name="TextBox 40">
              <a:extLst>
                <a:ext uri="{FF2B5EF4-FFF2-40B4-BE49-F238E27FC236}">
                  <a16:creationId xmlns:a16="http://schemas.microsoft.com/office/drawing/2014/main" id="{C64FF007-3E32-BDBC-27C9-D86547C3CE84}"/>
                </a:ext>
              </a:extLst>
            </p:cNvPr>
            <p:cNvSpPr txBox="1"/>
            <p:nvPr userDrawn="1"/>
          </p:nvSpPr>
          <p:spPr>
            <a:xfrm>
              <a:off x="3211177" y="4260295"/>
              <a:ext cx="971930" cy="400110"/>
            </a:xfrm>
            <a:prstGeom prst="rect">
              <a:avLst/>
            </a:prstGeom>
            <a:noFill/>
            <a:ln>
              <a:noFill/>
            </a:ln>
          </p:spPr>
          <p:txBody>
            <a:bodyPr wrap="square" rtlCol="0">
              <a:spAutoFit/>
            </a:bodyPr>
            <a:lstStyle/>
            <a:p>
              <a:pPr algn="ctr"/>
              <a:r>
                <a:rPr lang="en-SG" sz="2000" b="1" dirty="0">
                  <a:solidFill>
                    <a:srgbClr val="2F3C7E"/>
                  </a:solidFill>
                </a:rPr>
                <a:t>MAP</a:t>
              </a:r>
            </a:p>
          </p:txBody>
        </p:sp>
      </p:grpSp>
      <p:pic>
        <p:nvPicPr>
          <p:cNvPr id="42" name="Picture 41">
            <a:extLst>
              <a:ext uri="{FF2B5EF4-FFF2-40B4-BE49-F238E27FC236}">
                <a16:creationId xmlns:a16="http://schemas.microsoft.com/office/drawing/2014/main" id="{BD782C31-F6EB-0F0B-BA6C-6064BF09CCBD}"/>
              </a:ext>
            </a:extLst>
          </p:cNvPr>
          <p:cNvPicPr>
            <a:picLocks noChangeAspect="1"/>
          </p:cNvPicPr>
          <p:nvPr/>
        </p:nvPicPr>
        <p:blipFill>
          <a:blip r:embed="rId9"/>
          <a:stretch>
            <a:fillRect/>
          </a:stretch>
        </p:blipFill>
        <p:spPr>
          <a:xfrm>
            <a:off x="302211" y="5088861"/>
            <a:ext cx="386739" cy="194092"/>
          </a:xfrm>
          <a:prstGeom prst="rect">
            <a:avLst/>
          </a:prstGeom>
          <a:ln>
            <a:noFill/>
          </a:ln>
        </p:spPr>
      </p:pic>
      <p:sp>
        <p:nvSpPr>
          <p:cNvPr id="43" name="TextBox 42">
            <a:extLst>
              <a:ext uri="{FF2B5EF4-FFF2-40B4-BE49-F238E27FC236}">
                <a16:creationId xmlns:a16="http://schemas.microsoft.com/office/drawing/2014/main" id="{64C38880-FB1B-79B2-4EF5-7ABC00858344}"/>
              </a:ext>
            </a:extLst>
          </p:cNvPr>
          <p:cNvSpPr txBox="1"/>
          <p:nvPr/>
        </p:nvSpPr>
        <p:spPr>
          <a:xfrm>
            <a:off x="-64548" y="5271934"/>
            <a:ext cx="975313" cy="230832"/>
          </a:xfrm>
          <a:prstGeom prst="rect">
            <a:avLst/>
          </a:prstGeom>
          <a:noFill/>
          <a:ln>
            <a:noFill/>
          </a:ln>
        </p:spPr>
        <p:txBody>
          <a:bodyPr wrap="square" rtlCol="0">
            <a:spAutoFit/>
          </a:bodyPr>
          <a:lstStyle/>
          <a:p>
            <a:pPr algn="ctr"/>
            <a:r>
              <a:rPr lang="en-SG" sz="900" b="1" dirty="0">
                <a:solidFill>
                  <a:schemeClr val="tx2"/>
                </a:solidFill>
                <a:latin typeface="+mn-lt"/>
              </a:rPr>
              <a:t>Dragon Roller</a:t>
            </a:r>
          </a:p>
        </p:txBody>
      </p:sp>
      <p:sp>
        <p:nvSpPr>
          <p:cNvPr id="46" name="TextBox 45">
            <a:extLst>
              <a:ext uri="{FF2B5EF4-FFF2-40B4-BE49-F238E27FC236}">
                <a16:creationId xmlns:a16="http://schemas.microsoft.com/office/drawing/2014/main" id="{43469EB5-01C9-B8E7-C429-8DCF2BBBE679}"/>
              </a:ext>
            </a:extLst>
          </p:cNvPr>
          <p:cNvSpPr txBox="1"/>
          <p:nvPr/>
        </p:nvSpPr>
        <p:spPr>
          <a:xfrm>
            <a:off x="1191679" y="5241837"/>
            <a:ext cx="975313" cy="230832"/>
          </a:xfrm>
          <a:prstGeom prst="rect">
            <a:avLst/>
          </a:prstGeom>
          <a:noFill/>
          <a:ln>
            <a:noFill/>
          </a:ln>
        </p:spPr>
        <p:txBody>
          <a:bodyPr wrap="square" rtlCol="0">
            <a:spAutoFit/>
          </a:bodyPr>
          <a:lstStyle/>
          <a:p>
            <a:pPr algn="ctr"/>
            <a:r>
              <a:rPr lang="en-SG" sz="900" b="1" dirty="0">
                <a:solidFill>
                  <a:schemeClr val="tx2"/>
                </a:solidFill>
                <a:latin typeface="+mn-lt"/>
              </a:rPr>
              <a:t>Ben’s Place</a:t>
            </a:r>
          </a:p>
        </p:txBody>
      </p:sp>
      <p:pic>
        <p:nvPicPr>
          <p:cNvPr id="48" name="Picture 47">
            <a:extLst>
              <a:ext uri="{FF2B5EF4-FFF2-40B4-BE49-F238E27FC236}">
                <a16:creationId xmlns:a16="http://schemas.microsoft.com/office/drawing/2014/main" id="{B9D717B3-D270-7270-C7AD-EFB40684D4D3}"/>
              </a:ext>
            </a:extLst>
          </p:cNvPr>
          <p:cNvPicPr>
            <a:picLocks noChangeAspect="1"/>
          </p:cNvPicPr>
          <p:nvPr/>
        </p:nvPicPr>
        <p:blipFill>
          <a:blip r:embed="rId10"/>
          <a:stretch>
            <a:fillRect/>
          </a:stretch>
        </p:blipFill>
        <p:spPr>
          <a:xfrm>
            <a:off x="1513295" y="4955676"/>
            <a:ext cx="317160" cy="317160"/>
          </a:xfrm>
          <a:prstGeom prst="rect">
            <a:avLst/>
          </a:prstGeom>
        </p:spPr>
      </p:pic>
      <p:pic>
        <p:nvPicPr>
          <p:cNvPr id="61" name="Picture 60" descr="A blue arrows pointing to a cross&#10;&#10;AI-generated content may be incorrect.">
            <a:extLst>
              <a:ext uri="{FF2B5EF4-FFF2-40B4-BE49-F238E27FC236}">
                <a16:creationId xmlns:a16="http://schemas.microsoft.com/office/drawing/2014/main" id="{4F897370-5B76-67CB-BFD8-023FD4D2823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03075" y="4253411"/>
            <a:ext cx="350033" cy="350033"/>
          </a:xfrm>
          <a:prstGeom prst="rect">
            <a:avLst/>
          </a:prstGeom>
        </p:spPr>
      </p:pic>
      <p:grpSp>
        <p:nvGrpSpPr>
          <p:cNvPr id="62" name="Group 61">
            <a:extLst>
              <a:ext uri="{FF2B5EF4-FFF2-40B4-BE49-F238E27FC236}">
                <a16:creationId xmlns:a16="http://schemas.microsoft.com/office/drawing/2014/main" id="{63625F19-D829-6D60-EDF3-CFC5E1776C8F}"/>
              </a:ext>
            </a:extLst>
          </p:cNvPr>
          <p:cNvGrpSpPr/>
          <p:nvPr/>
        </p:nvGrpSpPr>
        <p:grpSpPr>
          <a:xfrm>
            <a:off x="2576782" y="4682036"/>
            <a:ext cx="688950" cy="438795"/>
            <a:chOff x="7478477" y="4729264"/>
            <a:chExt cx="1253006" cy="798045"/>
          </a:xfrm>
        </p:grpSpPr>
        <p:pic>
          <p:nvPicPr>
            <p:cNvPr id="63" name="Picture 62">
              <a:extLst>
                <a:ext uri="{FF2B5EF4-FFF2-40B4-BE49-F238E27FC236}">
                  <a16:creationId xmlns:a16="http://schemas.microsoft.com/office/drawing/2014/main" id="{3A90618F-6242-7373-389E-577EA15058E5}"/>
                </a:ext>
              </a:extLst>
            </p:cNvPr>
            <p:cNvPicPr>
              <a:picLocks noChangeAspect="1"/>
            </p:cNvPicPr>
            <p:nvPr/>
          </p:nvPicPr>
          <p:blipFill>
            <a:blip r:embed="rId11"/>
            <a:stretch>
              <a:fillRect/>
            </a:stretch>
          </p:blipFill>
          <p:spPr>
            <a:xfrm>
              <a:off x="7884122" y="4729264"/>
              <a:ext cx="446487" cy="446487"/>
            </a:xfrm>
            <a:prstGeom prst="rect">
              <a:avLst/>
            </a:prstGeom>
          </p:spPr>
        </p:pic>
        <p:sp>
          <p:nvSpPr>
            <p:cNvPr id="66" name="TextBox 65">
              <a:extLst>
                <a:ext uri="{FF2B5EF4-FFF2-40B4-BE49-F238E27FC236}">
                  <a16:creationId xmlns:a16="http://schemas.microsoft.com/office/drawing/2014/main" id="{54FE5538-9F1C-0B6E-4EF0-8FC4522DC6EF}"/>
                </a:ext>
              </a:extLst>
            </p:cNvPr>
            <p:cNvSpPr txBox="1"/>
            <p:nvPr/>
          </p:nvSpPr>
          <p:spPr>
            <a:xfrm>
              <a:off x="7478477" y="5107490"/>
              <a:ext cx="1253006" cy="419819"/>
            </a:xfrm>
            <a:prstGeom prst="rect">
              <a:avLst/>
            </a:prstGeom>
            <a:noFill/>
            <a:ln>
              <a:noFill/>
            </a:ln>
          </p:spPr>
          <p:txBody>
            <a:bodyPr wrap="square" rtlCol="0">
              <a:spAutoFit/>
            </a:bodyPr>
            <a:lstStyle/>
            <a:p>
              <a:pPr algn="ctr"/>
              <a:r>
                <a:rPr lang="en-SG" sz="900" b="1" dirty="0">
                  <a:solidFill>
                    <a:schemeClr val="tx2"/>
                  </a:solidFill>
                  <a:latin typeface="+mn-lt"/>
                </a:rPr>
                <a:t>Entrance</a:t>
              </a:r>
              <a:endParaRPr lang="en-SG" sz="1400" b="1" dirty="0">
                <a:solidFill>
                  <a:schemeClr val="tx2"/>
                </a:solidFill>
                <a:latin typeface="+mn-lt"/>
              </a:endParaRPr>
            </a:p>
          </p:txBody>
        </p:sp>
      </p:grpSp>
      <p:pic>
        <p:nvPicPr>
          <p:cNvPr id="68" name="Picture 67">
            <a:extLst>
              <a:ext uri="{FF2B5EF4-FFF2-40B4-BE49-F238E27FC236}">
                <a16:creationId xmlns:a16="http://schemas.microsoft.com/office/drawing/2014/main" id="{6E143006-2633-514C-BE1E-8969E907DECA}"/>
              </a:ext>
            </a:extLst>
          </p:cNvPr>
          <p:cNvPicPr>
            <a:picLocks noChangeAspect="1"/>
          </p:cNvPicPr>
          <p:nvPr/>
        </p:nvPicPr>
        <p:blipFill>
          <a:blip r:embed="rId12"/>
          <a:stretch>
            <a:fillRect/>
          </a:stretch>
        </p:blipFill>
        <p:spPr>
          <a:xfrm>
            <a:off x="2232307" y="4706750"/>
            <a:ext cx="240892" cy="240892"/>
          </a:xfrm>
          <a:prstGeom prst="rect">
            <a:avLst/>
          </a:prstGeom>
        </p:spPr>
      </p:pic>
      <p:sp>
        <p:nvSpPr>
          <p:cNvPr id="69" name="TextBox 68">
            <a:extLst>
              <a:ext uri="{FF2B5EF4-FFF2-40B4-BE49-F238E27FC236}">
                <a16:creationId xmlns:a16="http://schemas.microsoft.com/office/drawing/2014/main" id="{E252AF70-5539-3F9B-1611-E83C3CAC5B3A}"/>
              </a:ext>
            </a:extLst>
          </p:cNvPr>
          <p:cNvSpPr txBox="1"/>
          <p:nvPr/>
        </p:nvSpPr>
        <p:spPr>
          <a:xfrm>
            <a:off x="1865097" y="4904052"/>
            <a:ext cx="975313" cy="369332"/>
          </a:xfrm>
          <a:prstGeom prst="rect">
            <a:avLst/>
          </a:prstGeom>
          <a:noFill/>
          <a:ln>
            <a:noFill/>
          </a:ln>
        </p:spPr>
        <p:txBody>
          <a:bodyPr wrap="square" rtlCol="0">
            <a:spAutoFit/>
          </a:bodyPr>
          <a:lstStyle/>
          <a:p>
            <a:pPr algn="ctr"/>
            <a:r>
              <a:rPr lang="en-SG" sz="900" b="1" dirty="0">
                <a:solidFill>
                  <a:schemeClr val="tx2"/>
                </a:solidFill>
                <a:latin typeface="+mn-lt"/>
              </a:rPr>
              <a:t>Cirque Du Luna</a:t>
            </a:r>
          </a:p>
        </p:txBody>
      </p:sp>
      <p:pic>
        <p:nvPicPr>
          <p:cNvPr id="73" name="Picture 72">
            <a:extLst>
              <a:ext uri="{FF2B5EF4-FFF2-40B4-BE49-F238E27FC236}">
                <a16:creationId xmlns:a16="http://schemas.microsoft.com/office/drawing/2014/main" id="{6FE1D399-B792-3EDE-1C2A-275758D1DA26}"/>
              </a:ext>
            </a:extLst>
          </p:cNvPr>
          <p:cNvPicPr>
            <a:picLocks noChangeAspect="1"/>
          </p:cNvPicPr>
          <p:nvPr/>
        </p:nvPicPr>
        <p:blipFill>
          <a:blip r:embed="rId3"/>
          <a:stretch>
            <a:fillRect/>
          </a:stretch>
        </p:blipFill>
        <p:spPr>
          <a:xfrm>
            <a:off x="498813" y="4726112"/>
            <a:ext cx="475318" cy="475318"/>
          </a:xfrm>
          <a:prstGeom prst="rect">
            <a:avLst/>
          </a:prstGeom>
        </p:spPr>
      </p:pic>
      <p:grpSp>
        <p:nvGrpSpPr>
          <p:cNvPr id="76" name="Group 75">
            <a:extLst>
              <a:ext uri="{FF2B5EF4-FFF2-40B4-BE49-F238E27FC236}">
                <a16:creationId xmlns:a16="http://schemas.microsoft.com/office/drawing/2014/main" id="{DA0AC8CB-C193-C7CE-1FEF-40AC70125145}"/>
              </a:ext>
            </a:extLst>
          </p:cNvPr>
          <p:cNvGrpSpPr/>
          <p:nvPr/>
        </p:nvGrpSpPr>
        <p:grpSpPr>
          <a:xfrm>
            <a:off x="1513295" y="6111326"/>
            <a:ext cx="1947070" cy="552452"/>
            <a:chOff x="1" y="0"/>
            <a:chExt cx="1465462" cy="552452"/>
          </a:xfrm>
        </p:grpSpPr>
        <p:sp>
          <p:nvSpPr>
            <p:cNvPr id="77" name="Rectangle 76">
              <a:extLst>
                <a:ext uri="{FF2B5EF4-FFF2-40B4-BE49-F238E27FC236}">
                  <a16:creationId xmlns:a16="http://schemas.microsoft.com/office/drawing/2014/main" id="{87B5AE39-1259-C349-E1BA-22EB167FFA1B}"/>
                </a:ext>
              </a:extLst>
            </p:cNvPr>
            <p:cNvSpPr/>
            <p:nvPr userDrawn="1"/>
          </p:nvSpPr>
          <p:spPr>
            <a:xfrm>
              <a:off x="1" y="0"/>
              <a:ext cx="1465462"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r"/>
              <a:r>
                <a:rPr lang="en-SG" sz="2400" b="1" spc="0" dirty="0">
                  <a:solidFill>
                    <a:schemeClr val="tx1"/>
                  </a:solidFill>
                  <a:latin typeface="+mj-lt"/>
                </a:rPr>
                <a:t>Schedule</a:t>
              </a:r>
              <a:endParaRPr lang="en-SG" sz="2000" b="1" spc="0" dirty="0">
                <a:solidFill>
                  <a:schemeClr val="tx1"/>
                </a:solidFill>
                <a:latin typeface="+mj-lt"/>
              </a:endParaRPr>
            </a:p>
          </p:txBody>
        </p:sp>
        <p:pic>
          <p:nvPicPr>
            <p:cNvPr id="78" name="Picture 77" descr="A blue arrow pointing to the left&#10;&#10;AI-generated content may be incorrect.">
              <a:extLst>
                <a:ext uri="{FF2B5EF4-FFF2-40B4-BE49-F238E27FC236}">
                  <a16:creationId xmlns:a16="http://schemas.microsoft.com/office/drawing/2014/main" id="{0B424046-1DB2-B7D7-53C0-F121F11E43D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flipH="1">
              <a:off x="76198" y="164523"/>
              <a:ext cx="409049" cy="223406"/>
            </a:xfrm>
            <a:prstGeom prst="rect">
              <a:avLst/>
            </a:prstGeom>
          </p:spPr>
        </p:pic>
      </p:grpSp>
      <p:sp>
        <p:nvSpPr>
          <p:cNvPr id="79" name="Arrow: Pentagon 78">
            <a:extLst>
              <a:ext uri="{FF2B5EF4-FFF2-40B4-BE49-F238E27FC236}">
                <a16:creationId xmlns:a16="http://schemas.microsoft.com/office/drawing/2014/main" id="{F9968320-3458-5593-9828-8C7B3BCA9BC3}"/>
              </a:ext>
            </a:extLst>
          </p:cNvPr>
          <p:cNvSpPr/>
          <p:nvPr/>
        </p:nvSpPr>
        <p:spPr>
          <a:xfrm>
            <a:off x="30628" y="3368067"/>
            <a:ext cx="1460712" cy="399011"/>
          </a:xfrm>
          <a:prstGeom prst="homePlate">
            <a:avLst/>
          </a:prstGeom>
          <a:solidFill>
            <a:srgbClr val="FEE438"/>
          </a:solidFill>
          <a:ln>
            <a:solidFill>
              <a:srgbClr val="FEE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0" name="TextBox 79">
            <a:extLst>
              <a:ext uri="{FF2B5EF4-FFF2-40B4-BE49-F238E27FC236}">
                <a16:creationId xmlns:a16="http://schemas.microsoft.com/office/drawing/2014/main" id="{4E468B9F-A3EE-3D16-6A18-72030161AC17}"/>
              </a:ext>
            </a:extLst>
          </p:cNvPr>
          <p:cNvSpPr txBox="1"/>
          <p:nvPr/>
        </p:nvSpPr>
        <p:spPr>
          <a:xfrm>
            <a:off x="-16535" y="3398915"/>
            <a:ext cx="1344164" cy="307777"/>
          </a:xfrm>
          <a:prstGeom prst="rect">
            <a:avLst/>
          </a:prstGeom>
          <a:noFill/>
          <a:ln w="28575">
            <a:noFill/>
          </a:ln>
        </p:spPr>
        <p:txBody>
          <a:bodyPr wrap="square" rtlCol="0">
            <a:spAutoFit/>
          </a:bodyPr>
          <a:lstStyle/>
          <a:p>
            <a:pPr algn="ctr"/>
            <a:r>
              <a:rPr lang="en-SG" sz="1400" b="1" dirty="0">
                <a:solidFill>
                  <a:schemeClr val="tx2">
                    <a:lumMod val="50000"/>
                  </a:schemeClr>
                </a:solidFill>
              </a:rPr>
              <a:t>Dragon Roller</a:t>
            </a:r>
          </a:p>
        </p:txBody>
      </p:sp>
      <p:sp>
        <p:nvSpPr>
          <p:cNvPr id="81" name="TextBox 80">
            <a:extLst>
              <a:ext uri="{FF2B5EF4-FFF2-40B4-BE49-F238E27FC236}">
                <a16:creationId xmlns:a16="http://schemas.microsoft.com/office/drawing/2014/main" id="{38F7ADB1-9CF4-FFF3-C9BC-0FBFE41D7F51}"/>
              </a:ext>
            </a:extLst>
          </p:cNvPr>
          <p:cNvSpPr txBox="1"/>
          <p:nvPr/>
        </p:nvSpPr>
        <p:spPr>
          <a:xfrm>
            <a:off x="2461091" y="3135101"/>
            <a:ext cx="1244283" cy="646331"/>
          </a:xfrm>
          <a:prstGeom prst="rect">
            <a:avLst/>
          </a:prstGeom>
          <a:noFill/>
        </p:spPr>
        <p:txBody>
          <a:bodyPr wrap="square" rtlCol="0">
            <a:spAutoFit/>
          </a:bodyPr>
          <a:lstStyle/>
          <a:p>
            <a:pPr algn="ctr"/>
            <a:r>
              <a:rPr lang="en-SG" sz="3600" dirty="0"/>
              <a:t>…</a:t>
            </a:r>
          </a:p>
        </p:txBody>
      </p:sp>
    </p:spTree>
    <p:extLst>
      <p:ext uri="{BB962C8B-B14F-4D97-AF65-F5344CB8AC3E}">
        <p14:creationId xmlns:p14="http://schemas.microsoft.com/office/powerpoint/2010/main" val="2772333175"/>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500"/>
                                        <p:tgtEl>
                                          <p:spTgt spid="106"/>
                                        </p:tgtEl>
                                      </p:cBhvr>
                                    </p:animEffect>
                                  </p:childTnLst>
                                </p:cTn>
                              </p:par>
                            </p:childTnLst>
                          </p:cTn>
                        </p:par>
                        <p:par>
                          <p:cTn id="8" fill="hold">
                            <p:stCondLst>
                              <p:cond delay="500"/>
                            </p:stCondLst>
                            <p:childTnLst>
                              <p:par>
                                <p:cTn id="9" presetID="32" presetClass="emph" presetSubtype="0" fill="hold" nodeType="afterEffect">
                                  <p:stCondLst>
                                    <p:cond delay="0"/>
                                  </p:stCondLst>
                                  <p:childTnLst>
                                    <p:animRot by="120000">
                                      <p:cBhvr>
                                        <p:cTn id="10" dur="100" fill="hold">
                                          <p:stCondLst>
                                            <p:cond delay="0"/>
                                          </p:stCondLst>
                                        </p:cTn>
                                        <p:tgtEl>
                                          <p:spTgt spid="106"/>
                                        </p:tgtEl>
                                        <p:attrNameLst>
                                          <p:attrName>r</p:attrName>
                                        </p:attrNameLst>
                                      </p:cBhvr>
                                    </p:animRot>
                                    <p:animRot by="-240000">
                                      <p:cBhvr>
                                        <p:cTn id="11" dur="200" fill="hold">
                                          <p:stCondLst>
                                            <p:cond delay="200"/>
                                          </p:stCondLst>
                                        </p:cTn>
                                        <p:tgtEl>
                                          <p:spTgt spid="106"/>
                                        </p:tgtEl>
                                        <p:attrNameLst>
                                          <p:attrName>r</p:attrName>
                                        </p:attrNameLst>
                                      </p:cBhvr>
                                    </p:animRot>
                                    <p:animRot by="240000">
                                      <p:cBhvr>
                                        <p:cTn id="12" dur="200" fill="hold">
                                          <p:stCondLst>
                                            <p:cond delay="400"/>
                                          </p:stCondLst>
                                        </p:cTn>
                                        <p:tgtEl>
                                          <p:spTgt spid="106"/>
                                        </p:tgtEl>
                                        <p:attrNameLst>
                                          <p:attrName>r</p:attrName>
                                        </p:attrNameLst>
                                      </p:cBhvr>
                                    </p:animRot>
                                    <p:animRot by="-240000">
                                      <p:cBhvr>
                                        <p:cTn id="13" dur="200" fill="hold">
                                          <p:stCondLst>
                                            <p:cond delay="600"/>
                                          </p:stCondLst>
                                        </p:cTn>
                                        <p:tgtEl>
                                          <p:spTgt spid="106"/>
                                        </p:tgtEl>
                                        <p:attrNameLst>
                                          <p:attrName>r</p:attrName>
                                        </p:attrNameLst>
                                      </p:cBhvr>
                                    </p:animRot>
                                    <p:animRot by="120000">
                                      <p:cBhvr>
                                        <p:cTn id="14" dur="200" fill="hold">
                                          <p:stCondLst>
                                            <p:cond delay="800"/>
                                          </p:stCondLst>
                                        </p:cTn>
                                        <p:tgtEl>
                                          <p:spTgt spid="10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4F6C4-0729-178D-0B56-CC4613C9A0F7}"/>
            </a:ext>
          </a:extLst>
        </p:cNvPr>
        <p:cNvGrpSpPr/>
        <p:nvPr/>
      </p:nvGrpSpPr>
      <p:grpSpPr>
        <a:xfrm>
          <a:off x="0" y="0"/>
          <a:ext cx="0" cy="0"/>
          <a:chOff x="0" y="0"/>
          <a:chExt cx="0" cy="0"/>
        </a:xfrm>
      </p:grpSpPr>
      <p:sp>
        <p:nvSpPr>
          <p:cNvPr id="19" name="Rectangle: Top Corners Rounded 18">
            <a:extLst>
              <a:ext uri="{FF2B5EF4-FFF2-40B4-BE49-F238E27FC236}">
                <a16:creationId xmlns:a16="http://schemas.microsoft.com/office/drawing/2014/main" id="{049A28DC-C482-645A-5B14-FC8C4480F335}"/>
              </a:ext>
            </a:extLst>
          </p:cNvPr>
          <p:cNvSpPr/>
          <p:nvPr/>
        </p:nvSpPr>
        <p:spPr>
          <a:xfrm rot="10800000">
            <a:off x="3647691" y="5657672"/>
            <a:ext cx="4897594" cy="1200328"/>
          </a:xfrm>
          <a:prstGeom prst="round2SameRect">
            <a:avLst/>
          </a:prstGeom>
          <a:solidFill>
            <a:schemeClr val="accent2">
              <a:lumMod val="20000"/>
              <a:lumOff val="8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extBox 1">
            <a:extLst>
              <a:ext uri="{FF2B5EF4-FFF2-40B4-BE49-F238E27FC236}">
                <a16:creationId xmlns:a16="http://schemas.microsoft.com/office/drawing/2014/main" id="{D843A6F3-D3B4-C082-EB8B-EF5EC0963A79}"/>
              </a:ext>
            </a:extLst>
          </p:cNvPr>
          <p:cNvSpPr txBox="1"/>
          <p:nvPr/>
        </p:nvSpPr>
        <p:spPr>
          <a:xfrm>
            <a:off x="10525330" y="0"/>
            <a:ext cx="1666670" cy="523220"/>
          </a:xfrm>
          <a:prstGeom prst="rect">
            <a:avLst/>
          </a:prstGeom>
          <a:noFill/>
        </p:spPr>
        <p:txBody>
          <a:bodyPr wrap="square">
            <a:spAutoFit/>
          </a:bodyPr>
          <a:lstStyle/>
          <a:p>
            <a:pPr algn="ctr"/>
            <a:r>
              <a:rPr lang="en-SG" sz="2800" b="1" spc="300" dirty="0">
                <a:solidFill>
                  <a:schemeClr val="accent2">
                    <a:lumMod val="75000"/>
                  </a:schemeClr>
                </a:solidFill>
                <a:latin typeface="Agency FB" panose="020B0503020202020204" pitchFamily="34" charset="0"/>
              </a:rPr>
              <a:t>11:00 AM</a:t>
            </a:r>
          </a:p>
        </p:txBody>
      </p:sp>
      <p:sp>
        <p:nvSpPr>
          <p:cNvPr id="3" name="TextBox 2">
            <a:extLst>
              <a:ext uri="{FF2B5EF4-FFF2-40B4-BE49-F238E27FC236}">
                <a16:creationId xmlns:a16="http://schemas.microsoft.com/office/drawing/2014/main" id="{38912285-6E28-9F47-F99A-7DA4279EA96B}"/>
              </a:ext>
            </a:extLst>
          </p:cNvPr>
          <p:cNvSpPr txBox="1"/>
          <p:nvPr/>
        </p:nvSpPr>
        <p:spPr>
          <a:xfrm>
            <a:off x="146528" y="1212939"/>
            <a:ext cx="3458268" cy="461665"/>
          </a:xfrm>
          <a:prstGeom prst="rect">
            <a:avLst/>
          </a:prstGeom>
          <a:noFill/>
        </p:spPr>
        <p:txBody>
          <a:bodyPr wrap="square" rtlCol="0">
            <a:spAutoFit/>
          </a:bodyPr>
          <a:lstStyle/>
          <a:p>
            <a:r>
              <a:rPr lang="en-SG" sz="2400" b="1" dirty="0">
                <a:latin typeface="+mj-lt"/>
              </a:rPr>
              <a:t>Now Viewing</a:t>
            </a:r>
          </a:p>
        </p:txBody>
      </p:sp>
      <p:sp>
        <p:nvSpPr>
          <p:cNvPr id="6" name="Rectangle 5">
            <a:extLst>
              <a:ext uri="{FF2B5EF4-FFF2-40B4-BE49-F238E27FC236}">
                <a16:creationId xmlns:a16="http://schemas.microsoft.com/office/drawing/2014/main" id="{29A03CC2-935B-CE03-A1E6-F1D377C25341}"/>
              </a:ext>
            </a:extLst>
          </p:cNvPr>
          <p:cNvSpPr/>
          <p:nvPr/>
        </p:nvSpPr>
        <p:spPr>
          <a:xfrm>
            <a:off x="239486" y="1772135"/>
            <a:ext cx="1765979" cy="545068"/>
          </a:xfrm>
          <a:prstGeom prst="rect">
            <a:avLst/>
          </a:prstGeom>
          <a:gradFill>
            <a:gsLst>
              <a:gs pos="79000">
                <a:schemeClr val="bg1"/>
              </a:gs>
              <a:gs pos="100000">
                <a:schemeClr val="accent5">
                  <a:lumMod val="45000"/>
                  <a:lumOff val="55000"/>
                </a:schemeClr>
              </a:gs>
              <a:gs pos="100000">
                <a:schemeClr val="accent5">
                  <a:lumMod val="45000"/>
                  <a:lumOff val="55000"/>
                </a:schemeClr>
              </a:gs>
              <a:gs pos="100000">
                <a:schemeClr val="accent5">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400" b="1" dirty="0">
                <a:solidFill>
                  <a:schemeClr val="tx1"/>
                </a:solidFill>
              </a:rPr>
              <a:t>Plan 1</a:t>
            </a:r>
          </a:p>
        </p:txBody>
      </p:sp>
      <p:sp>
        <p:nvSpPr>
          <p:cNvPr id="7" name="Rectangle: Rounded Corners 6">
            <a:extLst>
              <a:ext uri="{FF2B5EF4-FFF2-40B4-BE49-F238E27FC236}">
                <a16:creationId xmlns:a16="http://schemas.microsoft.com/office/drawing/2014/main" id="{566DBF3D-4A4E-A351-1035-769A87522C61}"/>
              </a:ext>
            </a:extLst>
          </p:cNvPr>
          <p:cNvSpPr/>
          <p:nvPr/>
        </p:nvSpPr>
        <p:spPr>
          <a:xfrm>
            <a:off x="3646714" y="754742"/>
            <a:ext cx="4898572" cy="2910114"/>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 name="Rectangle: Rounded Corners 7">
            <a:extLst>
              <a:ext uri="{FF2B5EF4-FFF2-40B4-BE49-F238E27FC236}">
                <a16:creationId xmlns:a16="http://schemas.microsoft.com/office/drawing/2014/main" id="{149663B4-7CDE-8258-CAE1-BCA9CA52FE2B}"/>
              </a:ext>
            </a:extLst>
          </p:cNvPr>
          <p:cNvSpPr/>
          <p:nvPr/>
        </p:nvSpPr>
        <p:spPr>
          <a:xfrm>
            <a:off x="3646714" y="3795485"/>
            <a:ext cx="4898572" cy="2061029"/>
          </a:xfrm>
          <a:prstGeom prst="roundRect">
            <a:avLst/>
          </a:prstGeom>
          <a:solidFill>
            <a:schemeClr val="accent3">
              <a:lumMod val="20000"/>
              <a:lumOff val="8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 name="Rectangle 8">
            <a:extLst>
              <a:ext uri="{FF2B5EF4-FFF2-40B4-BE49-F238E27FC236}">
                <a16:creationId xmlns:a16="http://schemas.microsoft.com/office/drawing/2014/main" id="{A3589E67-02AA-DC4E-8BB7-47F847C617E0}"/>
              </a:ext>
            </a:extLst>
          </p:cNvPr>
          <p:cNvSpPr/>
          <p:nvPr/>
        </p:nvSpPr>
        <p:spPr>
          <a:xfrm>
            <a:off x="8737600" y="1212939"/>
            <a:ext cx="3454400" cy="5645061"/>
          </a:xfrm>
          <a:prstGeom prst="rect">
            <a:avLst/>
          </a:prstGeom>
          <a:solidFill>
            <a:schemeClr val="tx2">
              <a:lumMod val="60000"/>
              <a:lumOff val="4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1" name="TextBox 10">
            <a:extLst>
              <a:ext uri="{FF2B5EF4-FFF2-40B4-BE49-F238E27FC236}">
                <a16:creationId xmlns:a16="http://schemas.microsoft.com/office/drawing/2014/main" id="{5560559F-91CC-92E6-D7DF-7CD37D56EC0A}"/>
              </a:ext>
            </a:extLst>
          </p:cNvPr>
          <p:cNvSpPr txBox="1"/>
          <p:nvPr/>
        </p:nvSpPr>
        <p:spPr>
          <a:xfrm>
            <a:off x="3797109" y="848805"/>
            <a:ext cx="2617039" cy="461665"/>
          </a:xfrm>
          <a:prstGeom prst="rect">
            <a:avLst/>
          </a:prstGeom>
          <a:noFill/>
        </p:spPr>
        <p:txBody>
          <a:bodyPr wrap="square" rtlCol="0">
            <a:spAutoFit/>
          </a:bodyPr>
          <a:lstStyle/>
          <a:p>
            <a:r>
              <a:rPr lang="en-SG" sz="2400" b="1" dirty="0"/>
              <a:t>Day’s Schedule</a:t>
            </a:r>
          </a:p>
        </p:txBody>
      </p:sp>
      <p:pic>
        <p:nvPicPr>
          <p:cNvPr id="12" name="Picture 11">
            <a:extLst>
              <a:ext uri="{FF2B5EF4-FFF2-40B4-BE49-F238E27FC236}">
                <a16:creationId xmlns:a16="http://schemas.microsoft.com/office/drawing/2014/main" id="{1B46076B-78CA-53AF-C350-B03749BF5AC2}"/>
              </a:ext>
            </a:extLst>
          </p:cNvPr>
          <p:cNvPicPr>
            <a:picLocks noChangeAspect="1"/>
          </p:cNvPicPr>
          <p:nvPr/>
        </p:nvPicPr>
        <p:blipFill>
          <a:blip r:embed="rId2"/>
          <a:stretch>
            <a:fillRect/>
          </a:stretch>
        </p:blipFill>
        <p:spPr>
          <a:xfrm>
            <a:off x="7829202" y="3881175"/>
            <a:ext cx="541494" cy="541494"/>
          </a:xfrm>
          <a:prstGeom prst="rect">
            <a:avLst/>
          </a:prstGeom>
        </p:spPr>
      </p:pic>
      <p:sp>
        <p:nvSpPr>
          <p:cNvPr id="13" name="TextBox 12">
            <a:extLst>
              <a:ext uri="{FF2B5EF4-FFF2-40B4-BE49-F238E27FC236}">
                <a16:creationId xmlns:a16="http://schemas.microsoft.com/office/drawing/2014/main" id="{302813E8-C653-2040-15FF-CDFC662C06F9}"/>
              </a:ext>
            </a:extLst>
          </p:cNvPr>
          <p:cNvSpPr txBox="1"/>
          <p:nvPr/>
        </p:nvSpPr>
        <p:spPr>
          <a:xfrm>
            <a:off x="3897085" y="4540180"/>
            <a:ext cx="3664857" cy="1200329"/>
          </a:xfrm>
          <a:prstGeom prst="rect">
            <a:avLst/>
          </a:prstGeom>
          <a:noFill/>
        </p:spPr>
        <p:txBody>
          <a:bodyPr wrap="square" rtlCol="0">
            <a:spAutoFit/>
          </a:bodyPr>
          <a:lstStyle/>
          <a:p>
            <a:pPr marL="285750" indent="-285750">
              <a:buFontTx/>
              <a:buChar char="-"/>
            </a:pPr>
            <a:r>
              <a:rPr lang="en-SG" b="1" dirty="0">
                <a:solidFill>
                  <a:schemeClr val="accent4"/>
                </a:solidFill>
              </a:rPr>
              <a:t>Longer wait times than expected at Dragon Roller</a:t>
            </a:r>
          </a:p>
          <a:p>
            <a:pPr marL="742950" lvl="1" indent="-285750">
              <a:buFontTx/>
              <a:buChar char="-"/>
            </a:pPr>
            <a:r>
              <a:rPr lang="en-SG" dirty="0">
                <a:solidFill>
                  <a:schemeClr val="accent4"/>
                </a:solidFill>
              </a:rPr>
              <a:t>Old: 50 mins</a:t>
            </a:r>
          </a:p>
          <a:p>
            <a:pPr marL="742950" lvl="1" indent="-285750">
              <a:buFontTx/>
              <a:buChar char="-"/>
            </a:pPr>
            <a:r>
              <a:rPr lang="en-SG" dirty="0">
                <a:solidFill>
                  <a:schemeClr val="accent4"/>
                </a:solidFill>
              </a:rPr>
              <a:t>New: 1hr 20 mins</a:t>
            </a:r>
          </a:p>
        </p:txBody>
      </p:sp>
      <p:sp>
        <p:nvSpPr>
          <p:cNvPr id="20" name="TextBox 19">
            <a:extLst>
              <a:ext uri="{FF2B5EF4-FFF2-40B4-BE49-F238E27FC236}">
                <a16:creationId xmlns:a16="http://schemas.microsoft.com/office/drawing/2014/main" id="{95236008-8E8A-73EC-BFF1-7B89DABFCC6D}"/>
              </a:ext>
            </a:extLst>
          </p:cNvPr>
          <p:cNvSpPr txBox="1"/>
          <p:nvPr/>
        </p:nvSpPr>
        <p:spPr>
          <a:xfrm>
            <a:off x="3788229" y="5810073"/>
            <a:ext cx="2198914" cy="461665"/>
          </a:xfrm>
          <a:prstGeom prst="rect">
            <a:avLst/>
          </a:prstGeom>
          <a:noFill/>
        </p:spPr>
        <p:txBody>
          <a:bodyPr wrap="square" rtlCol="0">
            <a:spAutoFit/>
          </a:bodyPr>
          <a:lstStyle/>
          <a:p>
            <a:r>
              <a:rPr lang="en-SG" sz="2400" b="1" dirty="0">
                <a:solidFill>
                  <a:schemeClr val="accent2"/>
                </a:solidFill>
              </a:rPr>
              <a:t>Suggestions</a:t>
            </a:r>
          </a:p>
        </p:txBody>
      </p:sp>
      <p:sp>
        <p:nvSpPr>
          <p:cNvPr id="24" name="TextBox 23">
            <a:extLst>
              <a:ext uri="{FF2B5EF4-FFF2-40B4-BE49-F238E27FC236}">
                <a16:creationId xmlns:a16="http://schemas.microsoft.com/office/drawing/2014/main" id="{D5302038-0CA8-17D2-8693-8825B7D339EC}"/>
              </a:ext>
            </a:extLst>
          </p:cNvPr>
          <p:cNvSpPr txBox="1"/>
          <p:nvPr/>
        </p:nvSpPr>
        <p:spPr>
          <a:xfrm>
            <a:off x="8802915" y="1310470"/>
            <a:ext cx="1383620" cy="461665"/>
          </a:xfrm>
          <a:prstGeom prst="rect">
            <a:avLst/>
          </a:prstGeom>
          <a:solidFill>
            <a:schemeClr val="bg1"/>
          </a:solidFill>
        </p:spPr>
        <p:txBody>
          <a:bodyPr wrap="square" rtlCol="0">
            <a:spAutoFit/>
          </a:bodyPr>
          <a:lstStyle/>
          <a:p>
            <a:r>
              <a:rPr lang="en-SG" sz="2400" b="1" dirty="0">
                <a:solidFill>
                  <a:schemeClr val="accent5"/>
                </a:solidFill>
              </a:rPr>
              <a:t>Chatbot</a:t>
            </a:r>
          </a:p>
        </p:txBody>
      </p:sp>
      <p:sp>
        <p:nvSpPr>
          <p:cNvPr id="26" name="Speech Bubble: Rectangle with Corners Rounded 25">
            <a:extLst>
              <a:ext uri="{FF2B5EF4-FFF2-40B4-BE49-F238E27FC236}">
                <a16:creationId xmlns:a16="http://schemas.microsoft.com/office/drawing/2014/main" id="{EF1718A5-68FE-9EF4-D3C4-C22F2891B7D7}"/>
              </a:ext>
            </a:extLst>
          </p:cNvPr>
          <p:cNvSpPr/>
          <p:nvPr/>
        </p:nvSpPr>
        <p:spPr>
          <a:xfrm>
            <a:off x="8802915" y="2104571"/>
            <a:ext cx="3349161" cy="3439161"/>
          </a:xfrm>
          <a:prstGeom prst="wedgeRoundRectCallout">
            <a:avLst>
              <a:gd name="adj1" fmla="val 48699"/>
              <a:gd name="adj2" fmla="val 60032"/>
              <a:gd name="adj3" fmla="val 16667"/>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t>H=</a:t>
            </a:r>
          </a:p>
        </p:txBody>
      </p:sp>
      <p:sp>
        <p:nvSpPr>
          <p:cNvPr id="27" name="TextBox 26">
            <a:extLst>
              <a:ext uri="{FF2B5EF4-FFF2-40B4-BE49-F238E27FC236}">
                <a16:creationId xmlns:a16="http://schemas.microsoft.com/office/drawing/2014/main" id="{54BB2E2B-7234-12B7-603B-8DAEF853BE61}"/>
              </a:ext>
            </a:extLst>
          </p:cNvPr>
          <p:cNvSpPr txBox="1"/>
          <p:nvPr/>
        </p:nvSpPr>
        <p:spPr>
          <a:xfrm>
            <a:off x="8984343" y="2317203"/>
            <a:ext cx="2968171" cy="923330"/>
          </a:xfrm>
          <a:prstGeom prst="rect">
            <a:avLst/>
          </a:prstGeom>
          <a:noFill/>
        </p:spPr>
        <p:txBody>
          <a:bodyPr wrap="square" rtlCol="0">
            <a:spAutoFit/>
          </a:bodyPr>
          <a:lstStyle/>
          <a:p>
            <a:r>
              <a:rPr lang="en-SG" dirty="0"/>
              <a:t>Hi Jane, feeling bored?</a:t>
            </a:r>
          </a:p>
          <a:p>
            <a:r>
              <a:rPr lang="en-SG" dirty="0"/>
              <a:t>Here are some additional rides to try:</a:t>
            </a:r>
          </a:p>
        </p:txBody>
      </p:sp>
      <p:pic>
        <p:nvPicPr>
          <p:cNvPr id="28" name="Picture 27">
            <a:extLst>
              <a:ext uri="{FF2B5EF4-FFF2-40B4-BE49-F238E27FC236}">
                <a16:creationId xmlns:a16="http://schemas.microsoft.com/office/drawing/2014/main" id="{86FF16AF-9153-D896-347E-7766A0995363}"/>
              </a:ext>
            </a:extLst>
          </p:cNvPr>
          <p:cNvPicPr>
            <a:picLocks noChangeAspect="1"/>
          </p:cNvPicPr>
          <p:nvPr/>
        </p:nvPicPr>
        <p:blipFill>
          <a:blip r:embed="rId3"/>
          <a:stretch>
            <a:fillRect/>
          </a:stretch>
        </p:blipFill>
        <p:spPr>
          <a:xfrm>
            <a:off x="9300031" y="3395969"/>
            <a:ext cx="782190" cy="782190"/>
          </a:xfrm>
          <a:prstGeom prst="rect">
            <a:avLst/>
          </a:prstGeom>
        </p:spPr>
      </p:pic>
      <p:pic>
        <p:nvPicPr>
          <p:cNvPr id="29" name="Picture 28">
            <a:extLst>
              <a:ext uri="{FF2B5EF4-FFF2-40B4-BE49-F238E27FC236}">
                <a16:creationId xmlns:a16="http://schemas.microsoft.com/office/drawing/2014/main" id="{07EE2A44-5DB4-C0FC-0856-35400C5A9685}"/>
              </a:ext>
            </a:extLst>
          </p:cNvPr>
          <p:cNvPicPr>
            <a:picLocks noChangeAspect="1"/>
          </p:cNvPicPr>
          <p:nvPr/>
        </p:nvPicPr>
        <p:blipFill>
          <a:blip r:embed="rId4"/>
          <a:stretch>
            <a:fillRect/>
          </a:stretch>
        </p:blipFill>
        <p:spPr>
          <a:xfrm>
            <a:off x="10691103" y="3350630"/>
            <a:ext cx="852090" cy="814520"/>
          </a:xfrm>
          <a:prstGeom prst="rect">
            <a:avLst/>
          </a:prstGeom>
          <a:ln>
            <a:noFill/>
          </a:ln>
        </p:spPr>
      </p:pic>
      <p:sp>
        <p:nvSpPr>
          <p:cNvPr id="30" name="TextBox 29">
            <a:extLst>
              <a:ext uri="{FF2B5EF4-FFF2-40B4-BE49-F238E27FC236}">
                <a16:creationId xmlns:a16="http://schemas.microsoft.com/office/drawing/2014/main" id="{B1555C07-4C44-FC35-FFDA-F2D438458ECA}"/>
              </a:ext>
            </a:extLst>
          </p:cNvPr>
          <p:cNvSpPr txBox="1"/>
          <p:nvPr/>
        </p:nvSpPr>
        <p:spPr>
          <a:xfrm>
            <a:off x="8967335" y="4252686"/>
            <a:ext cx="1420010" cy="523220"/>
          </a:xfrm>
          <a:prstGeom prst="rect">
            <a:avLst/>
          </a:prstGeom>
          <a:noFill/>
        </p:spPr>
        <p:txBody>
          <a:bodyPr wrap="square" rtlCol="0">
            <a:spAutoFit/>
          </a:bodyPr>
          <a:lstStyle/>
          <a:p>
            <a:pPr algn="ctr"/>
            <a:r>
              <a:rPr lang="en-SG" sz="1400" b="1" dirty="0">
                <a:solidFill>
                  <a:schemeClr val="accent5"/>
                </a:solidFill>
              </a:rPr>
              <a:t>Merry Go Round</a:t>
            </a:r>
          </a:p>
        </p:txBody>
      </p:sp>
      <p:sp>
        <p:nvSpPr>
          <p:cNvPr id="31" name="TextBox 30">
            <a:extLst>
              <a:ext uri="{FF2B5EF4-FFF2-40B4-BE49-F238E27FC236}">
                <a16:creationId xmlns:a16="http://schemas.microsoft.com/office/drawing/2014/main" id="{F677CEE4-E017-2C08-B57C-043257A7FD0B}"/>
              </a:ext>
            </a:extLst>
          </p:cNvPr>
          <p:cNvSpPr txBox="1"/>
          <p:nvPr/>
        </p:nvSpPr>
        <p:spPr>
          <a:xfrm>
            <a:off x="10407143" y="4232403"/>
            <a:ext cx="1420010" cy="307777"/>
          </a:xfrm>
          <a:prstGeom prst="rect">
            <a:avLst/>
          </a:prstGeom>
          <a:noFill/>
        </p:spPr>
        <p:txBody>
          <a:bodyPr wrap="square" rtlCol="0">
            <a:spAutoFit/>
          </a:bodyPr>
          <a:lstStyle/>
          <a:p>
            <a:pPr algn="ctr"/>
            <a:r>
              <a:rPr lang="en-SG" sz="1400" b="1" dirty="0">
                <a:solidFill>
                  <a:schemeClr val="accent5"/>
                </a:solidFill>
              </a:rPr>
              <a:t>Typhoon</a:t>
            </a:r>
          </a:p>
        </p:txBody>
      </p:sp>
      <p:sp>
        <p:nvSpPr>
          <p:cNvPr id="32" name="Rectangle: Rounded Corners 31">
            <a:extLst>
              <a:ext uri="{FF2B5EF4-FFF2-40B4-BE49-F238E27FC236}">
                <a16:creationId xmlns:a16="http://schemas.microsoft.com/office/drawing/2014/main" id="{618E7D85-586F-0E71-39AE-016E8408023C}"/>
              </a:ext>
            </a:extLst>
          </p:cNvPr>
          <p:cNvSpPr/>
          <p:nvPr/>
        </p:nvSpPr>
        <p:spPr>
          <a:xfrm>
            <a:off x="8904467" y="5992594"/>
            <a:ext cx="1418215" cy="33368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I’m fine</a:t>
            </a:r>
          </a:p>
        </p:txBody>
      </p:sp>
      <p:sp>
        <p:nvSpPr>
          <p:cNvPr id="33" name="Rectangle: Rounded Corners 32">
            <a:extLst>
              <a:ext uri="{FF2B5EF4-FFF2-40B4-BE49-F238E27FC236}">
                <a16:creationId xmlns:a16="http://schemas.microsoft.com/office/drawing/2014/main" id="{74715C5E-BF5D-E6C5-FEE4-52C6FF2AB159}"/>
              </a:ext>
            </a:extLst>
          </p:cNvPr>
          <p:cNvSpPr/>
          <p:nvPr/>
        </p:nvSpPr>
        <p:spPr>
          <a:xfrm>
            <a:off x="10464800" y="5992594"/>
            <a:ext cx="1418215" cy="333680"/>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1400" b="1" dirty="0">
                <a:solidFill>
                  <a:schemeClr val="tx2"/>
                </a:solidFill>
              </a:rPr>
              <a:t>I’m hungry</a:t>
            </a:r>
          </a:p>
        </p:txBody>
      </p:sp>
      <p:sp>
        <p:nvSpPr>
          <p:cNvPr id="86" name="TextBox 85">
            <a:extLst>
              <a:ext uri="{FF2B5EF4-FFF2-40B4-BE49-F238E27FC236}">
                <a16:creationId xmlns:a16="http://schemas.microsoft.com/office/drawing/2014/main" id="{BD93315A-9263-F9B8-EAB4-FB5EB7755017}"/>
              </a:ext>
            </a:extLst>
          </p:cNvPr>
          <p:cNvSpPr txBox="1"/>
          <p:nvPr/>
        </p:nvSpPr>
        <p:spPr>
          <a:xfrm>
            <a:off x="3897086" y="4052631"/>
            <a:ext cx="2198914" cy="461665"/>
          </a:xfrm>
          <a:prstGeom prst="rect">
            <a:avLst/>
          </a:prstGeom>
          <a:noFill/>
        </p:spPr>
        <p:txBody>
          <a:bodyPr wrap="square" rtlCol="0">
            <a:spAutoFit/>
          </a:bodyPr>
          <a:lstStyle/>
          <a:p>
            <a:r>
              <a:rPr lang="en-SG" sz="2400" b="1" dirty="0">
                <a:solidFill>
                  <a:schemeClr val="accent3"/>
                </a:solidFill>
              </a:rPr>
              <a:t>Alerts</a:t>
            </a:r>
            <a:r>
              <a:rPr lang="en-SG" sz="2400" b="1" dirty="0">
                <a:solidFill>
                  <a:schemeClr val="accent4"/>
                </a:solidFill>
              </a:rPr>
              <a:t>/Delays</a:t>
            </a:r>
          </a:p>
        </p:txBody>
      </p:sp>
      <p:sp>
        <p:nvSpPr>
          <p:cNvPr id="87" name="TextBox 86">
            <a:extLst>
              <a:ext uri="{FF2B5EF4-FFF2-40B4-BE49-F238E27FC236}">
                <a16:creationId xmlns:a16="http://schemas.microsoft.com/office/drawing/2014/main" id="{45B377B9-B6F2-163F-593E-A4EA6AB2636A}"/>
              </a:ext>
            </a:extLst>
          </p:cNvPr>
          <p:cNvSpPr txBox="1"/>
          <p:nvPr/>
        </p:nvSpPr>
        <p:spPr>
          <a:xfrm>
            <a:off x="3832884" y="1418935"/>
            <a:ext cx="1208076" cy="369332"/>
          </a:xfrm>
          <a:prstGeom prst="rect">
            <a:avLst/>
          </a:prstGeom>
          <a:noFill/>
        </p:spPr>
        <p:txBody>
          <a:bodyPr wrap="square" rtlCol="0">
            <a:spAutoFit/>
          </a:bodyPr>
          <a:lstStyle/>
          <a:p>
            <a:r>
              <a:rPr lang="en-SG" b="1" dirty="0"/>
              <a:t>11:30</a:t>
            </a:r>
          </a:p>
        </p:txBody>
      </p:sp>
      <p:sp>
        <p:nvSpPr>
          <p:cNvPr id="88" name="TextBox 87">
            <a:extLst>
              <a:ext uri="{FF2B5EF4-FFF2-40B4-BE49-F238E27FC236}">
                <a16:creationId xmlns:a16="http://schemas.microsoft.com/office/drawing/2014/main" id="{F28A8F27-7750-1D1C-C3B6-CAC4BE3603CD}"/>
              </a:ext>
            </a:extLst>
          </p:cNvPr>
          <p:cNvSpPr txBox="1"/>
          <p:nvPr/>
        </p:nvSpPr>
        <p:spPr>
          <a:xfrm>
            <a:off x="5119011" y="1430605"/>
            <a:ext cx="1563197" cy="369332"/>
          </a:xfrm>
          <a:prstGeom prst="rect">
            <a:avLst/>
          </a:prstGeom>
          <a:noFill/>
        </p:spPr>
        <p:txBody>
          <a:bodyPr wrap="square" rtlCol="0">
            <a:spAutoFit/>
          </a:bodyPr>
          <a:lstStyle/>
          <a:p>
            <a:r>
              <a:rPr lang="en-SG" dirty="0"/>
              <a:t>Typhoon</a:t>
            </a:r>
          </a:p>
        </p:txBody>
      </p:sp>
      <p:sp>
        <p:nvSpPr>
          <p:cNvPr id="89" name="TextBox 88">
            <a:extLst>
              <a:ext uri="{FF2B5EF4-FFF2-40B4-BE49-F238E27FC236}">
                <a16:creationId xmlns:a16="http://schemas.microsoft.com/office/drawing/2014/main" id="{FD855164-0037-0B0D-B631-1DE369AAD5B5}"/>
              </a:ext>
            </a:extLst>
          </p:cNvPr>
          <p:cNvSpPr txBox="1"/>
          <p:nvPr/>
        </p:nvSpPr>
        <p:spPr>
          <a:xfrm>
            <a:off x="3818273" y="1989275"/>
            <a:ext cx="1208076" cy="369332"/>
          </a:xfrm>
          <a:prstGeom prst="rect">
            <a:avLst/>
          </a:prstGeom>
          <a:noFill/>
        </p:spPr>
        <p:txBody>
          <a:bodyPr wrap="square" rtlCol="0">
            <a:spAutoFit/>
          </a:bodyPr>
          <a:lstStyle/>
          <a:p>
            <a:r>
              <a:rPr lang="en-SG" b="1" dirty="0"/>
              <a:t>12:15</a:t>
            </a:r>
          </a:p>
        </p:txBody>
      </p:sp>
      <p:sp>
        <p:nvSpPr>
          <p:cNvPr id="90" name="TextBox 89">
            <a:extLst>
              <a:ext uri="{FF2B5EF4-FFF2-40B4-BE49-F238E27FC236}">
                <a16:creationId xmlns:a16="http://schemas.microsoft.com/office/drawing/2014/main" id="{E37DF736-A554-5DF9-1182-B7A04E5E96D6}"/>
              </a:ext>
            </a:extLst>
          </p:cNvPr>
          <p:cNvSpPr txBox="1"/>
          <p:nvPr/>
        </p:nvSpPr>
        <p:spPr>
          <a:xfrm>
            <a:off x="5119010" y="2012252"/>
            <a:ext cx="1563197" cy="369332"/>
          </a:xfrm>
          <a:prstGeom prst="rect">
            <a:avLst/>
          </a:prstGeom>
          <a:noFill/>
        </p:spPr>
        <p:txBody>
          <a:bodyPr wrap="square" rtlCol="0">
            <a:spAutoFit/>
          </a:bodyPr>
          <a:lstStyle/>
          <a:p>
            <a:r>
              <a:rPr lang="en-SG" dirty="0"/>
              <a:t>Ben’s Place</a:t>
            </a:r>
          </a:p>
        </p:txBody>
      </p:sp>
      <p:sp>
        <p:nvSpPr>
          <p:cNvPr id="91" name="TextBox 90">
            <a:extLst>
              <a:ext uri="{FF2B5EF4-FFF2-40B4-BE49-F238E27FC236}">
                <a16:creationId xmlns:a16="http://schemas.microsoft.com/office/drawing/2014/main" id="{7DCF9AAC-156F-F71C-96EC-18B6F68DBAF4}"/>
              </a:ext>
            </a:extLst>
          </p:cNvPr>
          <p:cNvSpPr txBox="1"/>
          <p:nvPr/>
        </p:nvSpPr>
        <p:spPr>
          <a:xfrm rot="5400000">
            <a:off x="4727373" y="2645268"/>
            <a:ext cx="1244283" cy="646331"/>
          </a:xfrm>
          <a:prstGeom prst="rect">
            <a:avLst/>
          </a:prstGeom>
          <a:noFill/>
        </p:spPr>
        <p:txBody>
          <a:bodyPr wrap="square" rtlCol="0">
            <a:spAutoFit/>
          </a:bodyPr>
          <a:lstStyle/>
          <a:p>
            <a:pPr algn="ctr"/>
            <a:r>
              <a:rPr lang="en-SG" sz="3600" dirty="0"/>
              <a:t>…</a:t>
            </a:r>
          </a:p>
        </p:txBody>
      </p:sp>
      <p:sp>
        <p:nvSpPr>
          <p:cNvPr id="4" name="Rectangle 3">
            <a:extLst>
              <a:ext uri="{FF2B5EF4-FFF2-40B4-BE49-F238E27FC236}">
                <a16:creationId xmlns:a16="http://schemas.microsoft.com/office/drawing/2014/main" id="{A497F6D4-FB7F-60C2-D00C-1ADE6722D885}"/>
              </a:ext>
            </a:extLst>
          </p:cNvPr>
          <p:cNvSpPr/>
          <p:nvPr/>
        </p:nvSpPr>
        <p:spPr>
          <a:xfrm>
            <a:off x="0" y="2489200"/>
            <a:ext cx="3454400" cy="43688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extBox 4">
            <a:extLst>
              <a:ext uri="{FF2B5EF4-FFF2-40B4-BE49-F238E27FC236}">
                <a16:creationId xmlns:a16="http://schemas.microsoft.com/office/drawing/2014/main" id="{FCFE696B-109A-3417-E7EB-C07FF9EDA98A}"/>
              </a:ext>
            </a:extLst>
          </p:cNvPr>
          <p:cNvSpPr txBox="1"/>
          <p:nvPr/>
        </p:nvSpPr>
        <p:spPr>
          <a:xfrm>
            <a:off x="19540" y="2436507"/>
            <a:ext cx="1272015" cy="400110"/>
          </a:xfrm>
          <a:prstGeom prst="rect">
            <a:avLst/>
          </a:prstGeom>
          <a:noFill/>
        </p:spPr>
        <p:txBody>
          <a:bodyPr wrap="square" rtlCol="0">
            <a:spAutoFit/>
          </a:bodyPr>
          <a:lstStyle/>
          <a:p>
            <a:r>
              <a:rPr lang="en-SG" sz="2000" b="1" dirty="0">
                <a:solidFill>
                  <a:schemeClr val="tx2"/>
                </a:solidFill>
              </a:rPr>
              <a:t>Overview</a:t>
            </a:r>
            <a:endParaRPr lang="en-SG" sz="1600" b="1" dirty="0">
              <a:solidFill>
                <a:schemeClr val="tx2"/>
              </a:solidFill>
            </a:endParaRPr>
          </a:p>
        </p:txBody>
      </p:sp>
      <p:sp>
        <p:nvSpPr>
          <p:cNvPr id="14" name="TextBox 13">
            <a:extLst>
              <a:ext uri="{FF2B5EF4-FFF2-40B4-BE49-F238E27FC236}">
                <a16:creationId xmlns:a16="http://schemas.microsoft.com/office/drawing/2014/main" id="{3064B540-9B15-5320-96CA-02F5A7968607}"/>
              </a:ext>
            </a:extLst>
          </p:cNvPr>
          <p:cNvSpPr txBox="1"/>
          <p:nvPr/>
        </p:nvSpPr>
        <p:spPr>
          <a:xfrm>
            <a:off x="-10621" y="3024572"/>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11:30 AM</a:t>
            </a:r>
          </a:p>
        </p:txBody>
      </p:sp>
      <p:sp>
        <p:nvSpPr>
          <p:cNvPr id="15" name="TextBox 14">
            <a:extLst>
              <a:ext uri="{FF2B5EF4-FFF2-40B4-BE49-F238E27FC236}">
                <a16:creationId xmlns:a16="http://schemas.microsoft.com/office/drawing/2014/main" id="{DACB2F9B-8CB2-EBEC-17C5-A55BDB9B7A3D}"/>
              </a:ext>
            </a:extLst>
          </p:cNvPr>
          <p:cNvSpPr txBox="1"/>
          <p:nvPr/>
        </p:nvSpPr>
        <p:spPr>
          <a:xfrm>
            <a:off x="1231559" y="3023744"/>
            <a:ext cx="1302176" cy="307777"/>
          </a:xfrm>
          <a:prstGeom prst="rect">
            <a:avLst/>
          </a:prstGeom>
          <a:noFill/>
          <a:ln w="28575">
            <a:noFill/>
          </a:ln>
        </p:spPr>
        <p:txBody>
          <a:bodyPr wrap="square" rtlCol="0">
            <a:spAutoFit/>
          </a:bodyPr>
          <a:lstStyle/>
          <a:p>
            <a:pPr algn="ctr"/>
            <a:r>
              <a:rPr lang="en-SG" sz="1400" dirty="0">
                <a:solidFill>
                  <a:schemeClr val="tx2">
                    <a:lumMod val="50000"/>
                  </a:schemeClr>
                </a:solidFill>
              </a:rPr>
              <a:t>12:15 PM</a:t>
            </a:r>
          </a:p>
        </p:txBody>
      </p:sp>
      <p:pic>
        <p:nvPicPr>
          <p:cNvPr id="16" name="Picture 15" descr="A blue arrows pointing to a cross&#10;&#10;AI-generated content may be incorrect.">
            <a:extLst>
              <a:ext uri="{FF2B5EF4-FFF2-40B4-BE49-F238E27FC236}">
                <a16:creationId xmlns:a16="http://schemas.microsoft.com/office/drawing/2014/main" id="{F198A934-C64F-E450-AA35-11117685AC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13892" y="2516925"/>
            <a:ext cx="400110" cy="400110"/>
          </a:xfrm>
          <a:prstGeom prst="rect">
            <a:avLst/>
          </a:prstGeom>
        </p:spPr>
      </p:pic>
      <p:sp>
        <p:nvSpPr>
          <p:cNvPr id="17" name="TextBox 16">
            <a:extLst>
              <a:ext uri="{FF2B5EF4-FFF2-40B4-BE49-F238E27FC236}">
                <a16:creationId xmlns:a16="http://schemas.microsoft.com/office/drawing/2014/main" id="{C5CC3CFE-0CFA-029A-3E6B-0FB3878E9788}"/>
              </a:ext>
            </a:extLst>
          </p:cNvPr>
          <p:cNvSpPr txBox="1"/>
          <p:nvPr/>
        </p:nvSpPr>
        <p:spPr>
          <a:xfrm>
            <a:off x="19540" y="2738967"/>
            <a:ext cx="2760949" cy="307777"/>
          </a:xfrm>
          <a:prstGeom prst="rect">
            <a:avLst/>
          </a:prstGeom>
          <a:noFill/>
        </p:spPr>
        <p:txBody>
          <a:bodyPr wrap="square" rtlCol="0">
            <a:spAutoFit/>
          </a:bodyPr>
          <a:lstStyle/>
          <a:p>
            <a:r>
              <a:rPr lang="en-SG" sz="1400" dirty="0">
                <a:solidFill>
                  <a:schemeClr val="tx2"/>
                </a:solidFill>
              </a:rPr>
              <a:t>Expected start time of each event</a:t>
            </a:r>
            <a:endParaRPr lang="en-SG" sz="1100" dirty="0">
              <a:solidFill>
                <a:schemeClr val="tx2"/>
              </a:solidFill>
            </a:endParaRPr>
          </a:p>
        </p:txBody>
      </p:sp>
      <p:sp>
        <p:nvSpPr>
          <p:cNvPr id="18" name="Arrow: Pentagon 17">
            <a:extLst>
              <a:ext uri="{FF2B5EF4-FFF2-40B4-BE49-F238E27FC236}">
                <a16:creationId xmlns:a16="http://schemas.microsoft.com/office/drawing/2014/main" id="{B530CC3F-15E7-6877-EAD3-3F9CACD7E308}"/>
              </a:ext>
            </a:extLst>
          </p:cNvPr>
          <p:cNvSpPr/>
          <p:nvPr/>
        </p:nvSpPr>
        <p:spPr>
          <a:xfrm>
            <a:off x="1317813" y="3374548"/>
            <a:ext cx="1522597" cy="399011"/>
          </a:xfrm>
          <a:prstGeom prst="homePlate">
            <a:avLst/>
          </a:prstGeom>
          <a:solidFill>
            <a:schemeClr val="accent2">
              <a:lumMod val="20000"/>
              <a:lumOff val="80000"/>
            </a:schemeClr>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2" name="TextBox 21">
            <a:extLst>
              <a:ext uri="{FF2B5EF4-FFF2-40B4-BE49-F238E27FC236}">
                <a16:creationId xmlns:a16="http://schemas.microsoft.com/office/drawing/2014/main" id="{AC325A3D-3A2E-AF32-618B-59D234EB8C38}"/>
              </a:ext>
            </a:extLst>
          </p:cNvPr>
          <p:cNvSpPr txBox="1"/>
          <p:nvPr/>
        </p:nvSpPr>
        <p:spPr>
          <a:xfrm>
            <a:off x="1377810" y="3418413"/>
            <a:ext cx="1240712" cy="307777"/>
          </a:xfrm>
          <a:prstGeom prst="rect">
            <a:avLst/>
          </a:prstGeom>
          <a:noFill/>
          <a:ln w="28575">
            <a:noFill/>
          </a:ln>
        </p:spPr>
        <p:txBody>
          <a:bodyPr wrap="square" rtlCol="0">
            <a:spAutoFit/>
          </a:bodyPr>
          <a:lstStyle/>
          <a:p>
            <a:pPr algn="ctr"/>
            <a:r>
              <a:rPr lang="en-SG" sz="1400" b="1" dirty="0">
                <a:solidFill>
                  <a:schemeClr val="tx2">
                    <a:lumMod val="50000"/>
                  </a:schemeClr>
                </a:solidFill>
              </a:rPr>
              <a:t>Ben’s Place</a:t>
            </a:r>
          </a:p>
        </p:txBody>
      </p:sp>
      <p:grpSp>
        <p:nvGrpSpPr>
          <p:cNvPr id="25" name="Group 24">
            <a:extLst>
              <a:ext uri="{FF2B5EF4-FFF2-40B4-BE49-F238E27FC236}">
                <a16:creationId xmlns:a16="http://schemas.microsoft.com/office/drawing/2014/main" id="{E2B07533-E4E1-BD39-1A0D-9BA0343258EC}"/>
              </a:ext>
            </a:extLst>
          </p:cNvPr>
          <p:cNvGrpSpPr/>
          <p:nvPr/>
        </p:nvGrpSpPr>
        <p:grpSpPr>
          <a:xfrm>
            <a:off x="-9260" y="4217171"/>
            <a:ext cx="3463659" cy="1898273"/>
            <a:chOff x="1370" y="3428999"/>
            <a:chExt cx="5758704" cy="2646330"/>
          </a:xfrm>
        </p:grpSpPr>
        <p:sp>
          <p:nvSpPr>
            <p:cNvPr id="34" name="Rectangle 33">
              <a:extLst>
                <a:ext uri="{FF2B5EF4-FFF2-40B4-BE49-F238E27FC236}">
                  <a16:creationId xmlns:a16="http://schemas.microsoft.com/office/drawing/2014/main" id="{0BE872F9-A28A-D0A4-252D-26582E9DF096}"/>
                </a:ext>
              </a:extLst>
            </p:cNvPr>
            <p:cNvSpPr/>
            <p:nvPr/>
          </p:nvSpPr>
          <p:spPr>
            <a:xfrm>
              <a:off x="1370" y="3428999"/>
              <a:ext cx="5758704" cy="2646330"/>
            </a:xfrm>
            <a:prstGeom prst="rect">
              <a:avLst/>
            </a:prstGeom>
            <a:solidFill>
              <a:srgbClr val="A7CDF2"/>
            </a:solid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6" name="Freeform: Shape 35">
              <a:extLst>
                <a:ext uri="{FF2B5EF4-FFF2-40B4-BE49-F238E27FC236}">
                  <a16:creationId xmlns:a16="http://schemas.microsoft.com/office/drawing/2014/main" id="{A84A4E66-4AD7-8CFA-F67D-B05C66C22076}"/>
                </a:ext>
              </a:extLst>
            </p:cNvPr>
            <p:cNvSpPr/>
            <p:nvPr/>
          </p:nvSpPr>
          <p:spPr>
            <a:xfrm>
              <a:off x="15713" y="3448610"/>
              <a:ext cx="5742214" cy="2607128"/>
            </a:xfrm>
            <a:custGeom>
              <a:avLst/>
              <a:gdLst>
                <a:gd name="connsiteX0" fmla="*/ 0 w 5742214"/>
                <a:gd name="connsiteY0" fmla="*/ 957943 h 2607128"/>
                <a:gd name="connsiteX1" fmla="*/ 326571 w 5742214"/>
                <a:gd name="connsiteY1" fmla="*/ 1023257 h 2607128"/>
                <a:gd name="connsiteX2" fmla="*/ 391886 w 5742214"/>
                <a:gd name="connsiteY2" fmla="*/ 963385 h 2607128"/>
                <a:gd name="connsiteX3" fmla="*/ 484414 w 5742214"/>
                <a:gd name="connsiteY3" fmla="*/ 887185 h 2607128"/>
                <a:gd name="connsiteX4" fmla="*/ 517071 w 5742214"/>
                <a:gd name="connsiteY4" fmla="*/ 816428 h 2607128"/>
                <a:gd name="connsiteX5" fmla="*/ 598714 w 5742214"/>
                <a:gd name="connsiteY5" fmla="*/ 740228 h 2607128"/>
                <a:gd name="connsiteX6" fmla="*/ 669471 w 5742214"/>
                <a:gd name="connsiteY6" fmla="*/ 745671 h 2607128"/>
                <a:gd name="connsiteX7" fmla="*/ 751114 w 5742214"/>
                <a:gd name="connsiteY7" fmla="*/ 816428 h 2607128"/>
                <a:gd name="connsiteX8" fmla="*/ 827314 w 5742214"/>
                <a:gd name="connsiteY8" fmla="*/ 843643 h 2607128"/>
                <a:gd name="connsiteX9" fmla="*/ 849086 w 5742214"/>
                <a:gd name="connsiteY9" fmla="*/ 843643 h 2607128"/>
                <a:gd name="connsiteX10" fmla="*/ 887186 w 5742214"/>
                <a:gd name="connsiteY10" fmla="*/ 800100 h 2607128"/>
                <a:gd name="connsiteX11" fmla="*/ 914400 w 5742214"/>
                <a:gd name="connsiteY11" fmla="*/ 762000 h 2607128"/>
                <a:gd name="connsiteX12" fmla="*/ 936171 w 5742214"/>
                <a:gd name="connsiteY12" fmla="*/ 723900 h 2607128"/>
                <a:gd name="connsiteX13" fmla="*/ 936171 w 5742214"/>
                <a:gd name="connsiteY13" fmla="*/ 674914 h 2607128"/>
                <a:gd name="connsiteX14" fmla="*/ 963386 w 5742214"/>
                <a:gd name="connsiteY14" fmla="*/ 582385 h 2607128"/>
                <a:gd name="connsiteX15" fmla="*/ 1028700 w 5742214"/>
                <a:gd name="connsiteY15" fmla="*/ 582385 h 2607128"/>
                <a:gd name="connsiteX16" fmla="*/ 1191986 w 5742214"/>
                <a:gd name="connsiteY16" fmla="*/ 582385 h 2607128"/>
                <a:gd name="connsiteX17" fmla="*/ 1279071 w 5742214"/>
                <a:gd name="connsiteY17" fmla="*/ 691243 h 2607128"/>
                <a:gd name="connsiteX18" fmla="*/ 1382486 w 5742214"/>
                <a:gd name="connsiteY18" fmla="*/ 664028 h 2607128"/>
                <a:gd name="connsiteX19" fmla="*/ 1572986 w 5742214"/>
                <a:gd name="connsiteY19" fmla="*/ 560614 h 2607128"/>
                <a:gd name="connsiteX20" fmla="*/ 1627414 w 5742214"/>
                <a:gd name="connsiteY20" fmla="*/ 315685 h 2607128"/>
                <a:gd name="connsiteX21" fmla="*/ 1779814 w 5742214"/>
                <a:gd name="connsiteY21" fmla="*/ 315685 h 2607128"/>
                <a:gd name="connsiteX22" fmla="*/ 1828800 w 5742214"/>
                <a:gd name="connsiteY22" fmla="*/ 337457 h 2607128"/>
                <a:gd name="connsiteX23" fmla="*/ 1915886 w 5742214"/>
                <a:gd name="connsiteY23" fmla="*/ 386443 h 2607128"/>
                <a:gd name="connsiteX24" fmla="*/ 1970314 w 5742214"/>
                <a:gd name="connsiteY24" fmla="*/ 424543 h 2607128"/>
                <a:gd name="connsiteX25" fmla="*/ 2117271 w 5742214"/>
                <a:gd name="connsiteY25" fmla="*/ 304800 h 2607128"/>
                <a:gd name="connsiteX26" fmla="*/ 2269671 w 5742214"/>
                <a:gd name="connsiteY26" fmla="*/ 266700 h 2607128"/>
                <a:gd name="connsiteX27" fmla="*/ 2422071 w 5742214"/>
                <a:gd name="connsiteY27" fmla="*/ 375557 h 2607128"/>
                <a:gd name="connsiteX28" fmla="*/ 2541814 w 5742214"/>
                <a:gd name="connsiteY28" fmla="*/ 315685 h 2607128"/>
                <a:gd name="connsiteX29" fmla="*/ 2830286 w 5742214"/>
                <a:gd name="connsiteY29" fmla="*/ 141514 h 2607128"/>
                <a:gd name="connsiteX30" fmla="*/ 2868386 w 5742214"/>
                <a:gd name="connsiteY30" fmla="*/ 27214 h 2607128"/>
                <a:gd name="connsiteX31" fmla="*/ 2906486 w 5742214"/>
                <a:gd name="connsiteY31" fmla="*/ 0 h 2607128"/>
                <a:gd name="connsiteX32" fmla="*/ 3037114 w 5742214"/>
                <a:gd name="connsiteY32" fmla="*/ 0 h 2607128"/>
                <a:gd name="connsiteX33" fmla="*/ 3162300 w 5742214"/>
                <a:gd name="connsiteY33" fmla="*/ 16328 h 2607128"/>
                <a:gd name="connsiteX34" fmla="*/ 3341914 w 5742214"/>
                <a:gd name="connsiteY34" fmla="*/ 206828 h 2607128"/>
                <a:gd name="connsiteX35" fmla="*/ 3581400 w 5742214"/>
                <a:gd name="connsiteY35" fmla="*/ 228600 h 2607128"/>
                <a:gd name="connsiteX36" fmla="*/ 3722914 w 5742214"/>
                <a:gd name="connsiteY36" fmla="*/ 250371 h 2607128"/>
                <a:gd name="connsiteX37" fmla="*/ 3722914 w 5742214"/>
                <a:gd name="connsiteY37" fmla="*/ 326571 h 2607128"/>
                <a:gd name="connsiteX38" fmla="*/ 3848100 w 5742214"/>
                <a:gd name="connsiteY38" fmla="*/ 500743 h 2607128"/>
                <a:gd name="connsiteX39" fmla="*/ 3946071 w 5742214"/>
                <a:gd name="connsiteY39" fmla="*/ 511628 h 2607128"/>
                <a:gd name="connsiteX40" fmla="*/ 4163786 w 5742214"/>
                <a:gd name="connsiteY40" fmla="*/ 511628 h 2607128"/>
                <a:gd name="connsiteX41" fmla="*/ 4218214 w 5742214"/>
                <a:gd name="connsiteY41" fmla="*/ 495300 h 2607128"/>
                <a:gd name="connsiteX42" fmla="*/ 4457700 w 5742214"/>
                <a:gd name="connsiteY42" fmla="*/ 495300 h 2607128"/>
                <a:gd name="connsiteX43" fmla="*/ 4517571 w 5742214"/>
                <a:gd name="connsiteY43" fmla="*/ 538843 h 2607128"/>
                <a:gd name="connsiteX44" fmla="*/ 4680857 w 5742214"/>
                <a:gd name="connsiteY44" fmla="*/ 718457 h 2607128"/>
                <a:gd name="connsiteX45" fmla="*/ 4664529 w 5742214"/>
                <a:gd name="connsiteY45" fmla="*/ 778328 h 2607128"/>
                <a:gd name="connsiteX46" fmla="*/ 4653643 w 5742214"/>
                <a:gd name="connsiteY46" fmla="*/ 843643 h 2607128"/>
                <a:gd name="connsiteX47" fmla="*/ 4746171 w 5742214"/>
                <a:gd name="connsiteY47" fmla="*/ 881743 h 2607128"/>
                <a:gd name="connsiteX48" fmla="*/ 4914900 w 5742214"/>
                <a:gd name="connsiteY48" fmla="*/ 892628 h 2607128"/>
                <a:gd name="connsiteX49" fmla="*/ 5029200 w 5742214"/>
                <a:gd name="connsiteY49" fmla="*/ 892628 h 2607128"/>
                <a:gd name="connsiteX50" fmla="*/ 5170714 w 5742214"/>
                <a:gd name="connsiteY50" fmla="*/ 908957 h 2607128"/>
                <a:gd name="connsiteX51" fmla="*/ 5219700 w 5742214"/>
                <a:gd name="connsiteY51" fmla="*/ 957943 h 2607128"/>
                <a:gd name="connsiteX52" fmla="*/ 5344886 w 5742214"/>
                <a:gd name="connsiteY52" fmla="*/ 1072243 h 2607128"/>
                <a:gd name="connsiteX53" fmla="*/ 5355771 w 5742214"/>
                <a:gd name="connsiteY53" fmla="*/ 1197428 h 2607128"/>
                <a:gd name="connsiteX54" fmla="*/ 5372100 w 5742214"/>
                <a:gd name="connsiteY54" fmla="*/ 1262743 h 2607128"/>
                <a:gd name="connsiteX55" fmla="*/ 5573486 w 5742214"/>
                <a:gd name="connsiteY55" fmla="*/ 1349828 h 2607128"/>
                <a:gd name="connsiteX56" fmla="*/ 5649686 w 5742214"/>
                <a:gd name="connsiteY56" fmla="*/ 1355271 h 2607128"/>
                <a:gd name="connsiteX57" fmla="*/ 5742214 w 5742214"/>
                <a:gd name="connsiteY57" fmla="*/ 1366157 h 2607128"/>
                <a:gd name="connsiteX58" fmla="*/ 5731329 w 5742214"/>
                <a:gd name="connsiteY58" fmla="*/ 1507671 h 2607128"/>
                <a:gd name="connsiteX59" fmla="*/ 5502729 w 5742214"/>
                <a:gd name="connsiteY59" fmla="*/ 1518557 h 2607128"/>
                <a:gd name="connsiteX60" fmla="*/ 5350329 w 5742214"/>
                <a:gd name="connsiteY60" fmla="*/ 1654628 h 2607128"/>
                <a:gd name="connsiteX61" fmla="*/ 5328557 w 5742214"/>
                <a:gd name="connsiteY61" fmla="*/ 1823357 h 2607128"/>
                <a:gd name="connsiteX62" fmla="*/ 5355771 w 5742214"/>
                <a:gd name="connsiteY62" fmla="*/ 1937657 h 2607128"/>
                <a:gd name="connsiteX63" fmla="*/ 5072743 w 5742214"/>
                <a:gd name="connsiteY63" fmla="*/ 2111828 h 2607128"/>
                <a:gd name="connsiteX64" fmla="*/ 4931229 w 5742214"/>
                <a:gd name="connsiteY64" fmla="*/ 2117271 h 2607128"/>
                <a:gd name="connsiteX65" fmla="*/ 4833257 w 5742214"/>
                <a:gd name="connsiteY65" fmla="*/ 2095500 h 2607128"/>
                <a:gd name="connsiteX66" fmla="*/ 4784271 w 5742214"/>
                <a:gd name="connsiteY66" fmla="*/ 2204357 h 2607128"/>
                <a:gd name="connsiteX67" fmla="*/ 4784271 w 5742214"/>
                <a:gd name="connsiteY67" fmla="*/ 2264228 h 2607128"/>
                <a:gd name="connsiteX68" fmla="*/ 4800600 w 5742214"/>
                <a:gd name="connsiteY68" fmla="*/ 2318657 h 2607128"/>
                <a:gd name="connsiteX69" fmla="*/ 4729843 w 5742214"/>
                <a:gd name="connsiteY69" fmla="*/ 2356757 h 2607128"/>
                <a:gd name="connsiteX70" fmla="*/ 4386943 w 5742214"/>
                <a:gd name="connsiteY70" fmla="*/ 2334985 h 2607128"/>
                <a:gd name="connsiteX71" fmla="*/ 4299857 w 5742214"/>
                <a:gd name="connsiteY71" fmla="*/ 2324100 h 2607128"/>
                <a:gd name="connsiteX72" fmla="*/ 4250871 w 5742214"/>
                <a:gd name="connsiteY72" fmla="*/ 2394857 h 2607128"/>
                <a:gd name="connsiteX73" fmla="*/ 4245429 w 5742214"/>
                <a:gd name="connsiteY73" fmla="*/ 2454728 h 2607128"/>
                <a:gd name="connsiteX74" fmla="*/ 4120243 w 5742214"/>
                <a:gd name="connsiteY74" fmla="*/ 2460171 h 2607128"/>
                <a:gd name="connsiteX75" fmla="*/ 3842657 w 5742214"/>
                <a:gd name="connsiteY75" fmla="*/ 2449285 h 2607128"/>
                <a:gd name="connsiteX76" fmla="*/ 3766457 w 5742214"/>
                <a:gd name="connsiteY76" fmla="*/ 2443843 h 2607128"/>
                <a:gd name="connsiteX77" fmla="*/ 3755571 w 5742214"/>
                <a:gd name="connsiteY77" fmla="*/ 2460171 h 2607128"/>
                <a:gd name="connsiteX78" fmla="*/ 3624943 w 5742214"/>
                <a:gd name="connsiteY78" fmla="*/ 2530928 h 2607128"/>
                <a:gd name="connsiteX79" fmla="*/ 3178629 w 5742214"/>
                <a:gd name="connsiteY79" fmla="*/ 2503714 h 2607128"/>
                <a:gd name="connsiteX80" fmla="*/ 3069771 w 5742214"/>
                <a:gd name="connsiteY80" fmla="*/ 2585357 h 2607128"/>
                <a:gd name="connsiteX81" fmla="*/ 3026229 w 5742214"/>
                <a:gd name="connsiteY81" fmla="*/ 2607128 h 2607128"/>
                <a:gd name="connsiteX82" fmla="*/ 2607129 w 5742214"/>
                <a:gd name="connsiteY82" fmla="*/ 2454728 h 2607128"/>
                <a:gd name="connsiteX83" fmla="*/ 2460171 w 5742214"/>
                <a:gd name="connsiteY83" fmla="*/ 2264228 h 2607128"/>
                <a:gd name="connsiteX84" fmla="*/ 2405743 w 5742214"/>
                <a:gd name="connsiteY84" fmla="*/ 2264228 h 2607128"/>
                <a:gd name="connsiteX85" fmla="*/ 2226129 w 5742214"/>
                <a:gd name="connsiteY85" fmla="*/ 2307771 h 2607128"/>
                <a:gd name="connsiteX86" fmla="*/ 2166257 w 5742214"/>
                <a:gd name="connsiteY86" fmla="*/ 2340428 h 2607128"/>
                <a:gd name="connsiteX87" fmla="*/ 1921329 w 5742214"/>
                <a:gd name="connsiteY87" fmla="*/ 2378528 h 2607128"/>
                <a:gd name="connsiteX88" fmla="*/ 1654629 w 5742214"/>
                <a:gd name="connsiteY88" fmla="*/ 2394857 h 2607128"/>
                <a:gd name="connsiteX89" fmla="*/ 1567543 w 5742214"/>
                <a:gd name="connsiteY89" fmla="*/ 2394857 h 2607128"/>
                <a:gd name="connsiteX90" fmla="*/ 1251857 w 5742214"/>
                <a:gd name="connsiteY90" fmla="*/ 2286000 h 2607128"/>
                <a:gd name="connsiteX91" fmla="*/ 1159329 w 5742214"/>
                <a:gd name="connsiteY91" fmla="*/ 2275114 h 2607128"/>
                <a:gd name="connsiteX92" fmla="*/ 1023257 w 5742214"/>
                <a:gd name="connsiteY92" fmla="*/ 2247900 h 2607128"/>
                <a:gd name="connsiteX93" fmla="*/ 816429 w 5742214"/>
                <a:gd name="connsiteY93" fmla="*/ 2188028 h 2607128"/>
                <a:gd name="connsiteX94" fmla="*/ 740229 w 5742214"/>
                <a:gd name="connsiteY94" fmla="*/ 2030185 h 2607128"/>
                <a:gd name="connsiteX95" fmla="*/ 500743 w 5742214"/>
                <a:gd name="connsiteY95" fmla="*/ 2111828 h 2607128"/>
                <a:gd name="connsiteX96" fmla="*/ 413657 w 5742214"/>
                <a:gd name="connsiteY96" fmla="*/ 2111828 h 2607128"/>
                <a:gd name="connsiteX97" fmla="*/ 337457 w 5742214"/>
                <a:gd name="connsiteY97" fmla="*/ 2068285 h 2607128"/>
                <a:gd name="connsiteX98" fmla="*/ 234043 w 5742214"/>
                <a:gd name="connsiteY98" fmla="*/ 1959428 h 2607128"/>
                <a:gd name="connsiteX99" fmla="*/ 54429 w 5742214"/>
                <a:gd name="connsiteY99" fmla="*/ 1807028 h 2607128"/>
                <a:gd name="connsiteX100" fmla="*/ 16329 w 5742214"/>
                <a:gd name="connsiteY100" fmla="*/ 1714500 h 2607128"/>
                <a:gd name="connsiteX101" fmla="*/ 0 w 5742214"/>
                <a:gd name="connsiteY101" fmla="*/ 957943 h 260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742214" h="2607128">
                  <a:moveTo>
                    <a:pt x="0" y="957943"/>
                  </a:moveTo>
                  <a:lnTo>
                    <a:pt x="326571" y="1023257"/>
                  </a:lnTo>
                  <a:lnTo>
                    <a:pt x="391886" y="963385"/>
                  </a:lnTo>
                  <a:lnTo>
                    <a:pt x="484414" y="887185"/>
                  </a:lnTo>
                  <a:cubicBezTo>
                    <a:pt x="518809" y="824128"/>
                    <a:pt x="517071" y="850047"/>
                    <a:pt x="517071" y="816428"/>
                  </a:cubicBezTo>
                  <a:lnTo>
                    <a:pt x="598714" y="740228"/>
                  </a:lnTo>
                  <a:lnTo>
                    <a:pt x="669471" y="745671"/>
                  </a:lnTo>
                  <a:lnTo>
                    <a:pt x="751114" y="816428"/>
                  </a:lnTo>
                  <a:lnTo>
                    <a:pt x="827314" y="843643"/>
                  </a:lnTo>
                  <a:lnTo>
                    <a:pt x="849086" y="843643"/>
                  </a:lnTo>
                  <a:cubicBezTo>
                    <a:pt x="861786" y="829129"/>
                    <a:pt x="876208" y="815957"/>
                    <a:pt x="887186" y="800100"/>
                  </a:cubicBezTo>
                  <a:cubicBezTo>
                    <a:pt x="918571" y="754766"/>
                    <a:pt x="877843" y="786369"/>
                    <a:pt x="914400" y="762000"/>
                  </a:cubicBezTo>
                  <a:lnTo>
                    <a:pt x="936171" y="723900"/>
                  </a:lnTo>
                  <a:lnTo>
                    <a:pt x="936171" y="674914"/>
                  </a:lnTo>
                  <a:lnTo>
                    <a:pt x="963386" y="582385"/>
                  </a:lnTo>
                  <a:lnTo>
                    <a:pt x="1028700" y="582385"/>
                  </a:lnTo>
                  <a:lnTo>
                    <a:pt x="1191986" y="582385"/>
                  </a:lnTo>
                  <a:lnTo>
                    <a:pt x="1279071" y="691243"/>
                  </a:lnTo>
                  <a:cubicBezTo>
                    <a:pt x="1357200" y="671710"/>
                    <a:pt x="1322808" y="681079"/>
                    <a:pt x="1382486" y="664028"/>
                  </a:cubicBezTo>
                  <a:lnTo>
                    <a:pt x="1572986" y="560614"/>
                  </a:lnTo>
                  <a:lnTo>
                    <a:pt x="1627414" y="315685"/>
                  </a:lnTo>
                  <a:lnTo>
                    <a:pt x="1779814" y="315685"/>
                  </a:lnTo>
                  <a:lnTo>
                    <a:pt x="1828800" y="337457"/>
                  </a:lnTo>
                  <a:lnTo>
                    <a:pt x="1915886" y="386443"/>
                  </a:lnTo>
                  <a:cubicBezTo>
                    <a:pt x="1966303" y="425657"/>
                    <a:pt x="1944185" y="424543"/>
                    <a:pt x="1970314" y="424543"/>
                  </a:cubicBezTo>
                  <a:lnTo>
                    <a:pt x="2117271" y="304800"/>
                  </a:lnTo>
                  <a:lnTo>
                    <a:pt x="2269671" y="266700"/>
                  </a:lnTo>
                  <a:lnTo>
                    <a:pt x="2422071" y="375557"/>
                  </a:lnTo>
                  <a:lnTo>
                    <a:pt x="2541814" y="315685"/>
                  </a:lnTo>
                  <a:lnTo>
                    <a:pt x="2830286" y="141514"/>
                  </a:lnTo>
                  <a:lnTo>
                    <a:pt x="2868386" y="27214"/>
                  </a:lnTo>
                  <a:lnTo>
                    <a:pt x="2906486" y="0"/>
                  </a:lnTo>
                  <a:lnTo>
                    <a:pt x="3037114" y="0"/>
                  </a:lnTo>
                  <a:lnTo>
                    <a:pt x="3162300" y="16328"/>
                  </a:lnTo>
                  <a:lnTo>
                    <a:pt x="3341914" y="206828"/>
                  </a:lnTo>
                  <a:lnTo>
                    <a:pt x="3581400" y="228600"/>
                  </a:lnTo>
                  <a:lnTo>
                    <a:pt x="3722914" y="250371"/>
                  </a:lnTo>
                  <a:lnTo>
                    <a:pt x="3722914" y="326571"/>
                  </a:lnTo>
                  <a:lnTo>
                    <a:pt x="3848100" y="500743"/>
                  </a:lnTo>
                  <a:cubicBezTo>
                    <a:pt x="3920466" y="513900"/>
                    <a:pt x="3887687" y="511628"/>
                    <a:pt x="3946071" y="511628"/>
                  </a:cubicBezTo>
                  <a:lnTo>
                    <a:pt x="4163786" y="511628"/>
                  </a:lnTo>
                  <a:lnTo>
                    <a:pt x="4218214" y="495300"/>
                  </a:lnTo>
                  <a:lnTo>
                    <a:pt x="4457700" y="495300"/>
                  </a:lnTo>
                  <a:lnTo>
                    <a:pt x="4517571" y="538843"/>
                  </a:lnTo>
                  <a:lnTo>
                    <a:pt x="4680857" y="718457"/>
                  </a:lnTo>
                  <a:cubicBezTo>
                    <a:pt x="4663382" y="770885"/>
                    <a:pt x="4664529" y="750231"/>
                    <a:pt x="4664529" y="778328"/>
                  </a:cubicBezTo>
                  <a:lnTo>
                    <a:pt x="4653643" y="843643"/>
                  </a:lnTo>
                  <a:cubicBezTo>
                    <a:pt x="4738574" y="883277"/>
                    <a:pt x="4705254" y="881743"/>
                    <a:pt x="4746171" y="881743"/>
                  </a:cubicBezTo>
                  <a:lnTo>
                    <a:pt x="4914900" y="892628"/>
                  </a:lnTo>
                  <a:lnTo>
                    <a:pt x="5029200" y="892628"/>
                  </a:lnTo>
                  <a:lnTo>
                    <a:pt x="5170714" y="908957"/>
                  </a:lnTo>
                  <a:lnTo>
                    <a:pt x="5219700" y="957943"/>
                  </a:lnTo>
                  <a:lnTo>
                    <a:pt x="5344886" y="1072243"/>
                  </a:lnTo>
                  <a:lnTo>
                    <a:pt x="5355771" y="1197428"/>
                  </a:lnTo>
                  <a:cubicBezTo>
                    <a:pt x="5361725" y="1256963"/>
                    <a:pt x="5348321" y="1238964"/>
                    <a:pt x="5372100" y="1262743"/>
                  </a:cubicBezTo>
                  <a:lnTo>
                    <a:pt x="5573486" y="1349828"/>
                  </a:lnTo>
                  <a:lnTo>
                    <a:pt x="5649686" y="1355271"/>
                  </a:lnTo>
                  <a:lnTo>
                    <a:pt x="5742214" y="1366157"/>
                  </a:lnTo>
                  <a:lnTo>
                    <a:pt x="5731329" y="1507671"/>
                  </a:lnTo>
                  <a:lnTo>
                    <a:pt x="5502729" y="1518557"/>
                  </a:lnTo>
                  <a:lnTo>
                    <a:pt x="5350329" y="1654628"/>
                  </a:lnTo>
                  <a:lnTo>
                    <a:pt x="5328557" y="1823357"/>
                  </a:lnTo>
                  <a:lnTo>
                    <a:pt x="5355771" y="1937657"/>
                  </a:lnTo>
                  <a:lnTo>
                    <a:pt x="5072743" y="2111828"/>
                  </a:lnTo>
                  <a:cubicBezTo>
                    <a:pt x="4960279" y="2118076"/>
                    <a:pt x="5007479" y="2117271"/>
                    <a:pt x="4931229" y="2117271"/>
                  </a:cubicBezTo>
                  <a:lnTo>
                    <a:pt x="4833257" y="2095500"/>
                  </a:lnTo>
                  <a:lnTo>
                    <a:pt x="4784271" y="2204357"/>
                  </a:lnTo>
                  <a:lnTo>
                    <a:pt x="4784271" y="2264228"/>
                  </a:lnTo>
                  <a:lnTo>
                    <a:pt x="4800600" y="2318657"/>
                  </a:lnTo>
                  <a:cubicBezTo>
                    <a:pt x="4736057" y="2347995"/>
                    <a:pt x="4756230" y="2330370"/>
                    <a:pt x="4729843" y="2356757"/>
                  </a:cubicBezTo>
                  <a:lnTo>
                    <a:pt x="4386943" y="2334985"/>
                  </a:lnTo>
                  <a:cubicBezTo>
                    <a:pt x="4318146" y="2322477"/>
                    <a:pt x="4347355" y="2324100"/>
                    <a:pt x="4299857" y="2324100"/>
                  </a:cubicBezTo>
                  <a:lnTo>
                    <a:pt x="4250871" y="2394857"/>
                  </a:lnTo>
                  <a:lnTo>
                    <a:pt x="4245429" y="2454728"/>
                  </a:lnTo>
                  <a:cubicBezTo>
                    <a:pt x="4171198" y="2462976"/>
                    <a:pt x="4212872" y="2460171"/>
                    <a:pt x="4120243" y="2460171"/>
                  </a:cubicBezTo>
                  <a:lnTo>
                    <a:pt x="3842657" y="2449285"/>
                  </a:lnTo>
                  <a:cubicBezTo>
                    <a:pt x="3828125" y="2446379"/>
                    <a:pt x="3787082" y="2430094"/>
                    <a:pt x="3766457" y="2443843"/>
                  </a:cubicBezTo>
                  <a:cubicBezTo>
                    <a:pt x="3761014" y="2447471"/>
                    <a:pt x="3759200" y="2454728"/>
                    <a:pt x="3755571" y="2460171"/>
                  </a:cubicBezTo>
                  <a:lnTo>
                    <a:pt x="3624943" y="2530928"/>
                  </a:lnTo>
                  <a:lnTo>
                    <a:pt x="3178629" y="2503714"/>
                  </a:lnTo>
                  <a:lnTo>
                    <a:pt x="3069771" y="2585357"/>
                  </a:lnTo>
                  <a:lnTo>
                    <a:pt x="3026229" y="2607128"/>
                  </a:lnTo>
                  <a:lnTo>
                    <a:pt x="2607129" y="2454728"/>
                  </a:lnTo>
                  <a:lnTo>
                    <a:pt x="2460171" y="2264228"/>
                  </a:lnTo>
                  <a:lnTo>
                    <a:pt x="2405743" y="2264228"/>
                  </a:lnTo>
                  <a:lnTo>
                    <a:pt x="2226129" y="2307771"/>
                  </a:lnTo>
                  <a:lnTo>
                    <a:pt x="2166257" y="2340428"/>
                  </a:lnTo>
                  <a:lnTo>
                    <a:pt x="1921329" y="2378528"/>
                  </a:lnTo>
                  <a:lnTo>
                    <a:pt x="1654629" y="2394857"/>
                  </a:lnTo>
                  <a:lnTo>
                    <a:pt x="1567543" y="2394857"/>
                  </a:lnTo>
                  <a:lnTo>
                    <a:pt x="1251857" y="2286000"/>
                  </a:lnTo>
                  <a:cubicBezTo>
                    <a:pt x="1221014" y="2282371"/>
                    <a:pt x="1190034" y="2279766"/>
                    <a:pt x="1159329" y="2275114"/>
                  </a:cubicBezTo>
                  <a:cubicBezTo>
                    <a:pt x="1108505" y="2267413"/>
                    <a:pt x="1071226" y="2258559"/>
                    <a:pt x="1023257" y="2247900"/>
                  </a:cubicBezTo>
                  <a:lnTo>
                    <a:pt x="816429" y="2188028"/>
                  </a:lnTo>
                  <a:lnTo>
                    <a:pt x="740229" y="2030185"/>
                  </a:lnTo>
                  <a:lnTo>
                    <a:pt x="500743" y="2111828"/>
                  </a:lnTo>
                  <a:lnTo>
                    <a:pt x="413657" y="2111828"/>
                  </a:lnTo>
                  <a:cubicBezTo>
                    <a:pt x="388257" y="2097314"/>
                    <a:pt x="358895" y="2088191"/>
                    <a:pt x="337457" y="2068285"/>
                  </a:cubicBezTo>
                  <a:cubicBezTo>
                    <a:pt x="199718" y="1940385"/>
                    <a:pt x="312786" y="1990926"/>
                    <a:pt x="234043" y="1959428"/>
                  </a:cubicBezTo>
                  <a:lnTo>
                    <a:pt x="54429" y="1807028"/>
                  </a:lnTo>
                  <a:lnTo>
                    <a:pt x="16329" y="1714500"/>
                  </a:lnTo>
                  <a:lnTo>
                    <a:pt x="0" y="957943"/>
                  </a:lnTo>
                  <a:close/>
                </a:path>
              </a:pathLst>
            </a:custGeom>
            <a:solidFill>
              <a:srgbClr val="BBDA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39" name="Group 38">
            <a:extLst>
              <a:ext uri="{FF2B5EF4-FFF2-40B4-BE49-F238E27FC236}">
                <a16:creationId xmlns:a16="http://schemas.microsoft.com/office/drawing/2014/main" id="{BE3FB017-930C-68AC-7947-35D02752934E}"/>
              </a:ext>
            </a:extLst>
          </p:cNvPr>
          <p:cNvGrpSpPr/>
          <p:nvPr/>
        </p:nvGrpSpPr>
        <p:grpSpPr>
          <a:xfrm>
            <a:off x="-7890" y="4217999"/>
            <a:ext cx="787307" cy="350033"/>
            <a:chOff x="3211177" y="4204405"/>
            <a:chExt cx="971932" cy="552452"/>
          </a:xfrm>
        </p:grpSpPr>
        <p:sp>
          <p:nvSpPr>
            <p:cNvPr id="40" name="Rectangle 39">
              <a:extLst>
                <a:ext uri="{FF2B5EF4-FFF2-40B4-BE49-F238E27FC236}">
                  <a16:creationId xmlns:a16="http://schemas.microsoft.com/office/drawing/2014/main" id="{58BA340E-8D81-6D2F-6B76-D982173BE87A}"/>
                </a:ext>
              </a:extLst>
            </p:cNvPr>
            <p:cNvSpPr/>
            <p:nvPr userDrawn="1"/>
          </p:nvSpPr>
          <p:spPr>
            <a:xfrm>
              <a:off x="3211177" y="4204405"/>
              <a:ext cx="971932" cy="552452"/>
            </a:xfrm>
            <a:prstGeom prst="rect">
              <a:avLst/>
            </a:prstGeom>
            <a:solidFill>
              <a:schemeClr val="bg1"/>
            </a:solidFill>
            <a:ln w="158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SG" sz="3200" b="1" spc="300" dirty="0">
                <a:solidFill>
                  <a:schemeClr val="accent1">
                    <a:lumMod val="50000"/>
                  </a:schemeClr>
                </a:solidFill>
                <a:latin typeface="Agency FB" panose="020B0503020202020204" pitchFamily="34" charset="0"/>
              </a:endParaRPr>
            </a:p>
          </p:txBody>
        </p:sp>
        <p:sp>
          <p:nvSpPr>
            <p:cNvPr id="41" name="TextBox 40">
              <a:extLst>
                <a:ext uri="{FF2B5EF4-FFF2-40B4-BE49-F238E27FC236}">
                  <a16:creationId xmlns:a16="http://schemas.microsoft.com/office/drawing/2014/main" id="{20033AA4-DD3B-A423-2B5D-F81E8ED88B9E}"/>
                </a:ext>
              </a:extLst>
            </p:cNvPr>
            <p:cNvSpPr txBox="1"/>
            <p:nvPr userDrawn="1"/>
          </p:nvSpPr>
          <p:spPr>
            <a:xfrm>
              <a:off x="3211177" y="4260295"/>
              <a:ext cx="971930" cy="400110"/>
            </a:xfrm>
            <a:prstGeom prst="rect">
              <a:avLst/>
            </a:prstGeom>
            <a:noFill/>
            <a:ln>
              <a:noFill/>
            </a:ln>
          </p:spPr>
          <p:txBody>
            <a:bodyPr wrap="square" rtlCol="0">
              <a:spAutoFit/>
            </a:bodyPr>
            <a:lstStyle/>
            <a:p>
              <a:pPr algn="ctr"/>
              <a:r>
                <a:rPr lang="en-SG" sz="2000" b="1" dirty="0">
                  <a:solidFill>
                    <a:srgbClr val="2F3C7E"/>
                  </a:solidFill>
                </a:rPr>
                <a:t>MAP</a:t>
              </a:r>
            </a:p>
          </p:txBody>
        </p:sp>
      </p:grpSp>
      <p:pic>
        <p:nvPicPr>
          <p:cNvPr id="42" name="Picture 41">
            <a:extLst>
              <a:ext uri="{FF2B5EF4-FFF2-40B4-BE49-F238E27FC236}">
                <a16:creationId xmlns:a16="http://schemas.microsoft.com/office/drawing/2014/main" id="{339EF05D-6A42-9D5E-1C4D-A3BC2EA649AB}"/>
              </a:ext>
            </a:extLst>
          </p:cNvPr>
          <p:cNvPicPr>
            <a:picLocks noChangeAspect="1"/>
          </p:cNvPicPr>
          <p:nvPr/>
        </p:nvPicPr>
        <p:blipFill>
          <a:blip r:embed="rId6"/>
          <a:stretch>
            <a:fillRect/>
          </a:stretch>
        </p:blipFill>
        <p:spPr>
          <a:xfrm>
            <a:off x="302211" y="5088861"/>
            <a:ext cx="386739" cy="194092"/>
          </a:xfrm>
          <a:prstGeom prst="rect">
            <a:avLst/>
          </a:prstGeom>
          <a:ln>
            <a:noFill/>
          </a:ln>
        </p:spPr>
      </p:pic>
      <p:sp>
        <p:nvSpPr>
          <p:cNvPr id="43" name="TextBox 42">
            <a:extLst>
              <a:ext uri="{FF2B5EF4-FFF2-40B4-BE49-F238E27FC236}">
                <a16:creationId xmlns:a16="http://schemas.microsoft.com/office/drawing/2014/main" id="{60C13B04-2542-10D6-849D-15120A1FA922}"/>
              </a:ext>
            </a:extLst>
          </p:cNvPr>
          <p:cNvSpPr txBox="1"/>
          <p:nvPr/>
        </p:nvSpPr>
        <p:spPr>
          <a:xfrm>
            <a:off x="-64548" y="5271934"/>
            <a:ext cx="975313" cy="230832"/>
          </a:xfrm>
          <a:prstGeom prst="rect">
            <a:avLst/>
          </a:prstGeom>
          <a:noFill/>
          <a:ln>
            <a:noFill/>
          </a:ln>
        </p:spPr>
        <p:txBody>
          <a:bodyPr wrap="square" rtlCol="0">
            <a:spAutoFit/>
          </a:bodyPr>
          <a:lstStyle/>
          <a:p>
            <a:pPr algn="ctr"/>
            <a:r>
              <a:rPr lang="en-SG" sz="900" b="1" dirty="0">
                <a:solidFill>
                  <a:schemeClr val="tx2"/>
                </a:solidFill>
                <a:latin typeface="+mn-lt"/>
              </a:rPr>
              <a:t>Dragon Roller</a:t>
            </a:r>
          </a:p>
        </p:txBody>
      </p:sp>
      <p:sp>
        <p:nvSpPr>
          <p:cNvPr id="46" name="TextBox 45">
            <a:extLst>
              <a:ext uri="{FF2B5EF4-FFF2-40B4-BE49-F238E27FC236}">
                <a16:creationId xmlns:a16="http://schemas.microsoft.com/office/drawing/2014/main" id="{E36B16BA-3013-C019-CF29-A904015AF1BD}"/>
              </a:ext>
            </a:extLst>
          </p:cNvPr>
          <p:cNvSpPr txBox="1"/>
          <p:nvPr/>
        </p:nvSpPr>
        <p:spPr>
          <a:xfrm>
            <a:off x="1191679" y="5241837"/>
            <a:ext cx="975313" cy="230832"/>
          </a:xfrm>
          <a:prstGeom prst="rect">
            <a:avLst/>
          </a:prstGeom>
          <a:noFill/>
          <a:ln>
            <a:noFill/>
          </a:ln>
        </p:spPr>
        <p:txBody>
          <a:bodyPr wrap="square" rtlCol="0">
            <a:spAutoFit/>
          </a:bodyPr>
          <a:lstStyle/>
          <a:p>
            <a:pPr algn="ctr"/>
            <a:r>
              <a:rPr lang="en-SG" sz="900" b="1" dirty="0">
                <a:solidFill>
                  <a:schemeClr val="tx2"/>
                </a:solidFill>
                <a:latin typeface="+mn-lt"/>
              </a:rPr>
              <a:t>Ben’s Place</a:t>
            </a:r>
          </a:p>
        </p:txBody>
      </p:sp>
      <p:pic>
        <p:nvPicPr>
          <p:cNvPr id="48" name="Picture 47">
            <a:extLst>
              <a:ext uri="{FF2B5EF4-FFF2-40B4-BE49-F238E27FC236}">
                <a16:creationId xmlns:a16="http://schemas.microsoft.com/office/drawing/2014/main" id="{C1086A3F-3C3E-D1E9-F724-8B9CA7278627}"/>
              </a:ext>
            </a:extLst>
          </p:cNvPr>
          <p:cNvPicPr>
            <a:picLocks noChangeAspect="1"/>
          </p:cNvPicPr>
          <p:nvPr/>
        </p:nvPicPr>
        <p:blipFill>
          <a:blip r:embed="rId7"/>
          <a:stretch>
            <a:fillRect/>
          </a:stretch>
        </p:blipFill>
        <p:spPr>
          <a:xfrm>
            <a:off x="1513295" y="4955676"/>
            <a:ext cx="317160" cy="317160"/>
          </a:xfrm>
          <a:prstGeom prst="rect">
            <a:avLst/>
          </a:prstGeom>
        </p:spPr>
      </p:pic>
      <p:pic>
        <p:nvPicPr>
          <p:cNvPr id="61" name="Picture 60" descr="A blue arrows pointing to a cross&#10;&#10;AI-generated content may be incorrect.">
            <a:extLst>
              <a:ext uri="{FF2B5EF4-FFF2-40B4-BE49-F238E27FC236}">
                <a16:creationId xmlns:a16="http://schemas.microsoft.com/office/drawing/2014/main" id="{A0E28B3E-7794-A542-2842-46FFD7035F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03075" y="4253411"/>
            <a:ext cx="350033" cy="350033"/>
          </a:xfrm>
          <a:prstGeom prst="rect">
            <a:avLst/>
          </a:prstGeom>
        </p:spPr>
      </p:pic>
      <p:grpSp>
        <p:nvGrpSpPr>
          <p:cNvPr id="62" name="Group 61">
            <a:extLst>
              <a:ext uri="{FF2B5EF4-FFF2-40B4-BE49-F238E27FC236}">
                <a16:creationId xmlns:a16="http://schemas.microsoft.com/office/drawing/2014/main" id="{38E72085-07C7-E91F-EF90-402072CA434E}"/>
              </a:ext>
            </a:extLst>
          </p:cNvPr>
          <p:cNvGrpSpPr/>
          <p:nvPr/>
        </p:nvGrpSpPr>
        <p:grpSpPr>
          <a:xfrm>
            <a:off x="2576782" y="4682036"/>
            <a:ext cx="688950" cy="438795"/>
            <a:chOff x="7478477" y="4729264"/>
            <a:chExt cx="1253006" cy="798045"/>
          </a:xfrm>
        </p:grpSpPr>
        <p:pic>
          <p:nvPicPr>
            <p:cNvPr id="63" name="Picture 62">
              <a:extLst>
                <a:ext uri="{FF2B5EF4-FFF2-40B4-BE49-F238E27FC236}">
                  <a16:creationId xmlns:a16="http://schemas.microsoft.com/office/drawing/2014/main" id="{808A701D-660D-4F3E-71CA-A55040637773}"/>
                </a:ext>
              </a:extLst>
            </p:cNvPr>
            <p:cNvPicPr>
              <a:picLocks noChangeAspect="1"/>
            </p:cNvPicPr>
            <p:nvPr/>
          </p:nvPicPr>
          <p:blipFill>
            <a:blip r:embed="rId8"/>
            <a:stretch>
              <a:fillRect/>
            </a:stretch>
          </p:blipFill>
          <p:spPr>
            <a:xfrm>
              <a:off x="7884122" y="4729264"/>
              <a:ext cx="446487" cy="446487"/>
            </a:xfrm>
            <a:prstGeom prst="rect">
              <a:avLst/>
            </a:prstGeom>
          </p:spPr>
        </p:pic>
        <p:sp>
          <p:nvSpPr>
            <p:cNvPr id="66" name="TextBox 65">
              <a:extLst>
                <a:ext uri="{FF2B5EF4-FFF2-40B4-BE49-F238E27FC236}">
                  <a16:creationId xmlns:a16="http://schemas.microsoft.com/office/drawing/2014/main" id="{C167745F-DD23-15A8-7233-59EE06E5CD61}"/>
                </a:ext>
              </a:extLst>
            </p:cNvPr>
            <p:cNvSpPr txBox="1"/>
            <p:nvPr/>
          </p:nvSpPr>
          <p:spPr>
            <a:xfrm>
              <a:off x="7478477" y="5107490"/>
              <a:ext cx="1253006" cy="419819"/>
            </a:xfrm>
            <a:prstGeom prst="rect">
              <a:avLst/>
            </a:prstGeom>
            <a:noFill/>
            <a:ln>
              <a:noFill/>
            </a:ln>
          </p:spPr>
          <p:txBody>
            <a:bodyPr wrap="square" rtlCol="0">
              <a:spAutoFit/>
            </a:bodyPr>
            <a:lstStyle/>
            <a:p>
              <a:pPr algn="ctr"/>
              <a:r>
                <a:rPr lang="en-SG" sz="900" b="1" dirty="0">
                  <a:solidFill>
                    <a:schemeClr val="tx2"/>
                  </a:solidFill>
                  <a:latin typeface="+mn-lt"/>
                </a:rPr>
                <a:t>Entrance</a:t>
              </a:r>
              <a:endParaRPr lang="en-SG" sz="1400" b="1" dirty="0">
                <a:solidFill>
                  <a:schemeClr val="tx2"/>
                </a:solidFill>
                <a:latin typeface="+mn-lt"/>
              </a:endParaRPr>
            </a:p>
          </p:txBody>
        </p:sp>
      </p:grpSp>
      <p:pic>
        <p:nvPicPr>
          <p:cNvPr id="68" name="Picture 67">
            <a:extLst>
              <a:ext uri="{FF2B5EF4-FFF2-40B4-BE49-F238E27FC236}">
                <a16:creationId xmlns:a16="http://schemas.microsoft.com/office/drawing/2014/main" id="{6A665D5D-8B6B-653D-0A72-C70C649ACAA4}"/>
              </a:ext>
            </a:extLst>
          </p:cNvPr>
          <p:cNvPicPr>
            <a:picLocks noChangeAspect="1"/>
          </p:cNvPicPr>
          <p:nvPr/>
        </p:nvPicPr>
        <p:blipFill>
          <a:blip r:embed="rId9"/>
          <a:stretch>
            <a:fillRect/>
          </a:stretch>
        </p:blipFill>
        <p:spPr>
          <a:xfrm>
            <a:off x="2232307" y="4706750"/>
            <a:ext cx="240892" cy="240892"/>
          </a:xfrm>
          <a:prstGeom prst="rect">
            <a:avLst/>
          </a:prstGeom>
        </p:spPr>
      </p:pic>
      <p:sp>
        <p:nvSpPr>
          <p:cNvPr id="69" name="TextBox 68">
            <a:extLst>
              <a:ext uri="{FF2B5EF4-FFF2-40B4-BE49-F238E27FC236}">
                <a16:creationId xmlns:a16="http://schemas.microsoft.com/office/drawing/2014/main" id="{88CEB49B-CB27-A719-1AC1-719DFC8CB488}"/>
              </a:ext>
            </a:extLst>
          </p:cNvPr>
          <p:cNvSpPr txBox="1"/>
          <p:nvPr/>
        </p:nvSpPr>
        <p:spPr>
          <a:xfrm>
            <a:off x="1865097" y="4904052"/>
            <a:ext cx="975313" cy="369332"/>
          </a:xfrm>
          <a:prstGeom prst="rect">
            <a:avLst/>
          </a:prstGeom>
          <a:noFill/>
          <a:ln>
            <a:noFill/>
          </a:ln>
        </p:spPr>
        <p:txBody>
          <a:bodyPr wrap="square" rtlCol="0">
            <a:spAutoFit/>
          </a:bodyPr>
          <a:lstStyle/>
          <a:p>
            <a:pPr algn="ctr"/>
            <a:r>
              <a:rPr lang="en-SG" sz="900" b="1" dirty="0">
                <a:solidFill>
                  <a:schemeClr val="tx2"/>
                </a:solidFill>
                <a:latin typeface="+mn-lt"/>
              </a:rPr>
              <a:t>Cirque Du Luna</a:t>
            </a:r>
          </a:p>
        </p:txBody>
      </p:sp>
      <p:pic>
        <p:nvPicPr>
          <p:cNvPr id="73" name="Picture 72">
            <a:extLst>
              <a:ext uri="{FF2B5EF4-FFF2-40B4-BE49-F238E27FC236}">
                <a16:creationId xmlns:a16="http://schemas.microsoft.com/office/drawing/2014/main" id="{C8171B35-3AF3-4EE1-3338-B72642756F23}"/>
              </a:ext>
            </a:extLst>
          </p:cNvPr>
          <p:cNvPicPr>
            <a:picLocks noChangeAspect="1"/>
          </p:cNvPicPr>
          <p:nvPr/>
        </p:nvPicPr>
        <p:blipFill>
          <a:blip r:embed="rId2"/>
          <a:stretch>
            <a:fillRect/>
          </a:stretch>
        </p:blipFill>
        <p:spPr>
          <a:xfrm>
            <a:off x="498813" y="4726112"/>
            <a:ext cx="475318" cy="475318"/>
          </a:xfrm>
          <a:prstGeom prst="rect">
            <a:avLst/>
          </a:prstGeom>
        </p:spPr>
      </p:pic>
      <p:grpSp>
        <p:nvGrpSpPr>
          <p:cNvPr id="76" name="Group 75">
            <a:extLst>
              <a:ext uri="{FF2B5EF4-FFF2-40B4-BE49-F238E27FC236}">
                <a16:creationId xmlns:a16="http://schemas.microsoft.com/office/drawing/2014/main" id="{B31B2D78-BF30-0560-4686-C9FF22F821C9}"/>
              </a:ext>
            </a:extLst>
          </p:cNvPr>
          <p:cNvGrpSpPr/>
          <p:nvPr/>
        </p:nvGrpSpPr>
        <p:grpSpPr>
          <a:xfrm>
            <a:off x="1513295" y="6111326"/>
            <a:ext cx="1947070" cy="552452"/>
            <a:chOff x="1" y="0"/>
            <a:chExt cx="1465462" cy="552452"/>
          </a:xfrm>
        </p:grpSpPr>
        <p:sp>
          <p:nvSpPr>
            <p:cNvPr id="77" name="Rectangle 76">
              <a:extLst>
                <a:ext uri="{FF2B5EF4-FFF2-40B4-BE49-F238E27FC236}">
                  <a16:creationId xmlns:a16="http://schemas.microsoft.com/office/drawing/2014/main" id="{5AC9643F-25F7-10AC-AD6D-A89F77AE78F0}"/>
                </a:ext>
              </a:extLst>
            </p:cNvPr>
            <p:cNvSpPr/>
            <p:nvPr userDrawn="1"/>
          </p:nvSpPr>
          <p:spPr>
            <a:xfrm>
              <a:off x="1" y="0"/>
              <a:ext cx="1465462" cy="5524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r"/>
              <a:r>
                <a:rPr lang="en-SG" sz="2400" b="1" spc="0" dirty="0">
                  <a:solidFill>
                    <a:schemeClr val="tx1"/>
                  </a:solidFill>
                  <a:latin typeface="+mj-lt"/>
                </a:rPr>
                <a:t>Schedule</a:t>
              </a:r>
              <a:endParaRPr lang="en-SG" sz="2000" b="1" spc="0" dirty="0">
                <a:solidFill>
                  <a:schemeClr val="tx1"/>
                </a:solidFill>
                <a:latin typeface="+mj-lt"/>
              </a:endParaRPr>
            </a:p>
          </p:txBody>
        </p:sp>
        <p:pic>
          <p:nvPicPr>
            <p:cNvPr id="78" name="Picture 77" descr="A blue arrow pointing to the left&#10;&#10;AI-generated content may be incorrect.">
              <a:extLst>
                <a:ext uri="{FF2B5EF4-FFF2-40B4-BE49-F238E27FC236}">
                  <a16:creationId xmlns:a16="http://schemas.microsoft.com/office/drawing/2014/main" id="{3EE8721F-DA55-392F-F29E-BB9DB32FEEE5}"/>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flipH="1">
              <a:off x="76198" y="164523"/>
              <a:ext cx="409049" cy="223406"/>
            </a:xfrm>
            <a:prstGeom prst="rect">
              <a:avLst/>
            </a:prstGeom>
          </p:spPr>
        </p:pic>
      </p:grpSp>
      <p:sp>
        <p:nvSpPr>
          <p:cNvPr id="79" name="Arrow: Pentagon 78">
            <a:extLst>
              <a:ext uri="{FF2B5EF4-FFF2-40B4-BE49-F238E27FC236}">
                <a16:creationId xmlns:a16="http://schemas.microsoft.com/office/drawing/2014/main" id="{E5C5C608-172E-5786-5BBF-79ABAFF9EB31}"/>
              </a:ext>
            </a:extLst>
          </p:cNvPr>
          <p:cNvSpPr/>
          <p:nvPr/>
        </p:nvSpPr>
        <p:spPr>
          <a:xfrm>
            <a:off x="30628" y="3368067"/>
            <a:ext cx="1460712" cy="399011"/>
          </a:xfrm>
          <a:prstGeom prst="homePlate">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0" name="TextBox 79">
            <a:extLst>
              <a:ext uri="{FF2B5EF4-FFF2-40B4-BE49-F238E27FC236}">
                <a16:creationId xmlns:a16="http://schemas.microsoft.com/office/drawing/2014/main" id="{321C6949-53FB-7893-2C40-5DFBDFB89FEA}"/>
              </a:ext>
            </a:extLst>
          </p:cNvPr>
          <p:cNvSpPr txBox="1"/>
          <p:nvPr/>
        </p:nvSpPr>
        <p:spPr>
          <a:xfrm>
            <a:off x="-16535" y="3398915"/>
            <a:ext cx="1344164" cy="307777"/>
          </a:xfrm>
          <a:prstGeom prst="rect">
            <a:avLst/>
          </a:prstGeom>
          <a:noFill/>
          <a:ln w="28575">
            <a:noFill/>
          </a:ln>
        </p:spPr>
        <p:txBody>
          <a:bodyPr wrap="square" rtlCol="0">
            <a:spAutoFit/>
          </a:bodyPr>
          <a:lstStyle/>
          <a:p>
            <a:pPr algn="ctr"/>
            <a:r>
              <a:rPr lang="en-SG" sz="1400" b="1" dirty="0">
                <a:solidFill>
                  <a:schemeClr val="tx2">
                    <a:lumMod val="50000"/>
                  </a:schemeClr>
                </a:solidFill>
              </a:rPr>
              <a:t>Typhoon</a:t>
            </a:r>
          </a:p>
        </p:txBody>
      </p:sp>
      <p:sp>
        <p:nvSpPr>
          <p:cNvPr id="10" name="TextBox 9">
            <a:extLst>
              <a:ext uri="{FF2B5EF4-FFF2-40B4-BE49-F238E27FC236}">
                <a16:creationId xmlns:a16="http://schemas.microsoft.com/office/drawing/2014/main" id="{79EFF825-17C3-FDF3-628C-838764ECFCC7}"/>
              </a:ext>
            </a:extLst>
          </p:cNvPr>
          <p:cNvSpPr txBox="1"/>
          <p:nvPr/>
        </p:nvSpPr>
        <p:spPr>
          <a:xfrm>
            <a:off x="2461091" y="3135101"/>
            <a:ext cx="1244283" cy="646331"/>
          </a:xfrm>
          <a:prstGeom prst="rect">
            <a:avLst/>
          </a:prstGeom>
          <a:noFill/>
        </p:spPr>
        <p:txBody>
          <a:bodyPr wrap="square" rtlCol="0">
            <a:spAutoFit/>
          </a:bodyPr>
          <a:lstStyle/>
          <a:p>
            <a:pPr algn="ctr"/>
            <a:r>
              <a:rPr lang="en-SG" sz="3600" dirty="0"/>
              <a:t>…</a:t>
            </a:r>
          </a:p>
        </p:txBody>
      </p:sp>
      <p:grpSp>
        <p:nvGrpSpPr>
          <p:cNvPr id="51" name="Group 50">
            <a:extLst>
              <a:ext uri="{FF2B5EF4-FFF2-40B4-BE49-F238E27FC236}">
                <a16:creationId xmlns:a16="http://schemas.microsoft.com/office/drawing/2014/main" id="{5C139C7D-8A91-9FDA-6975-BDD98CA23D9F}"/>
              </a:ext>
            </a:extLst>
          </p:cNvPr>
          <p:cNvGrpSpPr/>
          <p:nvPr/>
        </p:nvGrpSpPr>
        <p:grpSpPr>
          <a:xfrm>
            <a:off x="4906420" y="1767648"/>
            <a:ext cx="4094923" cy="2519072"/>
            <a:chOff x="3727545" y="1965711"/>
            <a:chExt cx="3754561" cy="2309692"/>
          </a:xfrm>
        </p:grpSpPr>
        <p:grpSp>
          <p:nvGrpSpPr>
            <p:cNvPr id="52" name="Group 51">
              <a:extLst>
                <a:ext uri="{FF2B5EF4-FFF2-40B4-BE49-F238E27FC236}">
                  <a16:creationId xmlns:a16="http://schemas.microsoft.com/office/drawing/2014/main" id="{098E2B36-FE6B-CFC5-51B8-799B303FB761}"/>
                </a:ext>
              </a:extLst>
            </p:cNvPr>
            <p:cNvGrpSpPr/>
            <p:nvPr/>
          </p:nvGrpSpPr>
          <p:grpSpPr>
            <a:xfrm>
              <a:off x="3727545" y="1965711"/>
              <a:ext cx="3754561" cy="2309692"/>
              <a:chOff x="3225800" y="2071914"/>
              <a:chExt cx="5740399" cy="2714172"/>
            </a:xfrm>
          </p:grpSpPr>
          <p:sp>
            <p:nvSpPr>
              <p:cNvPr id="54" name="Rectangle: Rounded Corners 53">
                <a:extLst>
                  <a:ext uri="{FF2B5EF4-FFF2-40B4-BE49-F238E27FC236}">
                    <a16:creationId xmlns:a16="http://schemas.microsoft.com/office/drawing/2014/main" id="{65D07A72-5E4C-C80F-3CA0-042980EC7584}"/>
                  </a:ext>
                </a:extLst>
              </p:cNvPr>
              <p:cNvSpPr/>
              <p:nvPr/>
            </p:nvSpPr>
            <p:spPr>
              <a:xfrm>
                <a:off x="3225800" y="2071914"/>
                <a:ext cx="5740399" cy="2714172"/>
              </a:xfrm>
              <a:prstGeom prst="round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5" name="Rectangle: Rounded Corners 54">
                <a:extLst>
                  <a:ext uri="{FF2B5EF4-FFF2-40B4-BE49-F238E27FC236}">
                    <a16:creationId xmlns:a16="http://schemas.microsoft.com/office/drawing/2014/main" id="{99E10C9A-E8B4-C063-326B-1519542A7AF4}"/>
                  </a:ext>
                </a:extLst>
              </p:cNvPr>
              <p:cNvSpPr/>
              <p:nvPr/>
            </p:nvSpPr>
            <p:spPr>
              <a:xfrm>
                <a:off x="3360055" y="2184399"/>
                <a:ext cx="5477122" cy="2489199"/>
              </a:xfrm>
              <a:prstGeom prst="roundRect">
                <a:avLst/>
              </a:prstGeom>
              <a:solidFill>
                <a:schemeClr val="accent5"/>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53" name="TextBox 52">
              <a:extLst>
                <a:ext uri="{FF2B5EF4-FFF2-40B4-BE49-F238E27FC236}">
                  <a16:creationId xmlns:a16="http://schemas.microsoft.com/office/drawing/2014/main" id="{F962E54B-E0CA-DF91-1C19-8E3C6568D65B}"/>
                </a:ext>
              </a:extLst>
            </p:cNvPr>
            <p:cNvSpPr txBox="1"/>
            <p:nvPr/>
          </p:nvSpPr>
          <p:spPr>
            <a:xfrm>
              <a:off x="3978318" y="2144744"/>
              <a:ext cx="3394799" cy="1622620"/>
            </a:xfrm>
            <a:prstGeom prst="rect">
              <a:avLst/>
            </a:prstGeom>
            <a:noFill/>
          </p:spPr>
          <p:txBody>
            <a:bodyPr wrap="square" rtlCol="0">
              <a:spAutoFit/>
            </a:bodyPr>
            <a:lstStyle/>
            <a:p>
              <a:r>
                <a:rPr lang="en-SG" sz="2000" b="1" dirty="0">
                  <a:solidFill>
                    <a:schemeClr val="bg1"/>
                  </a:solidFill>
                </a:rPr>
                <a:t>You can also talk to our friendly chatbot for further enquiries! He also sometimes gives suggestions depending on your mood!</a:t>
              </a:r>
            </a:p>
            <a:p>
              <a:endParaRPr lang="en-SG" sz="900" b="1" dirty="0">
                <a:solidFill>
                  <a:schemeClr val="bg1"/>
                </a:solidFill>
              </a:endParaRPr>
            </a:p>
          </p:txBody>
        </p:sp>
      </p:grpSp>
      <p:pic>
        <p:nvPicPr>
          <p:cNvPr id="56" name="Picture 55" descr="A blue and white logo&#10;&#10;AI-generated content may be incorrect.">
            <a:extLst>
              <a:ext uri="{FF2B5EF4-FFF2-40B4-BE49-F238E27FC236}">
                <a16:creationId xmlns:a16="http://schemas.microsoft.com/office/drawing/2014/main" id="{7311659D-28B5-8668-EA29-E96F7444818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01360" y="1404533"/>
            <a:ext cx="758741" cy="758741"/>
          </a:xfrm>
          <a:prstGeom prst="rect">
            <a:avLst/>
          </a:prstGeom>
        </p:spPr>
      </p:pic>
      <p:sp>
        <p:nvSpPr>
          <p:cNvPr id="57" name="Rectangle: Rounded Corners 56">
            <a:hlinkClick r:id="rId12" action="ppaction://hlinksldjump"/>
            <a:extLst>
              <a:ext uri="{FF2B5EF4-FFF2-40B4-BE49-F238E27FC236}">
                <a16:creationId xmlns:a16="http://schemas.microsoft.com/office/drawing/2014/main" id="{E5428510-1273-47D7-BAE8-DC786770055B}"/>
              </a:ext>
            </a:extLst>
          </p:cNvPr>
          <p:cNvSpPr/>
          <p:nvPr/>
        </p:nvSpPr>
        <p:spPr>
          <a:xfrm>
            <a:off x="6142481" y="3591794"/>
            <a:ext cx="1443346" cy="479800"/>
          </a:xfrm>
          <a:prstGeom prst="roundRect">
            <a:avLst>
              <a:gd name="adj" fmla="val 18237"/>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b="1" dirty="0">
                <a:solidFill>
                  <a:schemeClr val="bg1"/>
                </a:solidFill>
                <a:latin typeface="+mj-lt"/>
              </a:rPr>
              <a:t>OK</a:t>
            </a:r>
          </a:p>
        </p:txBody>
      </p:sp>
    </p:spTree>
    <p:extLst>
      <p:ext uri="{BB962C8B-B14F-4D97-AF65-F5344CB8AC3E}">
        <p14:creationId xmlns:p14="http://schemas.microsoft.com/office/powerpoint/2010/main" val="2889885581"/>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690C1-9C49-58E8-6EBB-089CADFCEF47}"/>
              </a:ext>
            </a:extLst>
          </p:cNvPr>
          <p:cNvSpPr>
            <a:spLocks noGrp="1"/>
          </p:cNvSpPr>
          <p:nvPr>
            <p:ph type="title"/>
          </p:nvPr>
        </p:nvSpPr>
        <p:spPr>
          <a:xfrm>
            <a:off x="838200" y="365125"/>
            <a:ext cx="10515600" cy="636361"/>
          </a:xfrm>
        </p:spPr>
        <p:txBody>
          <a:bodyPr/>
          <a:lstStyle/>
          <a:p>
            <a:r>
              <a:rPr lang="en-SG" dirty="0"/>
              <a:t>Icons used throughout the application</a:t>
            </a:r>
            <a:br>
              <a:rPr lang="en-SG" dirty="0"/>
            </a:br>
            <a:endParaRPr lang="en-SG" dirty="0"/>
          </a:p>
        </p:txBody>
      </p:sp>
      <p:sp>
        <p:nvSpPr>
          <p:cNvPr id="3" name="TextBox 2">
            <a:extLst>
              <a:ext uri="{FF2B5EF4-FFF2-40B4-BE49-F238E27FC236}">
                <a16:creationId xmlns:a16="http://schemas.microsoft.com/office/drawing/2014/main" id="{665ECF8E-0C94-F10B-ECD2-0B2D56354370}"/>
              </a:ext>
            </a:extLst>
          </p:cNvPr>
          <p:cNvSpPr txBox="1"/>
          <p:nvPr/>
        </p:nvSpPr>
        <p:spPr>
          <a:xfrm>
            <a:off x="312058" y="1204685"/>
            <a:ext cx="11596913" cy="5355312"/>
          </a:xfrm>
          <a:prstGeom prst="rect">
            <a:avLst/>
          </a:prstGeom>
          <a:noFill/>
        </p:spPr>
        <p:txBody>
          <a:bodyPr wrap="square" rtlCol="0">
            <a:spAutoFit/>
          </a:bodyPr>
          <a:lstStyle/>
          <a:p>
            <a:pPr marL="285750" indent="-285750">
              <a:buFont typeface="Arial" panose="020B0604020202020204" pitchFamily="34" charset="0"/>
              <a:buChar char="•"/>
            </a:pPr>
            <a:r>
              <a:rPr lang="en-US" dirty="0">
                <a:hlinkClick r:id="rId2"/>
              </a:rPr>
              <a:t>https://www.flaticon.com/free-icon/rollercoaster_4867296?term=rollercoaster&amp;page=1&amp;position=5&amp;origin=search&amp;related_id=4867296</a:t>
            </a:r>
            <a:endParaRPr lang="en-US" dirty="0"/>
          </a:p>
          <a:p>
            <a:pPr marL="285750" indent="-285750">
              <a:buFont typeface="Arial" panose="020B0604020202020204" pitchFamily="34" charset="0"/>
              <a:buChar char="•"/>
            </a:pPr>
            <a:r>
              <a:rPr lang="en-US" dirty="0">
                <a:hlinkClick r:id="rId3"/>
              </a:rPr>
              <a:t>https://www.flaticon.com/free-icon/home_1946436?term=home&amp;page=1&amp;position=4&amp;origin=search&amp;related_id=1946436</a:t>
            </a:r>
            <a:endParaRPr lang="en-US" dirty="0"/>
          </a:p>
          <a:p>
            <a:pPr marL="285750" indent="-285750">
              <a:buFont typeface="Arial" panose="020B0604020202020204" pitchFamily="34" charset="0"/>
              <a:buChar char="•"/>
            </a:pPr>
            <a:r>
              <a:rPr lang="en-SG" dirty="0">
                <a:hlinkClick r:id="rId4"/>
              </a:rPr>
              <a:t>https://www.flaticon.com/free-icon/man_4799793?term=stickman&amp;page=1&amp;position=1&amp;origin=search&amp;related_id=4799793</a:t>
            </a:r>
            <a:r>
              <a:rPr lang="en-US" dirty="0">
                <a:hlinkClick r:id="rId5"/>
              </a:rPr>
              <a:t>Search results for Disabled – </a:t>
            </a:r>
            <a:r>
              <a:rPr lang="en-US" dirty="0" err="1">
                <a:hlinkClick r:id="rId5"/>
              </a:rPr>
              <a:t>Flaticon</a:t>
            </a:r>
            <a:endParaRPr lang="en-US" dirty="0"/>
          </a:p>
          <a:p>
            <a:pPr marL="285750" indent="-285750">
              <a:buFont typeface="Arial" panose="020B0604020202020204" pitchFamily="34" charset="0"/>
              <a:buChar char="•"/>
            </a:pPr>
            <a:r>
              <a:rPr lang="en-US" dirty="0"/>
              <a:t>https://www.flaticon.com/free-icon/finger-scanning_17075833?term=finger+recognition&amp;page=1&amp;position=26&amp;origin=search&amp;related_id=17075833</a:t>
            </a:r>
          </a:p>
          <a:p>
            <a:pPr marL="285750" indent="-285750">
              <a:buFont typeface="Arial" panose="020B0604020202020204" pitchFamily="34" charset="0"/>
              <a:buChar char="•"/>
            </a:pPr>
            <a:r>
              <a:rPr lang="en-SG" dirty="0">
                <a:hlinkClick r:id="rId6"/>
              </a:rPr>
              <a:t>https://www.flaticon.com/free-icon/water-slide_5593690?term=water+slide&amp;page=1&amp;position=12&amp;origin=search&amp;related_id=5593690</a:t>
            </a:r>
            <a:r>
              <a:rPr lang="en-US" dirty="0">
                <a:hlinkClick r:id="rId7"/>
              </a:rPr>
              <a:t>Search results for Restaurant – </a:t>
            </a:r>
            <a:r>
              <a:rPr lang="en-US" dirty="0" err="1">
                <a:hlinkClick r:id="rId7"/>
              </a:rPr>
              <a:t>Flaticon</a:t>
            </a:r>
            <a:endParaRPr lang="en-US" dirty="0"/>
          </a:p>
          <a:p>
            <a:pPr marL="285750" indent="-285750">
              <a:buFont typeface="Arial" panose="020B0604020202020204" pitchFamily="34" charset="0"/>
              <a:buChar char="•"/>
            </a:pPr>
            <a:r>
              <a:rPr lang="en-SG" dirty="0">
                <a:hlinkClick r:id="rId8"/>
              </a:rPr>
              <a:t>https://www.flaticon.com/free-icon/restaurant-building_8503966?term=restaurant&amp;page=1&amp;position=7&amp;origin=search&amp;related_id=8503966</a:t>
            </a:r>
            <a:r>
              <a:rPr lang="en-US" dirty="0">
                <a:hlinkClick r:id="rId9"/>
              </a:rPr>
              <a:t>Search results for Theme park - </a:t>
            </a:r>
            <a:r>
              <a:rPr lang="en-US" dirty="0" err="1">
                <a:hlinkClick r:id="rId9"/>
              </a:rPr>
              <a:t>Flaticon</a:t>
            </a:r>
            <a:endParaRPr lang="en-SG" dirty="0"/>
          </a:p>
          <a:p>
            <a:pPr marL="285750" indent="-285750">
              <a:buFont typeface="Arial" panose="020B0604020202020204" pitchFamily="34" charset="0"/>
              <a:buChar char="•"/>
            </a:pPr>
            <a:r>
              <a:rPr lang="en-SG" dirty="0">
                <a:hlinkClick r:id="rId10"/>
              </a:rPr>
              <a:t>https://www.flaticon.com/free-icon/bakery_1772770?term=bakery&amp;page=1&amp;position=6&amp;origin=search&amp;related_id=1772770</a:t>
            </a:r>
            <a:r>
              <a:rPr lang="en-US" dirty="0">
                <a:hlinkClick r:id="rId11"/>
              </a:rPr>
              <a:t>Search results for Live show – </a:t>
            </a:r>
            <a:r>
              <a:rPr lang="en-US" dirty="0" err="1">
                <a:hlinkClick r:id="rId11"/>
              </a:rPr>
              <a:t>Flaticon</a:t>
            </a:r>
            <a:endParaRPr lang="en-US" dirty="0"/>
          </a:p>
          <a:p>
            <a:pPr marL="285750" indent="-285750">
              <a:buFont typeface="Arial" panose="020B0604020202020204" pitchFamily="34" charset="0"/>
              <a:buChar char="•"/>
            </a:pPr>
            <a:endParaRPr lang="en-SG" dirty="0"/>
          </a:p>
        </p:txBody>
      </p:sp>
    </p:spTree>
    <p:extLst>
      <p:ext uri="{BB962C8B-B14F-4D97-AF65-F5344CB8AC3E}">
        <p14:creationId xmlns:p14="http://schemas.microsoft.com/office/powerpoint/2010/main" val="25374863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4F4DE-72A0-A172-7E56-3C42FC1627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C24570-FE75-0F45-3737-E29D1A4903A3}"/>
              </a:ext>
            </a:extLst>
          </p:cNvPr>
          <p:cNvSpPr>
            <a:spLocks noGrp="1"/>
          </p:cNvSpPr>
          <p:nvPr>
            <p:ph type="title"/>
          </p:nvPr>
        </p:nvSpPr>
        <p:spPr>
          <a:xfrm>
            <a:off x="838200" y="365125"/>
            <a:ext cx="10515600" cy="636361"/>
          </a:xfrm>
        </p:spPr>
        <p:txBody>
          <a:bodyPr/>
          <a:lstStyle/>
          <a:p>
            <a:r>
              <a:rPr lang="en-SG" dirty="0"/>
              <a:t>Icons used throughout the application</a:t>
            </a:r>
            <a:br>
              <a:rPr lang="en-SG" dirty="0"/>
            </a:br>
            <a:endParaRPr lang="en-SG" dirty="0"/>
          </a:p>
        </p:txBody>
      </p:sp>
      <p:sp>
        <p:nvSpPr>
          <p:cNvPr id="3" name="TextBox 2">
            <a:extLst>
              <a:ext uri="{FF2B5EF4-FFF2-40B4-BE49-F238E27FC236}">
                <a16:creationId xmlns:a16="http://schemas.microsoft.com/office/drawing/2014/main" id="{AE0FC77F-1D36-AE62-6395-F43A3BE5282B}"/>
              </a:ext>
            </a:extLst>
          </p:cNvPr>
          <p:cNvSpPr txBox="1"/>
          <p:nvPr/>
        </p:nvSpPr>
        <p:spPr>
          <a:xfrm>
            <a:off x="312058" y="1204685"/>
            <a:ext cx="11596913" cy="5632311"/>
          </a:xfrm>
          <a:prstGeom prst="rect">
            <a:avLst/>
          </a:prstGeom>
          <a:noFill/>
        </p:spPr>
        <p:txBody>
          <a:bodyPr wrap="square" rtlCol="0">
            <a:spAutoFit/>
          </a:bodyPr>
          <a:lstStyle/>
          <a:p>
            <a:pPr marL="285750" indent="-285750">
              <a:buFont typeface="Arial" panose="020B0604020202020204" pitchFamily="34" charset="0"/>
              <a:buChar char="•"/>
            </a:pPr>
            <a:r>
              <a:rPr lang="en-SG" dirty="0">
                <a:hlinkClick r:id="rId2"/>
              </a:rPr>
              <a:t>https://www.flaticon.com/free-icon/dolphin_7172122?term=sea+show&amp;page=1&amp;position=7&amp;origin=search&amp;related_id=7172122</a:t>
            </a:r>
            <a:r>
              <a:rPr lang="en-US" dirty="0">
                <a:hlinkClick r:id="rId3"/>
              </a:rPr>
              <a:t>Search results for Circus – </a:t>
            </a:r>
            <a:r>
              <a:rPr lang="en-US" dirty="0" err="1">
                <a:hlinkClick r:id="rId3"/>
              </a:rPr>
              <a:t>Flaticon</a:t>
            </a:r>
            <a:endParaRPr lang="en-US" dirty="0"/>
          </a:p>
          <a:p>
            <a:pPr marL="285750" indent="-285750">
              <a:buFont typeface="Arial" panose="020B0604020202020204" pitchFamily="34" charset="0"/>
              <a:buChar char="•"/>
            </a:pPr>
            <a:r>
              <a:rPr lang="en-SG" dirty="0">
                <a:hlinkClick r:id="rId4"/>
              </a:rPr>
              <a:t>https://www.flaticon.com/free-icon/location-pin_2776000?term=location&amp;related_id=2776000</a:t>
            </a:r>
            <a:endParaRPr lang="en-SG" dirty="0"/>
          </a:p>
          <a:p>
            <a:pPr marL="285750" indent="-285750">
              <a:buFont typeface="Arial" panose="020B0604020202020204" pitchFamily="34" charset="0"/>
              <a:buChar char="•"/>
            </a:pPr>
            <a:r>
              <a:rPr lang="en-SG" dirty="0">
                <a:hlinkClick r:id="rId5"/>
              </a:rPr>
              <a:t>https://www.flaticon.com/free-icon/circus_1518998?term=circus&amp;page=1&amp;position=34&amp;origin=search&amp;related_id=1518998</a:t>
            </a:r>
            <a:endParaRPr lang="en-SG" dirty="0"/>
          </a:p>
          <a:p>
            <a:pPr marL="285750" indent="-285750">
              <a:buFont typeface="Arial" panose="020B0604020202020204" pitchFamily="34" charset="0"/>
              <a:buChar char="•"/>
            </a:pPr>
            <a:r>
              <a:rPr lang="en-SG" dirty="0">
                <a:hlinkClick r:id="rId6"/>
              </a:rPr>
              <a:t>https://www.flaticon.com/free-icon/gate_8915088?term=entrance&amp;related_id=8915088</a:t>
            </a:r>
            <a:endParaRPr lang="en-SG" dirty="0"/>
          </a:p>
          <a:p>
            <a:pPr marL="285750" indent="-285750">
              <a:buFont typeface="Arial" panose="020B0604020202020204" pitchFamily="34" charset="0"/>
              <a:buChar char="•"/>
            </a:pPr>
            <a:r>
              <a:rPr lang="en-SG" dirty="0">
                <a:hlinkClick r:id="rId7"/>
              </a:rPr>
              <a:t>https://www.flaticon.com/free-icon/right-arrow_271228?term=arrow&amp;related_id=271228</a:t>
            </a:r>
            <a:endParaRPr lang="en-SG" dirty="0"/>
          </a:p>
          <a:p>
            <a:pPr marL="285750" indent="-285750">
              <a:buFont typeface="Arial" panose="020B0604020202020204" pitchFamily="34" charset="0"/>
              <a:buChar char="•"/>
            </a:pPr>
            <a:r>
              <a:rPr lang="en-SG" dirty="0">
                <a:hlinkClick r:id="rId8"/>
              </a:rPr>
              <a:t>https://9to5google.com/wp-content/uploads/sites/4/2022/10/Gboard-Android-tablet-ui-3.jpg?quality=82&amp;strip=all&amp;w=640</a:t>
            </a:r>
            <a:endParaRPr lang="en-SG" dirty="0"/>
          </a:p>
          <a:p>
            <a:pPr marL="285750" indent="-285750">
              <a:buFont typeface="Arial" panose="020B0604020202020204" pitchFamily="34" charset="0"/>
              <a:buChar char="•"/>
            </a:pPr>
            <a:r>
              <a:rPr lang="en-SG" dirty="0">
                <a:hlinkClick r:id="rId9"/>
              </a:rPr>
              <a:t>https://www.flaticon.com/free-icon/height_7990193?term=height&amp;page=1&amp;position=1&amp;origin=search&amp;related_id=7990193</a:t>
            </a:r>
            <a:endParaRPr lang="en-SG" dirty="0"/>
          </a:p>
          <a:p>
            <a:pPr marL="285750" indent="-285750">
              <a:buFont typeface="Arial" panose="020B0604020202020204" pitchFamily="34" charset="0"/>
              <a:buChar char="•"/>
            </a:pPr>
            <a:r>
              <a:rPr lang="en-SG" dirty="0">
                <a:hlinkClick r:id="rId10"/>
              </a:rPr>
              <a:t>https://www.flaticon.com/free-icon/shocked_18212892?term=shock&amp;page=1&amp;position=6&amp;origin=search&amp;related_id=18212892</a:t>
            </a:r>
            <a:endParaRPr lang="en-SG" dirty="0"/>
          </a:p>
          <a:p>
            <a:pPr marL="285750" indent="-285750">
              <a:buFont typeface="Arial" panose="020B0604020202020204" pitchFamily="34" charset="0"/>
              <a:buChar char="•"/>
            </a:pPr>
            <a:r>
              <a:rPr lang="en-SG" dirty="0">
                <a:hlinkClick r:id="rId11"/>
              </a:rPr>
              <a:t>https://www.flaticon.com/free-icon/splash_9712432?term=splash&amp;page=1&amp;position=12&amp;origin=search&amp;related_id=9712432</a:t>
            </a:r>
            <a:endParaRPr lang="en-SG" dirty="0"/>
          </a:p>
          <a:p>
            <a:pPr marL="285750" indent="-285750">
              <a:buFont typeface="Arial" panose="020B0604020202020204" pitchFamily="34" charset="0"/>
              <a:buChar char="•"/>
            </a:pPr>
            <a:r>
              <a:rPr lang="en-SG" dirty="0">
                <a:hlinkClick r:id="rId12"/>
              </a:rPr>
              <a:t>https://www.flaticon.com/free-icon/time_3240587?term=clock&amp;page=1&amp;position=7&amp;origin=search&amp;related_id=3240587</a:t>
            </a:r>
            <a:endParaRPr lang="en-SG" dirty="0"/>
          </a:p>
          <a:p>
            <a:pPr marL="285750" indent="-285750">
              <a:buFont typeface="Arial" panose="020B0604020202020204" pitchFamily="34" charset="0"/>
              <a:buChar char="•"/>
            </a:pPr>
            <a:r>
              <a:rPr lang="en-SG" dirty="0">
                <a:hlinkClick r:id="rId13"/>
              </a:rPr>
              <a:t>https://www.flaticon.com/free-icon/man-walking_16419629?term=walk&amp;page=1&amp;position=1&amp;origin=search&amp;related_id=16419629</a:t>
            </a:r>
            <a:endParaRPr lang="en-SG" dirty="0"/>
          </a:p>
        </p:txBody>
      </p:sp>
    </p:spTree>
    <p:extLst>
      <p:ext uri="{BB962C8B-B14F-4D97-AF65-F5344CB8AC3E}">
        <p14:creationId xmlns:p14="http://schemas.microsoft.com/office/powerpoint/2010/main" val="27675143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2DAC6-04E5-B7A8-301B-CC06EEC2EB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06F1DA-06F8-925E-7CEE-0428CD3F32AA}"/>
              </a:ext>
            </a:extLst>
          </p:cNvPr>
          <p:cNvSpPr>
            <a:spLocks noGrp="1"/>
          </p:cNvSpPr>
          <p:nvPr>
            <p:ph type="title"/>
          </p:nvPr>
        </p:nvSpPr>
        <p:spPr>
          <a:xfrm>
            <a:off x="838200" y="365125"/>
            <a:ext cx="10515600" cy="636361"/>
          </a:xfrm>
        </p:spPr>
        <p:txBody>
          <a:bodyPr/>
          <a:lstStyle/>
          <a:p>
            <a:r>
              <a:rPr lang="en-SG" dirty="0"/>
              <a:t>Icons used throughout the application</a:t>
            </a:r>
            <a:br>
              <a:rPr lang="en-SG" dirty="0"/>
            </a:br>
            <a:endParaRPr lang="en-SG" dirty="0"/>
          </a:p>
        </p:txBody>
      </p:sp>
      <p:sp>
        <p:nvSpPr>
          <p:cNvPr id="3" name="TextBox 2">
            <a:extLst>
              <a:ext uri="{FF2B5EF4-FFF2-40B4-BE49-F238E27FC236}">
                <a16:creationId xmlns:a16="http://schemas.microsoft.com/office/drawing/2014/main" id="{2AE2696D-71A5-D166-DE9A-91CA4ACC0679}"/>
              </a:ext>
            </a:extLst>
          </p:cNvPr>
          <p:cNvSpPr txBox="1"/>
          <p:nvPr/>
        </p:nvSpPr>
        <p:spPr>
          <a:xfrm>
            <a:off x="312058" y="1204685"/>
            <a:ext cx="11596913" cy="5909310"/>
          </a:xfrm>
          <a:prstGeom prst="rect">
            <a:avLst/>
          </a:prstGeom>
          <a:noFill/>
        </p:spPr>
        <p:txBody>
          <a:bodyPr wrap="square" rtlCol="0">
            <a:spAutoFit/>
          </a:bodyPr>
          <a:lstStyle/>
          <a:p>
            <a:pPr marL="285750" indent="-285750">
              <a:buFont typeface="Arial" panose="020B0604020202020204" pitchFamily="34" charset="0"/>
              <a:buChar char="•"/>
            </a:pPr>
            <a:r>
              <a:rPr lang="en-SG" dirty="0">
                <a:hlinkClick r:id="rId2"/>
              </a:rPr>
              <a:t>https://www.flaticon.com/free-icon/excited_8541305?term=excitement&amp;page=1&amp;position=10&amp;origin=search&amp;related_id=8541305</a:t>
            </a:r>
            <a:endParaRPr lang="en-SG" dirty="0"/>
          </a:p>
          <a:p>
            <a:pPr marL="285750" indent="-285750">
              <a:buFont typeface="Arial" panose="020B0604020202020204" pitchFamily="34" charset="0"/>
              <a:buChar char="•"/>
            </a:pPr>
            <a:r>
              <a:rPr lang="en-SG" dirty="0">
                <a:hlinkClick r:id="rId3"/>
              </a:rPr>
              <a:t>https://www.flaticon.com/free-icon/roller-coaster_9862129?term=coaster&amp;related_id=9862129</a:t>
            </a:r>
            <a:endParaRPr lang="en-SG" dirty="0"/>
          </a:p>
          <a:p>
            <a:pPr marL="285750" indent="-285750">
              <a:buFont typeface="Arial" panose="020B0604020202020204" pitchFamily="34" charset="0"/>
              <a:buChar char="•"/>
            </a:pPr>
            <a:r>
              <a:rPr lang="en-SG" dirty="0">
                <a:hlinkClick r:id="rId4"/>
              </a:rPr>
              <a:t>https://www.flaticon.com/free-icon/play-button_260446?term=video+play&amp;page=1&amp;position=11&amp;origin=search&amp;related_id=260446</a:t>
            </a:r>
            <a:endParaRPr lang="en-SG" dirty="0"/>
          </a:p>
          <a:p>
            <a:pPr marL="285750" indent="-285750">
              <a:buFont typeface="Arial" panose="020B0604020202020204" pitchFamily="34" charset="0"/>
              <a:buChar char="•"/>
            </a:pPr>
            <a:r>
              <a:rPr lang="en-SG" dirty="0">
                <a:hlinkClick r:id="rId5"/>
              </a:rPr>
              <a:t>https://www.flaticon.com/free-icon/tap_305489?term=click&amp;related_id=305489</a:t>
            </a:r>
            <a:endParaRPr lang="en-SG" dirty="0"/>
          </a:p>
          <a:p>
            <a:pPr marL="285750" indent="-285750">
              <a:buFont typeface="Arial" panose="020B0604020202020204" pitchFamily="34" charset="0"/>
              <a:buChar char="•"/>
            </a:pPr>
            <a:r>
              <a:rPr lang="en-SG" dirty="0">
                <a:hlinkClick r:id="rId6"/>
              </a:rPr>
              <a:t>https://www.flaticon.com/free-icon/lightbulb_702797?term=bulb&amp;page=1&amp;position=2&amp;origin=search&amp;related_id=702797</a:t>
            </a:r>
            <a:endParaRPr lang="en-SG" dirty="0"/>
          </a:p>
          <a:p>
            <a:pPr marL="285750" indent="-285750">
              <a:buFont typeface="Arial" panose="020B0604020202020204" pitchFamily="34" charset="0"/>
              <a:buChar char="•"/>
            </a:pPr>
            <a:r>
              <a:rPr lang="en-SG" dirty="0">
                <a:hlinkClick r:id="rId7"/>
              </a:rPr>
              <a:t>https://www.flaticon.com/free-icon/cooking_1027179?term=cooking&amp;page=1&amp;position=6&amp;origin=search&amp;related_id=1027179</a:t>
            </a:r>
            <a:endParaRPr lang="en-SG" dirty="0"/>
          </a:p>
          <a:p>
            <a:pPr marL="285750" indent="-285750">
              <a:buFont typeface="Arial" panose="020B0604020202020204" pitchFamily="34" charset="0"/>
              <a:buChar char="•"/>
            </a:pPr>
            <a:r>
              <a:rPr lang="en-SG" dirty="0">
                <a:hlinkClick r:id="rId8"/>
              </a:rPr>
              <a:t>https://www.flaticon.com/free-icon/warning_3756712?term=warning&amp;page=1&amp;position=7&amp;origin=search&amp;related_id=3756712</a:t>
            </a:r>
            <a:endParaRPr lang="en-SG" dirty="0"/>
          </a:p>
          <a:p>
            <a:pPr marL="285750" indent="-285750">
              <a:buFont typeface="Arial" panose="020B0604020202020204" pitchFamily="34" charset="0"/>
              <a:buChar char="•"/>
            </a:pPr>
            <a:r>
              <a:rPr lang="en-US" dirty="0">
                <a:hlinkClick r:id="rId9"/>
              </a:rPr>
              <a:t>https://www.flaticon.com/free-icon/info_9723306?term=info&amp;related_id=9723306</a:t>
            </a:r>
            <a:endParaRPr lang="en-US" dirty="0"/>
          </a:p>
          <a:p>
            <a:pPr marL="285750" indent="-285750">
              <a:buFont typeface="Arial" panose="020B0604020202020204" pitchFamily="34" charset="0"/>
              <a:buChar char="•"/>
            </a:pPr>
            <a:r>
              <a:rPr lang="en-SG" dirty="0">
                <a:hlinkClick r:id="rId10"/>
              </a:rPr>
              <a:t>https://www.flaticon.com/free-icon/setting_6097941?term=slider&amp;page=1&amp;position=14&amp;origin=search&amp;related_id=6097941</a:t>
            </a:r>
            <a:endParaRPr lang="en-SG" dirty="0"/>
          </a:p>
          <a:p>
            <a:pPr marL="285750" indent="-285750">
              <a:buFont typeface="Arial" panose="020B0604020202020204" pitchFamily="34" charset="0"/>
              <a:buChar char="•"/>
            </a:pPr>
            <a:r>
              <a:rPr lang="en-SG" dirty="0">
                <a:hlinkClick r:id="rId11"/>
              </a:rPr>
              <a:t>https://www.flaticon.com/free-icon/computer_14762729?related_id=14762729</a:t>
            </a:r>
            <a:endParaRPr lang="en-SG" dirty="0"/>
          </a:p>
          <a:p>
            <a:pPr marL="285750" indent="-285750">
              <a:buFont typeface="Arial" panose="020B0604020202020204" pitchFamily="34" charset="0"/>
              <a:buChar char="•"/>
            </a:pPr>
            <a:r>
              <a:rPr lang="en-SG" dirty="0">
                <a:hlinkClick r:id="rId12"/>
              </a:rPr>
              <a:t>https://www.flaticon.com/free-icon/computer_14762726?related_id=14762726</a:t>
            </a:r>
            <a:endParaRPr lang="en-SG" dirty="0"/>
          </a:p>
          <a:p>
            <a:pPr marL="285750" indent="-285750">
              <a:buFont typeface="Arial" panose="020B0604020202020204" pitchFamily="34" charset="0"/>
              <a:buChar char="•"/>
            </a:pPr>
            <a:r>
              <a:rPr lang="en-SG" dirty="0">
                <a:hlinkClick r:id="rId13"/>
              </a:rPr>
              <a:t>https://www.flaticon.com/free-icon/click_2725783?related_id=2725783</a:t>
            </a:r>
            <a:endParaRPr lang="en-SG" dirty="0"/>
          </a:p>
          <a:p>
            <a:pPr marL="285750" indent="-285750">
              <a:buFont typeface="Arial" panose="020B0604020202020204" pitchFamily="34" charset="0"/>
              <a:buChar char="•"/>
            </a:pPr>
            <a:r>
              <a:rPr lang="en-SG" dirty="0">
                <a:hlinkClick r:id="rId14"/>
              </a:rPr>
              <a:t>https://www.flaticon.com/free-icon/maximize_3623175?term=maximise&amp;page=1&amp;position=4&amp;origin=search&amp;related_id=3623175</a:t>
            </a:r>
            <a:endParaRPr lang="en-SG" dirty="0"/>
          </a:p>
          <a:p>
            <a:pPr marL="285750" indent="-285750">
              <a:buFont typeface="Arial" panose="020B0604020202020204" pitchFamily="34" charset="0"/>
              <a:buChar char="•"/>
            </a:pPr>
            <a:endParaRPr lang="en-SG" dirty="0"/>
          </a:p>
        </p:txBody>
      </p:sp>
    </p:spTree>
    <p:extLst>
      <p:ext uri="{BB962C8B-B14F-4D97-AF65-F5344CB8AC3E}">
        <p14:creationId xmlns:p14="http://schemas.microsoft.com/office/powerpoint/2010/main" val="10094044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3AC1B-E6BB-A8E5-7CD0-0210CE56E5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26AFD-1966-0E11-B83E-60ED0517BAD1}"/>
              </a:ext>
            </a:extLst>
          </p:cNvPr>
          <p:cNvSpPr>
            <a:spLocks noGrp="1"/>
          </p:cNvSpPr>
          <p:nvPr>
            <p:ph type="title"/>
          </p:nvPr>
        </p:nvSpPr>
        <p:spPr>
          <a:xfrm>
            <a:off x="838200" y="365125"/>
            <a:ext cx="10515600" cy="636361"/>
          </a:xfrm>
        </p:spPr>
        <p:txBody>
          <a:bodyPr/>
          <a:lstStyle/>
          <a:p>
            <a:r>
              <a:rPr lang="en-SG" dirty="0"/>
              <a:t>Icons used throughout the application</a:t>
            </a:r>
            <a:br>
              <a:rPr lang="en-SG" dirty="0"/>
            </a:br>
            <a:endParaRPr lang="en-SG" dirty="0"/>
          </a:p>
        </p:txBody>
      </p:sp>
      <p:sp>
        <p:nvSpPr>
          <p:cNvPr id="3" name="TextBox 2">
            <a:extLst>
              <a:ext uri="{FF2B5EF4-FFF2-40B4-BE49-F238E27FC236}">
                <a16:creationId xmlns:a16="http://schemas.microsoft.com/office/drawing/2014/main" id="{C05EDB7F-7B36-0D18-4F13-BAD8B3B0CEE6}"/>
              </a:ext>
            </a:extLst>
          </p:cNvPr>
          <p:cNvSpPr txBox="1"/>
          <p:nvPr/>
        </p:nvSpPr>
        <p:spPr>
          <a:xfrm>
            <a:off x="312058" y="1204685"/>
            <a:ext cx="11596913" cy="1200329"/>
          </a:xfrm>
          <a:prstGeom prst="rect">
            <a:avLst/>
          </a:prstGeom>
          <a:noFill/>
        </p:spPr>
        <p:txBody>
          <a:bodyPr wrap="square" rtlCol="0">
            <a:spAutoFit/>
          </a:bodyPr>
          <a:lstStyle/>
          <a:p>
            <a:pPr marL="285750" indent="-285750">
              <a:buFont typeface="Arial" panose="020B0604020202020204" pitchFamily="34" charset="0"/>
              <a:buChar char="•"/>
            </a:pPr>
            <a:r>
              <a:rPr lang="en-SG" dirty="0">
                <a:hlinkClick r:id="rId2"/>
              </a:rPr>
              <a:t>https://www.flaticon.com/free-icon/time-left_66165?term=wait&amp;page=1&amp;position=2&amp;origin=search&amp;related_id=66165</a:t>
            </a:r>
            <a:endParaRPr lang="en-SG" dirty="0"/>
          </a:p>
          <a:p>
            <a:pPr marL="285750" indent="-285750">
              <a:buFont typeface="Arial" panose="020B0604020202020204" pitchFamily="34" charset="0"/>
              <a:buChar char="•"/>
            </a:pPr>
            <a:r>
              <a:rPr lang="en-SG" dirty="0"/>
              <a:t>https://www.flaticon.com/free-icon/yes_5129602?term=yes+no&amp;page=1&amp;position=1&amp;origin=search&amp;related_id=5129602</a:t>
            </a:r>
          </a:p>
        </p:txBody>
      </p:sp>
    </p:spTree>
    <p:extLst>
      <p:ext uri="{BB962C8B-B14F-4D97-AF65-F5344CB8AC3E}">
        <p14:creationId xmlns:p14="http://schemas.microsoft.com/office/powerpoint/2010/main" val="1074149440"/>
      </p:ext>
    </p:extLst>
  </p:cSld>
  <p:clrMapOvr>
    <a:masterClrMapping/>
  </p:clrMapOvr>
</p:sld>
</file>

<file path=ppt/theme/theme1.xml><?xml version="1.0" encoding="utf-8"?>
<a:theme xmlns:a="http://schemas.openxmlformats.org/drawingml/2006/main" name="Office Theme">
  <a:themeElements>
    <a:clrScheme name="Custom 2">
      <a:dk1>
        <a:srgbClr val="0D296C"/>
      </a:dk1>
      <a:lt1>
        <a:sysClr val="window" lastClr="FFFFFF"/>
      </a:lt1>
      <a:dk2>
        <a:srgbClr val="334155"/>
      </a:dk2>
      <a:lt2>
        <a:srgbClr val="F1F5F9"/>
      </a:lt2>
      <a:accent1>
        <a:srgbClr val="2E6BFF"/>
      </a:accent1>
      <a:accent2>
        <a:srgbClr val="118D57"/>
      </a:accent2>
      <a:accent3>
        <a:srgbClr val="FFAB00"/>
      </a:accent3>
      <a:accent4>
        <a:srgbClr val="B71D18"/>
      </a:accent4>
      <a:accent5>
        <a:srgbClr val="5C97FF"/>
      </a:accent5>
      <a:accent6>
        <a:srgbClr val="8B5CF6"/>
      </a:accent6>
      <a:hlink>
        <a:srgbClr val="1F5EEA"/>
      </a:hlink>
      <a:folHlink>
        <a:srgbClr val="6D28D9"/>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5498</TotalTime>
  <Words>5868</Words>
  <Application>Microsoft Office PowerPoint</Application>
  <PresentationFormat>Widescreen</PresentationFormat>
  <Paragraphs>1665</Paragraphs>
  <Slides>51</Slides>
  <Notes>29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51</vt:i4>
      </vt:variant>
    </vt:vector>
  </HeadingPairs>
  <TitlesOfParts>
    <vt:vector size="58" baseType="lpstr">
      <vt:lpstr>DengXian</vt:lpstr>
      <vt:lpstr>Agency FB</vt:lpstr>
      <vt:lpstr>Aptos</vt:lpstr>
      <vt:lpstr>Arial</vt:lpstr>
      <vt:lpstr>Wingdings</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Icons used throughout the application </vt:lpstr>
      <vt:lpstr>Icons used throughout the application </vt:lpstr>
      <vt:lpstr>Icons used throughout the application </vt:lpstr>
      <vt:lpstr>Icons used throughout the application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Tomas T</dc:creator>
  <cp:lastModifiedBy>Tomas T</cp:lastModifiedBy>
  <cp:revision>50</cp:revision>
  <dcterms:created xsi:type="dcterms:W3CDTF">2025-10-31T11:55:35Z</dcterms:created>
  <dcterms:modified xsi:type="dcterms:W3CDTF">2025-11-04T16:04:44Z</dcterms:modified>
</cp:coreProperties>
</file>